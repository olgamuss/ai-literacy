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Helvetica Neue"/>
      <p:regular r:id="rId9"/>
      <p:bold r:id="rId10"/>
      <p:italic r:id="rId11"/>
      <p:boldItalic r:id="rId12"/>
    </p:embeddedFont>
    <p:embeddedFont>
      <p:font typeface="Merriweath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italic.fntdata"/><Relationship Id="rId10" Type="http://schemas.openxmlformats.org/officeDocument/2006/relationships/font" Target="fonts/HelveticaNeue-bold.fntdata"/><Relationship Id="rId13" Type="http://schemas.openxmlformats.org/officeDocument/2006/relationships/font" Target="fonts/Merriweather-regular.fntdata"/><Relationship Id="rId12" Type="http://schemas.openxmlformats.org/officeDocument/2006/relationships/font" Target="fonts/HelveticaNeue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elveticaNeue-regular.fntdata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6" Type="http://schemas.openxmlformats.org/officeDocument/2006/relationships/font" Target="fonts/Merriweath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dcae31dd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dcae31dd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dcae31dd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dcae31dd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Unit 3 Accelerated Activities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Activity: Angelique’s Disease using Machine Learning for Kids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9357" y="2075375"/>
            <a:ext cx="3683890" cy="226381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Unit 3 Accelerated Activities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Activity: Titanic Survival Dataset Exploration using Machine Learning for Kids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9588" y="1977663"/>
            <a:ext cx="4506425" cy="24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