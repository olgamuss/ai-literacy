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c2e9e02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c2e9e02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c2e9e02e4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c2e9e02e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c2e9e02e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c2e9e02e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dc6d524c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5dc6d524c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2e9e02e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2e9e02e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c2e9e02e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c2e9e02e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c2e9e02e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c2e9e02e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c2e9e02e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c2e9e02e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c2e9e02e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c2e9e02e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5c2e9e02e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5c2e9e02e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.gif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2.png"/><Relationship Id="rId7" Type="http://schemas.openxmlformats.org/officeDocument/2006/relationships/image" Target="../media/image19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80475" y="2745150"/>
            <a:ext cx="9490800" cy="1591200"/>
          </a:xfrm>
          <a:prstGeom prst="rect">
            <a:avLst/>
          </a:prstGeom>
          <a:solidFill>
            <a:srgbClr val="FCE5CD">
              <a:alpha val="339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Unit 3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&amp;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Decision-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Making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2156750" y="733763"/>
            <a:ext cx="61155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3.1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computers make decisions?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0008" y="1709758"/>
            <a:ext cx="2781825" cy="27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3.2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can a computer learn to classify objects from examples?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1857" y="2075375"/>
            <a:ext cx="3801881" cy="226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3.3a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we train a computer to make decisions?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5775" y="2492000"/>
            <a:ext cx="958700" cy="77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8450" y="2492000"/>
            <a:ext cx="958700" cy="77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05775" y="3309014"/>
            <a:ext cx="958700" cy="77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98450" y="3309014"/>
            <a:ext cx="958700" cy="77318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3324300" y="1803875"/>
            <a:ext cx="32673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Fishy Feature Space Activity #1: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Reef vs Non-Reef</a:t>
            </a:r>
            <a:endParaRPr b="1"/>
          </a:p>
        </p:txBody>
      </p:sp>
      <p:sp>
        <p:nvSpPr>
          <p:cNvPr id="85" name="Google Shape;85;p15"/>
          <p:cNvSpPr txBox="1"/>
          <p:nvPr/>
        </p:nvSpPr>
        <p:spPr>
          <a:xfrm>
            <a:off x="3452700" y="4145363"/>
            <a:ext cx="30105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Images of Fish on loan  from Code.org’s AI for Oceans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3.3b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we train a computer to make decisions?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0549" y="1731323"/>
            <a:ext cx="2624700" cy="26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5528225" y="1922975"/>
            <a:ext cx="30912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Fishy Feature Space Activity#2: Safe vs Poisonous</a:t>
            </a:r>
            <a:endParaRPr b="1"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0388" y="2571750"/>
            <a:ext cx="14668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3.4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with Datasets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6299" y="1732425"/>
            <a:ext cx="2615175" cy="26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3.5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Networks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0846" y="1790350"/>
            <a:ext cx="2701225" cy="270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3.6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Case Study: Does AI Make Better Decisions than People?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8871" y="1968825"/>
            <a:ext cx="4327290" cy="24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700" y="2724138"/>
            <a:ext cx="1615046" cy="1615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Unit 3 Accelerated Activities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Activity: Angelique’s Disease using Machine Learning for Kids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9357" y="2075375"/>
            <a:ext cx="3683890" cy="226381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Unit 3 Accelerated Activities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Activity: </a:t>
            </a: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Titanic Survival Dataset Exploration </a:t>
            </a: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using Machine Learning for Kids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9588" y="1977663"/>
            <a:ext cx="4506425" cy="24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3.7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Mini-Project Overview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2"/>
          <p:cNvPicPr preferRelativeResize="0"/>
          <p:nvPr/>
        </p:nvPicPr>
        <p:blipFill rotWithShape="1">
          <a:blip r:embed="rId6">
            <a:alphaModFix/>
          </a:blip>
          <a:srcRect b="7664" l="30410" r="11253" t="16675"/>
          <a:stretch/>
        </p:blipFill>
        <p:spPr>
          <a:xfrm>
            <a:off x="6796118" y="2303750"/>
            <a:ext cx="1612984" cy="134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1502" y="2309060"/>
            <a:ext cx="1344354" cy="1405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90840" y="2308705"/>
            <a:ext cx="1444090" cy="1406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