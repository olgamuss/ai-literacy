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3C33C9-D88F-4725-AEF3-AF9130D181B3}">
  <a:tblStyle styleId="{283C33C9-D88F-4725-AEF3-AF9130D181B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e8237981d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2e8237981d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This is the same idea of the semantic space of the word embedding vectors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Except in the word embedding vector - the computer figures out the features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These features dont’ have to be binary, it might have a numerical value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Is the length &gt; of pasta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311700" y="1167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Feature Vector Description of Candy  Respond Yes or 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45856"/>
              <a:buNone/>
            </a:pPr>
            <a:r>
              <a:rPr b="1" lang="en" sz="2133">
                <a:solidFill>
                  <a:schemeClr val="dk1"/>
                </a:solidFill>
              </a:rPr>
              <a:t>		Feature	  Feature  Feature Feature  Feature  Feature  Feature</a:t>
            </a:r>
            <a:endParaRPr b="1"/>
          </a:p>
        </p:txBody>
      </p:sp>
      <p:graphicFrame>
        <p:nvGraphicFramePr>
          <p:cNvPr id="56" name="Google Shape;56;p13"/>
          <p:cNvGraphicFramePr/>
          <p:nvPr/>
        </p:nvGraphicFramePr>
        <p:xfrm>
          <a:off x="39925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{283C33C9-D88F-4725-AEF3-AF9130D181B3}</a:tableStyleId>
              </a:tblPr>
              <a:tblGrid>
                <a:gridCol w="950675"/>
                <a:gridCol w="999025"/>
                <a:gridCol w="999025"/>
                <a:gridCol w="999025"/>
                <a:gridCol w="999025"/>
                <a:gridCol w="999025"/>
                <a:gridCol w="999025"/>
                <a:gridCol w="999025"/>
              </a:tblGrid>
              <a:tr h="49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600" u="none" cap="none" strike="noStrike"/>
                        <a:t>Candy</a:t>
                      </a:r>
                      <a:endParaRPr b="1"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9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 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57" name="Google Shape;57;p13"/>
          <p:cNvCxnSpPr>
            <a:stCxn id="55" idx="1"/>
          </p:cNvCxnSpPr>
          <p:nvPr/>
        </p:nvCxnSpPr>
        <p:spPr>
          <a:xfrm>
            <a:off x="311700" y="40307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