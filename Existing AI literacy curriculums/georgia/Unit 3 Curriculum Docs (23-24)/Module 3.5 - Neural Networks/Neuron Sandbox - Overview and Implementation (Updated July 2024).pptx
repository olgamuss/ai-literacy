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d942737d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9d942737d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WHEN PUBLISHED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d942737d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9d942737d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d942737d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9d942737d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87505a8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87505a8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87505a8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87505a8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87505a8f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87505a8f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87505a8f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87505a8f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87611ab08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87611ab0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87611ab08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87611ab08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87611ab0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e87611ab0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7611ab08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7611ab08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87611ab08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87611ab08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87611ab08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87611ab08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8a72ee8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8a72ee8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s.cmu.edu/~dst/NeuronSandbox" TargetMode="External"/><Relationship Id="rId4" Type="http://schemas.openxmlformats.org/officeDocument/2006/relationships/hyperlink" Target="https://github.com/touretzkyds/NeuronSandbox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oloclub.github.io/cnn-explain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Neuron Sandbox - Overview and Implementation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8055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this document is to provide best practices and show how to use Neuron Sandbox in conjunction with the </a:t>
            </a:r>
            <a:r>
              <a:rPr lang="en" u="sng"/>
              <a:t>worksheet</a:t>
            </a:r>
            <a:r>
              <a:rPr lang="en"/>
              <a:t> for Module 3.5b.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problems and neuron illustrations that we provide are taken directly from Neuron Sandbox.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found the chart to be the most effective way to have students build confidence and understanding of the content provided in Neuron Sandbox.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would like a more thorough explanation of the content that is being taught in this lesson, please see the </a:t>
            </a:r>
            <a:r>
              <a:rPr lang="en" u="sng"/>
              <a:t>slideshow for 3.5b</a:t>
            </a:r>
            <a:r>
              <a:rPr lang="en"/>
              <a:t>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Neuron Sandbox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Neuron Sandbox runs in any web browser. Access it for free at: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https://www.cs.cmu.edu/~dst/NeuronSandbox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Neuron Sandbox is an open source project published on GitHub: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https://github.com/touretzkyds/NeuronSandbox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Authors: Angela Chen, Neel Pawar, and David S. Touretzky, Carnegie Mellon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Vocabulary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Neuron - A computing unit that takes numbers as input and produces a number as output</a:t>
            </a:r>
            <a:endParaRPr sz="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Weights - Numbers that are used to scale the inputs to a </a:t>
            </a:r>
            <a:r>
              <a:rPr lang="en"/>
              <a:t>neuron</a:t>
            </a:r>
            <a:endParaRPr sz="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Activation value - The sum of the weighted inputs to a neuron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Threshold - A number that the activation value has to exceed in order for the </a:t>
            </a:r>
            <a:r>
              <a:rPr lang="en"/>
              <a:t>neuron</a:t>
            </a:r>
            <a:r>
              <a:rPr lang="en"/>
              <a:t> to output a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Boolean function - A </a:t>
            </a:r>
            <a:r>
              <a:rPr lang="en"/>
              <a:t>function that takes true and false values as its inputs and outputs either true or false, usually represented as 1 or 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Truth table - A table of all the possible inputs to a boolean function and the output for each input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Step 1: Have Students Solve for Outputs in Neuron Sandbox</a:t>
            </a:r>
            <a:endParaRPr sz="2420"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699" y="1685225"/>
            <a:ext cx="5528624" cy="34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625400" y="1120625"/>
            <a:ext cx="78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This is so students understand what the outputs of the problem should be.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Step 2: Put the outputs you just found onto the chart (Column A)</a:t>
            </a:r>
            <a:endParaRPr sz="2220"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725" y="1017725"/>
            <a:ext cx="7546539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Step 2: Put the inputs from Neuron Sandbox into the chart (Column B)</a:t>
            </a:r>
            <a:endParaRPr sz="2020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688" y="1017725"/>
            <a:ext cx="7112627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Compute the Weights (Column C)</a:t>
            </a:r>
            <a:endParaRPr sz="2750"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902" y="1017725"/>
            <a:ext cx="706018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 4: Sum the weighted inputs to calculate Activation (Column D)</a:t>
            </a:r>
            <a:endParaRPr sz="2075"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901" y="1017725"/>
            <a:ext cx="706018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Step 5: Analyse if you want the </a:t>
            </a:r>
            <a:r>
              <a:rPr lang="en" sz="1700"/>
              <a:t>activation</a:t>
            </a:r>
            <a:r>
              <a:rPr lang="en" sz="1700"/>
              <a:t> to be </a:t>
            </a:r>
            <a:r>
              <a:rPr lang="en" sz="1700"/>
              <a:t>greater than the threshold (Column E)</a:t>
            </a:r>
            <a:endParaRPr sz="1700"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966" y="1017725"/>
            <a:ext cx="724407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Step 6: Determine the threshold (Column F)</a:t>
            </a:r>
            <a:endParaRPr sz="1700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963" y="1017725"/>
            <a:ext cx="724407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00"/>
              <a:t>Step 7: Check your answer by seeing if the activation is greater than your threshold. (Column G)</a:t>
            </a:r>
            <a:endParaRPr sz="1500"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107" y="1017725"/>
            <a:ext cx="734978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8: Return to Neuron Sandbox and input your answer!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195" y="1017725"/>
            <a:ext cx="6369618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Completing</a:t>
            </a:r>
            <a:r>
              <a:rPr lang="en"/>
              <a:t> additional </a:t>
            </a:r>
            <a:r>
              <a:rPr lang="en"/>
              <a:t>problems</a:t>
            </a:r>
            <a:r>
              <a:rPr lang="en"/>
              <a:t>!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additional problems provided in neron sandbox, students can use a blank chart to complete their 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problems that need you to solve for the weights, just follow the letters at the bottom of the chart to work backwards.</a:t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Steps!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students view </a:t>
            </a:r>
            <a:r>
              <a:rPr lang="en" u="sng">
                <a:solidFill>
                  <a:schemeClr val="hlink"/>
                </a:solidFill>
                <a:hlinkClick r:id="rId3"/>
              </a:rPr>
              <a:t>CNN Explainer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that to examine one pixel of an image </a:t>
            </a:r>
            <a:r>
              <a:rPr lang="en"/>
              <a:t>requires</a:t>
            </a:r>
            <a:r>
              <a:rPr lang="en"/>
              <a:t> one neuron to analyze.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the starting image that is 64 * 64 pixel requires 4,096 neurons!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 students that all of </a:t>
            </a:r>
            <a:r>
              <a:rPr lang="en"/>
              <a:t>their work has been to just create one!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</a:t>
            </a:r>
            <a:r>
              <a:rPr lang="en"/>
              <a:t>determine</a:t>
            </a:r>
            <a:r>
              <a:rPr lang="en"/>
              <a:t> if a picture of </a:t>
            </a:r>
            <a:r>
              <a:rPr lang="en"/>
              <a:t>espresso</a:t>
            </a:r>
            <a:r>
              <a:rPr lang="en"/>
              <a:t> is a picture of </a:t>
            </a:r>
            <a:r>
              <a:rPr lang="en"/>
              <a:t>espresso</a:t>
            </a:r>
            <a:r>
              <a:rPr lang="en"/>
              <a:t>, it requires over 73,976 neurons!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