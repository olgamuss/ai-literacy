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b6b8b2a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b6b8b2a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tudio.code.org/s/oceans/lessons/1/levels/2" TargetMode="External"/><Relationship Id="rId4" Type="http://schemas.openxmlformats.org/officeDocument/2006/relationships/hyperlink" Target="https://creativecommons.org/licenses/by-nc-sa/4.0/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18225"/>
            <a:ext cx="8520600" cy="4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If you finish your work, play around with training your own AI on AI for Oceans on Code.org.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https://studio.code.org/s/oceans/lessons/1/levels/2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059600" y="4499125"/>
            <a:ext cx="7772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This work is licensed under the Creative Commons.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250" y="4628001"/>
            <a:ext cx="857355" cy="2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