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4"/>
    <p:sldMasterId id="2147483682" r:id="rId5"/>
    <p:sldMasterId id="214748368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y="5143500" cx="9144000"/>
  <p:notesSz cx="6858000" cy="9144000"/>
  <p:embeddedFontLst>
    <p:embeddedFont>
      <p:font typeface="Roboto"/>
      <p:regular r:id="rId50"/>
      <p:bold r:id="rId51"/>
      <p:italic r:id="rId52"/>
      <p:boldItalic r:id="rId53"/>
    </p:embeddedFont>
    <p:embeddedFont>
      <p:font typeface="PT Sans Narrow"/>
      <p:regular r:id="rId54"/>
      <p:bold r:id="rId55"/>
    </p:embeddedFont>
    <p:embeddedFont>
      <p:font typeface="Helvetica Neue"/>
      <p:regular r:id="rId56"/>
      <p:bold r:id="rId57"/>
      <p:italic r:id="rId58"/>
      <p:boldItalic r:id="rId59"/>
    </p:embeddedFont>
    <p:embeddedFont>
      <p:font typeface="Merriweather"/>
      <p:regular r:id="rId60"/>
      <p:bold r:id="rId61"/>
      <p:italic r:id="rId62"/>
      <p:boldItalic r:id="rId63"/>
    </p:embeddedFont>
    <p:embeddedFont>
      <p:font typeface="Open Sans"/>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Merriweather-italic.fntdata"/><Relationship Id="rId61" Type="http://schemas.openxmlformats.org/officeDocument/2006/relationships/font" Target="fonts/Merriweather-bold.fntdata"/><Relationship Id="rId20" Type="http://schemas.openxmlformats.org/officeDocument/2006/relationships/slide" Target="slides/slide13.xml"/><Relationship Id="rId64" Type="http://schemas.openxmlformats.org/officeDocument/2006/relationships/font" Target="fonts/OpenSans-regular.fntdata"/><Relationship Id="rId63" Type="http://schemas.openxmlformats.org/officeDocument/2006/relationships/font" Target="fonts/Merriweather-boldItalic.fntdata"/><Relationship Id="rId22" Type="http://schemas.openxmlformats.org/officeDocument/2006/relationships/slide" Target="slides/slide15.xml"/><Relationship Id="rId66" Type="http://schemas.openxmlformats.org/officeDocument/2006/relationships/font" Target="fonts/OpenSans-italic.fntdata"/><Relationship Id="rId21" Type="http://schemas.openxmlformats.org/officeDocument/2006/relationships/slide" Target="slides/slide14.xml"/><Relationship Id="rId65" Type="http://schemas.openxmlformats.org/officeDocument/2006/relationships/font" Target="fonts/OpenSans-bold.fntdata"/><Relationship Id="rId24" Type="http://schemas.openxmlformats.org/officeDocument/2006/relationships/slide" Target="slides/slide17.xml"/><Relationship Id="rId23" Type="http://schemas.openxmlformats.org/officeDocument/2006/relationships/slide" Target="slides/slide16.xml"/><Relationship Id="rId67" Type="http://schemas.openxmlformats.org/officeDocument/2006/relationships/font" Target="fonts/OpenSans-boldItalic.fntdata"/><Relationship Id="rId60" Type="http://schemas.openxmlformats.org/officeDocument/2006/relationships/font" Target="fonts/Merriweather-regular.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4.xml"/><Relationship Id="rId55" Type="http://schemas.openxmlformats.org/officeDocument/2006/relationships/font" Target="fonts/PTSansNarrow-bold.fntdata"/><Relationship Id="rId10" Type="http://schemas.openxmlformats.org/officeDocument/2006/relationships/slide" Target="slides/slide3.xml"/><Relationship Id="rId54" Type="http://schemas.openxmlformats.org/officeDocument/2006/relationships/font" Target="fonts/PTSansNarrow-regular.fntdata"/><Relationship Id="rId13" Type="http://schemas.openxmlformats.org/officeDocument/2006/relationships/slide" Target="slides/slide6.xml"/><Relationship Id="rId57" Type="http://schemas.openxmlformats.org/officeDocument/2006/relationships/font" Target="fonts/HelveticaNeue-bold.fntdata"/><Relationship Id="rId12" Type="http://schemas.openxmlformats.org/officeDocument/2006/relationships/slide" Target="slides/slide5.xml"/><Relationship Id="rId56" Type="http://schemas.openxmlformats.org/officeDocument/2006/relationships/font" Target="fonts/HelveticaNeue-regular.fntdata"/><Relationship Id="rId15" Type="http://schemas.openxmlformats.org/officeDocument/2006/relationships/slide" Target="slides/slide8.xml"/><Relationship Id="rId59" Type="http://schemas.openxmlformats.org/officeDocument/2006/relationships/font" Target="fonts/HelveticaNeue-boldItalic.fntdata"/><Relationship Id="rId14" Type="http://schemas.openxmlformats.org/officeDocument/2006/relationships/slide" Target="slides/slide7.xml"/><Relationship Id="rId58" Type="http://schemas.openxmlformats.org/officeDocument/2006/relationships/font" Target="fonts/HelveticaNeue-italic.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5be68ff442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5be68ff442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1f79d5caa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1f79d5caa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video is an </a:t>
            </a:r>
            <a:r>
              <a:rPr lang="en"/>
              <a:t>exciting</a:t>
            </a:r>
            <a:r>
              <a:rPr lang="en"/>
              <a:t> look at autonomous robot.</a:t>
            </a:r>
            <a:endParaRPr/>
          </a:p>
          <a:p>
            <a:pPr indent="0" lvl="0" marL="0" rtl="0" algn="l">
              <a:spcBef>
                <a:spcPts val="0"/>
              </a:spcBef>
              <a:spcAft>
                <a:spcPts val="0"/>
              </a:spcAft>
              <a:buNone/>
            </a:pPr>
            <a:r>
              <a:rPr lang="en"/>
              <a:t>Questions to ponder:</a:t>
            </a:r>
            <a:endParaRPr/>
          </a:p>
          <a:p>
            <a:pPr indent="-298450" lvl="0" marL="457200" rtl="0" algn="l">
              <a:spcBef>
                <a:spcPts val="0"/>
              </a:spcBef>
              <a:spcAft>
                <a:spcPts val="0"/>
              </a:spcAft>
              <a:buSzPts val="1100"/>
              <a:buAutoNum type="arabicParenR"/>
            </a:pPr>
            <a:r>
              <a:rPr lang="en"/>
              <a:t>What was interesting about the robots?</a:t>
            </a:r>
            <a:endParaRPr/>
          </a:p>
          <a:p>
            <a:pPr indent="-298450" lvl="0" marL="457200" rtl="0" algn="l">
              <a:spcBef>
                <a:spcPts val="0"/>
              </a:spcBef>
              <a:spcAft>
                <a:spcPts val="0"/>
              </a:spcAft>
              <a:buSzPts val="1100"/>
              <a:buAutoNum type="arabicParenR"/>
            </a:pPr>
            <a:r>
              <a:rPr lang="en">
                <a:solidFill>
                  <a:schemeClr val="dk1"/>
                </a:solidFill>
              </a:rPr>
              <a:t>What kinds of things are the robots doing?</a:t>
            </a:r>
            <a:endParaRPr>
              <a:solidFill>
                <a:schemeClr val="dk1"/>
              </a:solidFill>
            </a:endParaRPr>
          </a:p>
          <a:p>
            <a:pPr indent="-298450" lvl="0" marL="457200" rtl="0" algn="l">
              <a:spcBef>
                <a:spcPts val="0"/>
              </a:spcBef>
              <a:spcAft>
                <a:spcPts val="0"/>
              </a:spcAft>
              <a:buSzPts val="1100"/>
              <a:buAutoNum type="arabicParenR"/>
            </a:pPr>
            <a:r>
              <a:rPr lang="en"/>
              <a:t>Are </a:t>
            </a:r>
            <a:r>
              <a:rPr lang="en"/>
              <a:t>these robots being remote controlled?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will learn more about this today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1f79d5caa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11f79d5caa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1f002af00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1f002af00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0071ab57b7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0071ab57b7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10071ab57b7_1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10071ab57b7_1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0071ab57b7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0071ab57b7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10071ab57b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10071ab57b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0071ab57b7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0071ab57b7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206864eca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206864eca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0071ab57b7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0071ab57b7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08f38666ac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08f38666ac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3c1e014a2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3c1e014a2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0071ab57b7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0071ab57b7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3c1e014a2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3c1e014a2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3c1e014a2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3c1e014a2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0071ab57b7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0071ab57b7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0071ab57b7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10071ab57b7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0071ab57b7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0071ab57b7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0071ab57b7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0071ab57b7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0071ab57b7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0071ab57b7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0071ab57b7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0071ab57b7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0ec6375f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0ec6375f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0071ab57b7_1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0071ab57b7_1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0071ab57b7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0071ab57b7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0071ab57b7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0071ab57b7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Which example would you like to use as a class to Think. Pair. Share (in whole group) about? Choose a video (or more than 1 depending on time) and decide it’s level of autonomy using the chart on the worksheet.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346172bd9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346172bd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0071ab57b7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0071ab57b7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0071ab57b7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0071ab57b7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0071ab57b7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0071ab57b7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cff3a76bdd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cff3a76bdd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endParaRPr sz="18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0071ab57b7_1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10071ab57b7_1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10071ab57b7_1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10071ab57b7_1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0071ab57b7_1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0071ab57b7_1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10071ab57b7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10071ab57b7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0071ab57b7_1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0071ab57b7_1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0071ab57b7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0071ab57b7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0071ab57b7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10071ab57b7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0071ab57b7_1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10071ab57b7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10071ab57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10071ab57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176316daa8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176316daa8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76316daa8c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76316daa8c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Clr>
                <a:srgbClr val="000000"/>
              </a:buClr>
              <a:buSzPts val="5200"/>
              <a:buNone/>
              <a:defRPr sz="5200">
                <a:solidFill>
                  <a:srgbClr val="000000"/>
                </a:solidFill>
              </a:defRPr>
            </a:lvl1pPr>
            <a:lvl2pPr lvl="1" rtl="0" algn="ctr">
              <a:spcBef>
                <a:spcPts val="0"/>
              </a:spcBef>
              <a:spcAft>
                <a:spcPts val="0"/>
              </a:spcAft>
              <a:buClr>
                <a:srgbClr val="000000"/>
              </a:buClr>
              <a:buSzPts val="5200"/>
              <a:buNone/>
              <a:defRPr sz="5200">
                <a:solidFill>
                  <a:srgbClr val="000000"/>
                </a:solidFill>
              </a:defRPr>
            </a:lvl2pPr>
            <a:lvl3pPr lvl="2" rtl="0" algn="ctr">
              <a:spcBef>
                <a:spcPts val="0"/>
              </a:spcBef>
              <a:spcAft>
                <a:spcPts val="0"/>
              </a:spcAft>
              <a:buClr>
                <a:srgbClr val="000000"/>
              </a:buClr>
              <a:buSzPts val="5200"/>
              <a:buNone/>
              <a:defRPr sz="5200">
                <a:solidFill>
                  <a:srgbClr val="000000"/>
                </a:solidFill>
              </a:defRPr>
            </a:lvl3pPr>
            <a:lvl4pPr lvl="3" rtl="0" algn="ctr">
              <a:spcBef>
                <a:spcPts val="0"/>
              </a:spcBef>
              <a:spcAft>
                <a:spcPts val="0"/>
              </a:spcAft>
              <a:buClr>
                <a:srgbClr val="000000"/>
              </a:buClr>
              <a:buSzPts val="5200"/>
              <a:buNone/>
              <a:defRPr sz="5200">
                <a:solidFill>
                  <a:srgbClr val="000000"/>
                </a:solidFill>
              </a:defRPr>
            </a:lvl4pPr>
            <a:lvl5pPr lvl="4" rtl="0" algn="ctr">
              <a:spcBef>
                <a:spcPts val="0"/>
              </a:spcBef>
              <a:spcAft>
                <a:spcPts val="0"/>
              </a:spcAft>
              <a:buClr>
                <a:srgbClr val="000000"/>
              </a:buClr>
              <a:buSzPts val="5200"/>
              <a:buNone/>
              <a:defRPr sz="5200">
                <a:solidFill>
                  <a:srgbClr val="000000"/>
                </a:solidFill>
              </a:defRPr>
            </a:lvl5pPr>
            <a:lvl6pPr lvl="5" rtl="0" algn="ctr">
              <a:spcBef>
                <a:spcPts val="0"/>
              </a:spcBef>
              <a:spcAft>
                <a:spcPts val="0"/>
              </a:spcAft>
              <a:buClr>
                <a:srgbClr val="000000"/>
              </a:buClr>
              <a:buSzPts val="5200"/>
              <a:buNone/>
              <a:defRPr sz="5200">
                <a:solidFill>
                  <a:srgbClr val="000000"/>
                </a:solidFill>
              </a:defRPr>
            </a:lvl6pPr>
            <a:lvl7pPr lvl="6" rtl="0" algn="ctr">
              <a:spcBef>
                <a:spcPts val="0"/>
              </a:spcBef>
              <a:spcAft>
                <a:spcPts val="0"/>
              </a:spcAft>
              <a:buClr>
                <a:srgbClr val="000000"/>
              </a:buClr>
              <a:buSzPts val="5200"/>
              <a:buNone/>
              <a:defRPr sz="5200">
                <a:solidFill>
                  <a:srgbClr val="000000"/>
                </a:solidFill>
              </a:defRPr>
            </a:lvl7pPr>
            <a:lvl8pPr lvl="7" rtl="0" algn="ctr">
              <a:spcBef>
                <a:spcPts val="0"/>
              </a:spcBef>
              <a:spcAft>
                <a:spcPts val="0"/>
              </a:spcAft>
              <a:buClr>
                <a:srgbClr val="000000"/>
              </a:buClr>
              <a:buSzPts val="5200"/>
              <a:buNone/>
              <a:defRPr sz="5200">
                <a:solidFill>
                  <a:srgbClr val="000000"/>
                </a:solidFill>
              </a:defRPr>
            </a:lvl8pPr>
            <a:lvl9pPr lvl="8" rtl="0" algn="ctr">
              <a:spcBef>
                <a:spcPts val="0"/>
              </a:spcBef>
              <a:spcAft>
                <a:spcPts val="0"/>
              </a:spcAft>
              <a:buClr>
                <a:srgbClr val="000000"/>
              </a:buClr>
              <a:buSzPts val="5200"/>
              <a:buNone/>
              <a:defRPr sz="5200">
                <a:solidFill>
                  <a:srgbClr val="000000"/>
                </a:solidFill>
              </a:defRPr>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000000"/>
              </a:buClr>
              <a:buSzPts val="2800"/>
              <a:buNone/>
              <a:defRPr sz="2800">
                <a:solidFill>
                  <a:srgbClr val="000000"/>
                </a:solidFill>
              </a:defRPr>
            </a:lvl1pPr>
            <a:lvl2pPr lvl="1" rtl="0" algn="ctr">
              <a:lnSpc>
                <a:spcPct val="100000"/>
              </a:lnSpc>
              <a:spcBef>
                <a:spcPts val="0"/>
              </a:spcBef>
              <a:spcAft>
                <a:spcPts val="0"/>
              </a:spcAft>
              <a:buClr>
                <a:srgbClr val="000000"/>
              </a:buClr>
              <a:buSzPts val="2800"/>
              <a:buNone/>
              <a:defRPr sz="2800">
                <a:solidFill>
                  <a:srgbClr val="000000"/>
                </a:solidFill>
              </a:defRPr>
            </a:lvl2pPr>
            <a:lvl3pPr lvl="2" rtl="0" algn="ctr">
              <a:lnSpc>
                <a:spcPct val="100000"/>
              </a:lnSpc>
              <a:spcBef>
                <a:spcPts val="0"/>
              </a:spcBef>
              <a:spcAft>
                <a:spcPts val="0"/>
              </a:spcAft>
              <a:buClr>
                <a:srgbClr val="000000"/>
              </a:buClr>
              <a:buSzPts val="2800"/>
              <a:buNone/>
              <a:defRPr sz="2800">
                <a:solidFill>
                  <a:srgbClr val="000000"/>
                </a:solidFill>
              </a:defRPr>
            </a:lvl3pPr>
            <a:lvl4pPr lvl="3" rtl="0" algn="ctr">
              <a:lnSpc>
                <a:spcPct val="100000"/>
              </a:lnSpc>
              <a:spcBef>
                <a:spcPts val="0"/>
              </a:spcBef>
              <a:spcAft>
                <a:spcPts val="0"/>
              </a:spcAft>
              <a:buClr>
                <a:srgbClr val="000000"/>
              </a:buClr>
              <a:buSzPts val="2800"/>
              <a:buNone/>
              <a:defRPr sz="2800">
                <a:solidFill>
                  <a:srgbClr val="000000"/>
                </a:solidFill>
              </a:defRPr>
            </a:lvl4pPr>
            <a:lvl5pPr lvl="4" rtl="0" algn="ctr">
              <a:lnSpc>
                <a:spcPct val="100000"/>
              </a:lnSpc>
              <a:spcBef>
                <a:spcPts val="0"/>
              </a:spcBef>
              <a:spcAft>
                <a:spcPts val="0"/>
              </a:spcAft>
              <a:buClr>
                <a:srgbClr val="000000"/>
              </a:buClr>
              <a:buSzPts val="2800"/>
              <a:buNone/>
              <a:defRPr sz="2800">
                <a:solidFill>
                  <a:srgbClr val="000000"/>
                </a:solidFill>
              </a:defRPr>
            </a:lvl5pPr>
            <a:lvl6pPr lvl="5" rtl="0" algn="ctr">
              <a:lnSpc>
                <a:spcPct val="100000"/>
              </a:lnSpc>
              <a:spcBef>
                <a:spcPts val="0"/>
              </a:spcBef>
              <a:spcAft>
                <a:spcPts val="0"/>
              </a:spcAft>
              <a:buClr>
                <a:srgbClr val="000000"/>
              </a:buClr>
              <a:buSzPts val="2800"/>
              <a:buNone/>
              <a:defRPr sz="2800">
                <a:solidFill>
                  <a:srgbClr val="000000"/>
                </a:solidFill>
              </a:defRPr>
            </a:lvl6pPr>
            <a:lvl7pPr lvl="6" rtl="0" algn="ctr">
              <a:lnSpc>
                <a:spcPct val="100000"/>
              </a:lnSpc>
              <a:spcBef>
                <a:spcPts val="0"/>
              </a:spcBef>
              <a:spcAft>
                <a:spcPts val="0"/>
              </a:spcAft>
              <a:buClr>
                <a:srgbClr val="000000"/>
              </a:buClr>
              <a:buSzPts val="2800"/>
              <a:buNone/>
              <a:defRPr sz="2800">
                <a:solidFill>
                  <a:srgbClr val="000000"/>
                </a:solidFill>
              </a:defRPr>
            </a:lvl7pPr>
            <a:lvl8pPr lvl="7" rtl="0" algn="ctr">
              <a:lnSpc>
                <a:spcPct val="100000"/>
              </a:lnSpc>
              <a:spcBef>
                <a:spcPts val="0"/>
              </a:spcBef>
              <a:spcAft>
                <a:spcPts val="0"/>
              </a:spcAft>
              <a:buClr>
                <a:srgbClr val="000000"/>
              </a:buClr>
              <a:buSzPts val="2800"/>
              <a:buNone/>
              <a:defRPr sz="2800">
                <a:solidFill>
                  <a:srgbClr val="000000"/>
                </a:solidFill>
              </a:defRPr>
            </a:lvl8pPr>
            <a:lvl9pPr lvl="8" rtl="0" algn="ctr">
              <a:lnSpc>
                <a:spcPct val="100000"/>
              </a:lnSpc>
              <a:spcBef>
                <a:spcPts val="0"/>
              </a:spcBef>
              <a:spcAft>
                <a:spcPts val="0"/>
              </a:spcAft>
              <a:buClr>
                <a:srgbClr val="000000"/>
              </a:buClr>
              <a:buSzPts val="2800"/>
              <a:buNone/>
              <a:defRPr sz="2800">
                <a:solidFill>
                  <a:srgbClr val="000000"/>
                </a:solidFill>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rgbClr val="000000"/>
                </a:solidFill>
              </a:defRPr>
            </a:lvl1pPr>
            <a:lvl2pPr lvl="1" rtl="0">
              <a:buNone/>
              <a:defRPr>
                <a:solidFill>
                  <a:srgbClr val="000000"/>
                </a:solidFill>
              </a:defRPr>
            </a:lvl2pPr>
            <a:lvl3pPr lvl="2" rtl="0">
              <a:buNone/>
              <a:defRPr>
                <a:solidFill>
                  <a:srgbClr val="000000"/>
                </a:solidFill>
              </a:defRPr>
            </a:lvl3pPr>
            <a:lvl4pPr lvl="3" rtl="0">
              <a:buNone/>
              <a:defRPr>
                <a:solidFill>
                  <a:srgbClr val="000000"/>
                </a:solidFill>
              </a:defRPr>
            </a:lvl4pPr>
            <a:lvl5pPr lvl="4" rtl="0">
              <a:buNone/>
              <a:defRPr>
                <a:solidFill>
                  <a:srgbClr val="000000"/>
                </a:solidFill>
              </a:defRPr>
            </a:lvl5pPr>
            <a:lvl6pPr lvl="5" rtl="0">
              <a:buNone/>
              <a:defRPr>
                <a:solidFill>
                  <a:srgbClr val="000000"/>
                </a:solidFill>
              </a:defRPr>
            </a:lvl6pPr>
            <a:lvl7pPr lvl="6" rtl="0">
              <a:buNone/>
              <a:defRPr>
                <a:solidFill>
                  <a:srgbClr val="000000"/>
                </a:solidFill>
              </a:defRPr>
            </a:lvl7pPr>
            <a:lvl8pPr lvl="7" rtl="0">
              <a:buNone/>
              <a:defRPr>
                <a:solidFill>
                  <a:srgbClr val="000000"/>
                </a:solidFill>
              </a:defRPr>
            </a:lvl8pPr>
            <a:lvl9pPr lvl="8" rtl="0">
              <a:buNone/>
              <a:defRPr>
                <a:solidFill>
                  <a:srgbClr val="000000"/>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Clr>
                <a:srgbClr val="000000"/>
              </a:buClr>
              <a:buSzPts val="2800"/>
              <a:buNone/>
              <a:defRPr>
                <a:solidFill>
                  <a:srgbClr val="000000"/>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Clr>
                <a:srgbClr val="000000"/>
              </a:buClr>
              <a:buSzPts val="1800"/>
              <a:buChar char="●"/>
              <a:defRPr>
                <a:solidFill>
                  <a:srgbClr val="000000"/>
                </a:solidFill>
              </a:defRPr>
            </a:lvl1pPr>
            <a:lvl2pPr indent="-317500" lvl="1" marL="914400" rtl="0">
              <a:spcBef>
                <a:spcPts val="0"/>
              </a:spcBef>
              <a:spcAft>
                <a:spcPts val="0"/>
              </a:spcAft>
              <a:buClr>
                <a:srgbClr val="000000"/>
              </a:buClr>
              <a:buSzPts val="1400"/>
              <a:buChar char="○"/>
              <a:defRPr>
                <a:solidFill>
                  <a:srgbClr val="000000"/>
                </a:solidFill>
              </a:defRPr>
            </a:lvl2pPr>
            <a:lvl3pPr indent="-317500" lvl="2" marL="1371600" rtl="0">
              <a:spcBef>
                <a:spcPts val="0"/>
              </a:spcBef>
              <a:spcAft>
                <a:spcPts val="0"/>
              </a:spcAft>
              <a:buClr>
                <a:srgbClr val="000000"/>
              </a:buClr>
              <a:buSzPts val="1400"/>
              <a:buChar char="■"/>
              <a:defRPr>
                <a:solidFill>
                  <a:srgbClr val="000000"/>
                </a:solidFill>
              </a:defRPr>
            </a:lvl3pPr>
            <a:lvl4pPr indent="-317500" lvl="3" marL="1828800" rtl="0">
              <a:spcBef>
                <a:spcPts val="0"/>
              </a:spcBef>
              <a:spcAft>
                <a:spcPts val="0"/>
              </a:spcAft>
              <a:buClr>
                <a:srgbClr val="000000"/>
              </a:buClr>
              <a:buSzPts val="1400"/>
              <a:buChar char="●"/>
              <a:defRPr>
                <a:solidFill>
                  <a:srgbClr val="000000"/>
                </a:solidFill>
              </a:defRPr>
            </a:lvl4pPr>
            <a:lvl5pPr indent="-317500" lvl="4" marL="2286000" rtl="0">
              <a:spcBef>
                <a:spcPts val="0"/>
              </a:spcBef>
              <a:spcAft>
                <a:spcPts val="0"/>
              </a:spcAft>
              <a:buClr>
                <a:srgbClr val="000000"/>
              </a:buClr>
              <a:buSzPts val="1400"/>
              <a:buChar char="○"/>
              <a:defRPr>
                <a:solidFill>
                  <a:srgbClr val="000000"/>
                </a:solidFill>
              </a:defRPr>
            </a:lvl5pPr>
            <a:lvl6pPr indent="-317500" lvl="5" marL="2743200" rtl="0">
              <a:spcBef>
                <a:spcPts val="0"/>
              </a:spcBef>
              <a:spcAft>
                <a:spcPts val="0"/>
              </a:spcAft>
              <a:buClr>
                <a:srgbClr val="000000"/>
              </a:buClr>
              <a:buSzPts val="1400"/>
              <a:buChar char="■"/>
              <a:defRPr>
                <a:solidFill>
                  <a:srgbClr val="000000"/>
                </a:solidFill>
              </a:defRPr>
            </a:lvl6pPr>
            <a:lvl7pPr indent="-317500" lvl="6" marL="3200400" rtl="0">
              <a:spcBef>
                <a:spcPts val="0"/>
              </a:spcBef>
              <a:spcAft>
                <a:spcPts val="0"/>
              </a:spcAft>
              <a:buClr>
                <a:srgbClr val="000000"/>
              </a:buClr>
              <a:buSzPts val="1400"/>
              <a:buChar char="●"/>
              <a:defRPr>
                <a:solidFill>
                  <a:srgbClr val="000000"/>
                </a:solidFill>
              </a:defRPr>
            </a:lvl7pPr>
            <a:lvl8pPr indent="-317500" lvl="7" marL="3657600" rtl="0">
              <a:spcBef>
                <a:spcPts val="0"/>
              </a:spcBef>
              <a:spcAft>
                <a:spcPts val="0"/>
              </a:spcAft>
              <a:buClr>
                <a:srgbClr val="000000"/>
              </a:buClr>
              <a:buSzPts val="1400"/>
              <a:buChar char="○"/>
              <a:defRPr>
                <a:solidFill>
                  <a:srgbClr val="000000"/>
                </a:solidFill>
              </a:defRPr>
            </a:lvl8pPr>
            <a:lvl9pPr indent="-317500" lvl="8" marL="4114800" rtl="0">
              <a:spcBef>
                <a:spcPts val="0"/>
              </a:spcBef>
              <a:spcAft>
                <a:spcPts val="0"/>
              </a:spcAft>
              <a:buClr>
                <a:srgbClr val="000000"/>
              </a:buClr>
              <a:buSzPts val="1400"/>
              <a:buChar char="■"/>
              <a:defRPr>
                <a:solidFill>
                  <a:srgbClr val="000000"/>
                </a:solidFill>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Clr>
                <a:srgbClr val="000000"/>
              </a:buClr>
              <a:buSzPts val="1200"/>
              <a:buChar char="●"/>
              <a:defRPr sz="1200">
                <a:solidFill>
                  <a:srgbClr val="000000"/>
                </a:solidFill>
              </a:defRPr>
            </a:lvl1pPr>
            <a:lvl2pPr indent="-304800" lvl="1" marL="914400" rtl="0">
              <a:spcBef>
                <a:spcPts val="0"/>
              </a:spcBef>
              <a:spcAft>
                <a:spcPts val="0"/>
              </a:spcAft>
              <a:buClr>
                <a:srgbClr val="000000"/>
              </a:buClr>
              <a:buSzPts val="1200"/>
              <a:buChar char="○"/>
              <a:defRPr sz="1200">
                <a:solidFill>
                  <a:srgbClr val="000000"/>
                </a:solidFill>
              </a:defRPr>
            </a:lvl2pPr>
            <a:lvl3pPr indent="-304800" lvl="2" marL="1371600" rtl="0">
              <a:spcBef>
                <a:spcPts val="0"/>
              </a:spcBef>
              <a:spcAft>
                <a:spcPts val="0"/>
              </a:spcAft>
              <a:buClr>
                <a:srgbClr val="000000"/>
              </a:buClr>
              <a:buSzPts val="1200"/>
              <a:buChar char="■"/>
              <a:defRPr sz="1200">
                <a:solidFill>
                  <a:srgbClr val="000000"/>
                </a:solidFill>
              </a:defRPr>
            </a:lvl3pPr>
            <a:lvl4pPr indent="-304800" lvl="3" marL="1828800" rtl="0">
              <a:spcBef>
                <a:spcPts val="0"/>
              </a:spcBef>
              <a:spcAft>
                <a:spcPts val="0"/>
              </a:spcAft>
              <a:buClr>
                <a:srgbClr val="000000"/>
              </a:buClr>
              <a:buSzPts val="1200"/>
              <a:buChar char="●"/>
              <a:defRPr sz="1200">
                <a:solidFill>
                  <a:srgbClr val="000000"/>
                </a:solidFill>
              </a:defRPr>
            </a:lvl4pPr>
            <a:lvl5pPr indent="-304800" lvl="4" marL="2286000" rtl="0">
              <a:spcBef>
                <a:spcPts val="0"/>
              </a:spcBef>
              <a:spcAft>
                <a:spcPts val="0"/>
              </a:spcAft>
              <a:buClr>
                <a:srgbClr val="000000"/>
              </a:buClr>
              <a:buSzPts val="1200"/>
              <a:buChar char="○"/>
              <a:defRPr sz="1200">
                <a:solidFill>
                  <a:srgbClr val="000000"/>
                </a:solidFill>
              </a:defRPr>
            </a:lvl5pPr>
            <a:lvl6pPr indent="-304800" lvl="5" marL="2743200" rtl="0">
              <a:spcBef>
                <a:spcPts val="0"/>
              </a:spcBef>
              <a:spcAft>
                <a:spcPts val="0"/>
              </a:spcAft>
              <a:buClr>
                <a:srgbClr val="000000"/>
              </a:buClr>
              <a:buSzPts val="1200"/>
              <a:buChar char="■"/>
              <a:defRPr sz="1200">
                <a:solidFill>
                  <a:srgbClr val="000000"/>
                </a:solidFill>
              </a:defRPr>
            </a:lvl6pPr>
            <a:lvl7pPr indent="-304800" lvl="6" marL="3200400" rtl="0">
              <a:spcBef>
                <a:spcPts val="0"/>
              </a:spcBef>
              <a:spcAft>
                <a:spcPts val="0"/>
              </a:spcAft>
              <a:buClr>
                <a:srgbClr val="000000"/>
              </a:buClr>
              <a:buSzPts val="1200"/>
              <a:buChar char="●"/>
              <a:defRPr sz="1200">
                <a:solidFill>
                  <a:srgbClr val="000000"/>
                </a:solidFill>
              </a:defRPr>
            </a:lvl7pPr>
            <a:lvl8pPr indent="-304800" lvl="7" marL="3657600" rtl="0">
              <a:spcBef>
                <a:spcPts val="0"/>
              </a:spcBef>
              <a:spcAft>
                <a:spcPts val="0"/>
              </a:spcAft>
              <a:buClr>
                <a:srgbClr val="000000"/>
              </a:buClr>
              <a:buSzPts val="1200"/>
              <a:buChar char="○"/>
              <a:defRPr sz="1200">
                <a:solidFill>
                  <a:srgbClr val="000000"/>
                </a:solidFill>
              </a:defRPr>
            </a:lvl8pPr>
            <a:lvl9pPr indent="-304800" lvl="8" marL="4114800" rtl="0">
              <a:spcBef>
                <a:spcPts val="0"/>
              </a:spcBef>
              <a:spcAft>
                <a:spcPts val="0"/>
              </a:spcAft>
              <a:buClr>
                <a:srgbClr val="000000"/>
              </a:buClr>
              <a:buSzPts val="1200"/>
              <a:buChar char="■"/>
              <a:defRPr sz="1200">
                <a:solidFill>
                  <a:srgbClr val="000000"/>
                </a:solidFill>
              </a:defRPr>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000000"/>
              </a:buClr>
              <a:buSzPts val="4800"/>
              <a:buNone/>
              <a:defRPr sz="4800">
                <a:solidFill>
                  <a:srgbClr val="000000"/>
                </a:solidFill>
              </a:defRPr>
            </a:lvl1pPr>
            <a:lvl2pPr lvl="1" rtl="0">
              <a:spcBef>
                <a:spcPts val="0"/>
              </a:spcBef>
              <a:spcAft>
                <a:spcPts val="0"/>
              </a:spcAft>
              <a:buClr>
                <a:srgbClr val="000000"/>
              </a:buClr>
              <a:buSzPts val="4800"/>
              <a:buNone/>
              <a:defRPr sz="4800">
                <a:solidFill>
                  <a:srgbClr val="000000"/>
                </a:solidFill>
              </a:defRPr>
            </a:lvl2pPr>
            <a:lvl3pPr lvl="2" rtl="0">
              <a:spcBef>
                <a:spcPts val="0"/>
              </a:spcBef>
              <a:spcAft>
                <a:spcPts val="0"/>
              </a:spcAft>
              <a:buClr>
                <a:srgbClr val="000000"/>
              </a:buClr>
              <a:buSzPts val="4800"/>
              <a:buNone/>
              <a:defRPr sz="4800">
                <a:solidFill>
                  <a:srgbClr val="000000"/>
                </a:solidFill>
              </a:defRPr>
            </a:lvl3pPr>
            <a:lvl4pPr lvl="3" rtl="0">
              <a:spcBef>
                <a:spcPts val="0"/>
              </a:spcBef>
              <a:spcAft>
                <a:spcPts val="0"/>
              </a:spcAft>
              <a:buClr>
                <a:srgbClr val="000000"/>
              </a:buClr>
              <a:buSzPts val="4800"/>
              <a:buNone/>
              <a:defRPr sz="4800">
                <a:solidFill>
                  <a:srgbClr val="000000"/>
                </a:solidFill>
              </a:defRPr>
            </a:lvl4pPr>
            <a:lvl5pPr lvl="4" rtl="0">
              <a:spcBef>
                <a:spcPts val="0"/>
              </a:spcBef>
              <a:spcAft>
                <a:spcPts val="0"/>
              </a:spcAft>
              <a:buClr>
                <a:srgbClr val="000000"/>
              </a:buClr>
              <a:buSzPts val="4800"/>
              <a:buNone/>
              <a:defRPr sz="4800">
                <a:solidFill>
                  <a:srgbClr val="000000"/>
                </a:solidFill>
              </a:defRPr>
            </a:lvl5pPr>
            <a:lvl6pPr lvl="5" rtl="0">
              <a:spcBef>
                <a:spcPts val="0"/>
              </a:spcBef>
              <a:spcAft>
                <a:spcPts val="0"/>
              </a:spcAft>
              <a:buClr>
                <a:srgbClr val="000000"/>
              </a:buClr>
              <a:buSzPts val="4800"/>
              <a:buNone/>
              <a:defRPr sz="4800">
                <a:solidFill>
                  <a:srgbClr val="000000"/>
                </a:solidFill>
              </a:defRPr>
            </a:lvl6pPr>
            <a:lvl7pPr lvl="6" rtl="0">
              <a:spcBef>
                <a:spcPts val="0"/>
              </a:spcBef>
              <a:spcAft>
                <a:spcPts val="0"/>
              </a:spcAft>
              <a:buClr>
                <a:srgbClr val="000000"/>
              </a:buClr>
              <a:buSzPts val="4800"/>
              <a:buNone/>
              <a:defRPr sz="4800">
                <a:solidFill>
                  <a:srgbClr val="000000"/>
                </a:solidFill>
              </a:defRPr>
            </a:lvl7pPr>
            <a:lvl8pPr lvl="7" rtl="0">
              <a:spcBef>
                <a:spcPts val="0"/>
              </a:spcBef>
              <a:spcAft>
                <a:spcPts val="0"/>
              </a:spcAft>
              <a:buClr>
                <a:srgbClr val="000000"/>
              </a:buClr>
              <a:buSzPts val="4800"/>
              <a:buNone/>
              <a:defRPr sz="4800">
                <a:solidFill>
                  <a:srgbClr val="000000"/>
                </a:solidFill>
              </a:defRPr>
            </a:lvl8pPr>
            <a:lvl9pPr lvl="8" rtl="0">
              <a:spcBef>
                <a:spcPts val="0"/>
              </a:spcBef>
              <a:spcAft>
                <a:spcPts val="0"/>
              </a:spcAft>
              <a:buClr>
                <a:srgbClr val="000000"/>
              </a:buClr>
              <a:buSzPts val="4800"/>
              <a:buNone/>
              <a:defRPr sz="4800">
                <a:solidFill>
                  <a:srgbClr val="000000"/>
                </a:solidFill>
              </a:defRPr>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cxnSp>
        <p:nvCxnSpPr>
          <p:cNvPr id="55" name="Google Shape;55;p14"/>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56" name="Google Shape;56;p14"/>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57" name="Google Shape;57;p14"/>
          <p:cNvGrpSpPr/>
          <p:nvPr/>
        </p:nvGrpSpPr>
        <p:grpSpPr>
          <a:xfrm>
            <a:off x="1004144" y="1022025"/>
            <a:ext cx="7136668" cy="152400"/>
            <a:chOff x="1346429" y="1011300"/>
            <a:chExt cx="6452100" cy="152400"/>
          </a:xfrm>
        </p:grpSpPr>
        <p:cxnSp>
          <p:nvCxnSpPr>
            <p:cNvPr id="58" name="Google Shape;58;p14"/>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59" name="Google Shape;59;p14"/>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60" name="Google Shape;60;p14"/>
          <p:cNvGrpSpPr/>
          <p:nvPr/>
        </p:nvGrpSpPr>
        <p:grpSpPr>
          <a:xfrm>
            <a:off x="1004151" y="3969100"/>
            <a:ext cx="7136668" cy="152400"/>
            <a:chOff x="1346435" y="3969088"/>
            <a:chExt cx="6452100" cy="152400"/>
          </a:xfrm>
        </p:grpSpPr>
        <p:cxnSp>
          <p:nvCxnSpPr>
            <p:cNvPr id="61" name="Google Shape;61;p14"/>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62" name="Google Shape;62;p14"/>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63" name="Google Shape;63;p14"/>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400"/>
              <a:buNone/>
              <a:defRPr sz="5400"/>
            </a:lvl1pPr>
            <a:lvl2pPr lvl="1" rtl="0" algn="ctr">
              <a:spcBef>
                <a:spcPts val="0"/>
              </a:spcBef>
              <a:spcAft>
                <a:spcPts val="0"/>
              </a:spcAft>
              <a:buSzPts val="5400"/>
              <a:buNone/>
              <a:defRPr sz="5400"/>
            </a:lvl2pPr>
            <a:lvl3pPr lvl="2" rtl="0" algn="ctr">
              <a:spcBef>
                <a:spcPts val="0"/>
              </a:spcBef>
              <a:spcAft>
                <a:spcPts val="0"/>
              </a:spcAft>
              <a:buSzPts val="5400"/>
              <a:buNone/>
              <a:defRPr sz="5400"/>
            </a:lvl3pPr>
            <a:lvl4pPr lvl="3" rtl="0" algn="ctr">
              <a:spcBef>
                <a:spcPts val="0"/>
              </a:spcBef>
              <a:spcAft>
                <a:spcPts val="0"/>
              </a:spcAft>
              <a:buSzPts val="5400"/>
              <a:buNone/>
              <a:defRPr sz="5400"/>
            </a:lvl4pPr>
            <a:lvl5pPr lvl="4" rtl="0" algn="ctr">
              <a:spcBef>
                <a:spcPts val="0"/>
              </a:spcBef>
              <a:spcAft>
                <a:spcPts val="0"/>
              </a:spcAft>
              <a:buSzPts val="5400"/>
              <a:buNone/>
              <a:defRPr sz="5400"/>
            </a:lvl5pPr>
            <a:lvl6pPr lvl="5" rtl="0" algn="ctr">
              <a:spcBef>
                <a:spcPts val="0"/>
              </a:spcBef>
              <a:spcAft>
                <a:spcPts val="0"/>
              </a:spcAft>
              <a:buSzPts val="5400"/>
              <a:buNone/>
              <a:defRPr sz="5400"/>
            </a:lvl6pPr>
            <a:lvl7pPr lvl="6" rtl="0" algn="ctr">
              <a:spcBef>
                <a:spcPts val="0"/>
              </a:spcBef>
              <a:spcAft>
                <a:spcPts val="0"/>
              </a:spcAft>
              <a:buSzPts val="5400"/>
              <a:buNone/>
              <a:defRPr sz="5400"/>
            </a:lvl7pPr>
            <a:lvl8pPr lvl="7" rtl="0" algn="ctr">
              <a:spcBef>
                <a:spcPts val="0"/>
              </a:spcBef>
              <a:spcAft>
                <a:spcPts val="0"/>
              </a:spcAft>
              <a:buSzPts val="5400"/>
              <a:buNone/>
              <a:defRPr sz="5400"/>
            </a:lvl8pPr>
            <a:lvl9pPr lvl="8" rtl="0" algn="ctr">
              <a:spcBef>
                <a:spcPts val="0"/>
              </a:spcBef>
              <a:spcAft>
                <a:spcPts val="0"/>
              </a:spcAft>
              <a:buSzPts val="5400"/>
              <a:buNone/>
              <a:defRPr sz="5400"/>
            </a:lvl9pPr>
          </a:lstStyle>
          <a:p/>
        </p:txBody>
      </p:sp>
      <p:sp>
        <p:nvSpPr>
          <p:cNvPr id="64" name="Google Shape;64;p14"/>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6" name="Shape 66"/>
        <p:cNvGrpSpPr/>
        <p:nvPr/>
      </p:nvGrpSpPr>
      <p:grpSpPr>
        <a:xfrm>
          <a:off x="0" y="0"/>
          <a:ext cx="0" cy="0"/>
          <a:chOff x="0" y="0"/>
          <a:chExt cx="0" cy="0"/>
        </a:xfrm>
      </p:grpSpPr>
      <p:sp>
        <p:nvSpPr>
          <p:cNvPr id="67" name="Google Shape;67;p15"/>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a:lvl1pPr>
            <a:lvl2pPr lvl="1" rtl="0" algn="ctr">
              <a:spcBef>
                <a:spcPts val="0"/>
              </a:spcBef>
              <a:spcAft>
                <a:spcPts val="0"/>
              </a:spcAft>
              <a:buSzPts val="3600"/>
              <a:buNone/>
              <a:defRPr/>
            </a:lvl2pPr>
            <a:lvl3pPr lvl="2" rtl="0" algn="ctr">
              <a:spcBef>
                <a:spcPts val="0"/>
              </a:spcBef>
              <a:spcAft>
                <a:spcPts val="0"/>
              </a:spcAft>
              <a:buSzPts val="3600"/>
              <a:buNone/>
              <a:defRPr/>
            </a:lvl3pPr>
            <a:lvl4pPr lvl="3" rtl="0" algn="ctr">
              <a:spcBef>
                <a:spcPts val="0"/>
              </a:spcBef>
              <a:spcAft>
                <a:spcPts val="0"/>
              </a:spcAft>
              <a:buSzPts val="3600"/>
              <a:buNone/>
              <a:defRPr/>
            </a:lvl4pPr>
            <a:lvl5pPr lvl="4" rtl="0" algn="ctr">
              <a:spcBef>
                <a:spcPts val="0"/>
              </a:spcBef>
              <a:spcAft>
                <a:spcPts val="0"/>
              </a:spcAft>
              <a:buSzPts val="3600"/>
              <a:buNone/>
              <a:defRPr/>
            </a:lvl5pPr>
            <a:lvl6pPr lvl="5" rtl="0" algn="ctr">
              <a:spcBef>
                <a:spcPts val="0"/>
              </a:spcBef>
              <a:spcAft>
                <a:spcPts val="0"/>
              </a:spcAft>
              <a:buSzPts val="3600"/>
              <a:buNone/>
              <a:defRPr/>
            </a:lvl6pPr>
            <a:lvl7pPr lvl="6" rtl="0" algn="ctr">
              <a:spcBef>
                <a:spcPts val="0"/>
              </a:spcBef>
              <a:spcAft>
                <a:spcPts val="0"/>
              </a:spcAft>
              <a:buSzPts val="3600"/>
              <a:buNone/>
              <a:defRPr/>
            </a:lvl7pPr>
            <a:lvl8pPr lvl="7" rtl="0" algn="ctr">
              <a:spcBef>
                <a:spcPts val="0"/>
              </a:spcBef>
              <a:spcAft>
                <a:spcPts val="0"/>
              </a:spcAft>
              <a:buSzPts val="3600"/>
              <a:buNone/>
              <a:defRPr/>
            </a:lvl8pPr>
            <a:lvl9pPr lvl="8" rtl="0" algn="ctr">
              <a:spcBef>
                <a:spcPts val="0"/>
              </a:spcBef>
              <a:spcAft>
                <a:spcPts val="0"/>
              </a:spcAft>
              <a:buSzPts val="3600"/>
              <a:buNone/>
              <a:defRPr/>
            </a:lvl9pPr>
          </a:lstStyle>
          <a:p/>
        </p:txBody>
      </p:sp>
      <p:sp>
        <p:nvSpPr>
          <p:cNvPr id="69" name="Google Shape;6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0" name="Shape 70"/>
        <p:cNvGrpSpPr/>
        <p:nvPr/>
      </p:nvGrpSpPr>
      <p:grpSpPr>
        <a:xfrm>
          <a:off x="0" y="0"/>
          <a:ext cx="0" cy="0"/>
          <a:chOff x="0" y="0"/>
          <a:chExt cx="0" cy="0"/>
        </a:xfrm>
      </p:grpSpPr>
      <p:sp>
        <p:nvSpPr>
          <p:cNvPr id="71" name="Google Shape;71;p16"/>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73" name="Google Shape;73;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74" name="Google Shape;7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5" name="Shape 75"/>
        <p:cNvGrpSpPr/>
        <p:nvPr/>
      </p:nvGrpSpPr>
      <p:grpSpPr>
        <a:xfrm>
          <a:off x="0" y="0"/>
          <a:ext cx="0" cy="0"/>
          <a:chOff x="0" y="0"/>
          <a:chExt cx="0" cy="0"/>
        </a:xfrm>
      </p:grpSpPr>
      <p:sp>
        <p:nvSpPr>
          <p:cNvPr id="76" name="Google Shape;76;p17"/>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77" name="Google Shape;77;p17"/>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8" name="Google Shape;78;p17"/>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rtl="0">
              <a:spcBef>
                <a:spcPts val="0"/>
              </a:spcBef>
              <a:spcAft>
                <a:spcPts val="0"/>
              </a:spcAft>
              <a:buSzPts val="3600"/>
              <a:buNone/>
              <a:defRPr/>
            </a:lvl1pPr>
            <a:lvl2pPr lvl="1" rtl="0">
              <a:spcBef>
                <a:spcPts val="0"/>
              </a:spcBef>
              <a:spcAft>
                <a:spcPts val="0"/>
              </a:spcAft>
              <a:buSzPts val="3600"/>
              <a:buNone/>
              <a:defRPr/>
            </a:lvl2pPr>
            <a:lvl3pPr lvl="2" rtl="0">
              <a:spcBef>
                <a:spcPts val="0"/>
              </a:spcBef>
              <a:spcAft>
                <a:spcPts val="0"/>
              </a:spcAft>
              <a:buSzPts val="3600"/>
              <a:buNone/>
              <a:defRPr/>
            </a:lvl3pPr>
            <a:lvl4pPr lvl="3" rtl="0">
              <a:spcBef>
                <a:spcPts val="0"/>
              </a:spcBef>
              <a:spcAft>
                <a:spcPts val="0"/>
              </a:spcAft>
              <a:buSzPts val="3600"/>
              <a:buNone/>
              <a:defRPr/>
            </a:lvl4pPr>
            <a:lvl5pPr lvl="4" rtl="0">
              <a:spcBef>
                <a:spcPts val="0"/>
              </a:spcBef>
              <a:spcAft>
                <a:spcPts val="0"/>
              </a:spcAft>
              <a:buSzPts val="3600"/>
              <a:buNone/>
              <a:defRPr/>
            </a:lvl5pPr>
            <a:lvl6pPr lvl="5" rtl="0">
              <a:spcBef>
                <a:spcPts val="0"/>
              </a:spcBef>
              <a:spcAft>
                <a:spcPts val="0"/>
              </a:spcAft>
              <a:buSzPts val="3600"/>
              <a:buNone/>
              <a:defRPr/>
            </a:lvl6pPr>
            <a:lvl7pPr lvl="6" rtl="0">
              <a:spcBef>
                <a:spcPts val="0"/>
              </a:spcBef>
              <a:spcAft>
                <a:spcPts val="0"/>
              </a:spcAft>
              <a:buSzPts val="3600"/>
              <a:buNone/>
              <a:defRPr/>
            </a:lvl7pPr>
            <a:lvl8pPr lvl="7" rtl="0">
              <a:spcBef>
                <a:spcPts val="0"/>
              </a:spcBef>
              <a:spcAft>
                <a:spcPts val="0"/>
              </a:spcAft>
              <a:buSzPts val="3600"/>
              <a:buNone/>
              <a:defRPr/>
            </a:lvl8pPr>
            <a:lvl9pPr lvl="8" rtl="0">
              <a:spcBef>
                <a:spcPts val="0"/>
              </a:spcBef>
              <a:spcAft>
                <a:spcPts val="0"/>
              </a:spcAft>
              <a:buSzPts val="3600"/>
              <a:buNone/>
              <a:defRPr/>
            </a:lvl9pPr>
          </a:lstStyle>
          <a:p/>
        </p:txBody>
      </p:sp>
      <p:sp>
        <p:nvSpPr>
          <p:cNvPr id="82" name="Google Shape;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3" name="Shape 83"/>
        <p:cNvGrpSpPr/>
        <p:nvPr/>
      </p:nvGrpSpPr>
      <p:grpSpPr>
        <a:xfrm>
          <a:off x="0" y="0"/>
          <a:ext cx="0" cy="0"/>
          <a:chOff x="0" y="0"/>
          <a:chExt cx="0" cy="0"/>
        </a:xfrm>
      </p:grpSpPr>
      <p:sp>
        <p:nvSpPr>
          <p:cNvPr id="84" name="Google Shape;8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5" name="Google Shape;8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86" name="Google Shape;8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87" name="Shape 87"/>
        <p:cNvGrpSpPr/>
        <p:nvPr/>
      </p:nvGrpSpPr>
      <p:grpSpPr>
        <a:xfrm>
          <a:off x="0" y="0"/>
          <a:ext cx="0" cy="0"/>
          <a:chOff x="0" y="0"/>
          <a:chExt cx="0" cy="0"/>
        </a:xfrm>
      </p:grpSpPr>
      <p:sp>
        <p:nvSpPr>
          <p:cNvPr id="88" name="Google Shape;88;p20"/>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rtl="0">
              <a:spcBef>
                <a:spcPts val="0"/>
              </a:spcBef>
              <a:spcAft>
                <a:spcPts val="0"/>
              </a:spcAft>
              <a:buClr>
                <a:schemeClr val="dk2"/>
              </a:buClr>
              <a:buSzPts val="5400"/>
              <a:buNone/>
              <a:defRPr b="0" sz="5400">
                <a:solidFill>
                  <a:schemeClr val="dk2"/>
                </a:solidFill>
              </a:defRPr>
            </a:lvl1pPr>
            <a:lvl2pPr lvl="1" rtl="0">
              <a:spcBef>
                <a:spcPts val="0"/>
              </a:spcBef>
              <a:spcAft>
                <a:spcPts val="0"/>
              </a:spcAft>
              <a:buClr>
                <a:schemeClr val="dk2"/>
              </a:buClr>
              <a:buSzPts val="5400"/>
              <a:buNone/>
              <a:defRPr b="0" sz="5400">
                <a:solidFill>
                  <a:schemeClr val="dk2"/>
                </a:solidFill>
              </a:defRPr>
            </a:lvl2pPr>
            <a:lvl3pPr lvl="2" rtl="0">
              <a:spcBef>
                <a:spcPts val="0"/>
              </a:spcBef>
              <a:spcAft>
                <a:spcPts val="0"/>
              </a:spcAft>
              <a:buClr>
                <a:schemeClr val="dk2"/>
              </a:buClr>
              <a:buSzPts val="5400"/>
              <a:buNone/>
              <a:defRPr b="0" sz="5400">
                <a:solidFill>
                  <a:schemeClr val="dk2"/>
                </a:solidFill>
              </a:defRPr>
            </a:lvl3pPr>
            <a:lvl4pPr lvl="3" rtl="0">
              <a:spcBef>
                <a:spcPts val="0"/>
              </a:spcBef>
              <a:spcAft>
                <a:spcPts val="0"/>
              </a:spcAft>
              <a:buClr>
                <a:schemeClr val="dk2"/>
              </a:buClr>
              <a:buSzPts val="5400"/>
              <a:buNone/>
              <a:defRPr b="0" sz="5400">
                <a:solidFill>
                  <a:schemeClr val="dk2"/>
                </a:solidFill>
              </a:defRPr>
            </a:lvl4pPr>
            <a:lvl5pPr lvl="4" rtl="0">
              <a:spcBef>
                <a:spcPts val="0"/>
              </a:spcBef>
              <a:spcAft>
                <a:spcPts val="0"/>
              </a:spcAft>
              <a:buClr>
                <a:schemeClr val="dk2"/>
              </a:buClr>
              <a:buSzPts val="5400"/>
              <a:buNone/>
              <a:defRPr b="0" sz="5400">
                <a:solidFill>
                  <a:schemeClr val="dk2"/>
                </a:solidFill>
              </a:defRPr>
            </a:lvl5pPr>
            <a:lvl6pPr lvl="5" rtl="0">
              <a:spcBef>
                <a:spcPts val="0"/>
              </a:spcBef>
              <a:spcAft>
                <a:spcPts val="0"/>
              </a:spcAft>
              <a:buClr>
                <a:schemeClr val="dk2"/>
              </a:buClr>
              <a:buSzPts val="5400"/>
              <a:buNone/>
              <a:defRPr b="0" sz="5400">
                <a:solidFill>
                  <a:schemeClr val="dk2"/>
                </a:solidFill>
              </a:defRPr>
            </a:lvl6pPr>
            <a:lvl7pPr lvl="6" rtl="0">
              <a:spcBef>
                <a:spcPts val="0"/>
              </a:spcBef>
              <a:spcAft>
                <a:spcPts val="0"/>
              </a:spcAft>
              <a:buClr>
                <a:schemeClr val="dk2"/>
              </a:buClr>
              <a:buSzPts val="5400"/>
              <a:buNone/>
              <a:defRPr b="0" sz="5400">
                <a:solidFill>
                  <a:schemeClr val="dk2"/>
                </a:solidFill>
              </a:defRPr>
            </a:lvl7pPr>
            <a:lvl8pPr lvl="7" rtl="0">
              <a:spcBef>
                <a:spcPts val="0"/>
              </a:spcBef>
              <a:spcAft>
                <a:spcPts val="0"/>
              </a:spcAft>
              <a:buClr>
                <a:schemeClr val="dk2"/>
              </a:buClr>
              <a:buSzPts val="5400"/>
              <a:buNone/>
              <a:defRPr b="0" sz="5400">
                <a:solidFill>
                  <a:schemeClr val="dk2"/>
                </a:solidFill>
              </a:defRPr>
            </a:lvl8pPr>
            <a:lvl9pPr lvl="8" rtl="0">
              <a:spcBef>
                <a:spcPts val="0"/>
              </a:spcBef>
              <a:spcAft>
                <a:spcPts val="0"/>
              </a:spcAft>
              <a:buClr>
                <a:schemeClr val="dk2"/>
              </a:buClr>
              <a:buSzPts val="5400"/>
              <a:buNone/>
              <a:defRPr b="0" sz="5400">
                <a:solidFill>
                  <a:schemeClr val="dk2"/>
                </a:solidFill>
              </a:defRPr>
            </a:lvl9pPr>
          </a:lstStyle>
          <a:p/>
        </p:txBody>
      </p:sp>
      <p:sp>
        <p:nvSpPr>
          <p:cNvPr id="89" name="Google Shape;8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0" name="Shape 90"/>
        <p:cNvGrpSpPr/>
        <p:nvPr/>
      </p:nvGrpSpPr>
      <p:grpSpPr>
        <a:xfrm>
          <a:off x="0" y="0"/>
          <a:ext cx="0" cy="0"/>
          <a:chOff x="0" y="0"/>
          <a:chExt cx="0" cy="0"/>
        </a:xfrm>
      </p:grpSpPr>
      <p:sp>
        <p:nvSpPr>
          <p:cNvPr id="91" name="Google Shape;91;p21"/>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2" name="Google Shape;92;p21"/>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93" name="Google Shape;93;p21"/>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94" name="Google Shape;94;p21"/>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95" name="Google Shape;95;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0"/>
              </a:spcBef>
              <a:spcAft>
                <a:spcPts val="0"/>
              </a:spcAft>
              <a:buClr>
                <a:schemeClr val="lt1"/>
              </a:buClr>
              <a:buSzPts val="1400"/>
              <a:buChar char="○"/>
              <a:defRPr>
                <a:solidFill>
                  <a:schemeClr val="lt1"/>
                </a:solidFill>
              </a:defRPr>
            </a:lvl2pPr>
            <a:lvl3pPr indent="-317500" lvl="2" marL="1371600" rtl="0">
              <a:spcBef>
                <a:spcPts val="0"/>
              </a:spcBef>
              <a:spcAft>
                <a:spcPts val="0"/>
              </a:spcAft>
              <a:buClr>
                <a:schemeClr val="lt1"/>
              </a:buClr>
              <a:buSzPts val="1400"/>
              <a:buChar char="■"/>
              <a:defRPr>
                <a:solidFill>
                  <a:schemeClr val="lt1"/>
                </a:solidFill>
              </a:defRPr>
            </a:lvl3pPr>
            <a:lvl4pPr indent="-317500" lvl="3" marL="1828800" rtl="0">
              <a:spcBef>
                <a:spcPts val="0"/>
              </a:spcBef>
              <a:spcAft>
                <a:spcPts val="0"/>
              </a:spcAft>
              <a:buClr>
                <a:schemeClr val="lt1"/>
              </a:buClr>
              <a:buSzPts val="1400"/>
              <a:buChar char="●"/>
              <a:defRPr>
                <a:solidFill>
                  <a:schemeClr val="lt1"/>
                </a:solidFill>
              </a:defRPr>
            </a:lvl4pPr>
            <a:lvl5pPr indent="-317500" lvl="4" marL="2286000" rtl="0">
              <a:spcBef>
                <a:spcPts val="0"/>
              </a:spcBef>
              <a:spcAft>
                <a:spcPts val="0"/>
              </a:spcAft>
              <a:buClr>
                <a:schemeClr val="lt1"/>
              </a:buClr>
              <a:buSzPts val="1400"/>
              <a:buChar char="○"/>
              <a:defRPr>
                <a:solidFill>
                  <a:schemeClr val="lt1"/>
                </a:solidFill>
              </a:defRPr>
            </a:lvl5pPr>
            <a:lvl6pPr indent="-317500" lvl="5" marL="2743200" rtl="0">
              <a:spcBef>
                <a:spcPts val="0"/>
              </a:spcBef>
              <a:spcAft>
                <a:spcPts val="0"/>
              </a:spcAft>
              <a:buClr>
                <a:schemeClr val="lt1"/>
              </a:buClr>
              <a:buSzPts val="1400"/>
              <a:buChar char="■"/>
              <a:defRPr>
                <a:solidFill>
                  <a:schemeClr val="lt1"/>
                </a:solidFill>
              </a:defRPr>
            </a:lvl6pPr>
            <a:lvl7pPr indent="-317500" lvl="6" marL="3200400" rtl="0">
              <a:spcBef>
                <a:spcPts val="0"/>
              </a:spcBef>
              <a:spcAft>
                <a:spcPts val="0"/>
              </a:spcAft>
              <a:buClr>
                <a:schemeClr val="lt1"/>
              </a:buClr>
              <a:buSzPts val="1400"/>
              <a:buChar char="●"/>
              <a:defRPr>
                <a:solidFill>
                  <a:schemeClr val="lt1"/>
                </a:solidFill>
              </a:defRPr>
            </a:lvl7pPr>
            <a:lvl8pPr indent="-317500" lvl="7" marL="3657600" rtl="0">
              <a:spcBef>
                <a:spcPts val="0"/>
              </a:spcBef>
              <a:spcAft>
                <a:spcPts val="0"/>
              </a:spcAft>
              <a:buClr>
                <a:schemeClr val="lt1"/>
              </a:buClr>
              <a:buSzPts val="1400"/>
              <a:buChar char="○"/>
              <a:defRPr>
                <a:solidFill>
                  <a:schemeClr val="lt1"/>
                </a:solidFill>
              </a:defRPr>
            </a:lvl8pPr>
            <a:lvl9pPr indent="-317500" lvl="8" marL="4114800" rtl="0">
              <a:spcBef>
                <a:spcPts val="0"/>
              </a:spcBef>
              <a:spcAft>
                <a:spcPts val="0"/>
              </a:spcAft>
              <a:buClr>
                <a:schemeClr val="lt1"/>
              </a:buClr>
              <a:buSzPts val="1400"/>
              <a:buChar char="■"/>
              <a:defRPr>
                <a:solidFill>
                  <a:schemeClr val="lt1"/>
                </a:solidFill>
              </a:defRPr>
            </a:lvl9pPr>
          </a:lstStyle>
          <a:p/>
        </p:txBody>
      </p:sp>
      <p:sp>
        <p:nvSpPr>
          <p:cNvPr id="96" name="Google Shape;9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7" name="Shape 97"/>
        <p:cNvGrpSpPr/>
        <p:nvPr/>
      </p:nvGrpSpPr>
      <p:grpSpPr>
        <a:xfrm>
          <a:off x="0" y="0"/>
          <a:ext cx="0" cy="0"/>
          <a:chOff x="0" y="0"/>
          <a:chExt cx="0" cy="0"/>
        </a:xfrm>
      </p:grpSpPr>
      <p:sp>
        <p:nvSpPr>
          <p:cNvPr id="98" name="Google Shape;98;p22"/>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99" name="Google Shape;9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0" name="Shape 100"/>
        <p:cNvGrpSpPr/>
        <p:nvPr/>
      </p:nvGrpSpPr>
      <p:grpSpPr>
        <a:xfrm>
          <a:off x="0" y="0"/>
          <a:ext cx="0" cy="0"/>
          <a:chOff x="0" y="0"/>
          <a:chExt cx="0" cy="0"/>
        </a:xfrm>
      </p:grpSpPr>
      <p:sp>
        <p:nvSpPr>
          <p:cNvPr id="101" name="Google Shape;101;p23"/>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3"/>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accent3"/>
              </a:buClr>
              <a:buSzPts val="13000"/>
              <a:buNone/>
              <a:defRPr sz="13000">
                <a:solidFill>
                  <a:schemeClr val="accent3"/>
                </a:solidFill>
              </a:defRPr>
            </a:lvl1pPr>
            <a:lvl2pPr lvl="1" rtl="0" algn="ctr">
              <a:spcBef>
                <a:spcPts val="0"/>
              </a:spcBef>
              <a:spcAft>
                <a:spcPts val="0"/>
              </a:spcAft>
              <a:buClr>
                <a:schemeClr val="accent3"/>
              </a:buClr>
              <a:buSzPts val="13000"/>
              <a:buNone/>
              <a:defRPr sz="13000">
                <a:solidFill>
                  <a:schemeClr val="accent3"/>
                </a:solidFill>
              </a:defRPr>
            </a:lvl2pPr>
            <a:lvl3pPr lvl="2" rtl="0" algn="ctr">
              <a:spcBef>
                <a:spcPts val="0"/>
              </a:spcBef>
              <a:spcAft>
                <a:spcPts val="0"/>
              </a:spcAft>
              <a:buClr>
                <a:schemeClr val="accent3"/>
              </a:buClr>
              <a:buSzPts val="13000"/>
              <a:buNone/>
              <a:defRPr sz="13000">
                <a:solidFill>
                  <a:schemeClr val="accent3"/>
                </a:solidFill>
              </a:defRPr>
            </a:lvl3pPr>
            <a:lvl4pPr lvl="3" rtl="0" algn="ctr">
              <a:spcBef>
                <a:spcPts val="0"/>
              </a:spcBef>
              <a:spcAft>
                <a:spcPts val="0"/>
              </a:spcAft>
              <a:buClr>
                <a:schemeClr val="accent3"/>
              </a:buClr>
              <a:buSzPts val="13000"/>
              <a:buNone/>
              <a:defRPr sz="13000">
                <a:solidFill>
                  <a:schemeClr val="accent3"/>
                </a:solidFill>
              </a:defRPr>
            </a:lvl4pPr>
            <a:lvl5pPr lvl="4" rtl="0" algn="ctr">
              <a:spcBef>
                <a:spcPts val="0"/>
              </a:spcBef>
              <a:spcAft>
                <a:spcPts val="0"/>
              </a:spcAft>
              <a:buClr>
                <a:schemeClr val="accent3"/>
              </a:buClr>
              <a:buSzPts val="13000"/>
              <a:buNone/>
              <a:defRPr sz="13000">
                <a:solidFill>
                  <a:schemeClr val="accent3"/>
                </a:solidFill>
              </a:defRPr>
            </a:lvl5pPr>
            <a:lvl6pPr lvl="5" rtl="0" algn="ctr">
              <a:spcBef>
                <a:spcPts val="0"/>
              </a:spcBef>
              <a:spcAft>
                <a:spcPts val="0"/>
              </a:spcAft>
              <a:buClr>
                <a:schemeClr val="accent3"/>
              </a:buClr>
              <a:buSzPts val="13000"/>
              <a:buNone/>
              <a:defRPr sz="13000">
                <a:solidFill>
                  <a:schemeClr val="accent3"/>
                </a:solidFill>
              </a:defRPr>
            </a:lvl6pPr>
            <a:lvl7pPr lvl="6" rtl="0" algn="ctr">
              <a:spcBef>
                <a:spcPts val="0"/>
              </a:spcBef>
              <a:spcAft>
                <a:spcPts val="0"/>
              </a:spcAft>
              <a:buClr>
                <a:schemeClr val="accent3"/>
              </a:buClr>
              <a:buSzPts val="13000"/>
              <a:buNone/>
              <a:defRPr sz="13000">
                <a:solidFill>
                  <a:schemeClr val="accent3"/>
                </a:solidFill>
              </a:defRPr>
            </a:lvl7pPr>
            <a:lvl8pPr lvl="7" rtl="0" algn="ctr">
              <a:spcBef>
                <a:spcPts val="0"/>
              </a:spcBef>
              <a:spcAft>
                <a:spcPts val="0"/>
              </a:spcAft>
              <a:buClr>
                <a:schemeClr val="accent3"/>
              </a:buClr>
              <a:buSzPts val="13000"/>
              <a:buNone/>
              <a:defRPr sz="13000">
                <a:solidFill>
                  <a:schemeClr val="accent3"/>
                </a:solidFill>
              </a:defRPr>
            </a:lvl8pPr>
            <a:lvl9pPr lvl="8" rtl="0" algn="ctr">
              <a:spcBef>
                <a:spcPts val="0"/>
              </a:spcBef>
              <a:spcAft>
                <a:spcPts val="0"/>
              </a:spcAft>
              <a:buClr>
                <a:schemeClr val="accent3"/>
              </a:buClr>
              <a:buSzPts val="13000"/>
              <a:buNone/>
              <a:defRPr sz="13000">
                <a:solidFill>
                  <a:schemeClr val="accent3"/>
                </a:solidFill>
              </a:defRPr>
            </a:lvl9pPr>
          </a:lstStyle>
          <a:p>
            <a:r>
              <a:t>xx%</a:t>
            </a:r>
          </a:p>
        </p:txBody>
      </p:sp>
      <p:sp>
        <p:nvSpPr>
          <p:cNvPr id="103" name="Google Shape;103;p23"/>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04" name="Google Shape;1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1" name="Shape 111"/>
        <p:cNvGrpSpPr/>
        <p:nvPr/>
      </p:nvGrpSpPr>
      <p:grpSpPr>
        <a:xfrm>
          <a:off x="0" y="0"/>
          <a:ext cx="0" cy="0"/>
          <a:chOff x="0" y="0"/>
          <a:chExt cx="0" cy="0"/>
        </a:xfrm>
      </p:grpSpPr>
      <p:sp>
        <p:nvSpPr>
          <p:cNvPr id="112" name="Google Shape;112;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13" name="Google Shape;113;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4" name="Google Shape;11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5" name="Shape 115"/>
        <p:cNvGrpSpPr/>
        <p:nvPr/>
      </p:nvGrpSpPr>
      <p:grpSpPr>
        <a:xfrm>
          <a:off x="0" y="0"/>
          <a:ext cx="0" cy="0"/>
          <a:chOff x="0" y="0"/>
          <a:chExt cx="0" cy="0"/>
        </a:xfrm>
      </p:grpSpPr>
      <p:sp>
        <p:nvSpPr>
          <p:cNvPr id="116" name="Google Shape;116;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17" name="Google Shape;11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 name="Shape 118"/>
        <p:cNvGrpSpPr/>
        <p:nvPr/>
      </p:nvGrpSpPr>
      <p:grpSpPr>
        <a:xfrm>
          <a:off x="0" y="0"/>
          <a:ext cx="0" cy="0"/>
          <a:chOff x="0" y="0"/>
          <a:chExt cx="0" cy="0"/>
        </a:xfrm>
      </p:grpSpPr>
      <p:sp>
        <p:nvSpPr>
          <p:cNvPr id="119" name="Google Shape;119;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0" name="Google Shape;12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21" name="Google Shape;12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2" name="Shape 122"/>
        <p:cNvGrpSpPr/>
        <p:nvPr/>
      </p:nvGrpSpPr>
      <p:grpSpPr>
        <a:xfrm>
          <a:off x="0" y="0"/>
          <a:ext cx="0" cy="0"/>
          <a:chOff x="0" y="0"/>
          <a:chExt cx="0" cy="0"/>
        </a:xfrm>
      </p:grpSpPr>
      <p:sp>
        <p:nvSpPr>
          <p:cNvPr id="123" name="Google Shape;123;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4" name="Google Shape;124;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5" name="Google Shape;125;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26" name="Google Shape;126;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7" name="Shape 127"/>
        <p:cNvGrpSpPr/>
        <p:nvPr/>
      </p:nvGrpSpPr>
      <p:grpSpPr>
        <a:xfrm>
          <a:off x="0" y="0"/>
          <a:ext cx="0" cy="0"/>
          <a:chOff x="0" y="0"/>
          <a:chExt cx="0" cy="0"/>
        </a:xfrm>
      </p:grpSpPr>
      <p:sp>
        <p:nvSpPr>
          <p:cNvPr id="128" name="Google Shape;128;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 name="Google Shape;129;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0" name="Shape 130"/>
        <p:cNvGrpSpPr/>
        <p:nvPr/>
      </p:nvGrpSpPr>
      <p:grpSpPr>
        <a:xfrm>
          <a:off x="0" y="0"/>
          <a:ext cx="0" cy="0"/>
          <a:chOff x="0" y="0"/>
          <a:chExt cx="0" cy="0"/>
        </a:xfrm>
      </p:grpSpPr>
      <p:sp>
        <p:nvSpPr>
          <p:cNvPr id="131" name="Google Shape;131;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32" name="Google Shape;132;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3" name="Google Shape;13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4" name="Shape 134"/>
        <p:cNvGrpSpPr/>
        <p:nvPr/>
      </p:nvGrpSpPr>
      <p:grpSpPr>
        <a:xfrm>
          <a:off x="0" y="0"/>
          <a:ext cx="0" cy="0"/>
          <a:chOff x="0" y="0"/>
          <a:chExt cx="0" cy="0"/>
        </a:xfrm>
      </p:grpSpPr>
      <p:sp>
        <p:nvSpPr>
          <p:cNvPr id="135" name="Google Shape;135;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36" name="Google Shape;13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7" name="Shape 137"/>
        <p:cNvGrpSpPr/>
        <p:nvPr/>
      </p:nvGrpSpPr>
      <p:grpSpPr>
        <a:xfrm>
          <a:off x="0" y="0"/>
          <a:ext cx="0" cy="0"/>
          <a:chOff x="0" y="0"/>
          <a:chExt cx="0" cy="0"/>
        </a:xfrm>
      </p:grpSpPr>
      <p:sp>
        <p:nvSpPr>
          <p:cNvPr id="138" name="Google Shape;138;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40" name="Google Shape;140;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41" name="Google Shape;141;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42" name="Google Shape;142;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3" name="Shape 143"/>
        <p:cNvGrpSpPr/>
        <p:nvPr/>
      </p:nvGrpSpPr>
      <p:grpSpPr>
        <a:xfrm>
          <a:off x="0" y="0"/>
          <a:ext cx="0" cy="0"/>
          <a:chOff x="0" y="0"/>
          <a:chExt cx="0" cy="0"/>
        </a:xfrm>
      </p:grpSpPr>
      <p:sp>
        <p:nvSpPr>
          <p:cNvPr id="144" name="Google Shape;144;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45" name="Google Shape;145;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6" name="Shape 146"/>
        <p:cNvGrpSpPr/>
        <p:nvPr/>
      </p:nvGrpSpPr>
      <p:grpSpPr>
        <a:xfrm>
          <a:off x="0" y="0"/>
          <a:ext cx="0" cy="0"/>
          <a:chOff x="0" y="0"/>
          <a:chExt cx="0" cy="0"/>
        </a:xfrm>
      </p:grpSpPr>
      <p:sp>
        <p:nvSpPr>
          <p:cNvPr id="147" name="Google Shape;147;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48" name="Google Shape;148;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49" name="Google Shape;14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0" name="Shape 150"/>
        <p:cNvGrpSpPr/>
        <p:nvPr/>
      </p:nvGrpSpPr>
      <p:grpSpPr>
        <a:xfrm>
          <a:off x="0" y="0"/>
          <a:ext cx="0" cy="0"/>
          <a:chOff x="0" y="0"/>
          <a:chExt cx="0" cy="0"/>
        </a:xfrm>
      </p:grpSpPr>
      <p:sp>
        <p:nvSpPr>
          <p:cNvPr id="151" name="Google Shape;15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rt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52" name="Google Shape;52;p13"/>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rtl="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latin typeface="Open Sans"/>
                <a:ea typeface="Open Sans"/>
                <a:cs typeface="Open Sans"/>
                <a:sym typeface="Open Sans"/>
              </a:defRPr>
            </a:lvl1pPr>
            <a:lvl2pPr lvl="1" rtl="0" algn="r">
              <a:buNone/>
              <a:defRPr sz="1000">
                <a:solidFill>
                  <a:schemeClr val="dk2"/>
                </a:solidFill>
                <a:latin typeface="Open Sans"/>
                <a:ea typeface="Open Sans"/>
                <a:cs typeface="Open Sans"/>
                <a:sym typeface="Open Sans"/>
              </a:defRPr>
            </a:lvl2pPr>
            <a:lvl3pPr lvl="2" rtl="0" algn="r">
              <a:buNone/>
              <a:defRPr sz="1000">
                <a:solidFill>
                  <a:schemeClr val="dk2"/>
                </a:solidFill>
                <a:latin typeface="Open Sans"/>
                <a:ea typeface="Open Sans"/>
                <a:cs typeface="Open Sans"/>
                <a:sym typeface="Open Sans"/>
              </a:defRPr>
            </a:lvl3pPr>
            <a:lvl4pPr lvl="3" rtl="0" algn="r">
              <a:buNone/>
              <a:defRPr sz="1000">
                <a:solidFill>
                  <a:schemeClr val="dk2"/>
                </a:solidFill>
                <a:latin typeface="Open Sans"/>
                <a:ea typeface="Open Sans"/>
                <a:cs typeface="Open Sans"/>
                <a:sym typeface="Open Sans"/>
              </a:defRPr>
            </a:lvl4pPr>
            <a:lvl5pPr lvl="4" rtl="0" algn="r">
              <a:buNone/>
              <a:defRPr sz="1000">
                <a:solidFill>
                  <a:schemeClr val="dk2"/>
                </a:solidFill>
                <a:latin typeface="Open Sans"/>
                <a:ea typeface="Open Sans"/>
                <a:cs typeface="Open Sans"/>
                <a:sym typeface="Open Sans"/>
              </a:defRPr>
            </a:lvl5pPr>
            <a:lvl6pPr lvl="5" rtl="0" algn="r">
              <a:buNone/>
              <a:defRPr sz="1000">
                <a:solidFill>
                  <a:schemeClr val="dk2"/>
                </a:solidFill>
                <a:latin typeface="Open Sans"/>
                <a:ea typeface="Open Sans"/>
                <a:cs typeface="Open Sans"/>
                <a:sym typeface="Open Sans"/>
              </a:defRPr>
            </a:lvl6pPr>
            <a:lvl7pPr lvl="6" rtl="0" algn="r">
              <a:buNone/>
              <a:defRPr sz="1000">
                <a:solidFill>
                  <a:schemeClr val="dk2"/>
                </a:solidFill>
                <a:latin typeface="Open Sans"/>
                <a:ea typeface="Open Sans"/>
                <a:cs typeface="Open Sans"/>
                <a:sym typeface="Open Sans"/>
              </a:defRPr>
            </a:lvl7pPr>
            <a:lvl8pPr lvl="7" rtl="0" algn="r">
              <a:buNone/>
              <a:defRPr sz="1000">
                <a:solidFill>
                  <a:schemeClr val="dk2"/>
                </a:solidFill>
                <a:latin typeface="Open Sans"/>
                <a:ea typeface="Open Sans"/>
                <a:cs typeface="Open Sans"/>
                <a:sym typeface="Open Sans"/>
              </a:defRPr>
            </a:lvl8pPr>
            <a:lvl9pPr lvl="8" rtl="0"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07" name="Shape 107"/>
        <p:cNvGrpSpPr/>
        <p:nvPr/>
      </p:nvGrpSpPr>
      <p:grpSpPr>
        <a:xfrm>
          <a:off x="0" y="0"/>
          <a:ext cx="0" cy="0"/>
          <a:chOff x="0" y="0"/>
          <a:chExt cx="0" cy="0"/>
        </a:xfrm>
      </p:grpSpPr>
      <p:sp>
        <p:nvSpPr>
          <p:cNvPr id="108" name="Google Shape;108;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09" name="Google Shape;109;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10" name="Google Shape;110;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creativecommons.org/licenses/by-nc-sa/4.0/" TargetMode="External"/><Relationship Id="rId6"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www.youtube.com/watch?v=NR32ULxbjYc" TargetMode="Externa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VpjCQD8ynZE" TargetMode="Externa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youtube.com/watch?v=P7fi4hP_y80" TargetMode="External"/><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youtube.com/watch?v=qcYR2XaD0UA" TargetMode="External"/><Relationship Id="rId4"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www.youtube.com/watch?v=tZ0bq-jIg-o" TargetMode="External"/><Relationship Id="rId4" Type="http://schemas.openxmlformats.org/officeDocument/2006/relationships/image" Target="../media/image1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www.youtube.com/watch?v=v8c1imE7Spc" TargetMode="External"/><Relationship Id="rId4"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5.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www.youtube.com/watch?v=8VpxPQo5eCM" TargetMode="External"/><Relationship Id="rId4" Type="http://schemas.openxmlformats.org/officeDocument/2006/relationships/image" Target="../media/image20.jpg"/><Relationship Id="rId5" Type="http://schemas.openxmlformats.org/officeDocument/2006/relationships/hyperlink" Target="http://www.youtube.com/watch?v=HSA5Bq-1fU4" TargetMode="External"/><Relationship Id="rId6" Type="http://schemas.openxmlformats.org/officeDocument/2006/relationships/image" Target="../media/image16.jpg"/><Relationship Id="rId7" Type="http://schemas.openxmlformats.org/officeDocument/2006/relationships/hyperlink" Target="http://www.youtube.com/watch?v=NR32ULxbjYc" TargetMode="External"/><Relationship Id="rId8" Type="http://schemas.openxmlformats.org/officeDocument/2006/relationships/image" Target="../media/image4.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8.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www.youtube.com/watch?v=5iV_hB08Uns" TargetMode="External"/><Relationship Id="rId4" Type="http://schemas.openxmlformats.org/officeDocument/2006/relationships/image" Target="../media/image3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www.youtube.com/watch?v=mTFBuSuYuZI" TargetMode="External"/><Relationship Id="rId4" Type="http://schemas.openxmlformats.org/officeDocument/2006/relationships/image" Target="../media/image3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hyperlink" Target="http://www.youtube.com/watch?v=7LLxI5L_5jg" TargetMode="External"/><Relationship Id="rId4" Type="http://schemas.openxmlformats.org/officeDocument/2006/relationships/image" Target="../media/image2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www.youtube.com/watch?v=9mG1bgs_ND0" TargetMode="External"/><Relationship Id="rId4" Type="http://schemas.openxmlformats.org/officeDocument/2006/relationships/image" Target="../media/image3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www.youtube.com/watch?v=eQVS0R4G05s" TargetMode="External"/><Relationship Id="rId4" Type="http://schemas.openxmlformats.org/officeDocument/2006/relationships/image" Target="../media/image37.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www.youtube.com/watch?v=FCivsotZEjk" TargetMode="External"/><Relationship Id="rId4" Type="http://schemas.openxmlformats.org/officeDocument/2006/relationships/image" Target="../media/image1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www.youtube.com/watch?v=IodHg17tiHg" TargetMode="External"/><Relationship Id="rId4" Type="http://schemas.openxmlformats.org/officeDocument/2006/relationships/image" Target="../media/image23.jpg"/><Relationship Id="rId5" Type="http://schemas.openxmlformats.org/officeDocument/2006/relationships/hyperlink" Target="http://www.youtube.com/watch?v=CKJXLpnNLes" TargetMode="External"/><Relationship Id="rId6" Type="http://schemas.openxmlformats.org/officeDocument/2006/relationships/image" Target="../media/image3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www.youtube.com/watch?v=XIPzSmwClJ8" TargetMode="External"/><Relationship Id="rId4" Type="http://schemas.openxmlformats.org/officeDocument/2006/relationships/image" Target="../media/image2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www.youtube.com/watch?v=4mnK-1Und_0" TargetMode="External"/><Relationship Id="rId4" Type="http://schemas.openxmlformats.org/officeDocument/2006/relationships/image" Target="../media/image3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www.youtube.com/watch?v=fNpBDwYLi-Q" TargetMode="External"/><Relationship Id="rId4" Type="http://schemas.openxmlformats.org/officeDocument/2006/relationships/image" Target="../media/image3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4.png"/><Relationship Id="rId4" Type="http://schemas.openxmlformats.org/officeDocument/2006/relationships/hyperlink" Target="http://www.youtube.com/watch?v=PSu52CAtpf8" TargetMode="External"/><Relationship Id="rId5" Type="http://schemas.openxmlformats.org/officeDocument/2006/relationships/image" Target="../media/image26.jpg"/><Relationship Id="rId6" Type="http://schemas.openxmlformats.org/officeDocument/2006/relationships/hyperlink" Target="https://www.npr.org/2017/12/19/569474169/being-different-helped-a-nasa-roboticist-achieve-her-dream" TargetMode="External"/><Relationship Id="rId7" Type="http://schemas.openxmlformats.org/officeDocument/2006/relationships/hyperlink" Target="https://engineering.osu.edu/about/office-dean/about-dean-ayanna-howard"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www.youtube.com/watch?v=9mG1bgs_ND0" TargetMode="External"/><Relationship Id="rId4" Type="http://schemas.openxmlformats.org/officeDocument/2006/relationships/hyperlink" Target="https://builtin.com/robotic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7"/>
          <p:cNvSpPr txBox="1"/>
          <p:nvPr>
            <p:ph type="ctrTitle"/>
          </p:nvPr>
        </p:nvSpPr>
        <p:spPr>
          <a:xfrm>
            <a:off x="2156750" y="733763"/>
            <a:ext cx="6115500" cy="1189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Module 1.2 (A)</a:t>
            </a:r>
            <a:endParaRPr sz="2800">
              <a:solidFill>
                <a:schemeClr val="dk2"/>
              </a:solidFill>
              <a:latin typeface="Merriweather"/>
              <a:ea typeface="Merriweather"/>
              <a:cs typeface="Merriweather"/>
              <a:sym typeface="Merriweather"/>
            </a:endParaRPr>
          </a:p>
          <a:p>
            <a:pPr indent="0" lvl="0" marL="0" rtl="0" algn="ctr">
              <a:spcBef>
                <a:spcPts val="0"/>
              </a:spcBef>
              <a:spcAft>
                <a:spcPts val="0"/>
              </a:spcAft>
              <a:buNone/>
            </a:pPr>
            <a:r>
              <a:rPr lang="en" sz="2800">
                <a:solidFill>
                  <a:schemeClr val="dk2"/>
                </a:solidFill>
                <a:latin typeface="Merriweather"/>
                <a:ea typeface="Merriweather"/>
                <a:cs typeface="Merriweather"/>
                <a:sym typeface="Merriweather"/>
              </a:rPr>
              <a:t>Autonomous Robots: Robot or Not</a:t>
            </a:r>
            <a:endParaRPr sz="2800">
              <a:solidFill>
                <a:schemeClr val="dk2"/>
              </a:solidFill>
              <a:latin typeface="Merriweather"/>
              <a:ea typeface="Merriweather"/>
              <a:cs typeface="Merriweather"/>
              <a:sym typeface="Merriweather"/>
            </a:endParaRPr>
          </a:p>
        </p:txBody>
      </p:sp>
      <p:sp>
        <p:nvSpPr>
          <p:cNvPr id="157" name="Google Shape;157;p37"/>
          <p:cNvSpPr txBox="1"/>
          <p:nvPr/>
        </p:nvSpPr>
        <p:spPr>
          <a:xfrm>
            <a:off x="278150" y="3272225"/>
            <a:ext cx="2867700" cy="10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158" name="Google Shape;158;p37"/>
          <p:cNvPicPr preferRelativeResize="0"/>
          <p:nvPr/>
        </p:nvPicPr>
        <p:blipFill>
          <a:blip r:embed="rId3">
            <a:alphaModFix/>
          </a:blip>
          <a:stretch>
            <a:fillRect/>
          </a:stretch>
        </p:blipFill>
        <p:spPr>
          <a:xfrm>
            <a:off x="24425" y="4552275"/>
            <a:ext cx="1375825" cy="481375"/>
          </a:xfrm>
          <a:prstGeom prst="rect">
            <a:avLst/>
          </a:prstGeom>
          <a:noFill/>
          <a:ln>
            <a:noFill/>
          </a:ln>
        </p:spPr>
      </p:pic>
      <p:pic>
        <p:nvPicPr>
          <p:cNvPr id="159" name="Google Shape;159;p37"/>
          <p:cNvPicPr preferRelativeResize="0"/>
          <p:nvPr/>
        </p:nvPicPr>
        <p:blipFill>
          <a:blip r:embed="rId4">
            <a:alphaModFix/>
          </a:blip>
          <a:stretch>
            <a:fillRect/>
          </a:stretch>
        </p:blipFill>
        <p:spPr>
          <a:xfrm>
            <a:off x="100625" y="237362"/>
            <a:ext cx="1979932" cy="2334375"/>
          </a:xfrm>
          <a:prstGeom prst="rect">
            <a:avLst/>
          </a:prstGeom>
          <a:noFill/>
          <a:ln>
            <a:noFill/>
          </a:ln>
        </p:spPr>
      </p:pic>
      <p:sp>
        <p:nvSpPr>
          <p:cNvPr id="160" name="Google Shape;160;p37"/>
          <p:cNvSpPr txBox="1"/>
          <p:nvPr/>
        </p:nvSpPr>
        <p:spPr>
          <a:xfrm>
            <a:off x="1558900" y="237350"/>
            <a:ext cx="74478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600">
                <a:solidFill>
                  <a:srgbClr val="F89D77"/>
                </a:solidFill>
                <a:latin typeface="Helvetica Neue"/>
                <a:ea typeface="Helvetica Neue"/>
                <a:cs typeface="Helvetica Neue"/>
                <a:sym typeface="Helvetica Neue"/>
              </a:rPr>
              <a:t>Living and Working with Artificial Intelligence</a:t>
            </a:r>
            <a:endParaRPr b="1" sz="2600">
              <a:solidFill>
                <a:srgbClr val="F89D77"/>
              </a:solidFill>
              <a:latin typeface="Helvetica Neue"/>
              <a:ea typeface="Helvetica Neue"/>
              <a:cs typeface="Helvetica Neue"/>
              <a:sym typeface="Helvetica Neue"/>
            </a:endParaRPr>
          </a:p>
        </p:txBody>
      </p:sp>
      <p:sp>
        <p:nvSpPr>
          <p:cNvPr id="161" name="Google Shape;161;p37"/>
          <p:cNvSpPr txBox="1"/>
          <p:nvPr/>
        </p:nvSpPr>
        <p:spPr>
          <a:xfrm>
            <a:off x="1377450" y="4412525"/>
            <a:ext cx="7766700" cy="71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1"/>
                </a:solidFill>
              </a:rPr>
              <a:t>Adapted from the Robot or Not Activity developed by MIT </a:t>
            </a:r>
            <a:r>
              <a:rPr lang="en" sz="900">
                <a:solidFill>
                  <a:schemeClr val="dk1"/>
                </a:solidFill>
              </a:rPr>
              <a:t>for the AI4GA (Artificial Intelligence for Georgia) project funded by National Science Foundation awards DRL-2049029 and DRL-2048502.</a:t>
            </a:r>
            <a:endParaRPr sz="900">
              <a:solidFill>
                <a:schemeClr val="dk1"/>
              </a:solidFill>
            </a:endParaRPr>
          </a:p>
          <a:p>
            <a:pPr indent="0" lvl="0" marL="0" rtl="0" algn="l">
              <a:spcBef>
                <a:spcPts val="0"/>
              </a:spcBef>
              <a:spcAft>
                <a:spcPts val="0"/>
              </a:spcAft>
              <a:buNone/>
            </a:pPr>
            <a:r>
              <a:rPr b="1" lang="en" sz="900">
                <a:solidFill>
                  <a:schemeClr val="dk1"/>
                </a:solidFill>
                <a:highlight>
                  <a:srgbClr val="FFFFFF"/>
                </a:highlight>
              </a:rPr>
              <a:t>This work is licensed under the Creative Commons Attribution-NonCommercial-ShareAlike 4.0 International License. </a:t>
            </a:r>
            <a:r>
              <a:rPr b="1" lang="en" sz="900" u="sng">
                <a:solidFill>
                  <a:schemeClr val="accent5"/>
                </a:solidFill>
                <a:highlight>
                  <a:srgbClr val="FFFFFF"/>
                </a:highlight>
                <a:hlinkClick r:id="rId5">
                  <a:extLst>
                    <a:ext uri="{A12FA001-AC4F-418D-AE19-62706E023703}">
                      <ahyp:hlinkClr val="tx"/>
                    </a:ext>
                  </a:extLst>
                </a:hlinkClick>
              </a:rPr>
              <a:t>https://creativecommons.org/licenses/by-nc-sa/4.0/</a:t>
            </a:r>
            <a:endParaRPr b="1" sz="900">
              <a:solidFill>
                <a:schemeClr val="dk1"/>
              </a:solidFill>
              <a:highlight>
                <a:srgbClr val="FFFFFF"/>
              </a:highlight>
            </a:endParaRPr>
          </a:p>
          <a:p>
            <a:pPr indent="0" lvl="0" marL="0" rtl="0" algn="l">
              <a:spcBef>
                <a:spcPts val="0"/>
              </a:spcBef>
              <a:spcAft>
                <a:spcPts val="0"/>
              </a:spcAft>
              <a:buNone/>
            </a:pPr>
            <a:r>
              <a:t/>
            </a:r>
            <a:endParaRPr sz="900">
              <a:solidFill>
                <a:schemeClr val="dk1"/>
              </a:solidFill>
            </a:endParaRPr>
          </a:p>
          <a:p>
            <a:pPr indent="0" lvl="0" marL="0" rtl="0" algn="l">
              <a:spcBef>
                <a:spcPts val="0"/>
              </a:spcBef>
              <a:spcAft>
                <a:spcPts val="0"/>
              </a:spcAft>
              <a:buNone/>
            </a:pPr>
            <a:r>
              <a:t/>
            </a:r>
            <a:endParaRPr/>
          </a:p>
        </p:txBody>
      </p:sp>
      <p:pic>
        <p:nvPicPr>
          <p:cNvPr id="162" name="Google Shape;162;p37"/>
          <p:cNvPicPr preferRelativeResize="0"/>
          <p:nvPr/>
        </p:nvPicPr>
        <p:blipFill>
          <a:blip r:embed="rId6">
            <a:alphaModFix/>
          </a:blip>
          <a:stretch>
            <a:fillRect/>
          </a:stretch>
        </p:blipFill>
        <p:spPr>
          <a:xfrm>
            <a:off x="4114863" y="1722849"/>
            <a:ext cx="2199274" cy="26134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8"/>
          <p:cNvSpPr txBox="1"/>
          <p:nvPr>
            <p:ph idx="1" type="subTitle"/>
          </p:nvPr>
        </p:nvSpPr>
        <p:spPr>
          <a:xfrm>
            <a:off x="311700" y="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(Activator)</a:t>
            </a:r>
            <a:endParaRPr/>
          </a:p>
        </p:txBody>
      </p:sp>
      <p:sp>
        <p:nvSpPr>
          <p:cNvPr id="168" name="Google Shape;168;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In this video, you can see the evolution of the robots that made Boston Dynamics since 2012&#10;&#10;All videos about robots and Boston Dynamics you can watch on their official channel: https://www.youtube.com/user/BostonDynamics/featured&#10;★★★★★★★★★★★★★★★★★★★★★★★★★★★★★★★★★★★★★★★★&#10;►Don't forget subscribe ☞ http://goo.gl/QXClN9" id="169" name="Google Shape;169;p38" title="Evolution Of Boston Dynamics Since 2012">
            <a:hlinkClick r:id="rId3"/>
          </p:cNvPr>
          <p:cNvPicPr preferRelativeResize="0"/>
          <p:nvPr/>
        </p:nvPicPr>
        <p:blipFill>
          <a:blip r:embed="rId4">
            <a:alphaModFix/>
          </a:blip>
          <a:stretch>
            <a:fillRect/>
          </a:stretch>
        </p:blipFill>
        <p:spPr>
          <a:xfrm>
            <a:off x="1724500" y="603325"/>
            <a:ext cx="5600125" cy="4200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73" name="Shape 173"/>
        <p:cNvGrpSpPr/>
        <p:nvPr/>
      </p:nvGrpSpPr>
      <p:grpSpPr>
        <a:xfrm>
          <a:off x="0" y="0"/>
          <a:ext cx="0" cy="0"/>
          <a:chOff x="0" y="0"/>
          <a:chExt cx="0" cy="0"/>
        </a:xfrm>
      </p:grpSpPr>
      <p:sp>
        <p:nvSpPr>
          <p:cNvPr id="174" name="Google Shape;174;p39"/>
          <p:cNvSpPr txBox="1"/>
          <p:nvPr>
            <p:ph type="ctrTitle"/>
          </p:nvPr>
        </p:nvSpPr>
        <p:spPr>
          <a:xfrm>
            <a:off x="311700" y="744575"/>
            <a:ext cx="8520600" cy="1053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EQs</a:t>
            </a:r>
            <a:endParaRPr/>
          </a:p>
        </p:txBody>
      </p:sp>
      <p:sp>
        <p:nvSpPr>
          <p:cNvPr id="175" name="Google Shape;175;p39"/>
          <p:cNvSpPr txBox="1"/>
          <p:nvPr>
            <p:ph idx="1" type="subTitle"/>
          </p:nvPr>
        </p:nvSpPr>
        <p:spPr>
          <a:xfrm>
            <a:off x="311700" y="1923075"/>
            <a:ext cx="8520600" cy="1703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solidFill>
                  <a:schemeClr val="dk1"/>
                </a:solidFill>
                <a:latin typeface="Calibri"/>
                <a:ea typeface="Calibri"/>
                <a:cs typeface="Calibri"/>
                <a:sym typeface="Calibri"/>
              </a:rPr>
              <a:t>How are autonomous robots different from other machines/software?</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2600">
              <a:solidFill>
                <a:schemeClr val="dk1"/>
              </a:solidFill>
              <a:latin typeface="Calibri"/>
              <a:ea typeface="Calibri"/>
              <a:cs typeface="Calibri"/>
              <a:sym typeface="Calibri"/>
            </a:endParaRPr>
          </a:p>
          <a:p>
            <a:pPr indent="0" lvl="0" marL="0" rtl="0" algn="ctr">
              <a:spcBef>
                <a:spcPts val="0"/>
              </a:spcBef>
              <a:spcAft>
                <a:spcPts val="0"/>
              </a:spcAft>
              <a:buNone/>
            </a:pPr>
            <a:r>
              <a:rPr lang="en" sz="2600">
                <a:solidFill>
                  <a:schemeClr val="dk1"/>
                </a:solidFill>
                <a:latin typeface="Calibri"/>
                <a:ea typeface="Calibri"/>
                <a:cs typeface="Calibri"/>
                <a:sym typeface="Calibri"/>
              </a:rPr>
              <a:t>Where can we find autonomous robots working?</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t/>
            </a:r>
            <a:endParaRPr sz="26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2600">
                <a:solidFill>
                  <a:schemeClr val="dk1"/>
                </a:solidFill>
                <a:latin typeface="Calibri"/>
                <a:ea typeface="Calibri"/>
                <a:cs typeface="Calibri"/>
                <a:sym typeface="Calibri"/>
              </a:rPr>
              <a:t>How can we differentiate between high, medium, and low levels of autonomy in robots?</a:t>
            </a:r>
            <a:endParaRPr sz="4400"/>
          </a:p>
        </p:txBody>
      </p:sp>
      <p:sp>
        <p:nvSpPr>
          <p:cNvPr id="176" name="Google Shape;17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80" name="Shape 180"/>
        <p:cNvGrpSpPr/>
        <p:nvPr/>
      </p:nvGrpSpPr>
      <p:grpSpPr>
        <a:xfrm>
          <a:off x="0" y="0"/>
          <a:ext cx="0" cy="0"/>
          <a:chOff x="0" y="0"/>
          <a:chExt cx="0" cy="0"/>
        </a:xfrm>
      </p:grpSpPr>
      <p:sp>
        <p:nvSpPr>
          <p:cNvPr id="181" name="Google Shape;181;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Activity 1</a:t>
            </a:r>
            <a:endParaRPr/>
          </a:p>
        </p:txBody>
      </p:sp>
      <p:sp>
        <p:nvSpPr>
          <p:cNvPr id="182" name="Google Shape;182;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Is it a robot or not?</a:t>
            </a:r>
            <a:endParaRPr b="1"/>
          </a:p>
        </p:txBody>
      </p:sp>
      <p:sp>
        <p:nvSpPr>
          <p:cNvPr id="183" name="Google Shape;183;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87" name="Shape 187"/>
        <p:cNvGrpSpPr/>
        <p:nvPr/>
      </p:nvGrpSpPr>
      <p:grpSpPr>
        <a:xfrm>
          <a:off x="0" y="0"/>
          <a:ext cx="0" cy="0"/>
          <a:chOff x="0" y="0"/>
          <a:chExt cx="0" cy="0"/>
        </a:xfrm>
      </p:grpSpPr>
      <p:sp>
        <p:nvSpPr>
          <p:cNvPr id="188" name="Google Shape;188;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robot?</a:t>
            </a:r>
            <a:endParaRPr/>
          </a:p>
        </p:txBody>
      </p:sp>
      <p:sp>
        <p:nvSpPr>
          <p:cNvPr id="189" name="Google Shape;189;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Rules of a robot:</a:t>
            </a:r>
            <a:endParaRPr/>
          </a:p>
          <a:p>
            <a:pPr indent="-342900" lvl="0" marL="457200" rtl="0" algn="l">
              <a:spcBef>
                <a:spcPts val="1200"/>
              </a:spcBef>
              <a:spcAft>
                <a:spcPts val="0"/>
              </a:spcAft>
              <a:buSzPts val="1800"/>
              <a:buAutoNum type="arabicPeriod"/>
            </a:pPr>
            <a:r>
              <a:rPr lang="en"/>
              <a:t>It must be a machine (made by humans).</a:t>
            </a:r>
            <a:endParaRPr/>
          </a:p>
          <a:p>
            <a:pPr indent="-342900" lvl="0" marL="457200" rtl="0" algn="l">
              <a:spcBef>
                <a:spcPts val="0"/>
              </a:spcBef>
              <a:spcAft>
                <a:spcPts val="0"/>
              </a:spcAft>
              <a:buSzPts val="1800"/>
              <a:buAutoNum type="arabicPeriod"/>
            </a:pPr>
            <a:r>
              <a:rPr lang="en"/>
              <a:t>It must sense its environment.</a:t>
            </a:r>
            <a:endParaRPr/>
          </a:p>
          <a:p>
            <a:pPr indent="-342900" lvl="0" marL="457200" rtl="0" algn="l">
              <a:spcBef>
                <a:spcPts val="0"/>
              </a:spcBef>
              <a:spcAft>
                <a:spcPts val="0"/>
              </a:spcAft>
              <a:buSzPts val="1800"/>
              <a:buAutoNum type="arabicPeriod"/>
            </a:pPr>
            <a:r>
              <a:rPr lang="en"/>
              <a:t>It must be programmable</a:t>
            </a:r>
            <a:r>
              <a:rPr lang="en"/>
              <a:t> (respond to instructions).</a:t>
            </a:r>
            <a:endParaRPr/>
          </a:p>
          <a:p>
            <a:pPr indent="-342900" lvl="0" marL="457200" rtl="0" algn="l">
              <a:spcBef>
                <a:spcPts val="0"/>
              </a:spcBef>
              <a:spcAft>
                <a:spcPts val="0"/>
              </a:spcAft>
              <a:buSzPts val="1800"/>
              <a:buAutoNum type="arabicPeriod"/>
            </a:pPr>
            <a:r>
              <a:rPr lang="en"/>
              <a:t>It must be capable of carrying out actions automatically.</a:t>
            </a:r>
            <a:endParaRPr/>
          </a:p>
          <a:p>
            <a:pPr indent="-342900" lvl="0" marL="457200" rtl="0" algn="l">
              <a:spcBef>
                <a:spcPts val="0"/>
              </a:spcBef>
              <a:spcAft>
                <a:spcPts val="0"/>
              </a:spcAft>
              <a:buSzPts val="1800"/>
              <a:buAutoNum type="arabicPeriod"/>
            </a:pPr>
            <a:r>
              <a:rPr lang="en"/>
              <a:t>It can be remotely controlled or controlled from within.</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90" name="Google Shape;19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194" name="Shape 194"/>
        <p:cNvGrpSpPr/>
        <p:nvPr/>
      </p:nvGrpSpPr>
      <p:grpSpPr>
        <a:xfrm>
          <a:off x="0" y="0"/>
          <a:ext cx="0" cy="0"/>
          <a:chOff x="0" y="0"/>
          <a:chExt cx="0" cy="0"/>
        </a:xfrm>
      </p:grpSpPr>
      <p:sp>
        <p:nvSpPr>
          <p:cNvPr id="195" name="Google Shape;195;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What’s </a:t>
            </a:r>
            <a:r>
              <a:rPr b="1" lang="en"/>
              <a:t>not</a:t>
            </a:r>
            <a:r>
              <a:rPr lang="en"/>
              <a:t> a robot?</a:t>
            </a:r>
            <a:endParaRPr/>
          </a:p>
        </p:txBody>
      </p:sp>
      <p:sp>
        <p:nvSpPr>
          <p:cNvPr id="196" name="Google Shape;196;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Software “bot” that automates a task but </a:t>
            </a:r>
            <a:r>
              <a:rPr b="1" lang="en"/>
              <a:t>doesn’t</a:t>
            </a:r>
            <a:r>
              <a:rPr lang="en"/>
              <a:t> control a </a:t>
            </a:r>
            <a:r>
              <a:rPr b="1" lang="en"/>
              <a:t>physical device</a:t>
            </a:r>
            <a:endParaRPr b="1"/>
          </a:p>
        </p:txBody>
      </p:sp>
      <p:sp>
        <p:nvSpPr>
          <p:cNvPr id="197" name="Google Shape;197;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cxnSp>
        <p:nvCxnSpPr>
          <p:cNvPr id="198" name="Google Shape;198;p42"/>
          <p:cNvCxnSpPr/>
          <p:nvPr/>
        </p:nvCxnSpPr>
        <p:spPr>
          <a:xfrm>
            <a:off x="1882425" y="2014975"/>
            <a:ext cx="4653000" cy="2412600"/>
          </a:xfrm>
          <a:prstGeom prst="straightConnector1">
            <a:avLst/>
          </a:prstGeom>
          <a:noFill/>
          <a:ln cap="flat" cmpd="sng" w="152400">
            <a:solidFill>
              <a:srgbClr val="FF0000"/>
            </a:solidFill>
            <a:prstDash val="solid"/>
            <a:round/>
            <a:headEnd len="med" w="med" type="none"/>
            <a:tailEnd len="med" w="med" type="none"/>
          </a:ln>
        </p:spPr>
      </p:cxnSp>
      <p:cxnSp>
        <p:nvCxnSpPr>
          <p:cNvPr id="199" name="Google Shape;199;p42"/>
          <p:cNvCxnSpPr/>
          <p:nvPr/>
        </p:nvCxnSpPr>
        <p:spPr>
          <a:xfrm flipH="1">
            <a:off x="1703350" y="2180575"/>
            <a:ext cx="4487400" cy="2247000"/>
          </a:xfrm>
          <a:prstGeom prst="straightConnector1">
            <a:avLst/>
          </a:prstGeom>
          <a:noFill/>
          <a:ln cap="flat" cmpd="sng" w="152400">
            <a:solidFill>
              <a:srgbClr val="FF0000"/>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03" name="Shape 203"/>
        <p:cNvGrpSpPr/>
        <p:nvPr/>
      </p:nvGrpSpPr>
      <p:grpSpPr>
        <a:xfrm>
          <a:off x="0" y="0"/>
          <a:ext cx="0" cy="0"/>
          <a:chOff x="0" y="0"/>
          <a:chExt cx="0" cy="0"/>
        </a:xfrm>
      </p:grpSpPr>
      <p:sp>
        <p:nvSpPr>
          <p:cNvPr id="204" name="Google Shape;20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Riding </a:t>
            </a:r>
            <a:r>
              <a:rPr lang="en"/>
              <a:t>Lawn Mower</a:t>
            </a:r>
            <a:endParaRPr/>
          </a:p>
        </p:txBody>
      </p:sp>
      <p:sp>
        <p:nvSpPr>
          <p:cNvPr id="205" name="Google Shape;205;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06" name="Google Shape;206;p43"/>
          <p:cNvPicPr preferRelativeResize="0"/>
          <p:nvPr/>
        </p:nvPicPr>
        <p:blipFill>
          <a:blip r:embed="rId3">
            <a:alphaModFix/>
          </a:blip>
          <a:stretch>
            <a:fillRect/>
          </a:stretch>
        </p:blipFill>
        <p:spPr>
          <a:xfrm>
            <a:off x="1350000" y="1017725"/>
            <a:ext cx="5731463" cy="38209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10" name="Shape 210"/>
        <p:cNvGrpSpPr/>
        <p:nvPr/>
      </p:nvGrpSpPr>
      <p:grpSpPr>
        <a:xfrm>
          <a:off x="0" y="0"/>
          <a:ext cx="0" cy="0"/>
          <a:chOff x="0" y="0"/>
          <a:chExt cx="0" cy="0"/>
        </a:xfrm>
      </p:grpSpPr>
      <p:sp>
        <p:nvSpPr>
          <p:cNvPr id="211" name="Google Shape;211;p44"/>
          <p:cNvSpPr txBox="1"/>
          <p:nvPr>
            <p:ph type="title"/>
          </p:nvPr>
        </p:nvSpPr>
        <p:spPr>
          <a:xfrm>
            <a:off x="311700" y="263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Cowbrush</a:t>
            </a:r>
            <a:endParaRPr/>
          </a:p>
        </p:txBody>
      </p:sp>
      <p:sp>
        <p:nvSpPr>
          <p:cNvPr id="212" name="Google Shape;212;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Natural behaviour is essential for cows that need to optimally perform. DeLaval cow brushes improve animal welfare and promote correct cow traffic in the barn. They are developed to increase cow health, cow comfort, animal welfare and overall performance. &#10; &#10;The cow brush improves animal welfare by increasing blood circulation while keeping the cows clean, busy and happy.    &#10; &#10;A cow brush promotes cow traffic and natural behaviour. It contributes to the herds overall well - being. Cows will not scratch themselves against the interior any longer, which saves costs and prevents accidents. Increased cow welfare and comfort giving more milk." id="213" name="Google Shape;213;p44" title="Swinging Cow Brush SCB | The Right Device for Cow Health | DeLaval">
            <a:hlinkClick r:id="rId3"/>
          </p:cNvPr>
          <p:cNvPicPr preferRelativeResize="0"/>
          <p:nvPr/>
        </p:nvPicPr>
        <p:blipFill>
          <a:blip r:embed="rId4">
            <a:alphaModFix/>
          </a:blip>
          <a:stretch>
            <a:fillRect/>
          </a:stretch>
        </p:blipFill>
        <p:spPr>
          <a:xfrm>
            <a:off x="2790300" y="720200"/>
            <a:ext cx="5682150" cy="4261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17" name="Shape 217"/>
        <p:cNvGrpSpPr/>
        <p:nvPr/>
      </p:nvGrpSpPr>
      <p:grpSpPr>
        <a:xfrm>
          <a:off x="0" y="0"/>
          <a:ext cx="0" cy="0"/>
          <a:chOff x="0" y="0"/>
          <a:chExt cx="0" cy="0"/>
        </a:xfrm>
      </p:grpSpPr>
      <p:sp>
        <p:nvSpPr>
          <p:cNvPr id="218" name="Google Shape;218;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Car Assembler</a:t>
            </a:r>
            <a:endParaRPr/>
          </a:p>
        </p:txBody>
      </p:sp>
      <p:sp>
        <p:nvSpPr>
          <p:cNvPr id="219" name="Google Shape;219;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BMW Car Factory Robots- Fast Extreme Automatic Manufacturing. Fast Extreme and Automatic Car Manufacturing Factory, Modern BMW cars Assembly Technology....BMW X2, i8, new BMW X7 and 5- Series Production Assembly Line. Cars Production is Oddly Satisfying #BMW #Manufacturing #CarFactory&#10;&#10;⚡️ Discover ALL new cars before anyone else! SUBSCRIBE Now to Gommeblog Car and Performance ► http://goo.gl/sP8oKK &#10;&#10;🔔 Don’t miss next videos: Press the little bell ((🔔)) to get notifications&#10;&#10;🔥 My website ►: https://www.gommeblog.it/&#10;&#10; 2019 bmw x7 i8 5-Series X2 manufactory bmw x7 2020&#10;&#10;&quot;SUBSCRIBE&quot;" id="220" name="Google Shape;220;p45" title="BMW Car Factory ROBOTS - Fast Manufacturing">
            <a:hlinkClick r:id="rId3"/>
          </p:cNvPr>
          <p:cNvPicPr preferRelativeResize="0"/>
          <p:nvPr/>
        </p:nvPicPr>
        <p:blipFill>
          <a:blip r:embed="rId4">
            <a:alphaModFix/>
          </a:blip>
          <a:stretch>
            <a:fillRect/>
          </a:stretch>
        </p:blipFill>
        <p:spPr>
          <a:xfrm>
            <a:off x="2576683" y="315775"/>
            <a:ext cx="6132167" cy="4599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0"/>
                                        </p:tgtEl>
                                        <p:attrNameLst>
                                          <p:attrName>style.visibility</p:attrName>
                                        </p:attrNameLst>
                                      </p:cBhvr>
                                      <p:to>
                                        <p:strVal val="visible"/>
                                      </p:to>
                                    </p:set>
                                    <p:animEffect filter="fade" transition="in">
                                      <p:cBhvr>
                                        <p:cTn dur="1000"/>
                                        <p:tgtEl>
                                          <p:spTgt spid="2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24" name="Shape 224"/>
        <p:cNvGrpSpPr/>
        <p:nvPr/>
      </p:nvGrpSpPr>
      <p:grpSpPr>
        <a:xfrm>
          <a:off x="0" y="0"/>
          <a:ext cx="0" cy="0"/>
          <a:chOff x="0" y="0"/>
          <a:chExt cx="0" cy="0"/>
        </a:xfrm>
      </p:grpSpPr>
      <p:sp>
        <p:nvSpPr>
          <p:cNvPr id="225" name="Google Shape;22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Netflix </a:t>
            </a:r>
            <a:r>
              <a:rPr lang="en"/>
              <a:t>Recommendation</a:t>
            </a:r>
            <a:r>
              <a:rPr lang="en"/>
              <a:t> Bot</a:t>
            </a:r>
            <a:endParaRPr/>
          </a:p>
        </p:txBody>
      </p:sp>
      <p:sp>
        <p:nvSpPr>
          <p:cNvPr id="226" name="Google Shape;226;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27" name="Google Shape;22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28" name="Google Shape;228;p46"/>
          <p:cNvPicPr preferRelativeResize="0"/>
          <p:nvPr/>
        </p:nvPicPr>
        <p:blipFill rotWithShape="1">
          <a:blip r:embed="rId3">
            <a:alphaModFix/>
          </a:blip>
          <a:srcRect b="6318" l="24648" r="26495" t="20715"/>
          <a:stretch/>
        </p:blipFill>
        <p:spPr>
          <a:xfrm>
            <a:off x="1948800" y="1229800"/>
            <a:ext cx="5185800" cy="38724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32" name="Shape 232"/>
        <p:cNvGrpSpPr/>
        <p:nvPr/>
      </p:nvGrpSpPr>
      <p:grpSpPr>
        <a:xfrm>
          <a:off x="0" y="0"/>
          <a:ext cx="0" cy="0"/>
          <a:chOff x="0" y="0"/>
          <a:chExt cx="0" cy="0"/>
        </a:xfrm>
      </p:grpSpPr>
      <p:sp>
        <p:nvSpPr>
          <p:cNvPr id="233" name="Google Shape;23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Self-Driving Tractor</a:t>
            </a:r>
            <a:endParaRPr/>
          </a:p>
        </p:txBody>
      </p:sp>
      <p:sp>
        <p:nvSpPr>
          <p:cNvPr id="234" name="Google Shape;234;p47"/>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35" name="Google Shape;235;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In September 2020, Dutch start-up AgXeed premiered its robot tractor for Future Farming. A robot that growers have been waiting for, they say. We had the opportunity to be the first to see it at work: autonomously subsoiling and spading a field." id="236" name="Google Shape;236;p47" title="AgXeed robot tractor test drive: first impression">
            <a:hlinkClick r:id="rId3"/>
          </p:cNvPr>
          <p:cNvPicPr preferRelativeResize="0"/>
          <p:nvPr/>
        </p:nvPicPr>
        <p:blipFill>
          <a:blip r:embed="rId4">
            <a:alphaModFix/>
          </a:blip>
          <a:stretch>
            <a:fillRect/>
          </a:stretch>
        </p:blipFill>
        <p:spPr>
          <a:xfrm>
            <a:off x="3361200" y="445025"/>
            <a:ext cx="5538800" cy="4154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1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40" name="Shape 240"/>
        <p:cNvGrpSpPr/>
        <p:nvPr/>
      </p:nvGrpSpPr>
      <p:grpSpPr>
        <a:xfrm>
          <a:off x="0" y="0"/>
          <a:ext cx="0" cy="0"/>
          <a:chOff x="0" y="0"/>
          <a:chExt cx="0" cy="0"/>
        </a:xfrm>
      </p:grpSpPr>
      <p:sp>
        <p:nvSpPr>
          <p:cNvPr id="241" name="Google Shape;241;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TikTok</a:t>
            </a:r>
            <a:endParaRPr/>
          </a:p>
        </p:txBody>
      </p:sp>
      <p:sp>
        <p:nvSpPr>
          <p:cNvPr id="242" name="Google Shape;242;p48"/>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43" name="Google Shape;243;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44" name="Google Shape;244;p48"/>
          <p:cNvPicPr preferRelativeResize="0"/>
          <p:nvPr/>
        </p:nvPicPr>
        <p:blipFill>
          <a:blip r:embed="rId3">
            <a:alphaModFix/>
          </a:blip>
          <a:stretch>
            <a:fillRect/>
          </a:stretch>
        </p:blipFill>
        <p:spPr>
          <a:xfrm>
            <a:off x="3777800" y="747900"/>
            <a:ext cx="3820975" cy="382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48" name="Shape 248"/>
        <p:cNvGrpSpPr/>
        <p:nvPr/>
      </p:nvGrpSpPr>
      <p:grpSpPr>
        <a:xfrm>
          <a:off x="0" y="0"/>
          <a:ext cx="0" cy="0"/>
          <a:chOff x="0" y="0"/>
          <a:chExt cx="0" cy="0"/>
        </a:xfrm>
      </p:grpSpPr>
      <p:sp>
        <p:nvSpPr>
          <p:cNvPr id="249" name="Google Shape;249;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TikTok</a:t>
            </a:r>
            <a:endParaRPr/>
          </a:p>
        </p:txBody>
      </p:sp>
      <p:sp>
        <p:nvSpPr>
          <p:cNvPr id="250" name="Google Shape;250;p49"/>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51" name="Google Shape;251;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52" name="Google Shape;252;p49"/>
          <p:cNvPicPr preferRelativeResize="0"/>
          <p:nvPr/>
        </p:nvPicPr>
        <p:blipFill>
          <a:blip r:embed="rId3">
            <a:alphaModFix/>
          </a:blip>
          <a:stretch>
            <a:fillRect/>
          </a:stretch>
        </p:blipFill>
        <p:spPr>
          <a:xfrm>
            <a:off x="3498300" y="1360475"/>
            <a:ext cx="5334000" cy="3000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56" name="Shape 256"/>
        <p:cNvGrpSpPr/>
        <p:nvPr/>
      </p:nvGrpSpPr>
      <p:grpSpPr>
        <a:xfrm>
          <a:off x="0" y="0"/>
          <a:ext cx="0" cy="0"/>
          <a:chOff x="0" y="0"/>
          <a:chExt cx="0" cy="0"/>
        </a:xfrm>
      </p:grpSpPr>
      <p:sp>
        <p:nvSpPr>
          <p:cNvPr id="257" name="Google Shape;257;p50"/>
          <p:cNvSpPr txBox="1"/>
          <p:nvPr>
            <p:ph type="title"/>
          </p:nvPr>
        </p:nvSpPr>
        <p:spPr>
          <a:xfrm>
            <a:off x="311700" y="445025"/>
            <a:ext cx="8520600" cy="106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Roomba Vaccum</a:t>
            </a:r>
            <a:endParaRPr/>
          </a:p>
        </p:txBody>
      </p:sp>
      <p:sp>
        <p:nvSpPr>
          <p:cNvPr id="258" name="Google Shape;258;p50"/>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59" name="Google Shape;259;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The robot that started the revolution is back and better than ever and now includes the iRobot HOME App that makes customizing your Roomba® 980 easier than ever. Learn more https://www.irobot.com/roomba/900-series&#10;&#10;Find out which robot is best for you: https://www.irobot.com/help-me-choose&#10;Facebook: https://www.facebook.com/irobot  ​ &#10;Instagram: https://www.instagram.com/irobot ​ &#10;Twitter: https://www.twitter.com/iRobot ​   &#10;LinkedIn: https://www.linkedin.com/company/irobot  ​ &#10;Support: https://homesupport.irobot.com/​ &#10;  &#10;SUBSCRIBE to get notified when new iRobot videos are posted: http://bit.ly/390fdJy.  &#10;  &#10;iRobot, the leading global consumer robot company, designs and builds robots that empower people to do more both inside and outside of the home. iRobot's products, including the award-winning Roomba® Robot Vacuum, the Braava® family of robot mops, Terra® Robot Mower and Root® Coding Robot. Our products have been welcomed into millions of homes around the world and are hard at work every day helping people to get more done. ​ &#10;  &#10;We are committed to fostering invention, discovery and technological exploration in the pursuit of practical and valuable robot products for the home. iRobot is at the forefront of developing technologies in the areas of mapping and navigation, human-robot interaction, and physical solutions. We seek to build an ecosystem of robots and technologies to enable the smart home, both through internal initiatives and by building strategic external partnerships. ​" id="260" name="Google Shape;260;p50" title="How to Use iRobot Roomba® 980 | Roomba® 980 | iRobot®">
            <a:hlinkClick r:id="rId3"/>
          </p:cNvPr>
          <p:cNvPicPr preferRelativeResize="0"/>
          <p:nvPr/>
        </p:nvPicPr>
        <p:blipFill>
          <a:blip r:embed="rId4">
            <a:alphaModFix/>
          </a:blip>
          <a:stretch>
            <a:fillRect/>
          </a:stretch>
        </p:blipFill>
        <p:spPr>
          <a:xfrm>
            <a:off x="3361200" y="354163"/>
            <a:ext cx="5659950" cy="4244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64" name="Shape 264"/>
        <p:cNvGrpSpPr/>
        <p:nvPr/>
      </p:nvGrpSpPr>
      <p:grpSpPr>
        <a:xfrm>
          <a:off x="0" y="0"/>
          <a:ext cx="0" cy="0"/>
          <a:chOff x="0" y="0"/>
          <a:chExt cx="0" cy="0"/>
        </a:xfrm>
      </p:grpSpPr>
      <p:sp>
        <p:nvSpPr>
          <p:cNvPr id="265" name="Google Shape;265;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p:txBody>
      </p:sp>
      <p:sp>
        <p:nvSpPr>
          <p:cNvPr id="266" name="Google Shape;266;p51"/>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67" name="Google Shape;267;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68" name="Google Shape;268;p51"/>
          <p:cNvPicPr preferRelativeResize="0"/>
          <p:nvPr/>
        </p:nvPicPr>
        <p:blipFill>
          <a:blip r:embed="rId3">
            <a:alphaModFix/>
          </a:blip>
          <a:stretch>
            <a:fillRect/>
          </a:stretch>
        </p:blipFill>
        <p:spPr>
          <a:xfrm>
            <a:off x="1756800" y="1387388"/>
            <a:ext cx="5630400" cy="29465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72" name="Shape 272"/>
        <p:cNvGrpSpPr/>
        <p:nvPr/>
      </p:nvGrpSpPr>
      <p:grpSpPr>
        <a:xfrm>
          <a:off x="0" y="0"/>
          <a:ext cx="0" cy="0"/>
          <a:chOff x="0" y="0"/>
          <a:chExt cx="0" cy="0"/>
        </a:xfrm>
      </p:grpSpPr>
      <p:sp>
        <p:nvSpPr>
          <p:cNvPr id="273" name="Google Shape;273;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p:txBody>
      </p:sp>
      <p:sp>
        <p:nvSpPr>
          <p:cNvPr id="274" name="Google Shape;274;p52"/>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75" name="Google Shape;27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276" name="Google Shape;276;p52"/>
          <p:cNvPicPr preferRelativeResize="0"/>
          <p:nvPr/>
        </p:nvPicPr>
        <p:blipFill>
          <a:blip r:embed="rId3">
            <a:alphaModFix/>
          </a:blip>
          <a:stretch>
            <a:fillRect/>
          </a:stretch>
        </p:blipFill>
        <p:spPr>
          <a:xfrm>
            <a:off x="549425" y="1401775"/>
            <a:ext cx="5630400" cy="3167100"/>
          </a:xfrm>
          <a:prstGeom prst="rect">
            <a:avLst/>
          </a:prstGeom>
          <a:noFill/>
          <a:ln>
            <a:noFill/>
          </a:ln>
        </p:spPr>
      </p:pic>
      <p:sp>
        <p:nvSpPr>
          <p:cNvPr id="277" name="Google Shape;277;p52"/>
          <p:cNvSpPr txBox="1"/>
          <p:nvPr/>
        </p:nvSpPr>
        <p:spPr>
          <a:xfrm>
            <a:off x="6371850" y="1645925"/>
            <a:ext cx="2571000" cy="133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500"/>
              <a:t>1970 </a:t>
            </a:r>
            <a:endParaRPr sz="2500"/>
          </a:p>
          <a:p>
            <a:pPr indent="0" lvl="0" marL="0" rtl="0" algn="l">
              <a:spcBef>
                <a:spcPts val="0"/>
              </a:spcBef>
              <a:spcAft>
                <a:spcPts val="0"/>
              </a:spcAft>
              <a:buNone/>
            </a:pPr>
            <a:r>
              <a:rPr lang="en" sz="2500"/>
              <a:t>Ford </a:t>
            </a:r>
            <a:endParaRPr sz="2500"/>
          </a:p>
          <a:p>
            <a:pPr indent="0" lvl="0" marL="0" rtl="0" algn="l">
              <a:spcBef>
                <a:spcPts val="0"/>
              </a:spcBef>
              <a:spcAft>
                <a:spcPts val="0"/>
              </a:spcAft>
              <a:buNone/>
            </a:pPr>
            <a:r>
              <a:rPr lang="en" sz="2500"/>
              <a:t>Mustang Mach 1</a:t>
            </a:r>
            <a:endParaRPr sz="2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81" name="Shape 281"/>
        <p:cNvGrpSpPr/>
        <p:nvPr/>
      </p:nvGrpSpPr>
      <p:grpSpPr>
        <a:xfrm>
          <a:off x="0" y="0"/>
          <a:ext cx="0" cy="0"/>
          <a:chOff x="0" y="0"/>
          <a:chExt cx="0" cy="0"/>
        </a:xfrm>
      </p:grpSpPr>
      <p:sp>
        <p:nvSpPr>
          <p:cNvPr id="282" name="Google Shape;282;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Drone</a:t>
            </a:r>
            <a:endParaRPr/>
          </a:p>
        </p:txBody>
      </p:sp>
      <p:sp>
        <p:nvSpPr>
          <p:cNvPr id="283" name="Google Shape;283;p53"/>
          <p:cNvSpPr txBox="1"/>
          <p:nvPr>
            <p:ph idx="1" type="body"/>
          </p:nvPr>
        </p:nvSpPr>
        <p:spPr>
          <a:xfrm>
            <a:off x="311700" y="1152475"/>
            <a:ext cx="2897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84" name="Google Shape;284;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85" name="Google Shape;285;p53"/>
          <p:cNvPicPr preferRelativeResize="0"/>
          <p:nvPr/>
        </p:nvPicPr>
        <p:blipFill>
          <a:blip r:embed="rId3">
            <a:alphaModFix/>
          </a:blip>
          <a:stretch>
            <a:fillRect/>
          </a:stretch>
        </p:blipFill>
        <p:spPr>
          <a:xfrm>
            <a:off x="3361922" y="1017726"/>
            <a:ext cx="5470378" cy="3645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89" name="Shape 289"/>
        <p:cNvGrpSpPr/>
        <p:nvPr/>
      </p:nvGrpSpPr>
      <p:grpSpPr>
        <a:xfrm>
          <a:off x="0" y="0"/>
          <a:ext cx="0" cy="0"/>
          <a:chOff x="0" y="0"/>
          <a:chExt cx="0" cy="0"/>
        </a:xfrm>
      </p:grpSpPr>
      <p:sp>
        <p:nvSpPr>
          <p:cNvPr id="290" name="Google Shape;29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Tablet</a:t>
            </a:r>
            <a:endParaRPr/>
          </a:p>
        </p:txBody>
      </p:sp>
      <p:sp>
        <p:nvSpPr>
          <p:cNvPr id="291" name="Google Shape;29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292" name="Google Shape;292;p54"/>
          <p:cNvPicPr preferRelativeResize="0"/>
          <p:nvPr/>
        </p:nvPicPr>
        <p:blipFill>
          <a:blip r:embed="rId3">
            <a:alphaModFix/>
          </a:blip>
          <a:stretch>
            <a:fillRect/>
          </a:stretch>
        </p:blipFill>
        <p:spPr>
          <a:xfrm>
            <a:off x="2916050" y="519825"/>
            <a:ext cx="5731462" cy="3820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296" name="Shape 296"/>
        <p:cNvGrpSpPr/>
        <p:nvPr/>
      </p:nvGrpSpPr>
      <p:grpSpPr>
        <a:xfrm>
          <a:off x="0" y="0"/>
          <a:ext cx="0" cy="0"/>
          <a:chOff x="0" y="0"/>
          <a:chExt cx="0" cy="0"/>
        </a:xfrm>
      </p:grpSpPr>
      <p:sp>
        <p:nvSpPr>
          <p:cNvPr id="297" name="Google Shape;297;p55"/>
          <p:cNvSpPr txBox="1"/>
          <p:nvPr>
            <p:ph type="title"/>
          </p:nvPr>
        </p:nvSpPr>
        <p:spPr>
          <a:xfrm>
            <a:off x="72000" y="102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a:t>
            </a:r>
            <a:r>
              <a:rPr lang="en"/>
              <a:t>bot or Not?</a:t>
            </a:r>
            <a:endParaRPr/>
          </a:p>
        </p:txBody>
      </p:sp>
      <p:sp>
        <p:nvSpPr>
          <p:cNvPr id="298" name="Google Shape;298;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descr="Official press video and commercial footage of the newly-announced Tesla Model 3. With the new Model 3 officially revealed by Tesla CEO Elon Musk, this is one of the first looks we have of this brand new EV.&#10;&#10;Many test drives, reviews, comparisons and drag races are sure to follow, but this is it - your first real look!&#10;&#10;Be sure to subscribe to our channel for more great content! And follow @TeslaCentral everywhere you go!" id="299" name="Google Shape;299;p55" title="Test Drive: The Tesla Model 3 [Official Video]">
            <a:hlinkClick r:id="rId3"/>
          </p:cNvPr>
          <p:cNvPicPr preferRelativeResize="0"/>
          <p:nvPr/>
        </p:nvPicPr>
        <p:blipFill>
          <a:blip r:embed="rId4">
            <a:alphaModFix/>
          </a:blip>
          <a:stretch>
            <a:fillRect/>
          </a:stretch>
        </p:blipFill>
        <p:spPr>
          <a:xfrm>
            <a:off x="3361200" y="675575"/>
            <a:ext cx="5231400" cy="3923550"/>
          </a:xfrm>
          <a:prstGeom prst="rect">
            <a:avLst/>
          </a:prstGeom>
          <a:noFill/>
          <a:ln>
            <a:noFill/>
          </a:ln>
        </p:spPr>
      </p:pic>
      <p:sp>
        <p:nvSpPr>
          <p:cNvPr id="300" name="Google Shape;300;p55"/>
          <p:cNvSpPr txBox="1"/>
          <p:nvPr/>
        </p:nvSpPr>
        <p:spPr>
          <a:xfrm>
            <a:off x="69675" y="913550"/>
            <a:ext cx="244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Self-Driving Car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04" name="Shape 304"/>
        <p:cNvGrpSpPr/>
        <p:nvPr/>
      </p:nvGrpSpPr>
      <p:grpSpPr>
        <a:xfrm>
          <a:off x="0" y="0"/>
          <a:ext cx="0" cy="0"/>
          <a:chOff x="0" y="0"/>
          <a:chExt cx="0" cy="0"/>
        </a:xfrm>
      </p:grpSpPr>
      <p:sp>
        <p:nvSpPr>
          <p:cNvPr id="305" name="Google Shape;305;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Washing Machine</a:t>
            </a:r>
            <a:endParaRPr/>
          </a:p>
        </p:txBody>
      </p:sp>
      <p:sp>
        <p:nvSpPr>
          <p:cNvPr id="306" name="Google Shape;306;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307" name="Google Shape;307;p56"/>
          <p:cNvPicPr preferRelativeResize="0"/>
          <p:nvPr/>
        </p:nvPicPr>
        <p:blipFill rotWithShape="1">
          <a:blip r:embed="rId3">
            <a:alphaModFix/>
          </a:blip>
          <a:srcRect b="0" l="0" r="2685" t="0"/>
          <a:stretch/>
        </p:blipFill>
        <p:spPr>
          <a:xfrm>
            <a:off x="144950" y="2571750"/>
            <a:ext cx="3877725" cy="2434200"/>
          </a:xfrm>
          <a:prstGeom prst="rect">
            <a:avLst/>
          </a:prstGeom>
          <a:noFill/>
          <a:ln>
            <a:noFill/>
          </a:ln>
        </p:spPr>
      </p:pic>
      <p:pic>
        <p:nvPicPr>
          <p:cNvPr id="308" name="Google Shape;308;p56"/>
          <p:cNvPicPr preferRelativeResize="0"/>
          <p:nvPr/>
        </p:nvPicPr>
        <p:blipFill>
          <a:blip r:embed="rId4">
            <a:alphaModFix/>
          </a:blip>
          <a:stretch>
            <a:fillRect/>
          </a:stretch>
        </p:blipFill>
        <p:spPr>
          <a:xfrm>
            <a:off x="4364100" y="76750"/>
            <a:ext cx="4468199" cy="43758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12" name="Shape 312"/>
        <p:cNvGrpSpPr/>
        <p:nvPr/>
      </p:nvGrpSpPr>
      <p:grpSpPr>
        <a:xfrm>
          <a:off x="0" y="0"/>
          <a:ext cx="0" cy="0"/>
          <a:chOff x="0" y="0"/>
          <a:chExt cx="0" cy="0"/>
        </a:xfrm>
      </p:grpSpPr>
      <p:sp>
        <p:nvSpPr>
          <p:cNvPr id="313" name="Google Shape;31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 Toy</a:t>
            </a:r>
            <a:endParaRPr/>
          </a:p>
        </p:txBody>
      </p:sp>
      <p:sp>
        <p:nvSpPr>
          <p:cNvPr id="314" name="Google Shape;314;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315" name="Google Shape;315;p57"/>
          <p:cNvPicPr preferRelativeResize="0"/>
          <p:nvPr/>
        </p:nvPicPr>
        <p:blipFill>
          <a:blip r:embed="rId3">
            <a:alphaModFix/>
          </a:blip>
          <a:stretch>
            <a:fillRect/>
          </a:stretch>
        </p:blipFill>
        <p:spPr>
          <a:xfrm>
            <a:off x="3192325" y="142450"/>
            <a:ext cx="4837675" cy="48376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AD1DC"/>
        </a:solidFill>
      </p:bgPr>
    </p:bg>
    <p:spTree>
      <p:nvGrpSpPr>
        <p:cNvPr id="319" name="Shape 319"/>
        <p:cNvGrpSpPr/>
        <p:nvPr/>
      </p:nvGrpSpPr>
      <p:grpSpPr>
        <a:xfrm>
          <a:off x="0" y="0"/>
          <a:ext cx="0" cy="0"/>
          <a:chOff x="0" y="0"/>
          <a:chExt cx="0" cy="0"/>
        </a:xfrm>
      </p:grpSpPr>
      <p:sp>
        <p:nvSpPr>
          <p:cNvPr id="320" name="Google Shape;320;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or Not?</a:t>
            </a:r>
            <a:endParaRPr/>
          </a:p>
          <a:p>
            <a:pPr indent="0" lvl="0" marL="0" rtl="0" algn="l">
              <a:spcBef>
                <a:spcPts val="0"/>
              </a:spcBef>
              <a:spcAft>
                <a:spcPts val="0"/>
              </a:spcAft>
              <a:buNone/>
            </a:pPr>
            <a:r>
              <a:rPr lang="en"/>
              <a:t>Vending Machine</a:t>
            </a:r>
            <a:endParaRPr/>
          </a:p>
        </p:txBody>
      </p:sp>
      <p:sp>
        <p:nvSpPr>
          <p:cNvPr id="321" name="Google Shape;321;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chemeClr val="dk2"/>
                </a:solidFill>
              </a:rPr>
              <a:t>‹#›</a:t>
            </a:fld>
            <a:endParaRPr>
              <a:solidFill>
                <a:schemeClr val="dk2"/>
              </a:solidFill>
            </a:endParaRPr>
          </a:p>
        </p:txBody>
      </p:sp>
      <p:pic>
        <p:nvPicPr>
          <p:cNvPr id="322" name="Google Shape;322;p58"/>
          <p:cNvPicPr preferRelativeResize="0"/>
          <p:nvPr/>
        </p:nvPicPr>
        <p:blipFill>
          <a:blip r:embed="rId3">
            <a:alphaModFix/>
          </a:blip>
          <a:stretch>
            <a:fillRect/>
          </a:stretch>
        </p:blipFill>
        <p:spPr>
          <a:xfrm>
            <a:off x="3192325" y="0"/>
            <a:ext cx="4991099" cy="49910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00"/>
        </a:solidFill>
      </p:bgPr>
    </p:bg>
    <p:spTree>
      <p:nvGrpSpPr>
        <p:cNvPr id="326" name="Shape 326"/>
        <p:cNvGrpSpPr/>
        <p:nvPr/>
      </p:nvGrpSpPr>
      <p:grpSpPr>
        <a:xfrm>
          <a:off x="0" y="0"/>
          <a:ext cx="0" cy="0"/>
          <a:chOff x="0" y="0"/>
          <a:chExt cx="0" cy="0"/>
        </a:xfrm>
      </p:grpSpPr>
      <p:sp>
        <p:nvSpPr>
          <p:cNvPr id="327" name="Google Shape;327;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20"/>
              <a:t>DO NOT PASS</a:t>
            </a:r>
            <a:endParaRPr b="1" sz="2820"/>
          </a:p>
        </p:txBody>
      </p:sp>
      <p:sp>
        <p:nvSpPr>
          <p:cNvPr id="328" name="Google Shape;328;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Do not pass this slide until we finish discussing what is and what is not a robot.</a:t>
            </a:r>
            <a:endParaRPr/>
          </a:p>
        </p:txBody>
      </p:sp>
      <p:sp>
        <p:nvSpPr>
          <p:cNvPr id="329" name="Google Shape;329;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FF00"/>
        </a:solidFill>
      </p:bgPr>
    </p:bg>
    <p:spTree>
      <p:nvGrpSpPr>
        <p:cNvPr id="333" name="Shape 333"/>
        <p:cNvGrpSpPr/>
        <p:nvPr/>
      </p:nvGrpSpPr>
      <p:grpSpPr>
        <a:xfrm>
          <a:off x="0" y="0"/>
          <a:ext cx="0" cy="0"/>
          <a:chOff x="0" y="0"/>
          <a:chExt cx="0" cy="0"/>
        </a:xfrm>
      </p:grpSpPr>
      <p:sp>
        <p:nvSpPr>
          <p:cNvPr id="334" name="Google Shape;334;p6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Robot Videos</a:t>
            </a:r>
            <a:endParaRPr/>
          </a:p>
        </p:txBody>
      </p:sp>
      <p:sp>
        <p:nvSpPr>
          <p:cNvPr id="335" name="Google Shape;335;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solidFill>
                  <a:srgbClr val="000000"/>
                </a:solidFill>
              </a:rPr>
              <a:t>‹#›</a:t>
            </a:fld>
            <a:endParaRPr>
              <a:solidFill>
                <a:srgbClr val="000000"/>
              </a:solidFill>
            </a:endParaRPr>
          </a:p>
        </p:txBody>
      </p:sp>
      <p:sp>
        <p:nvSpPr>
          <p:cNvPr id="336" name="Google Shape;336;p60"/>
          <p:cNvSpPr txBox="1"/>
          <p:nvPr>
            <p:ph idx="1" type="subTitle"/>
          </p:nvPr>
        </p:nvSpPr>
        <p:spPr>
          <a:xfrm>
            <a:off x="311700" y="2834125"/>
            <a:ext cx="8520600" cy="1485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t>All of the machines in the following videos ARE robots. These machines follow all of the rules we learned previously.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40" name="Shape 340"/>
        <p:cNvGrpSpPr/>
        <p:nvPr/>
      </p:nvGrpSpPr>
      <p:grpSpPr>
        <a:xfrm>
          <a:off x="0" y="0"/>
          <a:ext cx="0" cy="0"/>
          <a:chOff x="0" y="0"/>
          <a:chExt cx="0" cy="0"/>
        </a:xfrm>
      </p:grpSpPr>
      <p:sp>
        <p:nvSpPr>
          <p:cNvPr id="341" name="Google Shape;341;p61"/>
          <p:cNvSpPr txBox="1"/>
          <p:nvPr>
            <p:ph type="title"/>
          </p:nvPr>
        </p:nvSpPr>
        <p:spPr>
          <a:xfrm>
            <a:off x="50" y="450150"/>
            <a:ext cx="9144000" cy="1623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New Question: </a:t>
            </a:r>
            <a:endParaRPr/>
          </a:p>
          <a:p>
            <a:pPr indent="0" lvl="0" marL="0" rtl="0" algn="ctr">
              <a:spcBef>
                <a:spcPts val="0"/>
              </a:spcBef>
              <a:spcAft>
                <a:spcPts val="0"/>
              </a:spcAft>
              <a:buNone/>
            </a:pPr>
            <a:r>
              <a:rPr lang="en"/>
              <a:t>Do all robots have AI?</a:t>
            </a:r>
            <a:endParaRPr/>
          </a:p>
        </p:txBody>
      </p:sp>
      <p:sp>
        <p:nvSpPr>
          <p:cNvPr id="342" name="Google Shape;342;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3" name="Google Shape;343;p61"/>
          <p:cNvSpPr txBox="1"/>
          <p:nvPr/>
        </p:nvSpPr>
        <p:spPr>
          <a:xfrm>
            <a:off x="94275" y="2074050"/>
            <a:ext cx="8559600" cy="2108700"/>
          </a:xfrm>
          <a:prstGeom prst="rect">
            <a:avLst/>
          </a:prstGeom>
          <a:noFill/>
          <a:ln>
            <a:noFill/>
          </a:ln>
        </p:spPr>
        <p:txBody>
          <a:bodyPr anchorCtr="0" anchor="t" bIns="91425" lIns="91425" spcFirstLastPara="1" rIns="91425" wrap="square" tIns="91425">
            <a:spAutoFit/>
          </a:bodyPr>
          <a:lstStyle/>
          <a:p>
            <a:pPr indent="-387350" lvl="0" marL="457200" rtl="0" algn="l">
              <a:spcBef>
                <a:spcPts val="0"/>
              </a:spcBef>
              <a:spcAft>
                <a:spcPts val="0"/>
              </a:spcAft>
              <a:buSzPts val="2500"/>
              <a:buChar char="●"/>
            </a:pPr>
            <a:r>
              <a:rPr lang="en" sz="2500"/>
              <a:t>An </a:t>
            </a:r>
            <a:r>
              <a:rPr b="1" lang="en" sz="2500">
                <a:solidFill>
                  <a:schemeClr val="accent1"/>
                </a:solidFill>
              </a:rPr>
              <a:t>autonomous robot</a:t>
            </a:r>
            <a:r>
              <a:rPr lang="en" sz="2500"/>
              <a:t> can make decisions about what it will do.</a:t>
            </a:r>
            <a:endParaRPr sz="2500"/>
          </a:p>
          <a:p>
            <a:pPr indent="0" lvl="0" marL="457200" rtl="0" algn="l">
              <a:spcBef>
                <a:spcPts val="0"/>
              </a:spcBef>
              <a:spcAft>
                <a:spcPts val="0"/>
              </a:spcAft>
              <a:buNone/>
            </a:pPr>
            <a:r>
              <a:t/>
            </a:r>
            <a:endParaRPr sz="2500"/>
          </a:p>
          <a:p>
            <a:pPr indent="-387350" lvl="0" marL="457200" rtl="0" algn="l">
              <a:spcBef>
                <a:spcPts val="0"/>
              </a:spcBef>
              <a:spcAft>
                <a:spcPts val="0"/>
              </a:spcAft>
              <a:buSzPts val="2500"/>
              <a:buChar char="●"/>
            </a:pPr>
            <a:r>
              <a:rPr lang="en" sz="2500"/>
              <a:t>Having “Artificial Intelligence” or AI means that </a:t>
            </a:r>
            <a:r>
              <a:rPr lang="en" sz="2500"/>
              <a:t>the robot can “</a:t>
            </a:r>
            <a:r>
              <a:rPr b="1" lang="en" sz="2500">
                <a:solidFill>
                  <a:srgbClr val="4A86E8"/>
                </a:solidFill>
              </a:rPr>
              <a:t>perceive</a:t>
            </a:r>
            <a:r>
              <a:rPr lang="en" sz="2500"/>
              <a:t>” or make meaning of what it senses.</a:t>
            </a:r>
            <a:endParaRPr sz="25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47" name="Shape 347"/>
        <p:cNvGrpSpPr/>
        <p:nvPr/>
      </p:nvGrpSpPr>
      <p:grpSpPr>
        <a:xfrm>
          <a:off x="0" y="0"/>
          <a:ext cx="0" cy="0"/>
          <a:chOff x="0" y="0"/>
          <a:chExt cx="0" cy="0"/>
        </a:xfrm>
      </p:grpSpPr>
      <p:sp>
        <p:nvSpPr>
          <p:cNvPr id="348" name="Google Shape;348;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Whole Group Examples</a:t>
            </a:r>
            <a:endParaRPr/>
          </a:p>
        </p:txBody>
      </p:sp>
      <p:sp>
        <p:nvSpPr>
          <p:cNvPr id="349" name="Google Shape;349;p62"/>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Ice Cream Shop</a:t>
            </a:r>
            <a:endParaRPr/>
          </a:p>
          <a:p>
            <a:pPr indent="0" lvl="0" marL="0" rtl="0" algn="l">
              <a:spcBef>
                <a:spcPts val="1200"/>
              </a:spcBef>
              <a:spcAft>
                <a:spcPts val="0"/>
              </a:spcAft>
              <a:buNone/>
            </a:pPr>
            <a:r>
              <a:rPr lang="en"/>
              <a:t>Kiva Wearhouse</a:t>
            </a:r>
            <a:endParaRPr/>
          </a:p>
          <a:p>
            <a:pPr indent="0" lvl="0" marL="0" rtl="0" algn="l">
              <a:spcBef>
                <a:spcPts val="1200"/>
              </a:spcBef>
              <a:spcAft>
                <a:spcPts val="1200"/>
              </a:spcAft>
              <a:buNone/>
            </a:pPr>
            <a:r>
              <a:rPr lang="en"/>
              <a:t>Boston Dynamics</a:t>
            </a:r>
            <a:endParaRPr/>
          </a:p>
        </p:txBody>
      </p:sp>
      <p:sp>
        <p:nvSpPr>
          <p:cNvPr id="350" name="Google Shape;350;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Robots have started doing the job of creating Ice cream and serving it in a cute way like a Human.&#10;&#10;A Japanese twitter user (@torachitech2) has shared a video showing the ice cream vending machine operated by a cute Robot.&#10;&#10;Video Credit: Twitter user @torachitech2" id="351" name="Google Shape;351;p62" title="A cute Robot will make you a perfect Ice Cream Cone">
            <a:hlinkClick r:id="rId3"/>
          </p:cNvPr>
          <p:cNvPicPr preferRelativeResize="0"/>
          <p:nvPr/>
        </p:nvPicPr>
        <p:blipFill>
          <a:blip r:embed="rId4">
            <a:alphaModFix/>
          </a:blip>
          <a:stretch>
            <a:fillRect/>
          </a:stretch>
        </p:blipFill>
        <p:spPr>
          <a:xfrm>
            <a:off x="2114250" y="2816325"/>
            <a:ext cx="2648600" cy="1986450"/>
          </a:xfrm>
          <a:prstGeom prst="rect">
            <a:avLst/>
          </a:prstGeom>
          <a:noFill/>
          <a:ln>
            <a:noFill/>
          </a:ln>
        </p:spPr>
      </p:pic>
      <p:pic>
        <p:nvPicPr>
          <p:cNvPr descr="Will robots take over the world? Most researchers don’t think so. But how about our jobs?&#10;&#10;NOVA on Facebook: https://www.facebook.com/NOVAonline&#10;NOVA on Twitter: @novapbs&#10;NOVA on Instagram: @novapbs&#10;&#10;PRODUCTION CREDITS&#10;&#10;Digital Producer:&#10;Michael Rivera&#10;&#10;NOVA WONDERS: WHAT ARE ANIMALS SAYING?&#10;Producers:&#10;Michael Bicks &amp; Anna Lee Strachan&#10;&#10;© WGBH Educational Foundation 2018" id="352" name="Google Shape;352;p62" title="Meet the Robots at Amazon">
            <a:hlinkClick r:id="rId5"/>
          </p:cNvPr>
          <p:cNvPicPr preferRelativeResize="0"/>
          <p:nvPr/>
        </p:nvPicPr>
        <p:blipFill>
          <a:blip r:embed="rId6">
            <a:alphaModFix/>
          </a:blip>
          <a:stretch>
            <a:fillRect/>
          </a:stretch>
        </p:blipFill>
        <p:spPr>
          <a:xfrm>
            <a:off x="4671018" y="196401"/>
            <a:ext cx="2540156" cy="1905125"/>
          </a:xfrm>
          <a:prstGeom prst="rect">
            <a:avLst/>
          </a:prstGeom>
          <a:noFill/>
          <a:ln>
            <a:noFill/>
          </a:ln>
        </p:spPr>
      </p:pic>
      <p:pic>
        <p:nvPicPr>
          <p:cNvPr descr="In this video, you can see the evolution of the robots that made Boston Dynamics since 2012&#10;&#10;All videos about robots and Boston Dynamics you can watch on their official channel: https://www.youtube.com/user/BostonDynamics/featured&#10;★★★★★★★★★★★★★★★★★★★★★★★★★★★★★★★★★★★★★★★★&#10;►Don't forget subscribe ☞ http://goo.gl/QXClN9" id="353" name="Google Shape;353;p62" title="Evolution Of Boston Dynamics Since 2012">
            <a:hlinkClick r:id="rId7"/>
          </p:cNvPr>
          <p:cNvPicPr preferRelativeResize="0"/>
          <p:nvPr/>
        </p:nvPicPr>
        <p:blipFill>
          <a:blip r:embed="rId8">
            <a:alphaModFix/>
          </a:blip>
          <a:stretch>
            <a:fillRect/>
          </a:stretch>
        </p:blipFill>
        <p:spPr>
          <a:xfrm>
            <a:off x="5729102" y="2444489"/>
            <a:ext cx="2958300" cy="221873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gtEl>
                                        <p:attrNameLst>
                                          <p:attrName>style.visibility</p:attrName>
                                        </p:attrNameLst>
                                      </p:cBhvr>
                                      <p:to>
                                        <p:strVal val="visible"/>
                                      </p:to>
                                    </p:set>
                                    <p:animEffect filter="fade" transition="in">
                                      <p:cBhvr>
                                        <p:cTn dur="1000"/>
                                        <p:tgtEl>
                                          <p:spTgt spid="3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57" name="Shape 357"/>
        <p:cNvGrpSpPr/>
        <p:nvPr/>
      </p:nvGrpSpPr>
      <p:grpSpPr>
        <a:xfrm>
          <a:off x="0" y="0"/>
          <a:ext cx="0" cy="0"/>
          <a:chOff x="0" y="0"/>
          <a:chExt cx="0" cy="0"/>
        </a:xfrm>
      </p:grpSpPr>
      <p:sp>
        <p:nvSpPr>
          <p:cNvPr id="358" name="Google Shape;358;p63"/>
          <p:cNvSpPr txBox="1"/>
          <p:nvPr>
            <p:ph type="title"/>
          </p:nvPr>
        </p:nvSpPr>
        <p:spPr>
          <a:xfrm>
            <a:off x="533100" y="172025"/>
            <a:ext cx="4404000" cy="45930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b="1" lang="en" sz="2800">
                <a:solidFill>
                  <a:schemeClr val="dk1"/>
                </a:solidFill>
              </a:rPr>
              <a:t>Directions: </a:t>
            </a:r>
            <a:endParaRPr b="1" sz="2800">
              <a:solidFill>
                <a:schemeClr val="dk1"/>
              </a:solidFill>
            </a:endParaRPr>
          </a:p>
          <a:p>
            <a:pPr indent="0" lvl="0" marL="457200" rtl="0" algn="l">
              <a:spcBef>
                <a:spcPts val="0"/>
              </a:spcBef>
              <a:spcAft>
                <a:spcPts val="0"/>
              </a:spcAft>
              <a:buNone/>
            </a:pPr>
            <a:r>
              <a:t/>
            </a:r>
            <a:endParaRPr b="1" sz="2800">
              <a:solidFill>
                <a:schemeClr val="dk1"/>
              </a:solidFill>
            </a:endParaRPr>
          </a:p>
          <a:p>
            <a:pPr indent="-371475" lvl="0" marL="457200" rtl="0" algn="l">
              <a:spcBef>
                <a:spcPts val="0"/>
              </a:spcBef>
              <a:spcAft>
                <a:spcPts val="0"/>
              </a:spcAft>
              <a:buClr>
                <a:schemeClr val="dk1"/>
              </a:buClr>
              <a:buSzPct val="100000"/>
              <a:buAutoNum type="arabicPeriod"/>
            </a:pPr>
            <a:r>
              <a:rPr lang="en" sz="2500">
                <a:solidFill>
                  <a:schemeClr val="dk1"/>
                </a:solidFill>
              </a:rPr>
              <a:t>With a partner, choose 3 robot videos from the following slides. </a:t>
            </a:r>
            <a:endParaRPr sz="2500">
              <a:solidFill>
                <a:schemeClr val="dk1"/>
              </a:solidFill>
            </a:endParaRPr>
          </a:p>
          <a:p>
            <a:pPr indent="-371475" lvl="0" marL="457200" rtl="0" algn="l">
              <a:spcBef>
                <a:spcPts val="0"/>
              </a:spcBef>
              <a:spcAft>
                <a:spcPts val="0"/>
              </a:spcAft>
              <a:buClr>
                <a:schemeClr val="dk1"/>
              </a:buClr>
              <a:buSzPct val="100000"/>
              <a:buAutoNum type="arabicPeriod"/>
            </a:pPr>
            <a:r>
              <a:rPr lang="en" sz="2500">
                <a:solidFill>
                  <a:schemeClr val="dk1"/>
                </a:solidFill>
              </a:rPr>
              <a:t>On the worksheet, </a:t>
            </a:r>
            <a:r>
              <a:rPr lang="en" sz="2500">
                <a:solidFill>
                  <a:schemeClr val="dk1"/>
                </a:solidFill>
              </a:rPr>
              <a:t>write</a:t>
            </a:r>
            <a:r>
              <a:rPr lang="en" sz="2500">
                <a:solidFill>
                  <a:schemeClr val="dk1"/>
                </a:solidFill>
              </a:rPr>
              <a:t> a short summary of what the robot does.</a:t>
            </a:r>
            <a:endParaRPr sz="2500">
              <a:solidFill>
                <a:schemeClr val="dk1"/>
              </a:solidFill>
            </a:endParaRPr>
          </a:p>
          <a:p>
            <a:pPr indent="-371475" lvl="0" marL="457200" rtl="0" algn="l">
              <a:spcBef>
                <a:spcPts val="0"/>
              </a:spcBef>
              <a:spcAft>
                <a:spcPts val="0"/>
              </a:spcAft>
              <a:buClr>
                <a:schemeClr val="dk1"/>
              </a:buClr>
              <a:buSzPct val="100000"/>
              <a:buAutoNum type="arabicPeriod"/>
            </a:pPr>
            <a:r>
              <a:rPr lang="en" sz="2500">
                <a:solidFill>
                  <a:schemeClr val="dk1"/>
                </a:solidFill>
              </a:rPr>
              <a:t>Then, decide what </a:t>
            </a:r>
            <a:r>
              <a:rPr lang="en" sz="2500">
                <a:solidFill>
                  <a:schemeClr val="dk1"/>
                </a:solidFill>
              </a:rPr>
              <a:t>“level of autonomy” should be assigned to the robot and why.</a:t>
            </a:r>
            <a:endParaRPr sz="4500"/>
          </a:p>
        </p:txBody>
      </p:sp>
      <p:sp>
        <p:nvSpPr>
          <p:cNvPr id="359" name="Google Shape;359;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60" name="Google Shape;360;p63"/>
          <p:cNvPicPr preferRelativeResize="0"/>
          <p:nvPr/>
        </p:nvPicPr>
        <p:blipFill>
          <a:blip r:embed="rId3">
            <a:alphaModFix/>
          </a:blip>
          <a:stretch>
            <a:fillRect/>
          </a:stretch>
        </p:blipFill>
        <p:spPr>
          <a:xfrm>
            <a:off x="4860900" y="1295400"/>
            <a:ext cx="3902100" cy="29265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64" name="Shape 364"/>
        <p:cNvGrpSpPr/>
        <p:nvPr/>
      </p:nvGrpSpPr>
      <p:grpSpPr>
        <a:xfrm>
          <a:off x="0" y="0"/>
          <a:ext cx="0" cy="0"/>
          <a:chOff x="0" y="0"/>
          <a:chExt cx="0" cy="0"/>
        </a:xfrm>
      </p:grpSpPr>
      <p:sp>
        <p:nvSpPr>
          <p:cNvPr id="365" name="Google Shape;365;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#1 - Handle Robot</a:t>
            </a:r>
            <a:endParaRPr/>
          </a:p>
        </p:txBody>
      </p:sp>
      <p:sp>
        <p:nvSpPr>
          <p:cNvPr id="366" name="Google Shape;366;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7" name="Google Shape;367;p64"/>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t/>
            </a:r>
            <a:endParaRPr sz="2100"/>
          </a:p>
        </p:txBody>
      </p:sp>
      <p:pic>
        <p:nvPicPr>
          <p:cNvPr descr="Handle is a mobile manipulation robot designed for logistics. Handle autonomously performs mixed SKU pallet building and depalletizing after initialization and localizing against the pallets. The on-board vision system on Handle tracks the marked pallets for navigation and finds individual boxes for grasping and placing.&#10;&#10;When Handle places a boxes onto a pallet, it uses force control to nestle each box up against its neighbors.  The boxes used in the video weigh about 5 Kg (11 lbs), but the robot is designed to handle boxes up to (15 Kg) (33 lb).  This version of Handle works with pallets that are 1.2 m deep and 1.7 m tall (48 inches deep and 68 inches tall)." id="368" name="Google Shape;368;p64" title="Handle Robot Reimagined for Logistics">
            <a:hlinkClick r:id="rId3"/>
          </p:cNvPr>
          <p:cNvPicPr preferRelativeResize="0"/>
          <p:nvPr/>
        </p:nvPicPr>
        <p:blipFill>
          <a:blip r:embed="rId4">
            <a:alphaModFix/>
          </a:blip>
          <a:stretch>
            <a:fillRect/>
          </a:stretch>
        </p:blipFill>
        <p:spPr>
          <a:xfrm>
            <a:off x="3824250" y="114617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72" name="Shape 372"/>
        <p:cNvGrpSpPr/>
        <p:nvPr/>
      </p:nvGrpSpPr>
      <p:grpSpPr>
        <a:xfrm>
          <a:off x="0" y="0"/>
          <a:ext cx="0" cy="0"/>
          <a:chOff x="0" y="0"/>
          <a:chExt cx="0" cy="0"/>
        </a:xfrm>
      </p:grpSpPr>
      <p:sp>
        <p:nvSpPr>
          <p:cNvPr id="373" name="Google Shape;373;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#2 - Unloading a Truck</a:t>
            </a:r>
            <a:endParaRPr/>
          </a:p>
        </p:txBody>
      </p:sp>
      <p:sp>
        <p:nvSpPr>
          <p:cNvPr id="374" name="Google Shape;374;p65"/>
          <p:cNvSpPr txBox="1"/>
          <p:nvPr>
            <p:ph idx="1" type="body"/>
          </p:nvPr>
        </p:nvSpPr>
        <p:spPr>
          <a:xfrm>
            <a:off x="563750"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75" name="Google Shape;375;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Honeywell announces an automated robotic solution for unloading a wide range of packages from truck trailers and shipping containers at distribution centers." id="376" name="Google Shape;376;p65" title="Honeywell Robotic Unloader">
            <a:hlinkClick r:id="rId3"/>
          </p:cNvPr>
          <p:cNvPicPr preferRelativeResize="0"/>
          <p:nvPr/>
        </p:nvPicPr>
        <p:blipFill>
          <a:blip r:embed="rId4">
            <a:alphaModFix/>
          </a:blip>
          <a:stretch>
            <a:fillRect/>
          </a:stretch>
        </p:blipFill>
        <p:spPr>
          <a:xfrm>
            <a:off x="3672038" y="1234225"/>
            <a:ext cx="4572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000"/>
                                        <p:tgtEl>
                                          <p:spTgt spid="3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80" name="Shape 380"/>
        <p:cNvGrpSpPr/>
        <p:nvPr/>
      </p:nvGrpSpPr>
      <p:grpSpPr>
        <a:xfrm>
          <a:off x="0" y="0"/>
          <a:ext cx="0" cy="0"/>
          <a:chOff x="0" y="0"/>
          <a:chExt cx="0" cy="0"/>
        </a:xfrm>
      </p:grpSpPr>
      <p:sp>
        <p:nvSpPr>
          <p:cNvPr id="381" name="Google Shape;381;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#3 - Butler</a:t>
            </a:r>
            <a:endParaRPr/>
          </a:p>
        </p:txBody>
      </p:sp>
      <p:sp>
        <p:nvSpPr>
          <p:cNvPr id="382" name="Google Shape;382;p66"/>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83" name="Google Shape;383;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If you plan to stay in Cupertino's high-tech Aloft Hotel in the near future, don't be surprised if you open your door to a 3-foot-tall robot carrying extra towels or breakfast.&#10;» Read more here: http://bit.ly/Aloft-robot-butler&#10;» Subscribe to Engadget now! http://bit.ly/YA7pDV&#10;&#10;Engadget provides the web's best consumer electronics &amp; gadgets coverage. Launched in 2004 by former Gizmodo editor and co-founder Peter Rojas, Engadget now covers the latest mobile devices, computers, TVs, laptops, personal electronics, hardware, tablets and cameras. Engadget's video property is a part of the AOL On Network.&#10;&#10;Get More Engadget: &#10;Read: http://engt.co/YZHYeP&#10;Like: http://on.fb.me/YZI4mL&#10;Follow: http://bit.ly/YFfj0L" id="384" name="Google Shape;384;p66" title="Aloft Hotel's robot butler">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88" name="Shape 388"/>
        <p:cNvGrpSpPr/>
        <p:nvPr/>
      </p:nvGrpSpPr>
      <p:grpSpPr>
        <a:xfrm>
          <a:off x="0" y="0"/>
          <a:ext cx="0" cy="0"/>
          <a:chOff x="0" y="0"/>
          <a:chExt cx="0" cy="0"/>
        </a:xfrm>
      </p:grpSpPr>
      <p:sp>
        <p:nvSpPr>
          <p:cNvPr id="389" name="Google Shape;389;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#4 - Warehouse Robot</a:t>
            </a:r>
            <a:endParaRPr/>
          </a:p>
        </p:txBody>
      </p:sp>
      <p:sp>
        <p:nvSpPr>
          <p:cNvPr id="390" name="Google Shape;390;p67"/>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91" name="Google Shape;391;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5 Amazing Warehouse Robots You Must See&#10;&#10;&#10;Credits ►&#10;&#10;Max-AI® AQC-C Recycling CoBot ►  https://www.bulkhandlingsystems.com/&#10;&#10;SqUID ► https://www.bionichive.com/&#10;&#10;Autonomous Mobile Robots (AMRs) ► https://milvusrobotics.com/&#10;&#10;Handle Robot ► https://www.bostondynamics.com/handle&#10;&#10;SuperPick Polybag Picking System ► https://www.softroboticsinc.com/&#10;&#10;&#10;Watch Amazing Technology Videos  👇&#10;&#10;&#10;► 5 innovative Vehicles That Are on Another Level&#10;  https://youtu.be/S5swJGdYx8E&#10;&#10;► 5 innovative Face Masks &amp; Helmets For Clean air and Virus Protection &#10;  https://youtu.be/T-UnfC2k7Sc&#10;&#10;► These 5 Invention Could Save So Many Lives&#10;  https://youtu.be/HEjwMiMLSfk&#10;&#10;► 5 ज़बरदस्त ड्रोन्स | Unbelievable DRONE Inventions You Must See&#10;  https://youtu.be/5nFAjxyuXnc&#10;&#10;► Next Level Innovative Helmets &amp; Accessories&#10;  https://youtu.be/WS4AlC_tlRU&#10;&#10;► Stop Any Speeding Vehicle Using These Inventions&#10;  https://youtu.be/hwUHVEoOwdU&#10;&#10;&#10;Thanks for watching &#10;Please Like, Share and Subscribe For More Videos&#10;&#10;&#10;Don’t miss next videos: Press the little bell icon ((🔔)) to get notifications&#10;&#10;&#10;Follow me on Twitter:  https://twitter.com/vipinofficial11" id="392" name="Google Shape;392;p67" title="5 Amazing Warehouse Robots You Must See">
            <a:hlinkClick r:id="rId3"/>
          </p:cNvPr>
          <p:cNvPicPr preferRelativeResize="0"/>
          <p:nvPr/>
        </p:nvPicPr>
        <p:blipFill>
          <a:blip r:embed="rId4">
            <a:alphaModFix/>
          </a:blip>
          <a:stretch>
            <a:fillRect/>
          </a:stretch>
        </p:blipFill>
        <p:spPr>
          <a:xfrm>
            <a:off x="3348375" y="1579700"/>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396" name="Shape 396"/>
        <p:cNvGrpSpPr/>
        <p:nvPr/>
      </p:nvGrpSpPr>
      <p:grpSpPr>
        <a:xfrm>
          <a:off x="0" y="0"/>
          <a:ext cx="0" cy="0"/>
          <a:chOff x="0" y="0"/>
          <a:chExt cx="0" cy="0"/>
        </a:xfrm>
      </p:grpSpPr>
      <p:sp>
        <p:nvSpPr>
          <p:cNvPr id="397" name="Google Shape;397;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#5 - In Hospitals (during COVID)</a:t>
            </a:r>
            <a:endParaRPr/>
          </a:p>
        </p:txBody>
      </p:sp>
      <p:sp>
        <p:nvSpPr>
          <p:cNvPr id="398" name="Google Shape;398;p68"/>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99" name="Google Shape;399;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Robots are employed to offer services to people in quarantine amid the #coronavirus fight in China. #FightVirus" id="400" name="Google Shape;400;p68" title="Coronavirus fight: Robots make deliveries">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04" name="Shape 404"/>
        <p:cNvGrpSpPr/>
        <p:nvPr/>
      </p:nvGrpSpPr>
      <p:grpSpPr>
        <a:xfrm>
          <a:off x="0" y="0"/>
          <a:ext cx="0" cy="0"/>
          <a:chOff x="0" y="0"/>
          <a:chExt cx="0" cy="0"/>
        </a:xfrm>
      </p:grpSpPr>
      <p:sp>
        <p:nvSpPr>
          <p:cNvPr id="405" name="Google Shape;405;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#6 - Fruit Picking</a:t>
            </a:r>
            <a:endParaRPr/>
          </a:p>
        </p:txBody>
      </p:sp>
      <p:sp>
        <p:nvSpPr>
          <p:cNvPr id="406" name="Google Shape;406;p69"/>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700">
              <a:solidFill>
                <a:srgbClr val="202124"/>
              </a:solidFill>
              <a:highlight>
                <a:srgbClr val="FFFFFF"/>
              </a:highlight>
              <a:latin typeface="Roboto"/>
              <a:ea typeface="Roboto"/>
              <a:cs typeface="Roboto"/>
              <a:sym typeface="Roboto"/>
            </a:endParaRPr>
          </a:p>
        </p:txBody>
      </p:sp>
      <p:sp>
        <p:nvSpPr>
          <p:cNvPr id="407" name="Google Shape;407;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Named the “Agrobot,” the robot’s designed to carry out its tasks autonomously.&#10;&#10;► Subscribe for more tech &amp; culture videos: http://on.mash.to/subscribe ◄&#10;MORE FROM MASHABLE&#10;‌• Video - https://youtu.be/1qKfvfFdJqs &#10;‌• Video - https://youtu.be/3XqRJRCSQzA &#10;‌• Video - https://youtu.be/mEmwJzQjwyw &#10;&#10;Best of playlist: Best of Mashable &#10;Tech Playlist: Tech Features &amp; Trending Coverage &#10;&#10;Keep up with us on social media&#10;Mashable.com: http://on.mash.to/1hCcRpl &#10;Facebook: http://on.mash.to/2lyOwmZ&#10;Twitter: http://on.mash.to/1Udp1kz&#10;Instagram: http://on.mash.to/1U6D40z&#10;Mashable is your source for the latest in tech, culture, and entertainment.  &#10;Subscribe to Mashable: http://on.mash.to/subscribe &#10;&#10;#farming #robotics #robots" id="408" name="Google Shape;408;p69" title="Meet the Robotic Strawberry Harvesters Picking Fresh Produce">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12" name="Shape 412"/>
        <p:cNvGrpSpPr/>
        <p:nvPr/>
      </p:nvGrpSpPr>
      <p:grpSpPr>
        <a:xfrm>
          <a:off x="0" y="0"/>
          <a:ext cx="0" cy="0"/>
          <a:chOff x="0" y="0"/>
          <a:chExt cx="0" cy="0"/>
        </a:xfrm>
      </p:grpSpPr>
      <p:sp>
        <p:nvSpPr>
          <p:cNvPr id="413" name="Google Shape;413;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#7 - In Restaurants</a:t>
            </a:r>
            <a:endParaRPr/>
          </a:p>
        </p:txBody>
      </p:sp>
      <p:sp>
        <p:nvSpPr>
          <p:cNvPr id="414" name="Google Shape;414;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Such a cozy place with the cutest and helpful BellaBot.You deserve to serve by it !!!Click the video and tell me how you like it.&#10;-&#10;#deliveryrobot# #foodrobot#&#10;&#10;Learn more:https://www.pudurobotics.com/product/detail/bellabot&#10;Business email:global_sales@pudutech.com&#10;&#10;Like us on Facebook: https://www.facebook.com/PuduRobotics...&#10;Follow us on Linkedin: https://www.linkedin.com/company/pudu...&#10;Follow us on Twitter:  https://twitter.com/PuduRobotics&#10;Follow us on Instagram: https://www.instagram.com/pudurobotic...&#10;&#10;Website: https://www.pudurobotics.com/" id="415" name="Google Shape;415;p70" title="BellaBot Features-BellaBot for delivery food can be change place to place">
            <a:hlinkClick r:id="rId3"/>
          </p:cNvPr>
          <p:cNvPicPr preferRelativeResize="0"/>
          <p:nvPr/>
        </p:nvPicPr>
        <p:blipFill>
          <a:blip r:embed="rId4">
            <a:alphaModFix/>
          </a:blip>
          <a:stretch>
            <a:fillRect/>
          </a:stretch>
        </p:blipFill>
        <p:spPr>
          <a:xfrm>
            <a:off x="4891403" y="1082571"/>
            <a:ext cx="1985550" cy="1489175"/>
          </a:xfrm>
          <a:prstGeom prst="rect">
            <a:avLst/>
          </a:prstGeom>
          <a:noFill/>
          <a:ln>
            <a:noFill/>
          </a:ln>
        </p:spPr>
      </p:pic>
      <p:pic>
        <p:nvPicPr>
          <p:cNvPr descr="BellaBot is serving at Sushi Island on Kenmount road Canada. Go and find out how BellaBot provide a better service experience and none physical contact .&#10;-&#10;Learn more：https://pudurobotics.com/product/detail/bellabot&#10;Business email:global_sales@pudutech.com&#10;&#10;Like us on Facebook: https://www.facebook.com/PuduRobotics.cn&#10;Follow us on Linkedin:https://www.linkedin.com/company/pudurobotics/&#10;Follow us on Twitter:  https://twitter.com/PuduRobotics&#10;Follow us on Instagram: https://www.instagram.com/pudurobotics_official/&#10;&#10;Website: https://www.pudurobotics.com/" id="416" name="Google Shape;416;p70" title="Usage Scenario-Delivery robot BellaBot The first precence at Canada restaurant">
            <a:hlinkClick r:id="rId5"/>
          </p:cNvPr>
          <p:cNvPicPr preferRelativeResize="0"/>
          <p:nvPr/>
        </p:nvPicPr>
        <p:blipFill>
          <a:blip r:embed="rId6">
            <a:alphaModFix/>
          </a:blip>
          <a:stretch>
            <a:fillRect/>
          </a:stretch>
        </p:blipFill>
        <p:spPr>
          <a:xfrm>
            <a:off x="5998225" y="2837444"/>
            <a:ext cx="2266726" cy="1700050"/>
          </a:xfrm>
          <a:prstGeom prst="rect">
            <a:avLst/>
          </a:prstGeom>
          <a:noFill/>
          <a:ln>
            <a:noFill/>
          </a:ln>
        </p:spPr>
      </p:pic>
      <p:sp>
        <p:nvSpPr>
          <p:cNvPr id="417" name="Google Shape;417;p70"/>
          <p:cNvSpPr txBox="1"/>
          <p:nvPr/>
        </p:nvSpPr>
        <p:spPr>
          <a:xfrm>
            <a:off x="368825" y="1182375"/>
            <a:ext cx="4000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1000"/>
                                        <p:tgtEl>
                                          <p:spTgt spid="4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21" name="Shape 421"/>
        <p:cNvGrpSpPr/>
        <p:nvPr/>
      </p:nvGrpSpPr>
      <p:grpSpPr>
        <a:xfrm>
          <a:off x="0" y="0"/>
          <a:ext cx="0" cy="0"/>
          <a:chOff x="0" y="0"/>
          <a:chExt cx="0" cy="0"/>
        </a:xfrm>
      </p:grpSpPr>
      <p:sp>
        <p:nvSpPr>
          <p:cNvPr id="422" name="Google Shape;422;p7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#8 - Vacuum</a:t>
            </a:r>
            <a:endParaRPr/>
          </a:p>
        </p:txBody>
      </p:sp>
      <p:sp>
        <p:nvSpPr>
          <p:cNvPr id="423" name="Google Shape;423;p71"/>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24" name="Google Shape;424;p71"/>
          <p:cNvSpPr txBox="1"/>
          <p:nvPr>
            <p:ph idx="12" type="sldNum"/>
          </p:nvPr>
        </p:nvSpPr>
        <p:spPr>
          <a:xfrm>
            <a:off x="83962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What makes the Roomba® 900 series robot vacuum so special? Just press CLEAN, and Roomba navigates your entire home, cleaning up pet hair and debris, making sure your floors are always clean. Learn more: https://www.irobot.com/roomba/900-series &#10; &#10;Find out which robot is best for you: https://www.irobot.com/help-me-choose&#10;Facebook: https://www.facebook.com/irobot  ​ &#10;Instagram: https://www.instagram.com/irobot ​ &#10;Twitter: https://www.twitter.com/iRobot ​   &#10;LinkedIn: https://www.linkedin.com/company/irobot  ​ &#10;Support: https://homesupport.irobot.com/​ &#10;  &#10;SUBSCRIBE to get notified when new iRobot videos are posted: http://bit.ly/390fdJy.  &#10;  &#10;iRobot, the leading global consumer robot company, designs and builds robots that empower people to do more both inside and outside of the home. iRobot's products, including the award-winning Roomba® Robot Vacuum, the Braava® family of robot mops, Terra® Robot Mower and Root® Coding Robot. Our products have been welcomed into millions of homes around the world and are hard at work every day helping people to get more done. ​ &#10;  &#10;We are committed to fostering invention, discovery and technological exploration in the pursuit of practical and valuable robot products for the home. iRobot is at the forefront of developing technologies in the areas of mapping and navigation, human-robot interaction, and physical solutions. We seek to build an ecosystem of robots and technologies to enable the smart home, both through internal initiatives and by building strategic external partnerships. ​" id="425" name="Google Shape;425;p71" title="Clean Floors with the Press of a Button | Roomba® 900 series | iRobot®">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5"/>
                                        </p:tgtEl>
                                        <p:attrNameLst>
                                          <p:attrName>style.visibility</p:attrName>
                                        </p:attrNameLst>
                                      </p:cBhvr>
                                      <p:to>
                                        <p:strVal val="visible"/>
                                      </p:to>
                                    </p:set>
                                    <p:animEffect filter="fade" transition="in">
                                      <p:cBhvr>
                                        <p:cTn dur="1000"/>
                                        <p:tgtEl>
                                          <p:spTgt spid="4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29" name="Shape 429"/>
        <p:cNvGrpSpPr/>
        <p:nvPr/>
      </p:nvGrpSpPr>
      <p:grpSpPr>
        <a:xfrm>
          <a:off x="0" y="0"/>
          <a:ext cx="0" cy="0"/>
          <a:chOff x="0" y="0"/>
          <a:chExt cx="0" cy="0"/>
        </a:xfrm>
      </p:grpSpPr>
      <p:sp>
        <p:nvSpPr>
          <p:cNvPr id="430" name="Google Shape;430;p72"/>
          <p:cNvSpPr txBox="1"/>
          <p:nvPr>
            <p:ph type="title"/>
          </p:nvPr>
        </p:nvSpPr>
        <p:spPr>
          <a:xfrm>
            <a:off x="356550" y="3553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#9 - Toyota Basketball Robot</a:t>
            </a:r>
            <a:endParaRPr/>
          </a:p>
        </p:txBody>
      </p:sp>
      <p:sp>
        <p:nvSpPr>
          <p:cNvPr id="431" name="Google Shape;431;p72"/>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32" name="Google Shape;432;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s/o https://twitter.com/GwashburnGlobe&#10;&#10;#nba #olympics #mlg" id="433" name="Google Shape;433;p72" title="basketball robot can't miss at half-time">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437" name="Shape 437"/>
        <p:cNvGrpSpPr/>
        <p:nvPr/>
      </p:nvGrpSpPr>
      <p:grpSpPr>
        <a:xfrm>
          <a:off x="0" y="0"/>
          <a:ext cx="0" cy="0"/>
          <a:chOff x="0" y="0"/>
          <a:chExt cx="0" cy="0"/>
        </a:xfrm>
      </p:grpSpPr>
      <p:sp>
        <p:nvSpPr>
          <p:cNvPr id="438" name="Google Shape;438;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Robot Video #10 - Pizza-Making Robot</a:t>
            </a:r>
            <a:endParaRPr/>
          </a:p>
        </p:txBody>
      </p:sp>
      <p:sp>
        <p:nvSpPr>
          <p:cNvPr id="439" name="Google Shape;439;p73"/>
          <p:cNvSpPr txBox="1"/>
          <p:nvPr>
            <p:ph idx="1" type="body"/>
          </p:nvPr>
        </p:nvSpPr>
        <p:spPr>
          <a:xfrm>
            <a:off x="485325" y="1152475"/>
            <a:ext cx="2958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440" name="Google Shape;440;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Pazzi’ means ‘crazy’ in Italian – the perfect name for the world’s first autonomous pizza robot. It does everything on its own, and can make several pizzas at once. Is it a threat to the traditional pizzaioli?&#10;&#10;#PizzaRobot #Pizza # DWFood&#10;------------------------------------------------------------------------------------&#10;Subscribe to DW Food: &#10;https://bit.ly/DWFood_Sub&#10;&#10;DW Food brings you the perfect blend of culinary trends, easy DIY recipes, exciting food secrets &amp; a look behind the scenes of Europe’s culinary culture." id="441" name="Google Shape;441;p73" title="How the World’s First Autonomous Pizza Robot Works">
            <a:hlinkClick r:id="rId3"/>
          </p:cNvPr>
          <p:cNvPicPr preferRelativeResize="0"/>
          <p:nvPr/>
        </p:nvPicPr>
        <p:blipFill>
          <a:blip r:embed="rId4">
            <a:alphaModFix/>
          </a:blip>
          <a:stretch>
            <a:fillRect/>
          </a:stretch>
        </p:blipFill>
        <p:spPr>
          <a:xfrm>
            <a:off x="3596025" y="1170125"/>
            <a:ext cx="4454256" cy="33406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Careers in Robotics</a:t>
            </a:r>
            <a:endParaRPr/>
          </a:p>
        </p:txBody>
      </p:sp>
      <p:sp>
        <p:nvSpPr>
          <p:cNvPr id="447" name="Google Shape;447;p74"/>
          <p:cNvSpPr txBox="1"/>
          <p:nvPr>
            <p:ph idx="1" type="body"/>
          </p:nvPr>
        </p:nvSpPr>
        <p:spPr>
          <a:xfrm>
            <a:off x="311700" y="1152475"/>
            <a:ext cx="44490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Robotics is an interdisciplinary field that draws ideas from </a:t>
            </a:r>
            <a:r>
              <a:rPr lang="en"/>
              <a:t>electrical</a:t>
            </a:r>
            <a:r>
              <a:rPr lang="en"/>
              <a:t> engineering, mechanical engineering, and computer science (including artificial intelligence).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Mechanical Engineer</a:t>
            </a:r>
            <a:endParaRPr/>
          </a:p>
          <a:p>
            <a:pPr indent="0" lvl="0" marL="0" rtl="0" algn="l">
              <a:spcBef>
                <a:spcPts val="1200"/>
              </a:spcBef>
              <a:spcAft>
                <a:spcPts val="0"/>
              </a:spcAft>
              <a:buNone/>
            </a:pPr>
            <a:r>
              <a:rPr lang="en"/>
              <a:t>Computer Scientist </a:t>
            </a:r>
            <a:endParaRPr/>
          </a:p>
          <a:p>
            <a:pPr indent="0" lvl="0" marL="0" rtl="0" algn="l">
              <a:spcBef>
                <a:spcPts val="1200"/>
              </a:spcBef>
              <a:spcAft>
                <a:spcPts val="0"/>
              </a:spcAft>
              <a:buNone/>
            </a:pPr>
            <a:r>
              <a:rPr lang="en"/>
              <a:t>Roboticist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448" name="Google Shape;448;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49" name="Google Shape;449;p74"/>
          <p:cNvPicPr preferRelativeResize="0"/>
          <p:nvPr/>
        </p:nvPicPr>
        <p:blipFill>
          <a:blip r:embed="rId3">
            <a:alphaModFix/>
          </a:blip>
          <a:stretch>
            <a:fillRect/>
          </a:stretch>
        </p:blipFill>
        <p:spPr>
          <a:xfrm>
            <a:off x="4913100" y="1170125"/>
            <a:ext cx="4078500" cy="208898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dk1"/>
                </a:solidFill>
              </a:rPr>
              <a:t>Dr.  Ayanna Howard</a:t>
            </a:r>
            <a:br>
              <a:rPr lang="en">
                <a:solidFill>
                  <a:schemeClr val="dk1"/>
                </a:solidFill>
              </a:rPr>
            </a:br>
            <a:r>
              <a:rPr i="1" lang="en" sz="2577"/>
              <a:t>Roboticist, NASA Engineer, Entrepreneur, Professor, &amp; Dean </a:t>
            </a:r>
            <a:endParaRPr i="1" sz="2577"/>
          </a:p>
          <a:p>
            <a:pPr indent="0" lvl="0" marL="0" rtl="0" algn="l">
              <a:spcBef>
                <a:spcPts val="0"/>
              </a:spcBef>
              <a:spcAft>
                <a:spcPts val="0"/>
              </a:spcAft>
              <a:buNone/>
            </a:pPr>
            <a:r>
              <a:t/>
            </a:r>
            <a:endParaRPr/>
          </a:p>
        </p:txBody>
      </p:sp>
      <p:sp>
        <p:nvSpPr>
          <p:cNvPr id="455" name="Google Shape;455;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456" name="Google Shape;456;p75"/>
          <p:cNvPicPr preferRelativeResize="0"/>
          <p:nvPr/>
        </p:nvPicPr>
        <p:blipFill>
          <a:blip r:embed="rId3">
            <a:alphaModFix/>
          </a:blip>
          <a:stretch>
            <a:fillRect/>
          </a:stretch>
        </p:blipFill>
        <p:spPr>
          <a:xfrm>
            <a:off x="311700" y="1784275"/>
            <a:ext cx="4638099" cy="2606299"/>
          </a:xfrm>
          <a:prstGeom prst="rect">
            <a:avLst/>
          </a:prstGeom>
          <a:noFill/>
          <a:ln>
            <a:noFill/>
          </a:ln>
        </p:spPr>
      </p:pic>
      <p:pic>
        <p:nvPicPr>
          <p:cNvPr descr="Growing up, Howard was obsessed with creating robots. She earned her Ph.D. in Electrical Engineering and by the time she was 27 she landed her dream job at NASA's Jet Propulsion Laboratory (JPL). Howard describes an experience early on in her career at JPL and how courage is a necessary part of the invention process.&#10;&#10;• Read Being Different Helped A NASA Roboticist Achieve Her Dream at www.npr.org/2017/12/08/569474169/being-different-helped-a-nasa-roboticist-achieve-her-dream&#10;&#10;------------------------------------------------------&#10;&#10;Subscribe to NPR on YouTube: https://www.youtube.com/npr&#10;&#10;Follow NPR elsewhere, too:&#10;• Twitter: https://twitter.com/npr&#10;• Facebook: https://www.facebook.com/NPR&#10;• Instagram: https://www.instagram.com/npr/&#10;• Tumblr: http://npr.tumblr.com/&#10;• Snapchat: https://www.snapchat.com/add/npr&#10;&#10;ABOUT NPR&#10;NPR connects to audiences on the air, on demand, online, and in person. More than 26 million radio listeners tune in to NPR stations each week and more than 36 million unique visitors access NPR.org each month making NPR one of the most trusted sources of news and insights on life and the arts. NPR is also the leading publisher of podcasts, with 36 original shows and an average of 4 million listeners per week. NPR shares compelling stories, audio and photos with millions of social media users on Facebook, Twitter, Instagram, Pinterest, YouTube and Snapchat; NPR News and NPR One apps, online streaming, podcasts, iTunes radio and connected car dashboards help meet audiences where they are. NPR's live events bring to the stage two-way conversations between NPR hosts and the audience in collaboration with the public radio Member Station community. This robust access to public service journalism makes NPR an indispensable resource in the media landscape." id="457" name="Google Shape;457;p75" title="The Courage To Invent: A NASA Roboticist Tells Her Story | Joe's Big Idea| NPR">
            <a:hlinkClick r:id="rId4"/>
          </p:cNvPr>
          <p:cNvPicPr preferRelativeResize="0"/>
          <p:nvPr/>
        </p:nvPicPr>
        <p:blipFill>
          <a:blip r:embed="rId5">
            <a:alphaModFix/>
          </a:blip>
          <a:stretch>
            <a:fillRect/>
          </a:stretch>
        </p:blipFill>
        <p:spPr>
          <a:xfrm>
            <a:off x="4938024" y="1628900"/>
            <a:ext cx="3889400" cy="2917050"/>
          </a:xfrm>
          <a:prstGeom prst="rect">
            <a:avLst/>
          </a:prstGeom>
          <a:noFill/>
          <a:ln>
            <a:noFill/>
          </a:ln>
        </p:spPr>
      </p:pic>
      <p:sp>
        <p:nvSpPr>
          <p:cNvPr id="458" name="Google Shape;458;p75"/>
          <p:cNvSpPr txBox="1"/>
          <p:nvPr/>
        </p:nvSpPr>
        <p:spPr>
          <a:xfrm>
            <a:off x="5293025" y="4472100"/>
            <a:ext cx="31794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t>Learn more about her journey. Watch &amp; </a:t>
            </a:r>
            <a:r>
              <a:rPr b="1" lang="en" u="sng">
                <a:solidFill>
                  <a:schemeClr val="hlink"/>
                </a:solidFill>
                <a:hlinkClick r:id="rId6"/>
              </a:rPr>
              <a:t>Read</a:t>
            </a:r>
            <a:r>
              <a:rPr b="1" lang="en"/>
              <a:t>, </a:t>
            </a:r>
            <a:r>
              <a:rPr b="1" lang="en" u="sng">
                <a:solidFill>
                  <a:schemeClr val="hlink"/>
                </a:solidFill>
                <a:hlinkClick r:id="rId7"/>
              </a:rPr>
              <a:t>Deeper Read</a:t>
            </a:r>
            <a:r>
              <a:rPr b="1" lang="en"/>
              <a:t> </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7"/>
                                        </p:tgtEl>
                                        <p:attrNameLst>
                                          <p:attrName>style.visibility</p:attrName>
                                        </p:attrNameLst>
                                      </p:cBhvr>
                                      <p:to>
                                        <p:strVal val="visible"/>
                                      </p:to>
                                    </p:set>
                                    <p:animEffect filter="fade" transition="in">
                                      <p:cBhvr>
                                        <p:cTn dur="1000"/>
                                        <p:tgtEl>
                                          <p:spTgt spid="4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Varieties of Autonomous Robots</a:t>
            </a:r>
            <a:endParaRPr/>
          </a:p>
        </p:txBody>
      </p:sp>
      <p:sp>
        <p:nvSpPr>
          <p:cNvPr id="464" name="Google Shape;464;p7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Five warehouse robots: </a:t>
            </a:r>
            <a:r>
              <a:rPr lang="en" u="sng">
                <a:solidFill>
                  <a:schemeClr val="hlink"/>
                </a:solidFill>
                <a:hlinkClick r:id="rId3"/>
              </a:rPr>
              <a:t>https://www.youtube.com/watch?v=9mG1bgs_ND0</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
        <p:nvSpPr>
          <p:cNvPr id="465" name="Google Shape;465;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6" name="Google Shape;466;p76"/>
          <p:cNvSpPr txBox="1"/>
          <p:nvPr/>
        </p:nvSpPr>
        <p:spPr>
          <a:xfrm>
            <a:off x="6076700" y="434050"/>
            <a:ext cx="2864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4"/>
              </a:rPr>
              <a:t>Learn more about robots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77"/>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My Dream Bot</a:t>
            </a:r>
            <a:endParaRPr/>
          </a:p>
        </p:txBody>
      </p:sp>
      <p:sp>
        <p:nvSpPr>
          <p:cNvPr id="472" name="Google Shape;472;p77"/>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fontScale="92500" lnSpcReduction="10000"/>
          </a:bodyPr>
          <a:lstStyle/>
          <a:p>
            <a:pPr indent="0" lvl="0" marL="0" rtl="0" algn="ctr">
              <a:spcBef>
                <a:spcPts val="0"/>
              </a:spcBef>
              <a:spcAft>
                <a:spcPts val="0"/>
              </a:spcAft>
              <a:buNone/>
            </a:pPr>
            <a:r>
              <a:rPr lang="en"/>
              <a:t>Over the course of Unit 1, you will design your own dream robot.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7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28947"/>
              <a:buFont typeface="Arial"/>
              <a:buNone/>
            </a:pPr>
            <a:r>
              <a:rPr lang="en" sz="3420">
                <a:latin typeface="Comic Sans MS"/>
                <a:ea typeface="Comic Sans MS"/>
                <a:cs typeface="Comic Sans MS"/>
                <a:sym typeface="Comic Sans MS"/>
              </a:rPr>
              <a:t>Lesson 1.2 (B): Exit Ticket</a:t>
            </a:r>
            <a:endParaRPr sz="3420">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478" name="Google Shape;478;p7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sz="3100">
                <a:solidFill>
                  <a:srgbClr val="65D8C0"/>
                </a:solidFill>
                <a:latin typeface="Comic Sans MS"/>
                <a:ea typeface="Comic Sans MS"/>
                <a:cs typeface="Comic Sans MS"/>
                <a:sym typeface="Comic Sans MS"/>
              </a:rPr>
              <a:t>Let’s make your dream robot autonomous!</a:t>
            </a:r>
            <a:endParaRPr sz="3100">
              <a:solidFill>
                <a:srgbClr val="65D8C0"/>
              </a:solidFill>
              <a:latin typeface="Comic Sans MS"/>
              <a:ea typeface="Comic Sans MS"/>
              <a:cs typeface="Comic Sans MS"/>
              <a:sym typeface="Comic Sans MS"/>
            </a:endParaRPr>
          </a:p>
          <a:p>
            <a:pPr indent="0" lvl="0" marL="0" rtl="0" algn="l">
              <a:spcBef>
                <a:spcPts val="1200"/>
              </a:spcBef>
              <a:spcAft>
                <a:spcPts val="0"/>
              </a:spcAft>
              <a:buNone/>
            </a:pPr>
            <a:r>
              <a:rPr lang="en" sz="2400">
                <a:solidFill>
                  <a:srgbClr val="000000"/>
                </a:solidFill>
                <a:latin typeface="Comic Sans MS"/>
                <a:ea typeface="Comic Sans MS"/>
                <a:cs typeface="Comic Sans MS"/>
                <a:sym typeface="Comic Sans MS"/>
              </a:rPr>
              <a:t>What decisions can your robot make?</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2400">
              <a:solidFill>
                <a:srgbClr val="000000"/>
              </a:solidFill>
              <a:latin typeface="Comic Sans MS"/>
              <a:ea typeface="Comic Sans MS"/>
              <a:cs typeface="Comic Sans MS"/>
              <a:sym typeface="Comic Sans MS"/>
            </a:endParaRPr>
          </a:p>
          <a:p>
            <a:pPr indent="-381000" lvl="0" marL="457200" rtl="0" algn="l">
              <a:spcBef>
                <a:spcPts val="0"/>
              </a:spcBef>
              <a:spcAft>
                <a:spcPts val="0"/>
              </a:spcAft>
              <a:buClr>
                <a:srgbClr val="000000"/>
              </a:buClr>
              <a:buSzPts val="2400"/>
              <a:buFont typeface="Comic Sans MS"/>
              <a:buAutoNum type="arabicPeriod"/>
            </a:pPr>
            <a:r>
              <a:rPr lang="en" sz="2400">
                <a:solidFill>
                  <a:srgbClr val="000000"/>
                </a:solidFill>
                <a:latin typeface="Comic Sans MS"/>
                <a:ea typeface="Comic Sans MS"/>
                <a:cs typeface="Comic Sans MS"/>
                <a:sym typeface="Comic Sans MS"/>
              </a:rPr>
              <a:t>…</a:t>
            </a:r>
            <a:endParaRPr sz="3100">
              <a:solidFill>
                <a:srgbClr val="000000"/>
              </a:solidFill>
              <a:latin typeface="Comic Sans MS"/>
              <a:ea typeface="Comic Sans MS"/>
              <a:cs typeface="Comic Sans MS"/>
              <a:sym typeface="Comic Sans MS"/>
            </a:endParaRPr>
          </a:p>
        </p:txBody>
      </p:sp>
      <p:sp>
        <p:nvSpPr>
          <p:cNvPr id="479" name="Google Shape;479;p78"/>
          <p:cNvSpPr txBox="1"/>
          <p:nvPr/>
        </p:nvSpPr>
        <p:spPr>
          <a:xfrm>
            <a:off x="6331800" y="76275"/>
            <a:ext cx="2812200" cy="1025100"/>
          </a:xfrm>
          <a:prstGeom prst="rect">
            <a:avLst/>
          </a:prstGeom>
          <a:noFill/>
          <a:ln cap="flat" cmpd="sng" w="19050">
            <a:solidFill>
              <a:srgbClr val="FF0000"/>
            </a:solidFill>
            <a:prstDash val="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rgbClr val="000000"/>
              </a:buClr>
              <a:buSzPts val="990"/>
              <a:buFont typeface="Arial"/>
              <a:buNone/>
            </a:pPr>
            <a:r>
              <a:rPr b="1" lang="en" sz="1820">
                <a:solidFill>
                  <a:srgbClr val="0000FF"/>
                </a:solidFill>
                <a:latin typeface="Comic Sans MS"/>
                <a:ea typeface="Comic Sans MS"/>
                <a:cs typeface="Comic Sans MS"/>
                <a:sym typeface="Comic Sans MS"/>
              </a:rPr>
              <a:t>Tip: Students should complete in their </a:t>
            </a:r>
            <a:r>
              <a:rPr b="1" lang="en" sz="1820" u="sng">
                <a:solidFill>
                  <a:srgbClr val="0000FF"/>
                </a:solidFill>
                <a:latin typeface="Comic Sans MS"/>
                <a:ea typeface="Comic Sans MS"/>
                <a:cs typeface="Comic Sans MS"/>
                <a:sym typeface="Comic Sans MS"/>
              </a:rPr>
              <a:t>own </a:t>
            </a:r>
            <a:r>
              <a:rPr b="1" lang="en" sz="1820">
                <a:solidFill>
                  <a:srgbClr val="0000FF"/>
                </a:solidFill>
                <a:latin typeface="Comic Sans MS"/>
                <a:ea typeface="Comic Sans MS"/>
                <a:cs typeface="Comic Sans MS"/>
                <a:sym typeface="Comic Sans MS"/>
              </a:rPr>
              <a:t> Dream Bot slides</a:t>
            </a:r>
            <a:endParaRPr>
              <a:solidFill>
                <a:srgbClr val="0000FF"/>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