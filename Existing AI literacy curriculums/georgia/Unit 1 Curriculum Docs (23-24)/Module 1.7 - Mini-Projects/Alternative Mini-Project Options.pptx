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e52f6d0d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e52f6d0d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rive.google.com/file/d/1wTf1Lv9vHVz4pG9VEy9rA8QWmYRaGZjF/view?usp=sharing" TargetMode="External"/><Relationship Id="rId4" Type="http://schemas.openxmlformats.org/officeDocument/2006/relationships/hyperlink" Target="https://drive.google.com/file/d/1jMN5uxdJ6jzfb3f0ARFMesMW318K7Hhi/view?usp=sharing" TargetMode="External"/><Relationship Id="rId5" Type="http://schemas.openxmlformats.org/officeDocument/2006/relationships/hyperlink" Target="https://drive.google.com/drive/folders/1jHKfbYVYfXdCktXIEbIBEE2p2Szngzcm?usp=sharing" TargetMode="External"/><Relationship Id="rId6" Type="http://schemas.openxmlformats.org/officeDocument/2006/relationships/hyperlink" Target="https://drive.google.com/drive/folders/1EV9g014kd5RvHVF8T8HWdx5T3Tcl6YAH?usp=sharing" TargetMode="External"/><Relationship Id="rId7" Type="http://schemas.openxmlformats.org/officeDocument/2006/relationships/hyperlink" Target="https://docs.google.com/document/d/1PRjTdJ-K0lSdogQ6woKtmnLj65tj_mPFDFVEDGn6ajA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 Mini-Projects</a:t>
            </a:r>
            <a:r>
              <a:rPr lang="en" sz="2420"/>
              <a:t>Module 8: (3 days)</a:t>
            </a:r>
            <a:endParaRPr sz="242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Mini-projects ask students to create an artifact.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Students pick a project from a list or propose their own idea.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Provides an opportunity for them to express what they have learned and demonstrate their creativity.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These are not meant to be a summative evaluation.</a:t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851775" y="184250"/>
            <a:ext cx="4209000" cy="48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Project Ideas &amp; Tools required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Pixton (Comic Creator tool)</a:t>
            </a:r>
            <a:endParaRPr i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Speculative Fiction - Pick a current technology and research how it works and current and future impacts. (ppt </a:t>
            </a:r>
            <a:r>
              <a:rPr lang="en" sz="1000" u="sng">
                <a:solidFill>
                  <a:schemeClr val="hlink"/>
                </a:solidFill>
                <a:hlinkClick r:id="rId3"/>
              </a:rPr>
              <a:t>example</a:t>
            </a:r>
            <a:r>
              <a:rPr lang="en" sz="1000">
                <a:solidFill>
                  <a:schemeClr val="dk1"/>
                </a:solidFill>
              </a:rPr>
              <a:t>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Comic: Ethical cartoon about autonomous vehicles (</a:t>
            </a:r>
            <a:r>
              <a:rPr lang="en" sz="1000" u="sng">
                <a:solidFill>
                  <a:schemeClr val="hlink"/>
                </a:solidFill>
                <a:hlinkClick r:id="rId4"/>
              </a:rPr>
              <a:t>example</a:t>
            </a:r>
            <a:r>
              <a:rPr lang="en" sz="1000">
                <a:solidFill>
                  <a:schemeClr val="dk1"/>
                </a:solidFill>
              </a:rPr>
              <a:t>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Tool-driven Artifact</a:t>
            </a:r>
            <a:endParaRPr i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Char char="●"/>
            </a:pPr>
            <a:r>
              <a:rPr lang="en" sz="1000" u="sng">
                <a:solidFill>
                  <a:srgbClr val="FF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 finding with Calypso</a:t>
            </a:r>
            <a:r>
              <a:rPr lang="en" sz="1000">
                <a:solidFill>
                  <a:srgbClr val="FF0000"/>
                </a:solidFill>
              </a:rPr>
              <a:t> </a:t>
            </a:r>
            <a:endParaRPr sz="1000">
              <a:solidFill>
                <a:srgbClr val="FF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Char char="●"/>
            </a:pPr>
            <a:r>
              <a:rPr lang="en" sz="1000" u="sng">
                <a:solidFill>
                  <a:srgbClr val="FF0000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Learning traffic signs with Teachable Machine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Powerpoint or Video</a:t>
            </a:r>
            <a:endParaRPr i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Choose an autonomous technology that is personally relevant; what are its strengths, weaknesses, pros, and cons; how they might improve or innovate that technology.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Advertisement / PSA: Consumer advocates advertisement for autonomous vehicles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E.g., medical or food delivery for sick or elderly people or people who don’t have access  transportation or pleasure 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Debate: Pros and Cons of Autonomous vehicles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Current or potential use of autonomous robots or vehicles in your county or surrounding area or state. Interview people, research -&gt; Make a poster for the school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Flexibility Project &amp; Rubric Example</a:t>
            </a:r>
            <a:endParaRPr i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 u="sng">
                <a:solidFill>
                  <a:schemeClr val="hlink"/>
                </a:solidFill>
                <a:hlinkClick r:id="rId7"/>
              </a:rPr>
              <a:t>Design Innovators</a:t>
            </a:r>
            <a:r>
              <a:rPr lang="en" sz="1000">
                <a:solidFill>
                  <a:schemeClr val="dk1"/>
                </a:solidFill>
              </a:rPr>
              <a:t> - Imaging a car or robot of the future - (e.g., RoboUber for child transportation)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