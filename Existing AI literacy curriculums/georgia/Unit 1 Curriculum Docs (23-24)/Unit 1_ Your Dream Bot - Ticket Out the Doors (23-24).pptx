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bf900a0f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bf900a0f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bf900a0f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5bf900a0f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bf900a0f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5bf900a0f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bf900a0f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bf900a0f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bf900a0f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bf900a0f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bf900a0f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bf900a0f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bf900a0f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bf900a0f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bf900a0f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bf900a0f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bf900a0f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bf900a0f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*how to make this work with other sensors?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bf900a0f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bf900a0f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reativecommons.org/licenses/by-nc-sa/4.0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Editing Make a copy of this document</a:t>
            </a:r>
            <a:endParaRPr/>
          </a:p>
        </p:txBody>
      </p:sp>
      <p:grpSp>
        <p:nvGrpSpPr>
          <p:cNvPr id="112" name="Google Shape;112;p25"/>
          <p:cNvGrpSpPr/>
          <p:nvPr/>
        </p:nvGrpSpPr>
        <p:grpSpPr>
          <a:xfrm>
            <a:off x="152395" y="1304844"/>
            <a:ext cx="5880632" cy="3035728"/>
            <a:chOff x="152400" y="1304825"/>
            <a:chExt cx="8679900" cy="3727564"/>
          </a:xfrm>
        </p:grpSpPr>
        <p:pic>
          <p:nvPicPr>
            <p:cNvPr id="113" name="Google Shape;113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304825"/>
              <a:ext cx="8679900" cy="3727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5"/>
            <p:cNvSpPr/>
            <p:nvPr/>
          </p:nvSpPr>
          <p:spPr>
            <a:xfrm>
              <a:off x="578725" y="1533650"/>
              <a:ext cx="7668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817925" y="3393325"/>
              <a:ext cx="41304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5"/>
            <p:cNvSpPr/>
            <p:nvPr/>
          </p:nvSpPr>
          <p:spPr>
            <a:xfrm>
              <a:off x="5064900" y="3328675"/>
              <a:ext cx="22704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25"/>
          <p:cNvPicPr preferRelativeResize="0"/>
          <p:nvPr/>
        </p:nvPicPr>
        <p:blipFill rotWithShape="1">
          <a:blip r:embed="rId4">
            <a:alphaModFix/>
          </a:blip>
          <a:srcRect b="0" l="0" r="0" t="3025"/>
          <a:stretch/>
        </p:blipFill>
        <p:spPr>
          <a:xfrm>
            <a:off x="6222125" y="1337025"/>
            <a:ext cx="2756000" cy="3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5"/>
          <p:cNvSpPr txBox="1"/>
          <p:nvPr/>
        </p:nvSpPr>
        <p:spPr>
          <a:xfrm>
            <a:off x="80375" y="981425"/>
            <a:ext cx="54357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1: File &gt; Make a copy &gt; Entire Presentation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318775" y="878993"/>
            <a:ext cx="1300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7027525" y="845575"/>
            <a:ext cx="2116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Add your name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Delete highlighted text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6222125" y="4664425"/>
            <a:ext cx="2922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3</a:t>
            </a: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- Click Make a copy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257725" y="2183200"/>
            <a:ext cx="769800" cy="248400"/>
          </a:xfrm>
          <a:prstGeom prst="rect">
            <a:avLst/>
          </a:prstGeom>
          <a:solidFill>
            <a:srgbClr val="EEFF41">
              <a:alpha val="34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5"/>
          <p:cNvCxnSpPr/>
          <p:nvPr/>
        </p:nvCxnSpPr>
        <p:spPr>
          <a:xfrm flipH="1">
            <a:off x="6794625" y="1147050"/>
            <a:ext cx="306900" cy="102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5"/>
          <p:cNvCxnSpPr/>
          <p:nvPr/>
        </p:nvCxnSpPr>
        <p:spPr>
          <a:xfrm flipH="1">
            <a:off x="7634875" y="1358925"/>
            <a:ext cx="226500" cy="78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5" name="Google Shape;125;p25"/>
          <p:cNvSpPr/>
          <p:nvPr/>
        </p:nvSpPr>
        <p:spPr>
          <a:xfrm>
            <a:off x="7731747" y="4204824"/>
            <a:ext cx="1137900" cy="376200"/>
          </a:xfrm>
          <a:prstGeom prst="rect">
            <a:avLst/>
          </a:prstGeom>
          <a:solidFill>
            <a:srgbClr val="EEFF41">
              <a:alpha val="34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Dream Bot</a:t>
            </a:r>
            <a:endParaRPr/>
          </a:p>
        </p:txBody>
      </p:sp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the course of Unit 1, you will design your own dream robot.</a:t>
            </a:r>
            <a:endParaRPr/>
          </a:p>
        </p:txBody>
      </p:sp>
      <p:sp>
        <p:nvSpPr>
          <p:cNvPr id="132" name="Google Shape;132;p26"/>
          <p:cNvSpPr txBox="1"/>
          <p:nvPr/>
        </p:nvSpPr>
        <p:spPr>
          <a:xfrm>
            <a:off x="1400250" y="4492813"/>
            <a:ext cx="812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Lesson 1.2 (A): Exit Ticket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you could have a dream robot to help with one aspect of your life, what would the robot do?</a:t>
            </a:r>
            <a:endParaRPr sz="24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would you name the robot?</a:t>
            </a:r>
            <a:endParaRPr sz="24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Char char="●"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Lesson 1.2 (B): Exit Ticket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Let’s make your dream robot autonomous!</a:t>
            </a:r>
            <a:endParaRPr sz="31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decisions can your robot make?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31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63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Lesson 1.3 (A): Exit Ticket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things will your dream robot be able to sense? What kinds of sensors is it going to use?</a:t>
            </a:r>
            <a:endParaRPr sz="20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Comic Sans MS"/>
              <a:buChar char="●"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63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Lesson 1.3 (B): Exit Ticket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65D8C0"/>
              </a:buClr>
              <a:buSzPts val="2300"/>
              <a:buFont typeface="Comic Sans MS"/>
              <a:buChar char="●"/>
            </a:pPr>
            <a:r>
              <a:rPr lang="en" sz="23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does your robot look like physically?</a:t>
            </a:r>
            <a:endParaRPr sz="23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3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65D8C0"/>
              </a:buClr>
              <a:buSzPts val="2300"/>
              <a:buFont typeface="Comic Sans MS"/>
              <a:buChar char="●"/>
            </a:pPr>
            <a:r>
              <a:rPr lang="en" sz="23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robot looks like:</a:t>
            </a:r>
            <a:endParaRPr sz="1975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4055" lvl="1" marL="914400" rtl="0" algn="l">
              <a:spcBef>
                <a:spcPts val="0"/>
              </a:spcBef>
              <a:spcAft>
                <a:spcPts val="0"/>
              </a:spcAft>
              <a:buClr>
                <a:srgbClr val="65D8C0"/>
              </a:buClr>
              <a:buSzPts val="1976"/>
              <a:buFont typeface="Comic Sans MS"/>
              <a:buChar char="○"/>
            </a:pPr>
            <a:r>
              <a:rPr lang="en" sz="23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Describe your robot</a:t>
            </a:r>
            <a:endParaRPr sz="1975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4055" lvl="1" marL="914400" rtl="0" algn="l">
              <a:spcBef>
                <a:spcPts val="0"/>
              </a:spcBef>
              <a:spcAft>
                <a:spcPts val="0"/>
              </a:spcAft>
              <a:buClr>
                <a:srgbClr val="65D8C0"/>
              </a:buClr>
              <a:buSzPts val="1976"/>
              <a:buFont typeface="Comic Sans MS"/>
              <a:buChar char="○"/>
            </a:pPr>
            <a:r>
              <a:rPr lang="en" sz="1975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" sz="2300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here are all of the sensors located on the robot?</a:t>
            </a:r>
            <a:endParaRPr sz="23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Your Robot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options: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labeled drawing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description and diagram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3D model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Cardboard model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Lesson 1.4: Perception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My robot needs to detect …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Example: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 robot waiter uses cameras to tell where tables are so it can place food at the correct table.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Hint: Not sure what sensor to use? Try searching on the internet.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4883926" y="994950"/>
            <a:ext cx="4151450" cy="35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1.5: Route Finding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266325"/>
            <a:ext cx="4671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Imagine you robot needs to move. </a:t>
            </a:r>
            <a:endParaRPr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might your robot use “route finding”? </a:t>
            </a:r>
            <a:r>
              <a:rPr lang="en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robot will map out the house to…</a:t>
            </a:r>
            <a:endParaRPr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map would your robot need to know or discover? </a:t>
            </a:r>
            <a:endParaRPr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5D8C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your robot find the best route? (pre-determined, breadth-first, etc)</a:t>
            </a:r>
            <a:endParaRPr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1.6: Societal Impact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some concerns people might have about your robot’s impact on society?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some aspects of your robot (or things you could add to it) that would have positive impacts on society?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type of work places or locations (industries) might be interested in using your robots?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