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Proxima Nova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4850107-B411-46D8-BE02-0839FF994D57}">
  <a:tblStyle styleId="{B4850107-B411-46D8-BE02-0839FF994D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bold.fntdata"/><Relationship Id="rId11" Type="http://schemas.openxmlformats.org/officeDocument/2006/relationships/slide" Target="slides/slide5.xml"/><Relationship Id="rId22" Type="http://schemas.openxmlformats.org/officeDocument/2006/relationships/font" Target="fonts/ProximaNova-boldItalic.fntdata"/><Relationship Id="rId10" Type="http://schemas.openxmlformats.org/officeDocument/2006/relationships/slide" Target="slides/slide4.xml"/><Relationship Id="rId21" Type="http://schemas.openxmlformats.org/officeDocument/2006/relationships/font" Target="fonts/ProximaNova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ProximaNova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e52927c58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e52927c5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e52927c58e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e52927c58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e52927c58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e52927c58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e52927c58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e52927c58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e52927c58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e52927c58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e52927c58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e52927c58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e52927c58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e52927c58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e52927c58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e52927c58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e52927c58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e52927c58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e52927c58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e52927c58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e52927c58e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e52927c58e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e52927c58e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e52927c58e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reativecommons.org/licenses/by-nc-sa/4.0/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Unit 1 AI Concepts Review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1201900" y="4543200"/>
            <a:ext cx="8992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Developed for the AI4GA (Artificial Intelligence for Georgia) project funded by National Science Foundation awards DRL-2049029 and DRL-2048502.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highlight>
                  <a:schemeClr val="lt1"/>
                </a:highlight>
              </a:rPr>
              <a:t>This work is licensed under the Creative Commons Attribution-NonCommercial-ShareAlike 4.0 International License. </a:t>
            </a:r>
            <a:r>
              <a:rPr b="1" lang="en" sz="900" u="sng">
                <a:solidFill>
                  <a:schemeClr val="accent5"/>
                </a:solidFill>
                <a:highlight>
                  <a:schemeClr val="lt1"/>
                </a:highlight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https://creativecommons.org/licenses/by-nc-sa/4.0/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250" y="4638313"/>
            <a:ext cx="1157850" cy="41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Task: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294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assignment, you will be examining different concepts and terms.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Step 1</a:t>
            </a:r>
            <a:r>
              <a:rPr lang="en"/>
              <a:t>: Define the concept.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Step 2</a:t>
            </a:r>
            <a:r>
              <a:rPr lang="en"/>
              <a:t>: Explain the concept, using terms that 5 year old could understand (ELI5).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Step 3:</a:t>
            </a:r>
            <a:r>
              <a:rPr lang="en"/>
              <a:t> Go online and find a picture to represent this concept. Insert the picture into the slide.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Step 4: </a:t>
            </a:r>
            <a:r>
              <a:rPr lang="en"/>
              <a:t>Tell why this concept is important to robots and self driving vehicles.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4478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 1: Autonomous </a:t>
            </a:r>
            <a:endParaRPr/>
          </a:p>
        </p:txBody>
      </p:sp>
      <p:graphicFrame>
        <p:nvGraphicFramePr>
          <p:cNvPr id="68" name="Google Shape;68;p15"/>
          <p:cNvGraphicFramePr/>
          <p:nvPr/>
        </p:nvGraphicFramePr>
        <p:xfrm>
          <a:off x="44780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{B4850107-B411-46D8-BE02-0839FF994D57}</a:tableStyleId>
              </a:tblPr>
              <a:tblGrid>
                <a:gridCol w="4845950"/>
              </a:tblGrid>
              <a:tr h="134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Definition: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4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ELI5: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4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Tell why this concept is important to robots and self driving vehicles: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9" name="Google Shape;69;p15"/>
          <p:cNvSpPr txBox="1"/>
          <p:nvPr/>
        </p:nvSpPr>
        <p:spPr>
          <a:xfrm>
            <a:off x="5436700" y="1017725"/>
            <a:ext cx="345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Insert your image below: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4478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 2: Hardware </a:t>
            </a:r>
            <a:endParaRPr/>
          </a:p>
        </p:txBody>
      </p:sp>
      <p:graphicFrame>
        <p:nvGraphicFramePr>
          <p:cNvPr id="75" name="Google Shape;75;p16"/>
          <p:cNvGraphicFramePr/>
          <p:nvPr/>
        </p:nvGraphicFramePr>
        <p:xfrm>
          <a:off x="44780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{B4850107-B411-46D8-BE02-0839FF994D57}</a:tableStyleId>
              </a:tblPr>
              <a:tblGrid>
                <a:gridCol w="4845950"/>
              </a:tblGrid>
              <a:tr h="134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Definition: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4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ELI5: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4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Tell why this concept is important to robots and self driving vehicles: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6" name="Google Shape;76;p16"/>
          <p:cNvSpPr txBox="1"/>
          <p:nvPr/>
        </p:nvSpPr>
        <p:spPr>
          <a:xfrm>
            <a:off x="5436700" y="1017725"/>
            <a:ext cx="345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Insert your image below: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4478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 3: Software</a:t>
            </a:r>
            <a:endParaRPr/>
          </a:p>
        </p:txBody>
      </p:sp>
      <p:graphicFrame>
        <p:nvGraphicFramePr>
          <p:cNvPr id="82" name="Google Shape;82;p17"/>
          <p:cNvGraphicFramePr/>
          <p:nvPr/>
        </p:nvGraphicFramePr>
        <p:xfrm>
          <a:off x="44780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{B4850107-B411-46D8-BE02-0839FF994D57}</a:tableStyleId>
              </a:tblPr>
              <a:tblGrid>
                <a:gridCol w="4845950"/>
              </a:tblGrid>
              <a:tr h="134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Definition: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4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ELI5: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4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Tell why this concept is important to robots and self driving vehicles: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3" name="Google Shape;83;p17"/>
          <p:cNvSpPr txBox="1"/>
          <p:nvPr/>
        </p:nvSpPr>
        <p:spPr>
          <a:xfrm>
            <a:off x="5436700" y="1017725"/>
            <a:ext cx="345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Insert your image below: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4478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 4: Sensing</a:t>
            </a:r>
            <a:endParaRPr/>
          </a:p>
        </p:txBody>
      </p:sp>
      <p:graphicFrame>
        <p:nvGraphicFramePr>
          <p:cNvPr id="89" name="Google Shape;89;p18"/>
          <p:cNvGraphicFramePr/>
          <p:nvPr/>
        </p:nvGraphicFramePr>
        <p:xfrm>
          <a:off x="44780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{B4850107-B411-46D8-BE02-0839FF994D57}</a:tableStyleId>
              </a:tblPr>
              <a:tblGrid>
                <a:gridCol w="4845950"/>
              </a:tblGrid>
              <a:tr h="134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Definition: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4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ELI5: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4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Tell why this concept is important to robots and self driving vehicles: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0" name="Google Shape;90;p18"/>
          <p:cNvSpPr txBox="1"/>
          <p:nvPr/>
        </p:nvSpPr>
        <p:spPr>
          <a:xfrm>
            <a:off x="5436700" y="1017725"/>
            <a:ext cx="345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Insert your image below: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4478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 5: Perception</a:t>
            </a:r>
            <a:endParaRPr/>
          </a:p>
        </p:txBody>
      </p:sp>
      <p:graphicFrame>
        <p:nvGraphicFramePr>
          <p:cNvPr id="96" name="Google Shape;96;p19"/>
          <p:cNvGraphicFramePr/>
          <p:nvPr/>
        </p:nvGraphicFramePr>
        <p:xfrm>
          <a:off x="44780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{B4850107-B411-46D8-BE02-0839FF994D57}</a:tableStyleId>
              </a:tblPr>
              <a:tblGrid>
                <a:gridCol w="4845950"/>
              </a:tblGrid>
              <a:tr h="134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Definition: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4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ELI5: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4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Tell why this concept is important to robots and self driving vehicles: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7" name="Google Shape;97;p19"/>
          <p:cNvSpPr txBox="1"/>
          <p:nvPr/>
        </p:nvSpPr>
        <p:spPr>
          <a:xfrm>
            <a:off x="5436700" y="1017725"/>
            <a:ext cx="345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Insert your image below: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478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 6: Object Recognition</a:t>
            </a:r>
            <a:endParaRPr/>
          </a:p>
        </p:txBody>
      </p:sp>
      <p:graphicFrame>
        <p:nvGraphicFramePr>
          <p:cNvPr id="103" name="Google Shape;103;p20"/>
          <p:cNvGraphicFramePr/>
          <p:nvPr/>
        </p:nvGraphicFramePr>
        <p:xfrm>
          <a:off x="44780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{B4850107-B411-46D8-BE02-0839FF994D57}</a:tableStyleId>
              </a:tblPr>
              <a:tblGrid>
                <a:gridCol w="4845950"/>
              </a:tblGrid>
              <a:tr h="134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Definition: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4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ELI5: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4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Tell why this concept is important to robots and self driving vehicles: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4" name="Google Shape;104;p20"/>
          <p:cNvSpPr txBox="1"/>
          <p:nvPr/>
        </p:nvSpPr>
        <p:spPr>
          <a:xfrm>
            <a:off x="5436700" y="1017725"/>
            <a:ext cx="345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Insert your image below: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4478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 7: Cameras</a:t>
            </a:r>
            <a:endParaRPr/>
          </a:p>
        </p:txBody>
      </p:sp>
      <p:graphicFrame>
        <p:nvGraphicFramePr>
          <p:cNvPr id="110" name="Google Shape;110;p21"/>
          <p:cNvGraphicFramePr/>
          <p:nvPr/>
        </p:nvGraphicFramePr>
        <p:xfrm>
          <a:off x="44780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{B4850107-B411-46D8-BE02-0839FF994D57}</a:tableStyleId>
              </a:tblPr>
              <a:tblGrid>
                <a:gridCol w="4845950"/>
              </a:tblGrid>
              <a:tr h="134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Definition: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4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ELI5: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4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Tell why this concept is important to robots and self driving vehicles: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1" name="Google Shape;111;p21"/>
          <p:cNvSpPr txBox="1"/>
          <p:nvPr/>
        </p:nvSpPr>
        <p:spPr>
          <a:xfrm>
            <a:off x="5436700" y="1017725"/>
            <a:ext cx="345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Insert your image below: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4478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 8: Radar</a:t>
            </a:r>
            <a:endParaRPr/>
          </a:p>
        </p:txBody>
      </p:sp>
      <p:graphicFrame>
        <p:nvGraphicFramePr>
          <p:cNvPr id="117" name="Google Shape;117;p22"/>
          <p:cNvGraphicFramePr/>
          <p:nvPr/>
        </p:nvGraphicFramePr>
        <p:xfrm>
          <a:off x="44780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{B4850107-B411-46D8-BE02-0839FF994D57}</a:tableStyleId>
              </a:tblPr>
              <a:tblGrid>
                <a:gridCol w="4845950"/>
              </a:tblGrid>
              <a:tr h="134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Definition: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4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ELI5: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4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Tell why this concept is important to robots and self driving vehicles: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8" name="Google Shape;118;p22"/>
          <p:cNvSpPr txBox="1"/>
          <p:nvPr/>
        </p:nvSpPr>
        <p:spPr>
          <a:xfrm>
            <a:off x="5436700" y="1017725"/>
            <a:ext cx="345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Insert your image below: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4478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 9: Lidar</a:t>
            </a:r>
            <a:endParaRPr/>
          </a:p>
        </p:txBody>
      </p:sp>
      <p:graphicFrame>
        <p:nvGraphicFramePr>
          <p:cNvPr id="124" name="Google Shape;124;p23"/>
          <p:cNvGraphicFramePr/>
          <p:nvPr/>
        </p:nvGraphicFramePr>
        <p:xfrm>
          <a:off x="44780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{B4850107-B411-46D8-BE02-0839FF994D57}</a:tableStyleId>
              </a:tblPr>
              <a:tblGrid>
                <a:gridCol w="4845950"/>
              </a:tblGrid>
              <a:tr h="134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Definition: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4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ELI5: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4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Tell why this concept is important to robots and self driving vehicles: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5" name="Google Shape;125;p23"/>
          <p:cNvSpPr txBox="1"/>
          <p:nvPr/>
        </p:nvSpPr>
        <p:spPr>
          <a:xfrm>
            <a:off x="5436700" y="1017725"/>
            <a:ext cx="345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Insert your image below: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4478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 10: Navigation</a:t>
            </a:r>
            <a:endParaRPr/>
          </a:p>
        </p:txBody>
      </p:sp>
      <p:graphicFrame>
        <p:nvGraphicFramePr>
          <p:cNvPr id="131" name="Google Shape;131;p24"/>
          <p:cNvGraphicFramePr/>
          <p:nvPr/>
        </p:nvGraphicFramePr>
        <p:xfrm>
          <a:off x="44780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{B4850107-B411-46D8-BE02-0839FF994D57}</a:tableStyleId>
              </a:tblPr>
              <a:tblGrid>
                <a:gridCol w="4845950"/>
              </a:tblGrid>
              <a:tr h="134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Definition: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4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ELI5: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4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Tell why this concept is important to robots and self driving vehicles: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2" name="Google Shape;132;p24"/>
          <p:cNvSpPr txBox="1"/>
          <p:nvPr/>
        </p:nvSpPr>
        <p:spPr>
          <a:xfrm>
            <a:off x="5436700" y="1017725"/>
            <a:ext cx="345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Insert your image below: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