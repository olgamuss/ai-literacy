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2" r:id="rId4"/>
    <p:sldMasterId id="2147483693" r:id="rId5"/>
    <p:sldMasterId id="2147483694" r:id="rId6"/>
    <p:sldMasterId id="2147483695"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Lst>
  <p:sldSz cy="5143500" cx="9144000"/>
  <p:notesSz cx="6858000" cy="9144000"/>
  <p:embeddedFontLst>
    <p:embeddedFont>
      <p:font typeface="Roboto"/>
      <p:regular r:id="rId62"/>
      <p:bold r:id="rId63"/>
      <p:italic r:id="rId64"/>
      <p:boldItalic r:id="rId65"/>
    </p:embeddedFont>
    <p:embeddedFont>
      <p:font typeface="PT Sans Narrow"/>
      <p:regular r:id="rId66"/>
      <p:bold r:id="rId67"/>
    </p:embeddedFont>
    <p:embeddedFont>
      <p:font typeface="Helvetica Neue"/>
      <p:regular r:id="rId68"/>
      <p:bold r:id="rId69"/>
      <p:italic r:id="rId70"/>
      <p:boldItalic r:id="rId71"/>
    </p:embeddedFont>
    <p:embeddedFont>
      <p:font typeface="Merriweather"/>
      <p:regular r:id="rId72"/>
      <p:bold r:id="rId73"/>
      <p:italic r:id="rId74"/>
      <p:boldItalic r:id="rId75"/>
    </p:embeddedFont>
    <p:embeddedFont>
      <p:font typeface="Open Sans"/>
      <p:regular r:id="rId76"/>
      <p:bold r:id="rId77"/>
      <p:italic r:id="rId78"/>
      <p:boldItalic r:id="rId7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73" Type="http://schemas.openxmlformats.org/officeDocument/2006/relationships/font" Target="fonts/Merriweather-bold.fntdata"/><Relationship Id="rId72" Type="http://schemas.openxmlformats.org/officeDocument/2006/relationships/font" Target="fonts/Merriweather-regular.fntdata"/><Relationship Id="rId31" Type="http://schemas.openxmlformats.org/officeDocument/2006/relationships/slide" Target="slides/slide23.xml"/><Relationship Id="rId75" Type="http://schemas.openxmlformats.org/officeDocument/2006/relationships/font" Target="fonts/Merriweather-boldItalic.fntdata"/><Relationship Id="rId30" Type="http://schemas.openxmlformats.org/officeDocument/2006/relationships/slide" Target="slides/slide22.xml"/><Relationship Id="rId74" Type="http://schemas.openxmlformats.org/officeDocument/2006/relationships/font" Target="fonts/Merriweather-italic.fntdata"/><Relationship Id="rId33" Type="http://schemas.openxmlformats.org/officeDocument/2006/relationships/slide" Target="slides/slide25.xml"/><Relationship Id="rId77" Type="http://schemas.openxmlformats.org/officeDocument/2006/relationships/font" Target="fonts/OpenSans-bold.fntdata"/><Relationship Id="rId32" Type="http://schemas.openxmlformats.org/officeDocument/2006/relationships/slide" Target="slides/slide24.xml"/><Relationship Id="rId76" Type="http://schemas.openxmlformats.org/officeDocument/2006/relationships/font" Target="fonts/OpenSans-regular.fntdata"/><Relationship Id="rId35" Type="http://schemas.openxmlformats.org/officeDocument/2006/relationships/slide" Target="slides/slide27.xml"/><Relationship Id="rId79" Type="http://schemas.openxmlformats.org/officeDocument/2006/relationships/font" Target="fonts/OpenSans-boldItalic.fntdata"/><Relationship Id="rId34" Type="http://schemas.openxmlformats.org/officeDocument/2006/relationships/slide" Target="slides/slide26.xml"/><Relationship Id="rId78" Type="http://schemas.openxmlformats.org/officeDocument/2006/relationships/font" Target="fonts/OpenSans-italic.fntdata"/><Relationship Id="rId71" Type="http://schemas.openxmlformats.org/officeDocument/2006/relationships/font" Target="fonts/HelveticaNeue-boldItalic.fntdata"/><Relationship Id="rId70" Type="http://schemas.openxmlformats.org/officeDocument/2006/relationships/font" Target="fonts/HelveticaNeue-italic.fntdata"/><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2" Type="http://schemas.openxmlformats.org/officeDocument/2006/relationships/font" Target="fonts/Roboto-regular.fntdata"/><Relationship Id="rId61" Type="http://schemas.openxmlformats.org/officeDocument/2006/relationships/slide" Target="slides/slide53.xml"/><Relationship Id="rId20" Type="http://schemas.openxmlformats.org/officeDocument/2006/relationships/slide" Target="slides/slide12.xml"/><Relationship Id="rId64" Type="http://schemas.openxmlformats.org/officeDocument/2006/relationships/font" Target="fonts/Roboto-italic.fntdata"/><Relationship Id="rId63" Type="http://schemas.openxmlformats.org/officeDocument/2006/relationships/font" Target="fonts/Roboto-bold.fntdata"/><Relationship Id="rId22" Type="http://schemas.openxmlformats.org/officeDocument/2006/relationships/slide" Target="slides/slide14.xml"/><Relationship Id="rId66" Type="http://schemas.openxmlformats.org/officeDocument/2006/relationships/font" Target="fonts/PTSansNarrow-regular.fntdata"/><Relationship Id="rId21" Type="http://schemas.openxmlformats.org/officeDocument/2006/relationships/slide" Target="slides/slide13.xml"/><Relationship Id="rId65" Type="http://schemas.openxmlformats.org/officeDocument/2006/relationships/font" Target="fonts/Roboto-boldItalic.fntdata"/><Relationship Id="rId24" Type="http://schemas.openxmlformats.org/officeDocument/2006/relationships/slide" Target="slides/slide16.xml"/><Relationship Id="rId68" Type="http://schemas.openxmlformats.org/officeDocument/2006/relationships/font" Target="fonts/HelveticaNeue-regular.fntdata"/><Relationship Id="rId23" Type="http://schemas.openxmlformats.org/officeDocument/2006/relationships/slide" Target="slides/slide15.xml"/><Relationship Id="rId67" Type="http://schemas.openxmlformats.org/officeDocument/2006/relationships/font" Target="fonts/PTSansNarrow-bold.fntdata"/><Relationship Id="rId60" Type="http://schemas.openxmlformats.org/officeDocument/2006/relationships/slide" Target="slides/slide52.xml"/><Relationship Id="rId26" Type="http://schemas.openxmlformats.org/officeDocument/2006/relationships/slide" Target="slides/slide18.xml"/><Relationship Id="rId25" Type="http://schemas.openxmlformats.org/officeDocument/2006/relationships/slide" Target="slides/slide17.xml"/><Relationship Id="rId69" Type="http://schemas.openxmlformats.org/officeDocument/2006/relationships/font" Target="fonts/HelveticaNeue-bold.fntdata"/><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11" Type="http://schemas.openxmlformats.org/officeDocument/2006/relationships/slide" Target="slides/slide3.xml"/><Relationship Id="rId55" Type="http://schemas.openxmlformats.org/officeDocument/2006/relationships/slide" Target="slides/slide47.xml"/><Relationship Id="rId10" Type="http://schemas.openxmlformats.org/officeDocument/2006/relationships/slide" Target="slides/slide2.xml"/><Relationship Id="rId54" Type="http://schemas.openxmlformats.org/officeDocument/2006/relationships/slide" Target="slides/slide46.xml"/><Relationship Id="rId13" Type="http://schemas.openxmlformats.org/officeDocument/2006/relationships/slide" Target="slides/slide5.xml"/><Relationship Id="rId57" Type="http://schemas.openxmlformats.org/officeDocument/2006/relationships/slide" Target="slides/slide49.xml"/><Relationship Id="rId12" Type="http://schemas.openxmlformats.org/officeDocument/2006/relationships/slide" Target="slides/slide4.xml"/><Relationship Id="rId56" Type="http://schemas.openxmlformats.org/officeDocument/2006/relationships/slide" Target="slides/slide48.xml"/><Relationship Id="rId15" Type="http://schemas.openxmlformats.org/officeDocument/2006/relationships/slide" Target="slides/slide7.xml"/><Relationship Id="rId59" Type="http://schemas.openxmlformats.org/officeDocument/2006/relationships/slide" Target="slides/slide51.xml"/><Relationship Id="rId14" Type="http://schemas.openxmlformats.org/officeDocument/2006/relationships/slide" Target="slides/slide6.xml"/><Relationship Id="rId58" Type="http://schemas.openxmlformats.org/officeDocument/2006/relationships/slide" Target="slides/slide50.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sixflags.com/sites/default/files/sfog_fullmap.pdf"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5c1acf38d4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25c1acf38d4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f7917e90a0_0_9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f7917e90a0_0_9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f7917e90a0_0_9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f7917e90a0_0_9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f7917e90a0_1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f7917e90a0_1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f7917e90a0_1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f7917e90a0_1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 the students provide some examples.</a:t>
            </a:r>
            <a:endParaRPr/>
          </a:p>
          <a:p>
            <a:pPr indent="0" lvl="0" marL="0" rtl="0" algn="l">
              <a:spcBef>
                <a:spcPts val="0"/>
              </a:spcBef>
              <a:spcAft>
                <a:spcPts val="0"/>
              </a:spcAft>
              <a:buNone/>
            </a:pPr>
            <a:r>
              <a:rPr lang="en"/>
              <a:t>Then click through the next few slides and show them maps with different representations and of different locations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f7917e90a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f7917e90a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Take Away - levels of representation</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Here is a map of Six Flags over Georgia, What kinds of things have they chosen to represent and how?</a:t>
            </a:r>
            <a:endParaRPr>
              <a:solidFill>
                <a:schemeClr val="dk1"/>
              </a:solidFill>
            </a:endParaRPr>
          </a:p>
          <a:p>
            <a:pPr indent="0" lvl="0" marL="0" rtl="0" algn="l">
              <a:spcBef>
                <a:spcPts val="0"/>
              </a:spcBef>
              <a:spcAft>
                <a:spcPts val="0"/>
              </a:spcAft>
              <a:buNone/>
            </a:pPr>
            <a:r>
              <a:rPr lang="en">
                <a:solidFill>
                  <a:schemeClr val="dk1"/>
                </a:solidFill>
              </a:rPr>
              <a:t>This map tries to reflect the geographical features of the amusement park as well as key places a person might want to know about: </a:t>
            </a:r>
            <a:r>
              <a:rPr lang="en">
                <a:solidFill>
                  <a:schemeClr val="dk1"/>
                </a:solidFill>
              </a:rPr>
              <a:t>Bathrooms, major rides, places to eat</a:t>
            </a:r>
            <a:endParaRPr>
              <a:solidFill>
                <a:schemeClr val="dk1"/>
              </a:solidFill>
            </a:endParaRPr>
          </a:p>
          <a:p>
            <a:pPr indent="0" lvl="0" marL="0" rtl="0" algn="l">
              <a:spcBef>
                <a:spcPts val="0"/>
              </a:spcBef>
              <a:spcAft>
                <a:spcPts val="0"/>
              </a:spcAft>
              <a:buNone/>
            </a:pPr>
            <a:r>
              <a:rPr lang="en">
                <a:solidFill>
                  <a:schemeClr val="dk1"/>
                </a:solidFill>
              </a:rPr>
              <a:t>Instead of adding names for each location, they label them with numbers.</a:t>
            </a:r>
            <a:endParaRPr>
              <a:solidFill>
                <a:schemeClr val="dk1"/>
              </a:solidFill>
            </a:endParaRPr>
          </a:p>
          <a:p>
            <a:pPr indent="0" lvl="0" marL="0" rtl="0" algn="l">
              <a:spcBef>
                <a:spcPts val="0"/>
              </a:spcBef>
              <a:spcAft>
                <a:spcPts val="0"/>
              </a:spcAft>
              <a:buNone/>
            </a:pPr>
            <a:r>
              <a:rPr lang="en">
                <a:solidFill>
                  <a:schemeClr val="dk1"/>
                </a:solidFill>
              </a:rPr>
              <a:t>They have also labeled major park areas using colors. </a:t>
            </a:r>
            <a:endParaRPr>
              <a:solidFill>
                <a:schemeClr val="dk1"/>
              </a:solidFill>
            </a:endParaRPr>
          </a:p>
          <a:p>
            <a:pPr indent="0" lvl="0" marL="0" rtl="0" algn="l">
              <a:spcBef>
                <a:spcPts val="0"/>
              </a:spcBef>
              <a:spcAft>
                <a:spcPts val="0"/>
              </a:spcAft>
              <a:buNone/>
            </a:pPr>
            <a:r>
              <a:rPr lang="en">
                <a:solidFill>
                  <a:schemeClr val="dk1"/>
                </a:solidFill>
              </a:rPr>
              <a:t>How would you give instructions to a person using this map?</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Link to Source with key - </a:t>
            </a:r>
            <a:r>
              <a:rPr lang="en" u="sng">
                <a:solidFill>
                  <a:srgbClr val="0097A7"/>
                </a:solidFill>
                <a:hlinkClick r:id="rId2">
                  <a:extLst>
                    <a:ext uri="{A12FA001-AC4F-418D-AE19-62706E023703}">
                      <ahyp:hlinkClr val="tx"/>
                    </a:ext>
                  </a:extLst>
                </a:hlinkClick>
              </a:rPr>
              <a:t>https://www.sixflags.com/sites/default/files/sfog_fullmap.pdf</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f7917e90a0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f7917e90a0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look at another map, this one is of </a:t>
            </a:r>
            <a:r>
              <a:rPr lang="en"/>
              <a:t>downtown</a:t>
            </a:r>
            <a:r>
              <a:rPr lang="en"/>
              <a:t> Thomasville, GA.</a:t>
            </a:r>
            <a:endParaRPr/>
          </a:p>
          <a:p>
            <a:pPr indent="0" lvl="0" marL="0" rtl="0" algn="l">
              <a:spcBef>
                <a:spcPts val="0"/>
              </a:spcBef>
              <a:spcAft>
                <a:spcPts val="0"/>
              </a:spcAft>
              <a:buNone/>
            </a:pPr>
            <a:r>
              <a:rPr lang="en"/>
              <a:t>Pre-pandemic, they help their annual Victorian Christmas festival.</a:t>
            </a:r>
            <a:endParaRPr/>
          </a:p>
          <a:p>
            <a:pPr indent="0" lvl="0" marL="0" rtl="0" algn="l">
              <a:spcBef>
                <a:spcPts val="0"/>
              </a:spcBef>
              <a:spcAft>
                <a:spcPts val="0"/>
              </a:spcAft>
              <a:buNone/>
            </a:pPr>
            <a:r>
              <a:rPr lang="en"/>
              <a:t>What do you notice about this map? What key things did the map designer chose to represent?</a:t>
            </a:r>
            <a:endParaRPr/>
          </a:p>
          <a:p>
            <a:pPr indent="-298450" lvl="0" marL="457200" rtl="0" algn="l">
              <a:spcBef>
                <a:spcPts val="0"/>
              </a:spcBef>
              <a:spcAft>
                <a:spcPts val="0"/>
              </a:spcAft>
              <a:buSzPts val="1100"/>
              <a:buChar char="-"/>
            </a:pPr>
            <a:r>
              <a:rPr lang="en"/>
              <a:t>Street names</a:t>
            </a:r>
            <a:endParaRPr/>
          </a:p>
          <a:p>
            <a:pPr indent="-298450" lvl="0" marL="457200" rtl="0" algn="l">
              <a:spcBef>
                <a:spcPts val="0"/>
              </a:spcBef>
              <a:spcAft>
                <a:spcPts val="0"/>
              </a:spcAft>
              <a:buSzPts val="1100"/>
              <a:buChar char="-"/>
            </a:pPr>
            <a:r>
              <a:rPr lang="en"/>
              <a:t>Major festival </a:t>
            </a:r>
            <a:r>
              <a:rPr lang="en"/>
              <a:t>activity path</a:t>
            </a:r>
            <a:r>
              <a:rPr lang="en"/>
              <a:t> in brown</a:t>
            </a:r>
            <a:endParaRPr/>
          </a:p>
          <a:p>
            <a:pPr indent="-298450" lvl="0" marL="457200" rtl="0" algn="l">
              <a:spcBef>
                <a:spcPts val="0"/>
              </a:spcBef>
              <a:spcAft>
                <a:spcPts val="0"/>
              </a:spcAft>
              <a:buSzPts val="1100"/>
              <a:buChar char="-"/>
            </a:pPr>
            <a:r>
              <a:rPr lang="en"/>
              <a:t>Major landmarks (big tree and railroad)</a:t>
            </a:r>
            <a:endParaRPr/>
          </a:p>
          <a:p>
            <a:pPr indent="-298450" lvl="0" marL="457200" rtl="0" algn="l">
              <a:spcBef>
                <a:spcPts val="0"/>
              </a:spcBef>
              <a:spcAft>
                <a:spcPts val="0"/>
              </a:spcAft>
              <a:buSzPts val="1100"/>
              <a:buChar char="-"/>
            </a:pPr>
            <a:r>
              <a:rPr lang="en"/>
              <a:t>Key </a:t>
            </a:r>
            <a:r>
              <a:rPr lang="en"/>
              <a:t>festival</a:t>
            </a:r>
            <a:r>
              <a:rPr lang="en"/>
              <a:t> activities - nativity scene, christmas tree, train ride,</a:t>
            </a:r>
            <a:endParaRPr/>
          </a:p>
          <a:p>
            <a:pPr indent="-298450" lvl="0" marL="457200" rtl="0" algn="l">
              <a:spcBef>
                <a:spcPts val="0"/>
              </a:spcBef>
              <a:spcAft>
                <a:spcPts val="0"/>
              </a:spcAft>
              <a:buSzPts val="1100"/>
              <a:buChar char="-"/>
            </a:pPr>
            <a:r>
              <a:rPr lang="en"/>
              <a:t>Key festival booths/stations</a:t>
            </a:r>
            <a:endParaRPr/>
          </a:p>
          <a:p>
            <a:pPr indent="0" lvl="0" marL="0" rtl="0" algn="l">
              <a:spcBef>
                <a:spcPts val="0"/>
              </a:spcBef>
              <a:spcAft>
                <a:spcPts val="0"/>
              </a:spcAft>
              <a:buNone/>
            </a:pPr>
            <a:r>
              <a:rPr lang="en"/>
              <a:t>How </a:t>
            </a:r>
            <a:r>
              <a:rPr lang="en"/>
              <a:t>would</a:t>
            </a:r>
            <a:r>
              <a:rPr lang="en"/>
              <a:t> you give directions using this map?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Link to Source with key - https://thomasvillega.com/uploads/groups/3/Attractions/Festivals/Victorian%20Christmas/Small-Map-Final.jpg</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f7917e90a0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f7917e90a0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a map of the Marta train in Atlanta.</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f7917e90a0_0_9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f7917e90a0_0_9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f7917e90a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f7917e90a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f7917e90a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f7917e90a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identify some key cities in Georgia and label them on the map in blue.</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f7917e90a0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f7917e90a0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let’s add nodes representing the location of the selected cities, we’ll place the nodes next to their labels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f7917e90a0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f7917e90a0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Last, we need need to create links between these node (cities) represent roads that connect the cities.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f7917e90a0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f7917e90a0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we have our completed graph with nodes representing each city and their labels, and link representing the roads that connect them.</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10064f2dccd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10064f2dccd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f7917e90a0_0_10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f7917e90a0_0_10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f7917e90a0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f7917e90a0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f7917e90a0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3" name="Google Shape;623;gf7917e90a0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gf7917e90a0_0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5" name="Google Shape;705;gf7917e90a0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gf7917e90a0_0_4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8" name="Google Shape;788;gf7917e90a0_0_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gf7917e90a0_0_4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2" name="Google Shape;872;gf7917e90a0_0_4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g3686fe5c4e1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6" name="Google Shape;956;g3686fe5c4e1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0" name="Shape 1040"/>
        <p:cNvGrpSpPr/>
        <p:nvPr/>
      </p:nvGrpSpPr>
      <p:grpSpPr>
        <a:xfrm>
          <a:off x="0" y="0"/>
          <a:ext cx="0" cy="0"/>
          <a:chOff x="0" y="0"/>
          <a:chExt cx="0" cy="0"/>
        </a:xfrm>
      </p:grpSpPr>
      <p:sp>
        <p:nvSpPr>
          <p:cNvPr id="1041" name="Google Shape;1041;gf7917e90a0_0_5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2" name="Google Shape;1042;gf7917e90a0_0_5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3686fe5c4e1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6" name="Google Shape;1136;g3686fe5c4e1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050">
                <a:solidFill>
                  <a:srgbClr val="444746"/>
                </a:solidFill>
                <a:latin typeface="Roboto"/>
                <a:ea typeface="Roboto"/>
                <a:cs typeface="Roboto"/>
                <a:sym typeface="Roboto"/>
              </a:rPr>
              <a:t>Computers can't see the map. The computer doesn't have spatial intuition in this algorithm.</a:t>
            </a:r>
            <a:endParaRPr sz="1050">
              <a:solidFill>
                <a:srgbClr val="444746"/>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sz="1050">
                <a:solidFill>
                  <a:srgbClr val="444746"/>
                </a:solidFill>
                <a:latin typeface="Roboto"/>
                <a:ea typeface="Roboto"/>
                <a:cs typeface="Roboto"/>
                <a:sym typeface="Roboto"/>
              </a:rPr>
              <a:t>Work backward each level.</a:t>
            </a:r>
            <a:endParaRPr sz="1050">
              <a:solidFill>
                <a:srgbClr val="444746"/>
              </a:solidFill>
              <a:latin typeface="Roboto"/>
              <a:ea typeface="Roboto"/>
              <a:cs typeface="Roboto"/>
              <a:sym typeface="Roboto"/>
            </a:endParaRPr>
          </a:p>
          <a:p>
            <a:pPr indent="0" lvl="0" marL="0" rtl="0" algn="l">
              <a:spcBef>
                <a:spcPts val="0"/>
              </a:spcBef>
              <a:spcAft>
                <a:spcPts val="0"/>
              </a:spcAft>
              <a:buNone/>
            </a:pPr>
            <a:r>
              <a:t/>
            </a:r>
            <a:endParaRPr sz="1050">
              <a:solidFill>
                <a:srgbClr val="444746"/>
              </a:solidFill>
              <a:latin typeface="Roboto"/>
              <a:ea typeface="Roboto"/>
              <a:cs typeface="Roboto"/>
              <a:sym typeface="Roboto"/>
            </a:endParaRPr>
          </a:p>
          <a:p>
            <a:pPr indent="0" lvl="0" marL="0" rtl="0" algn="l">
              <a:spcBef>
                <a:spcPts val="0"/>
              </a:spcBef>
              <a:spcAft>
                <a:spcPts val="0"/>
              </a:spcAft>
              <a:buNone/>
            </a:pPr>
            <a:r>
              <a:t/>
            </a:r>
            <a:endParaRPr sz="1050">
              <a:solidFill>
                <a:srgbClr val="444746"/>
              </a:solidFill>
              <a:latin typeface="Roboto"/>
              <a:ea typeface="Roboto"/>
              <a:cs typeface="Roboto"/>
              <a:sym typeface="Roboto"/>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5" name="Shape 1235"/>
        <p:cNvGrpSpPr/>
        <p:nvPr/>
      </p:nvGrpSpPr>
      <p:grpSpPr>
        <a:xfrm>
          <a:off x="0" y="0"/>
          <a:ext cx="0" cy="0"/>
          <a:chOff x="0" y="0"/>
          <a:chExt cx="0" cy="0"/>
        </a:xfrm>
      </p:grpSpPr>
      <p:sp>
        <p:nvSpPr>
          <p:cNvPr id="1236" name="Google Shape;1236;g10c9fbf665a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7" name="Google Shape;1237;g10c9fbf665a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1" name="Shape 1241"/>
        <p:cNvGrpSpPr/>
        <p:nvPr/>
      </p:nvGrpSpPr>
      <p:grpSpPr>
        <a:xfrm>
          <a:off x="0" y="0"/>
          <a:ext cx="0" cy="0"/>
          <a:chOff x="0" y="0"/>
          <a:chExt cx="0" cy="0"/>
        </a:xfrm>
      </p:grpSpPr>
      <p:sp>
        <p:nvSpPr>
          <p:cNvPr id="1242" name="Google Shape;1242;gf7917e90a0_0_10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3" name="Google Shape;1243;gf7917e90a0_0_10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4" name="Shape 1324"/>
        <p:cNvGrpSpPr/>
        <p:nvPr/>
      </p:nvGrpSpPr>
      <p:grpSpPr>
        <a:xfrm>
          <a:off x="0" y="0"/>
          <a:ext cx="0" cy="0"/>
          <a:chOff x="0" y="0"/>
          <a:chExt cx="0" cy="0"/>
        </a:xfrm>
      </p:grpSpPr>
      <p:sp>
        <p:nvSpPr>
          <p:cNvPr id="1325" name="Google Shape;1325;g134f74767de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6" name="Google Shape;1326;g134f74767de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7" name="Shape 1407"/>
        <p:cNvGrpSpPr/>
        <p:nvPr/>
      </p:nvGrpSpPr>
      <p:grpSpPr>
        <a:xfrm>
          <a:off x="0" y="0"/>
          <a:ext cx="0" cy="0"/>
          <a:chOff x="0" y="0"/>
          <a:chExt cx="0" cy="0"/>
        </a:xfrm>
      </p:grpSpPr>
      <p:sp>
        <p:nvSpPr>
          <p:cNvPr id="1408" name="Google Shape;1408;g10064f2dcc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9" name="Google Shape;1409;g10064f2dcc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2" name="Shape 1492"/>
        <p:cNvGrpSpPr/>
        <p:nvPr/>
      </p:nvGrpSpPr>
      <p:grpSpPr>
        <a:xfrm>
          <a:off x="0" y="0"/>
          <a:ext cx="0" cy="0"/>
          <a:chOff x="0" y="0"/>
          <a:chExt cx="0" cy="0"/>
        </a:xfrm>
      </p:grpSpPr>
      <p:sp>
        <p:nvSpPr>
          <p:cNvPr id="1493" name="Google Shape;1493;gf7917e90a0_0_6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4" name="Google Shape;1494;gf7917e90a0_0_6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0" name="Shape 1500"/>
        <p:cNvGrpSpPr/>
        <p:nvPr/>
      </p:nvGrpSpPr>
      <p:grpSpPr>
        <a:xfrm>
          <a:off x="0" y="0"/>
          <a:ext cx="0" cy="0"/>
          <a:chOff x="0" y="0"/>
          <a:chExt cx="0" cy="0"/>
        </a:xfrm>
      </p:grpSpPr>
      <p:sp>
        <p:nvSpPr>
          <p:cNvPr id="1501" name="Google Shape;1501;gff0fbb2c4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2" name="Google Shape;1502;gff0fbb2c4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 the students provide some examples.</a:t>
            </a:r>
            <a:endParaRPr/>
          </a:p>
          <a:p>
            <a:pPr indent="0" lvl="0" marL="0" rtl="0" algn="l">
              <a:spcBef>
                <a:spcPts val="0"/>
              </a:spcBef>
              <a:spcAft>
                <a:spcPts val="0"/>
              </a:spcAft>
              <a:buNone/>
            </a:pPr>
            <a:r>
              <a:rPr lang="en"/>
              <a:t>Then click through the next few slides and show them maps with different representations and of different locations</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6" name="Shape 1506"/>
        <p:cNvGrpSpPr/>
        <p:nvPr/>
      </p:nvGrpSpPr>
      <p:grpSpPr>
        <a:xfrm>
          <a:off x="0" y="0"/>
          <a:ext cx="0" cy="0"/>
          <a:chOff x="0" y="0"/>
          <a:chExt cx="0" cy="0"/>
        </a:xfrm>
      </p:grpSpPr>
      <p:sp>
        <p:nvSpPr>
          <p:cNvPr id="1507" name="Google Shape;1507;g2df3a7edce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8" name="Google Shape;1508;g2df3a7edce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2" name="Shape 1512"/>
        <p:cNvGrpSpPr/>
        <p:nvPr/>
      </p:nvGrpSpPr>
      <p:grpSpPr>
        <a:xfrm>
          <a:off x="0" y="0"/>
          <a:ext cx="0" cy="0"/>
          <a:chOff x="0" y="0"/>
          <a:chExt cx="0" cy="0"/>
        </a:xfrm>
      </p:grpSpPr>
      <p:sp>
        <p:nvSpPr>
          <p:cNvPr id="1513" name="Google Shape;1513;g134f74767de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4" name="Google Shape;1514;g134f74767de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0" name="Shape 1520"/>
        <p:cNvGrpSpPr/>
        <p:nvPr/>
      </p:nvGrpSpPr>
      <p:grpSpPr>
        <a:xfrm>
          <a:off x="0" y="0"/>
          <a:ext cx="0" cy="0"/>
          <a:chOff x="0" y="0"/>
          <a:chExt cx="0" cy="0"/>
        </a:xfrm>
      </p:grpSpPr>
      <p:sp>
        <p:nvSpPr>
          <p:cNvPr id="1521" name="Google Shape;1521;g10064f2dccd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2" name="Google Shape;1522;g10064f2dccd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Some interesting things to note about the “Atlanta to Warner Robins” problem. Atlanta has roads going off in all directions, so it emphasizes the fact that the algorithm has no idea which way to proceed; it has to try all possible paths. Also note that both Athens and Toccoa are directly reachable from Atlanta, so they will end up with the same color; the fact that there is a road from Athens to Toccoa doesn’t matter because Toccoa has already been colored by the time we start looking at Athens’ neighbors.</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7" name="Shape 1597"/>
        <p:cNvGrpSpPr/>
        <p:nvPr/>
      </p:nvGrpSpPr>
      <p:grpSpPr>
        <a:xfrm>
          <a:off x="0" y="0"/>
          <a:ext cx="0" cy="0"/>
          <a:chOff x="0" y="0"/>
          <a:chExt cx="0" cy="0"/>
        </a:xfrm>
      </p:grpSpPr>
      <p:sp>
        <p:nvSpPr>
          <p:cNvPr id="1598" name="Google Shape;1598;gf7917e90a0_0_6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9" name="Google Shape;1599;gf7917e90a0_0_6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8" name="Shape 1608"/>
        <p:cNvGrpSpPr/>
        <p:nvPr/>
      </p:nvGrpSpPr>
      <p:grpSpPr>
        <a:xfrm>
          <a:off x="0" y="0"/>
          <a:ext cx="0" cy="0"/>
          <a:chOff x="0" y="0"/>
          <a:chExt cx="0" cy="0"/>
        </a:xfrm>
      </p:grpSpPr>
      <p:sp>
        <p:nvSpPr>
          <p:cNvPr id="1609" name="Google Shape;1609;g10064f2dccd_1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0" name="Google Shape;1610;g10064f2dccd_1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9" name="Shape 1619"/>
        <p:cNvGrpSpPr/>
        <p:nvPr/>
      </p:nvGrpSpPr>
      <p:grpSpPr>
        <a:xfrm>
          <a:off x="0" y="0"/>
          <a:ext cx="0" cy="0"/>
          <a:chOff x="0" y="0"/>
          <a:chExt cx="0" cy="0"/>
        </a:xfrm>
      </p:grpSpPr>
      <p:sp>
        <p:nvSpPr>
          <p:cNvPr id="1620" name="Google Shape;1620;gf7917e90a0_0_6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1" name="Google Shape;1621;gf7917e90a0_0_6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4" name="Shape 1634"/>
        <p:cNvGrpSpPr/>
        <p:nvPr/>
      </p:nvGrpSpPr>
      <p:grpSpPr>
        <a:xfrm>
          <a:off x="0" y="0"/>
          <a:ext cx="0" cy="0"/>
          <a:chOff x="0" y="0"/>
          <a:chExt cx="0" cy="0"/>
        </a:xfrm>
      </p:grpSpPr>
      <p:sp>
        <p:nvSpPr>
          <p:cNvPr id="1635" name="Google Shape;1635;g10064f2dccd_1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6" name="Google Shape;1636;g10064f2dccd_1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7" name="Shape 1647"/>
        <p:cNvGrpSpPr/>
        <p:nvPr/>
      </p:nvGrpSpPr>
      <p:grpSpPr>
        <a:xfrm>
          <a:off x="0" y="0"/>
          <a:ext cx="0" cy="0"/>
          <a:chOff x="0" y="0"/>
          <a:chExt cx="0" cy="0"/>
        </a:xfrm>
      </p:grpSpPr>
      <p:sp>
        <p:nvSpPr>
          <p:cNvPr id="1648" name="Google Shape;1648;gf7917e90a0_0_6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9" name="Google Shape;1649;gf7917e90a0_0_6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9" name="Shape 1669"/>
        <p:cNvGrpSpPr/>
        <p:nvPr/>
      </p:nvGrpSpPr>
      <p:grpSpPr>
        <a:xfrm>
          <a:off x="0" y="0"/>
          <a:ext cx="0" cy="0"/>
          <a:chOff x="0" y="0"/>
          <a:chExt cx="0" cy="0"/>
        </a:xfrm>
      </p:grpSpPr>
      <p:sp>
        <p:nvSpPr>
          <p:cNvPr id="1670" name="Google Shape;1670;gf7917e90a0_0_6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1" name="Google Shape;1671;gf7917e90a0_0_6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8" name="Shape 1698"/>
        <p:cNvGrpSpPr/>
        <p:nvPr/>
      </p:nvGrpSpPr>
      <p:grpSpPr>
        <a:xfrm>
          <a:off x="0" y="0"/>
          <a:ext cx="0" cy="0"/>
          <a:chOff x="0" y="0"/>
          <a:chExt cx="0" cy="0"/>
        </a:xfrm>
      </p:grpSpPr>
      <p:sp>
        <p:nvSpPr>
          <p:cNvPr id="1699" name="Google Shape;1699;gf7917e90a0_0_7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0" name="Google Shape;1700;gf7917e90a0_0_7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1" name="Shape 1741"/>
        <p:cNvGrpSpPr/>
        <p:nvPr/>
      </p:nvGrpSpPr>
      <p:grpSpPr>
        <a:xfrm>
          <a:off x="0" y="0"/>
          <a:ext cx="0" cy="0"/>
          <a:chOff x="0" y="0"/>
          <a:chExt cx="0" cy="0"/>
        </a:xfrm>
      </p:grpSpPr>
      <p:sp>
        <p:nvSpPr>
          <p:cNvPr id="1742" name="Google Shape;1742;gf7917e90a0_0_7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3" name="Google Shape;1743;gf7917e90a0_0_7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3" name="Shape 1783"/>
        <p:cNvGrpSpPr/>
        <p:nvPr/>
      </p:nvGrpSpPr>
      <p:grpSpPr>
        <a:xfrm>
          <a:off x="0" y="0"/>
          <a:ext cx="0" cy="0"/>
          <a:chOff x="0" y="0"/>
          <a:chExt cx="0" cy="0"/>
        </a:xfrm>
      </p:grpSpPr>
      <p:sp>
        <p:nvSpPr>
          <p:cNvPr id="1784" name="Google Shape;1784;gf7917e90a0_0_8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5" name="Google Shape;1785;gf7917e90a0_0_8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Some interesting things to note about the “Atlanta to Warner Robins” problem. Atlanta has roads going off in all directions, so it emphasizes the fact that the algorithm has no idea which way to proceed; it has to try all possible paths. Also note that both Athens and Toccoa are directly reachable from Atlanta, so they will end up with the same color; the fact that there is a road from Athens to Toccoa doesn’t matter because Toccoa has already been colored by the time we start looking at Athens’ neighbors.</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5" name="Shape 1865"/>
        <p:cNvGrpSpPr/>
        <p:nvPr/>
      </p:nvGrpSpPr>
      <p:grpSpPr>
        <a:xfrm>
          <a:off x="0" y="0"/>
          <a:ext cx="0" cy="0"/>
          <a:chOff x="0" y="0"/>
          <a:chExt cx="0" cy="0"/>
        </a:xfrm>
      </p:grpSpPr>
      <p:sp>
        <p:nvSpPr>
          <p:cNvPr id="1866" name="Google Shape;1866;g10064f2dccd_1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7" name="Google Shape;1867;g10064f2dccd_1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4" name="Shape 1894"/>
        <p:cNvGrpSpPr/>
        <p:nvPr/>
      </p:nvGrpSpPr>
      <p:grpSpPr>
        <a:xfrm>
          <a:off x="0" y="0"/>
          <a:ext cx="0" cy="0"/>
          <a:chOff x="0" y="0"/>
          <a:chExt cx="0" cy="0"/>
        </a:xfrm>
      </p:grpSpPr>
      <p:sp>
        <p:nvSpPr>
          <p:cNvPr id="1895" name="Google Shape;1895;g1f55140b2d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6" name="Google Shape;1896;g1f55140b2d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1" name="Shape 1901"/>
        <p:cNvGrpSpPr/>
        <p:nvPr/>
      </p:nvGrpSpPr>
      <p:grpSpPr>
        <a:xfrm>
          <a:off x="0" y="0"/>
          <a:ext cx="0" cy="0"/>
          <a:chOff x="0" y="0"/>
          <a:chExt cx="0" cy="0"/>
        </a:xfrm>
      </p:grpSpPr>
      <p:sp>
        <p:nvSpPr>
          <p:cNvPr id="1902" name="Google Shape;1902;gf7917e90a0_1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3" name="Google Shape;1903;gf7917e90a0_1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8" name="Shape 1908"/>
        <p:cNvGrpSpPr/>
        <p:nvPr/>
      </p:nvGrpSpPr>
      <p:grpSpPr>
        <a:xfrm>
          <a:off x="0" y="0"/>
          <a:ext cx="0" cy="0"/>
          <a:chOff x="0" y="0"/>
          <a:chExt cx="0" cy="0"/>
        </a:xfrm>
      </p:grpSpPr>
      <p:sp>
        <p:nvSpPr>
          <p:cNvPr id="1909" name="Google Shape;1909;gf462bd270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0" name="Google Shape;1910;gf462bd270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5" name="Shape 1915"/>
        <p:cNvGrpSpPr/>
        <p:nvPr/>
      </p:nvGrpSpPr>
      <p:grpSpPr>
        <a:xfrm>
          <a:off x="0" y="0"/>
          <a:ext cx="0" cy="0"/>
          <a:chOff x="0" y="0"/>
          <a:chExt cx="0" cy="0"/>
        </a:xfrm>
      </p:grpSpPr>
      <p:sp>
        <p:nvSpPr>
          <p:cNvPr id="1916" name="Google Shape;1916;g1f55140b2d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7" name="Google Shape;1917;g1f55140b2d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1" name="Shape 1921"/>
        <p:cNvGrpSpPr/>
        <p:nvPr/>
      </p:nvGrpSpPr>
      <p:grpSpPr>
        <a:xfrm>
          <a:off x="0" y="0"/>
          <a:ext cx="0" cy="0"/>
          <a:chOff x="0" y="0"/>
          <a:chExt cx="0" cy="0"/>
        </a:xfrm>
      </p:grpSpPr>
      <p:sp>
        <p:nvSpPr>
          <p:cNvPr id="1922" name="Google Shape;1922;gf7917e90a0_1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3" name="Google Shape;1923;gf7917e90a0_1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7" name="Shape 1927"/>
        <p:cNvGrpSpPr/>
        <p:nvPr/>
      </p:nvGrpSpPr>
      <p:grpSpPr>
        <a:xfrm>
          <a:off x="0" y="0"/>
          <a:ext cx="0" cy="0"/>
          <a:chOff x="0" y="0"/>
          <a:chExt cx="0" cy="0"/>
        </a:xfrm>
      </p:grpSpPr>
      <p:sp>
        <p:nvSpPr>
          <p:cNvPr id="1928" name="Google Shape;1928;gf7917e90a0_1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9" name="Google Shape;1929;gf7917e90a0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6" name="Shape 1936"/>
        <p:cNvGrpSpPr/>
        <p:nvPr/>
      </p:nvGrpSpPr>
      <p:grpSpPr>
        <a:xfrm>
          <a:off x="0" y="0"/>
          <a:ext cx="0" cy="0"/>
          <a:chOff x="0" y="0"/>
          <a:chExt cx="0" cy="0"/>
        </a:xfrm>
      </p:grpSpPr>
      <p:sp>
        <p:nvSpPr>
          <p:cNvPr id="1937" name="Google Shape;1937;g10c9fbf665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8" name="Google Shape;1938;g10c9fbf665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3" name="Shape 2013"/>
        <p:cNvGrpSpPr/>
        <p:nvPr/>
      </p:nvGrpSpPr>
      <p:grpSpPr>
        <a:xfrm>
          <a:off x="0" y="0"/>
          <a:ext cx="0" cy="0"/>
          <a:chOff x="0" y="0"/>
          <a:chExt cx="0" cy="0"/>
        </a:xfrm>
      </p:grpSpPr>
      <p:sp>
        <p:nvSpPr>
          <p:cNvPr id="2014" name="Google Shape;2014;g12b7348c88f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5" name="Google Shape;2015;g12b7348c88f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9" name="Shape 2019"/>
        <p:cNvGrpSpPr/>
        <p:nvPr/>
      </p:nvGrpSpPr>
      <p:grpSpPr>
        <a:xfrm>
          <a:off x="0" y="0"/>
          <a:ext cx="0" cy="0"/>
          <a:chOff x="0" y="0"/>
          <a:chExt cx="0" cy="0"/>
        </a:xfrm>
      </p:grpSpPr>
      <p:sp>
        <p:nvSpPr>
          <p:cNvPr id="2020" name="Google Shape;2020;g12b7348c88f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1" name="Google Shape;2021;g12b7348c88f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6" name="Shape 2026"/>
        <p:cNvGrpSpPr/>
        <p:nvPr/>
      </p:nvGrpSpPr>
      <p:grpSpPr>
        <a:xfrm>
          <a:off x="0" y="0"/>
          <a:ext cx="0" cy="0"/>
          <a:chOff x="0" y="0"/>
          <a:chExt cx="0" cy="0"/>
        </a:xfrm>
      </p:grpSpPr>
      <p:sp>
        <p:nvSpPr>
          <p:cNvPr id="2027" name="Google Shape;2027;g12b7348c88f_1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8" name="Google Shape;2028;g12b7348c88f_1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000000"/>
              </a:buClr>
              <a:buSzPts val="2800"/>
              <a:buNone/>
              <a:defRPr sz="2800">
                <a:solidFill>
                  <a:srgbClr val="000000"/>
                </a:solidFill>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rgbClr val="000000"/>
              </a:buClr>
              <a:buSzPts val="3600"/>
              <a:buNone/>
              <a:defRPr sz="3600">
                <a:solidFill>
                  <a:srgbClr val="000000"/>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rgbClr val="000000"/>
              </a:buClr>
              <a:buSzPts val="1800"/>
              <a:buChar char="●"/>
              <a:defRPr>
                <a:solidFill>
                  <a:srgbClr val="000000"/>
                </a:solidFill>
              </a:defRPr>
            </a:lvl1pPr>
            <a:lvl2pPr indent="-317500" lvl="1" marL="914400" rtl="0">
              <a:spcBef>
                <a:spcPts val="0"/>
              </a:spcBef>
              <a:spcAft>
                <a:spcPts val="0"/>
              </a:spcAft>
              <a:buClr>
                <a:srgbClr val="000000"/>
              </a:buClr>
              <a:buSzPts val="1400"/>
              <a:buChar char="○"/>
              <a:defRPr>
                <a:solidFill>
                  <a:srgbClr val="000000"/>
                </a:solidFill>
              </a:defRPr>
            </a:lvl2pPr>
            <a:lvl3pPr indent="-317500" lvl="2" marL="1371600" rtl="0">
              <a:spcBef>
                <a:spcPts val="0"/>
              </a:spcBef>
              <a:spcAft>
                <a:spcPts val="0"/>
              </a:spcAft>
              <a:buClr>
                <a:srgbClr val="000000"/>
              </a:buClr>
              <a:buSzPts val="1400"/>
              <a:buChar char="■"/>
              <a:defRPr>
                <a:solidFill>
                  <a:srgbClr val="000000"/>
                </a:solidFill>
              </a:defRPr>
            </a:lvl3pPr>
            <a:lvl4pPr indent="-317500" lvl="3" marL="1828800" rtl="0">
              <a:spcBef>
                <a:spcPts val="0"/>
              </a:spcBef>
              <a:spcAft>
                <a:spcPts val="0"/>
              </a:spcAft>
              <a:buClr>
                <a:srgbClr val="000000"/>
              </a:buClr>
              <a:buSzPts val="1400"/>
              <a:buChar char="●"/>
              <a:defRPr>
                <a:solidFill>
                  <a:srgbClr val="000000"/>
                </a:solidFill>
              </a:defRPr>
            </a:lvl4pPr>
            <a:lvl5pPr indent="-317500" lvl="4" marL="2286000" rtl="0">
              <a:spcBef>
                <a:spcPts val="0"/>
              </a:spcBef>
              <a:spcAft>
                <a:spcPts val="0"/>
              </a:spcAft>
              <a:buClr>
                <a:srgbClr val="000000"/>
              </a:buClr>
              <a:buSzPts val="1400"/>
              <a:buChar char="○"/>
              <a:defRPr>
                <a:solidFill>
                  <a:srgbClr val="000000"/>
                </a:solidFill>
              </a:defRPr>
            </a:lvl5pPr>
            <a:lvl6pPr indent="-317500" lvl="5" marL="2743200" rtl="0">
              <a:spcBef>
                <a:spcPts val="0"/>
              </a:spcBef>
              <a:spcAft>
                <a:spcPts val="0"/>
              </a:spcAft>
              <a:buClr>
                <a:srgbClr val="000000"/>
              </a:buClr>
              <a:buSzPts val="1400"/>
              <a:buChar char="■"/>
              <a:defRPr>
                <a:solidFill>
                  <a:srgbClr val="000000"/>
                </a:solidFill>
              </a:defRPr>
            </a:lvl6pPr>
            <a:lvl7pPr indent="-317500" lvl="6" marL="3200400" rtl="0">
              <a:spcBef>
                <a:spcPts val="0"/>
              </a:spcBef>
              <a:spcAft>
                <a:spcPts val="0"/>
              </a:spcAft>
              <a:buClr>
                <a:srgbClr val="000000"/>
              </a:buClr>
              <a:buSzPts val="1400"/>
              <a:buChar char="●"/>
              <a:defRPr>
                <a:solidFill>
                  <a:srgbClr val="000000"/>
                </a:solidFill>
              </a:defRPr>
            </a:lvl7pPr>
            <a:lvl8pPr indent="-317500" lvl="7" marL="3657600" rtl="0">
              <a:spcBef>
                <a:spcPts val="0"/>
              </a:spcBef>
              <a:spcAft>
                <a:spcPts val="0"/>
              </a:spcAft>
              <a:buClr>
                <a:srgbClr val="000000"/>
              </a:buClr>
              <a:buSzPts val="1400"/>
              <a:buChar char="○"/>
              <a:defRPr>
                <a:solidFill>
                  <a:srgbClr val="000000"/>
                </a:solidFill>
              </a:defRPr>
            </a:lvl8pPr>
            <a:lvl9pPr indent="-317500" lvl="8" marL="4114800" rtl="0">
              <a:spcBef>
                <a:spcPts val="0"/>
              </a:spcBef>
              <a:spcAft>
                <a:spcPts val="0"/>
              </a:spcAft>
              <a:buClr>
                <a:srgbClr val="000000"/>
              </a:buClr>
              <a:buSzPts val="1400"/>
              <a:buChar char="■"/>
              <a:defRPr>
                <a:solidFill>
                  <a:srgbClr val="000000"/>
                </a:solidFill>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000000"/>
              </a:buClr>
              <a:buSzPts val="2800"/>
              <a:buNone/>
              <a:defRPr sz="2800">
                <a:solidFill>
                  <a:srgbClr val="000000"/>
                </a:solidFill>
              </a:defRPr>
            </a:lvl1pPr>
            <a:lvl2pPr lvl="1" rtl="0" algn="ctr">
              <a:lnSpc>
                <a:spcPct val="100000"/>
              </a:lnSpc>
              <a:spcBef>
                <a:spcPts val="0"/>
              </a:spcBef>
              <a:spcAft>
                <a:spcPts val="0"/>
              </a:spcAft>
              <a:buClr>
                <a:srgbClr val="000000"/>
              </a:buClr>
              <a:buSzPts val="2800"/>
              <a:buNone/>
              <a:defRPr sz="2800">
                <a:solidFill>
                  <a:srgbClr val="000000"/>
                </a:solidFill>
              </a:defRPr>
            </a:lvl2pPr>
            <a:lvl3pPr lvl="2" rtl="0" algn="ctr">
              <a:lnSpc>
                <a:spcPct val="100000"/>
              </a:lnSpc>
              <a:spcBef>
                <a:spcPts val="0"/>
              </a:spcBef>
              <a:spcAft>
                <a:spcPts val="0"/>
              </a:spcAft>
              <a:buClr>
                <a:srgbClr val="000000"/>
              </a:buClr>
              <a:buSzPts val="2800"/>
              <a:buNone/>
              <a:defRPr sz="2800">
                <a:solidFill>
                  <a:srgbClr val="000000"/>
                </a:solidFill>
              </a:defRPr>
            </a:lvl3pPr>
            <a:lvl4pPr lvl="3" rtl="0" algn="ctr">
              <a:lnSpc>
                <a:spcPct val="100000"/>
              </a:lnSpc>
              <a:spcBef>
                <a:spcPts val="0"/>
              </a:spcBef>
              <a:spcAft>
                <a:spcPts val="0"/>
              </a:spcAft>
              <a:buClr>
                <a:srgbClr val="000000"/>
              </a:buClr>
              <a:buSzPts val="2800"/>
              <a:buNone/>
              <a:defRPr sz="2800">
                <a:solidFill>
                  <a:srgbClr val="000000"/>
                </a:solidFill>
              </a:defRPr>
            </a:lvl4pPr>
            <a:lvl5pPr lvl="4" rtl="0" algn="ctr">
              <a:lnSpc>
                <a:spcPct val="100000"/>
              </a:lnSpc>
              <a:spcBef>
                <a:spcPts val="0"/>
              </a:spcBef>
              <a:spcAft>
                <a:spcPts val="0"/>
              </a:spcAft>
              <a:buClr>
                <a:srgbClr val="000000"/>
              </a:buClr>
              <a:buSzPts val="2800"/>
              <a:buNone/>
              <a:defRPr sz="2800">
                <a:solidFill>
                  <a:srgbClr val="000000"/>
                </a:solidFill>
              </a:defRPr>
            </a:lvl5pPr>
            <a:lvl6pPr lvl="5" rtl="0" algn="ctr">
              <a:lnSpc>
                <a:spcPct val="100000"/>
              </a:lnSpc>
              <a:spcBef>
                <a:spcPts val="0"/>
              </a:spcBef>
              <a:spcAft>
                <a:spcPts val="0"/>
              </a:spcAft>
              <a:buClr>
                <a:srgbClr val="000000"/>
              </a:buClr>
              <a:buSzPts val="2800"/>
              <a:buNone/>
              <a:defRPr sz="2800">
                <a:solidFill>
                  <a:srgbClr val="000000"/>
                </a:solidFill>
              </a:defRPr>
            </a:lvl6pPr>
            <a:lvl7pPr lvl="6" rtl="0" algn="ctr">
              <a:lnSpc>
                <a:spcPct val="100000"/>
              </a:lnSpc>
              <a:spcBef>
                <a:spcPts val="0"/>
              </a:spcBef>
              <a:spcAft>
                <a:spcPts val="0"/>
              </a:spcAft>
              <a:buClr>
                <a:srgbClr val="000000"/>
              </a:buClr>
              <a:buSzPts val="2800"/>
              <a:buNone/>
              <a:defRPr sz="2800">
                <a:solidFill>
                  <a:srgbClr val="000000"/>
                </a:solidFill>
              </a:defRPr>
            </a:lvl7pPr>
            <a:lvl8pPr lvl="7" rtl="0" algn="ctr">
              <a:lnSpc>
                <a:spcPct val="100000"/>
              </a:lnSpc>
              <a:spcBef>
                <a:spcPts val="0"/>
              </a:spcBef>
              <a:spcAft>
                <a:spcPts val="0"/>
              </a:spcAft>
              <a:buClr>
                <a:srgbClr val="000000"/>
              </a:buClr>
              <a:buSzPts val="2800"/>
              <a:buNone/>
              <a:defRPr sz="2800">
                <a:solidFill>
                  <a:srgbClr val="000000"/>
                </a:solidFill>
              </a:defRPr>
            </a:lvl8pPr>
            <a:lvl9pPr lvl="8" rtl="0" algn="ctr">
              <a:lnSpc>
                <a:spcPct val="100000"/>
              </a:lnSpc>
              <a:spcBef>
                <a:spcPts val="0"/>
              </a:spcBef>
              <a:spcAft>
                <a:spcPts val="0"/>
              </a:spcAft>
              <a:buClr>
                <a:srgbClr val="000000"/>
              </a:buClr>
              <a:buSzPts val="2800"/>
              <a:buNone/>
              <a:defRPr sz="2800">
                <a:solidFill>
                  <a:srgbClr val="000000"/>
                </a:solidFill>
              </a:defRPr>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rgbClr val="000000"/>
              </a:buClr>
              <a:buSzPts val="1800"/>
              <a:buChar char="●"/>
              <a:defRPr>
                <a:solidFill>
                  <a:srgbClr val="000000"/>
                </a:solidFill>
              </a:defRPr>
            </a:lvl1pPr>
            <a:lvl2pPr indent="-317500" lvl="1" marL="914400" rtl="0">
              <a:spcBef>
                <a:spcPts val="0"/>
              </a:spcBef>
              <a:spcAft>
                <a:spcPts val="0"/>
              </a:spcAft>
              <a:buClr>
                <a:srgbClr val="000000"/>
              </a:buClr>
              <a:buSzPts val="1400"/>
              <a:buChar char="○"/>
              <a:defRPr>
                <a:solidFill>
                  <a:srgbClr val="000000"/>
                </a:solidFill>
              </a:defRPr>
            </a:lvl2pPr>
            <a:lvl3pPr indent="-317500" lvl="2" marL="1371600" rtl="0">
              <a:spcBef>
                <a:spcPts val="0"/>
              </a:spcBef>
              <a:spcAft>
                <a:spcPts val="0"/>
              </a:spcAft>
              <a:buClr>
                <a:srgbClr val="000000"/>
              </a:buClr>
              <a:buSzPts val="1400"/>
              <a:buChar char="■"/>
              <a:defRPr>
                <a:solidFill>
                  <a:srgbClr val="000000"/>
                </a:solidFill>
              </a:defRPr>
            </a:lvl3pPr>
            <a:lvl4pPr indent="-317500" lvl="3" marL="1828800" rtl="0">
              <a:spcBef>
                <a:spcPts val="0"/>
              </a:spcBef>
              <a:spcAft>
                <a:spcPts val="0"/>
              </a:spcAft>
              <a:buClr>
                <a:srgbClr val="000000"/>
              </a:buClr>
              <a:buSzPts val="1400"/>
              <a:buChar char="●"/>
              <a:defRPr>
                <a:solidFill>
                  <a:srgbClr val="000000"/>
                </a:solidFill>
              </a:defRPr>
            </a:lvl4pPr>
            <a:lvl5pPr indent="-317500" lvl="4" marL="2286000" rtl="0">
              <a:spcBef>
                <a:spcPts val="0"/>
              </a:spcBef>
              <a:spcAft>
                <a:spcPts val="0"/>
              </a:spcAft>
              <a:buClr>
                <a:srgbClr val="000000"/>
              </a:buClr>
              <a:buSzPts val="1400"/>
              <a:buChar char="○"/>
              <a:defRPr>
                <a:solidFill>
                  <a:srgbClr val="000000"/>
                </a:solidFill>
              </a:defRPr>
            </a:lvl5pPr>
            <a:lvl6pPr indent="-317500" lvl="5" marL="2743200" rtl="0">
              <a:spcBef>
                <a:spcPts val="0"/>
              </a:spcBef>
              <a:spcAft>
                <a:spcPts val="0"/>
              </a:spcAft>
              <a:buClr>
                <a:srgbClr val="000000"/>
              </a:buClr>
              <a:buSzPts val="1400"/>
              <a:buChar char="■"/>
              <a:defRPr>
                <a:solidFill>
                  <a:srgbClr val="000000"/>
                </a:solidFill>
              </a:defRPr>
            </a:lvl6pPr>
            <a:lvl7pPr indent="-317500" lvl="6" marL="3200400" rtl="0">
              <a:spcBef>
                <a:spcPts val="0"/>
              </a:spcBef>
              <a:spcAft>
                <a:spcPts val="0"/>
              </a:spcAft>
              <a:buClr>
                <a:srgbClr val="000000"/>
              </a:buClr>
              <a:buSzPts val="1400"/>
              <a:buChar char="●"/>
              <a:defRPr>
                <a:solidFill>
                  <a:srgbClr val="000000"/>
                </a:solidFill>
              </a:defRPr>
            </a:lvl7pPr>
            <a:lvl8pPr indent="-317500" lvl="7" marL="3657600" rtl="0">
              <a:spcBef>
                <a:spcPts val="0"/>
              </a:spcBef>
              <a:spcAft>
                <a:spcPts val="0"/>
              </a:spcAft>
              <a:buClr>
                <a:srgbClr val="000000"/>
              </a:buClr>
              <a:buSzPts val="1400"/>
              <a:buChar char="○"/>
              <a:defRPr>
                <a:solidFill>
                  <a:srgbClr val="000000"/>
                </a:solidFill>
              </a:defRPr>
            </a:lvl8pPr>
            <a:lvl9pPr indent="-317500" lvl="8" marL="4114800" rtl="0">
              <a:spcBef>
                <a:spcPts val="0"/>
              </a:spcBef>
              <a:spcAft>
                <a:spcPts val="0"/>
              </a:spcAft>
              <a:buClr>
                <a:srgbClr val="000000"/>
              </a:buClr>
              <a:buSzPts val="1400"/>
              <a:buChar char="■"/>
              <a:defRPr>
                <a:solidFill>
                  <a:srgbClr val="000000"/>
                </a:solidFill>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9" name="Shape 99"/>
        <p:cNvGrpSpPr/>
        <p:nvPr/>
      </p:nvGrpSpPr>
      <p:grpSpPr>
        <a:xfrm>
          <a:off x="0" y="0"/>
          <a:ext cx="0" cy="0"/>
          <a:chOff x="0" y="0"/>
          <a:chExt cx="0" cy="0"/>
        </a:xfrm>
      </p:grpSpPr>
      <p:cxnSp>
        <p:nvCxnSpPr>
          <p:cNvPr id="100" name="Google Shape;100;p26"/>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01" name="Google Shape;101;p26"/>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02" name="Google Shape;102;p26"/>
          <p:cNvGrpSpPr/>
          <p:nvPr/>
        </p:nvGrpSpPr>
        <p:grpSpPr>
          <a:xfrm>
            <a:off x="1004144" y="1022025"/>
            <a:ext cx="7136668" cy="152400"/>
            <a:chOff x="1346429" y="1011300"/>
            <a:chExt cx="6452100" cy="152400"/>
          </a:xfrm>
        </p:grpSpPr>
        <p:cxnSp>
          <p:nvCxnSpPr>
            <p:cNvPr id="103" name="Google Shape;103;p26"/>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04" name="Google Shape;104;p26"/>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05" name="Google Shape;105;p26"/>
          <p:cNvGrpSpPr/>
          <p:nvPr/>
        </p:nvGrpSpPr>
        <p:grpSpPr>
          <a:xfrm>
            <a:off x="1004151" y="3969100"/>
            <a:ext cx="7136668" cy="152400"/>
            <a:chOff x="1346435" y="3969088"/>
            <a:chExt cx="6452100" cy="152400"/>
          </a:xfrm>
        </p:grpSpPr>
        <p:cxnSp>
          <p:nvCxnSpPr>
            <p:cNvPr id="106" name="Google Shape;106;p26"/>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07" name="Google Shape;107;p26"/>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08" name="Google Shape;108;p26"/>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400"/>
              <a:buNone/>
              <a:defRPr sz="5400"/>
            </a:lvl1pPr>
            <a:lvl2pPr lvl="1" rtl="0" algn="ctr">
              <a:spcBef>
                <a:spcPts val="0"/>
              </a:spcBef>
              <a:spcAft>
                <a:spcPts val="0"/>
              </a:spcAft>
              <a:buSzPts val="5400"/>
              <a:buNone/>
              <a:defRPr sz="5400"/>
            </a:lvl2pPr>
            <a:lvl3pPr lvl="2" rtl="0" algn="ctr">
              <a:spcBef>
                <a:spcPts val="0"/>
              </a:spcBef>
              <a:spcAft>
                <a:spcPts val="0"/>
              </a:spcAft>
              <a:buSzPts val="5400"/>
              <a:buNone/>
              <a:defRPr sz="5400"/>
            </a:lvl3pPr>
            <a:lvl4pPr lvl="3" rtl="0" algn="ctr">
              <a:spcBef>
                <a:spcPts val="0"/>
              </a:spcBef>
              <a:spcAft>
                <a:spcPts val="0"/>
              </a:spcAft>
              <a:buSzPts val="5400"/>
              <a:buNone/>
              <a:defRPr sz="5400"/>
            </a:lvl4pPr>
            <a:lvl5pPr lvl="4" rtl="0" algn="ctr">
              <a:spcBef>
                <a:spcPts val="0"/>
              </a:spcBef>
              <a:spcAft>
                <a:spcPts val="0"/>
              </a:spcAft>
              <a:buSzPts val="5400"/>
              <a:buNone/>
              <a:defRPr sz="5400"/>
            </a:lvl5pPr>
            <a:lvl6pPr lvl="5" rtl="0" algn="ctr">
              <a:spcBef>
                <a:spcPts val="0"/>
              </a:spcBef>
              <a:spcAft>
                <a:spcPts val="0"/>
              </a:spcAft>
              <a:buSzPts val="5400"/>
              <a:buNone/>
              <a:defRPr sz="5400"/>
            </a:lvl6pPr>
            <a:lvl7pPr lvl="6" rtl="0" algn="ctr">
              <a:spcBef>
                <a:spcPts val="0"/>
              </a:spcBef>
              <a:spcAft>
                <a:spcPts val="0"/>
              </a:spcAft>
              <a:buSzPts val="5400"/>
              <a:buNone/>
              <a:defRPr sz="5400"/>
            </a:lvl7pPr>
            <a:lvl8pPr lvl="7" rtl="0" algn="ctr">
              <a:spcBef>
                <a:spcPts val="0"/>
              </a:spcBef>
              <a:spcAft>
                <a:spcPts val="0"/>
              </a:spcAft>
              <a:buSzPts val="5400"/>
              <a:buNone/>
              <a:defRPr sz="5400"/>
            </a:lvl8pPr>
            <a:lvl9pPr lvl="8" rtl="0" algn="ctr">
              <a:spcBef>
                <a:spcPts val="0"/>
              </a:spcBef>
              <a:spcAft>
                <a:spcPts val="0"/>
              </a:spcAft>
              <a:buSzPts val="5400"/>
              <a:buNone/>
              <a:defRPr sz="5400"/>
            </a:lvl9pPr>
          </a:lstStyle>
          <a:p/>
        </p:txBody>
      </p:sp>
      <p:sp>
        <p:nvSpPr>
          <p:cNvPr id="109" name="Google Shape;109;p26"/>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400"/>
              <a:buNone/>
              <a:defRPr sz="2400"/>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10" name="Google Shape;110;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1" name="Shape 111"/>
        <p:cNvGrpSpPr/>
        <p:nvPr/>
      </p:nvGrpSpPr>
      <p:grpSpPr>
        <a:xfrm>
          <a:off x="0" y="0"/>
          <a:ext cx="0" cy="0"/>
          <a:chOff x="0" y="0"/>
          <a:chExt cx="0" cy="0"/>
        </a:xfrm>
      </p:grpSpPr>
      <p:sp>
        <p:nvSpPr>
          <p:cNvPr id="112" name="Google Shape;112;p27"/>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7"/>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a:lvl1pPr>
            <a:lvl2pPr lvl="1" rtl="0" algn="ctr">
              <a:spcBef>
                <a:spcPts val="0"/>
              </a:spcBef>
              <a:spcAft>
                <a:spcPts val="0"/>
              </a:spcAft>
              <a:buSzPts val="3600"/>
              <a:buNone/>
              <a:defRPr/>
            </a:lvl2pPr>
            <a:lvl3pPr lvl="2" rtl="0" algn="ctr">
              <a:spcBef>
                <a:spcPts val="0"/>
              </a:spcBef>
              <a:spcAft>
                <a:spcPts val="0"/>
              </a:spcAft>
              <a:buSzPts val="3600"/>
              <a:buNone/>
              <a:defRPr/>
            </a:lvl3pPr>
            <a:lvl4pPr lvl="3" rtl="0" algn="ctr">
              <a:spcBef>
                <a:spcPts val="0"/>
              </a:spcBef>
              <a:spcAft>
                <a:spcPts val="0"/>
              </a:spcAft>
              <a:buSzPts val="3600"/>
              <a:buNone/>
              <a:defRPr/>
            </a:lvl4pPr>
            <a:lvl5pPr lvl="4" rtl="0" algn="ctr">
              <a:spcBef>
                <a:spcPts val="0"/>
              </a:spcBef>
              <a:spcAft>
                <a:spcPts val="0"/>
              </a:spcAft>
              <a:buSzPts val="3600"/>
              <a:buNone/>
              <a:defRPr/>
            </a:lvl5pPr>
            <a:lvl6pPr lvl="5" rtl="0" algn="ctr">
              <a:spcBef>
                <a:spcPts val="0"/>
              </a:spcBef>
              <a:spcAft>
                <a:spcPts val="0"/>
              </a:spcAft>
              <a:buSzPts val="3600"/>
              <a:buNone/>
              <a:defRPr/>
            </a:lvl6pPr>
            <a:lvl7pPr lvl="6" rtl="0" algn="ctr">
              <a:spcBef>
                <a:spcPts val="0"/>
              </a:spcBef>
              <a:spcAft>
                <a:spcPts val="0"/>
              </a:spcAft>
              <a:buSzPts val="3600"/>
              <a:buNone/>
              <a:defRPr/>
            </a:lvl7pPr>
            <a:lvl8pPr lvl="7" rtl="0" algn="ctr">
              <a:spcBef>
                <a:spcPts val="0"/>
              </a:spcBef>
              <a:spcAft>
                <a:spcPts val="0"/>
              </a:spcAft>
              <a:buSzPts val="3600"/>
              <a:buNone/>
              <a:defRPr/>
            </a:lvl8pPr>
            <a:lvl9pPr lvl="8" rtl="0" algn="ctr">
              <a:spcBef>
                <a:spcPts val="0"/>
              </a:spcBef>
              <a:spcAft>
                <a:spcPts val="0"/>
              </a:spcAft>
              <a:buSzPts val="3600"/>
              <a:buNone/>
              <a:defRPr/>
            </a:lvl9pPr>
          </a:lstStyle>
          <a:p/>
        </p:txBody>
      </p:sp>
      <p:sp>
        <p:nvSpPr>
          <p:cNvPr id="114" name="Google Shape;114;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5" name="Shape 115"/>
        <p:cNvGrpSpPr/>
        <p:nvPr/>
      </p:nvGrpSpPr>
      <p:grpSpPr>
        <a:xfrm>
          <a:off x="0" y="0"/>
          <a:ext cx="0" cy="0"/>
          <a:chOff x="0" y="0"/>
          <a:chExt cx="0" cy="0"/>
        </a:xfrm>
      </p:grpSpPr>
      <p:sp>
        <p:nvSpPr>
          <p:cNvPr id="116" name="Google Shape;116;p28"/>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8"/>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118" name="Google Shape;118;p28"/>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19" name="Google Shape;119;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20" name="Shape 120"/>
        <p:cNvGrpSpPr/>
        <p:nvPr/>
      </p:nvGrpSpPr>
      <p:grpSpPr>
        <a:xfrm>
          <a:off x="0" y="0"/>
          <a:ext cx="0" cy="0"/>
          <a:chOff x="0" y="0"/>
          <a:chExt cx="0" cy="0"/>
        </a:xfrm>
      </p:grpSpPr>
      <p:sp>
        <p:nvSpPr>
          <p:cNvPr id="121" name="Google Shape;121;p29"/>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122" name="Google Shape;122;p29"/>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23" name="Google Shape;123;p29"/>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24" name="Google Shape;124;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5" name="Shape 125"/>
        <p:cNvGrpSpPr/>
        <p:nvPr/>
      </p:nvGrpSpPr>
      <p:grpSpPr>
        <a:xfrm>
          <a:off x="0" y="0"/>
          <a:ext cx="0" cy="0"/>
          <a:chOff x="0" y="0"/>
          <a:chExt cx="0" cy="0"/>
        </a:xfrm>
      </p:grpSpPr>
      <p:sp>
        <p:nvSpPr>
          <p:cNvPr id="126" name="Google Shape;126;p30"/>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127" name="Google Shape;127;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8" name="Shape 128"/>
        <p:cNvGrpSpPr/>
        <p:nvPr/>
      </p:nvGrpSpPr>
      <p:grpSpPr>
        <a:xfrm>
          <a:off x="0" y="0"/>
          <a:ext cx="0" cy="0"/>
          <a:chOff x="0" y="0"/>
          <a:chExt cx="0" cy="0"/>
        </a:xfrm>
      </p:grpSpPr>
      <p:sp>
        <p:nvSpPr>
          <p:cNvPr id="129" name="Google Shape;129;p31"/>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30" name="Google Shape;130;p31"/>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31" name="Google Shape;131;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132" name="Shape 132"/>
        <p:cNvGrpSpPr/>
        <p:nvPr/>
      </p:nvGrpSpPr>
      <p:grpSpPr>
        <a:xfrm>
          <a:off x="0" y="0"/>
          <a:ext cx="0" cy="0"/>
          <a:chOff x="0" y="0"/>
          <a:chExt cx="0" cy="0"/>
        </a:xfrm>
      </p:grpSpPr>
      <p:sp>
        <p:nvSpPr>
          <p:cNvPr id="133" name="Google Shape;133;p32"/>
          <p:cNvSpPr txBox="1"/>
          <p:nvPr>
            <p:ph type="title"/>
          </p:nvPr>
        </p:nvSpPr>
        <p:spPr>
          <a:xfrm>
            <a:off x="490250" y="526350"/>
            <a:ext cx="5613600" cy="4090800"/>
          </a:xfrm>
          <a:prstGeom prst="rect">
            <a:avLst/>
          </a:prstGeom>
        </p:spPr>
        <p:txBody>
          <a:bodyPr anchorCtr="0" anchor="ctr" bIns="91425" lIns="91425" spcFirstLastPara="1" rIns="91425" wrap="square" tIns="91425">
            <a:normAutofit/>
          </a:bodyPr>
          <a:lstStyle>
            <a:lvl1pPr lvl="0" rtl="0">
              <a:spcBef>
                <a:spcPts val="0"/>
              </a:spcBef>
              <a:spcAft>
                <a:spcPts val="0"/>
              </a:spcAft>
              <a:buClr>
                <a:schemeClr val="dk2"/>
              </a:buClr>
              <a:buSzPts val="5400"/>
              <a:buNone/>
              <a:defRPr b="0" sz="5400">
                <a:solidFill>
                  <a:schemeClr val="dk2"/>
                </a:solidFill>
              </a:defRPr>
            </a:lvl1pPr>
            <a:lvl2pPr lvl="1" rtl="0">
              <a:spcBef>
                <a:spcPts val="0"/>
              </a:spcBef>
              <a:spcAft>
                <a:spcPts val="0"/>
              </a:spcAft>
              <a:buClr>
                <a:schemeClr val="dk2"/>
              </a:buClr>
              <a:buSzPts val="5400"/>
              <a:buNone/>
              <a:defRPr b="0" sz="5400">
                <a:solidFill>
                  <a:schemeClr val="dk2"/>
                </a:solidFill>
              </a:defRPr>
            </a:lvl2pPr>
            <a:lvl3pPr lvl="2" rtl="0">
              <a:spcBef>
                <a:spcPts val="0"/>
              </a:spcBef>
              <a:spcAft>
                <a:spcPts val="0"/>
              </a:spcAft>
              <a:buClr>
                <a:schemeClr val="dk2"/>
              </a:buClr>
              <a:buSzPts val="5400"/>
              <a:buNone/>
              <a:defRPr b="0" sz="5400">
                <a:solidFill>
                  <a:schemeClr val="dk2"/>
                </a:solidFill>
              </a:defRPr>
            </a:lvl3pPr>
            <a:lvl4pPr lvl="3" rtl="0">
              <a:spcBef>
                <a:spcPts val="0"/>
              </a:spcBef>
              <a:spcAft>
                <a:spcPts val="0"/>
              </a:spcAft>
              <a:buClr>
                <a:schemeClr val="dk2"/>
              </a:buClr>
              <a:buSzPts val="5400"/>
              <a:buNone/>
              <a:defRPr b="0" sz="5400">
                <a:solidFill>
                  <a:schemeClr val="dk2"/>
                </a:solidFill>
              </a:defRPr>
            </a:lvl4pPr>
            <a:lvl5pPr lvl="4" rtl="0">
              <a:spcBef>
                <a:spcPts val="0"/>
              </a:spcBef>
              <a:spcAft>
                <a:spcPts val="0"/>
              </a:spcAft>
              <a:buClr>
                <a:schemeClr val="dk2"/>
              </a:buClr>
              <a:buSzPts val="5400"/>
              <a:buNone/>
              <a:defRPr b="0" sz="5400">
                <a:solidFill>
                  <a:schemeClr val="dk2"/>
                </a:solidFill>
              </a:defRPr>
            </a:lvl5pPr>
            <a:lvl6pPr lvl="5" rtl="0">
              <a:spcBef>
                <a:spcPts val="0"/>
              </a:spcBef>
              <a:spcAft>
                <a:spcPts val="0"/>
              </a:spcAft>
              <a:buClr>
                <a:schemeClr val="dk2"/>
              </a:buClr>
              <a:buSzPts val="5400"/>
              <a:buNone/>
              <a:defRPr b="0" sz="5400">
                <a:solidFill>
                  <a:schemeClr val="dk2"/>
                </a:solidFill>
              </a:defRPr>
            </a:lvl6pPr>
            <a:lvl7pPr lvl="6" rtl="0">
              <a:spcBef>
                <a:spcPts val="0"/>
              </a:spcBef>
              <a:spcAft>
                <a:spcPts val="0"/>
              </a:spcAft>
              <a:buClr>
                <a:schemeClr val="dk2"/>
              </a:buClr>
              <a:buSzPts val="5400"/>
              <a:buNone/>
              <a:defRPr b="0" sz="5400">
                <a:solidFill>
                  <a:schemeClr val="dk2"/>
                </a:solidFill>
              </a:defRPr>
            </a:lvl7pPr>
            <a:lvl8pPr lvl="7" rtl="0">
              <a:spcBef>
                <a:spcPts val="0"/>
              </a:spcBef>
              <a:spcAft>
                <a:spcPts val="0"/>
              </a:spcAft>
              <a:buClr>
                <a:schemeClr val="dk2"/>
              </a:buClr>
              <a:buSzPts val="5400"/>
              <a:buNone/>
              <a:defRPr b="0" sz="5400">
                <a:solidFill>
                  <a:schemeClr val="dk2"/>
                </a:solidFill>
              </a:defRPr>
            </a:lvl8pPr>
            <a:lvl9pPr lvl="8" rtl="0">
              <a:spcBef>
                <a:spcPts val="0"/>
              </a:spcBef>
              <a:spcAft>
                <a:spcPts val="0"/>
              </a:spcAft>
              <a:buClr>
                <a:schemeClr val="dk2"/>
              </a:buClr>
              <a:buSzPts val="5400"/>
              <a:buNone/>
              <a:defRPr b="0" sz="5400">
                <a:solidFill>
                  <a:schemeClr val="dk2"/>
                </a:solidFill>
              </a:defRPr>
            </a:lvl9pPr>
          </a:lstStyle>
          <a:p/>
        </p:txBody>
      </p:sp>
      <p:sp>
        <p:nvSpPr>
          <p:cNvPr id="134" name="Google Shape;134;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5" name="Shape 135"/>
        <p:cNvGrpSpPr/>
        <p:nvPr/>
      </p:nvGrpSpPr>
      <p:grpSpPr>
        <a:xfrm>
          <a:off x="0" y="0"/>
          <a:ext cx="0" cy="0"/>
          <a:chOff x="0" y="0"/>
          <a:chExt cx="0" cy="0"/>
        </a:xfrm>
      </p:grpSpPr>
      <p:sp>
        <p:nvSpPr>
          <p:cNvPr id="136" name="Google Shape;136;p33"/>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7" name="Google Shape;137;p33"/>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138" name="Google Shape;138;p33"/>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39" name="Google Shape;139;p33"/>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40" name="Google Shape;140;p33"/>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0"/>
              </a:spcBef>
              <a:spcAft>
                <a:spcPts val="0"/>
              </a:spcAft>
              <a:buClr>
                <a:schemeClr val="lt1"/>
              </a:buClr>
              <a:buSzPts val="1400"/>
              <a:buChar char="○"/>
              <a:defRPr>
                <a:solidFill>
                  <a:schemeClr val="lt1"/>
                </a:solidFill>
              </a:defRPr>
            </a:lvl2pPr>
            <a:lvl3pPr indent="-317500" lvl="2" marL="1371600" rtl="0">
              <a:spcBef>
                <a:spcPts val="0"/>
              </a:spcBef>
              <a:spcAft>
                <a:spcPts val="0"/>
              </a:spcAft>
              <a:buClr>
                <a:schemeClr val="lt1"/>
              </a:buClr>
              <a:buSzPts val="1400"/>
              <a:buChar char="■"/>
              <a:defRPr>
                <a:solidFill>
                  <a:schemeClr val="lt1"/>
                </a:solidFill>
              </a:defRPr>
            </a:lvl3pPr>
            <a:lvl4pPr indent="-317500" lvl="3" marL="1828800" rtl="0">
              <a:spcBef>
                <a:spcPts val="0"/>
              </a:spcBef>
              <a:spcAft>
                <a:spcPts val="0"/>
              </a:spcAft>
              <a:buClr>
                <a:schemeClr val="lt1"/>
              </a:buClr>
              <a:buSzPts val="1400"/>
              <a:buChar char="●"/>
              <a:defRPr>
                <a:solidFill>
                  <a:schemeClr val="lt1"/>
                </a:solidFill>
              </a:defRPr>
            </a:lvl4pPr>
            <a:lvl5pPr indent="-317500" lvl="4" marL="2286000" rtl="0">
              <a:spcBef>
                <a:spcPts val="0"/>
              </a:spcBef>
              <a:spcAft>
                <a:spcPts val="0"/>
              </a:spcAft>
              <a:buClr>
                <a:schemeClr val="lt1"/>
              </a:buClr>
              <a:buSzPts val="1400"/>
              <a:buChar char="○"/>
              <a:defRPr>
                <a:solidFill>
                  <a:schemeClr val="lt1"/>
                </a:solidFill>
              </a:defRPr>
            </a:lvl5pPr>
            <a:lvl6pPr indent="-317500" lvl="5" marL="2743200" rtl="0">
              <a:spcBef>
                <a:spcPts val="0"/>
              </a:spcBef>
              <a:spcAft>
                <a:spcPts val="0"/>
              </a:spcAft>
              <a:buClr>
                <a:schemeClr val="lt1"/>
              </a:buClr>
              <a:buSzPts val="1400"/>
              <a:buChar char="■"/>
              <a:defRPr>
                <a:solidFill>
                  <a:schemeClr val="lt1"/>
                </a:solidFill>
              </a:defRPr>
            </a:lvl6pPr>
            <a:lvl7pPr indent="-317500" lvl="6" marL="3200400" rtl="0">
              <a:spcBef>
                <a:spcPts val="0"/>
              </a:spcBef>
              <a:spcAft>
                <a:spcPts val="0"/>
              </a:spcAft>
              <a:buClr>
                <a:schemeClr val="lt1"/>
              </a:buClr>
              <a:buSzPts val="1400"/>
              <a:buChar char="●"/>
              <a:defRPr>
                <a:solidFill>
                  <a:schemeClr val="lt1"/>
                </a:solidFill>
              </a:defRPr>
            </a:lvl7pPr>
            <a:lvl8pPr indent="-317500" lvl="7" marL="3657600" rtl="0">
              <a:spcBef>
                <a:spcPts val="0"/>
              </a:spcBef>
              <a:spcAft>
                <a:spcPts val="0"/>
              </a:spcAft>
              <a:buClr>
                <a:schemeClr val="lt1"/>
              </a:buClr>
              <a:buSzPts val="1400"/>
              <a:buChar char="○"/>
              <a:defRPr>
                <a:solidFill>
                  <a:schemeClr val="lt1"/>
                </a:solidFill>
              </a:defRPr>
            </a:lvl8pPr>
            <a:lvl9pPr indent="-317500" lvl="8" marL="4114800" rtl="0">
              <a:spcBef>
                <a:spcPts val="0"/>
              </a:spcBef>
              <a:spcAft>
                <a:spcPts val="0"/>
              </a:spcAft>
              <a:buClr>
                <a:schemeClr val="lt1"/>
              </a:buClr>
              <a:buSzPts val="1400"/>
              <a:buChar char="■"/>
              <a:defRPr>
                <a:solidFill>
                  <a:schemeClr val="lt1"/>
                </a:solidFill>
              </a:defRPr>
            </a:lvl9pPr>
          </a:lstStyle>
          <a:p/>
        </p:txBody>
      </p:sp>
      <p:sp>
        <p:nvSpPr>
          <p:cNvPr id="141" name="Google Shape;141;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2" name="Shape 142"/>
        <p:cNvGrpSpPr/>
        <p:nvPr/>
      </p:nvGrpSpPr>
      <p:grpSpPr>
        <a:xfrm>
          <a:off x="0" y="0"/>
          <a:ext cx="0" cy="0"/>
          <a:chOff x="0" y="0"/>
          <a:chExt cx="0" cy="0"/>
        </a:xfrm>
      </p:grpSpPr>
      <p:sp>
        <p:nvSpPr>
          <p:cNvPr id="143" name="Google Shape;143;p34"/>
          <p:cNvSpPr txBox="1"/>
          <p:nvPr>
            <p:ph idx="1" type="body"/>
          </p:nvPr>
        </p:nvSpPr>
        <p:spPr>
          <a:xfrm>
            <a:off x="311700" y="4230725"/>
            <a:ext cx="5998800" cy="598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144" name="Google Shape;144;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45" name="Shape 145"/>
        <p:cNvGrpSpPr/>
        <p:nvPr/>
      </p:nvGrpSpPr>
      <p:grpSpPr>
        <a:xfrm>
          <a:off x="0" y="0"/>
          <a:ext cx="0" cy="0"/>
          <a:chOff x="0" y="0"/>
          <a:chExt cx="0" cy="0"/>
        </a:xfrm>
      </p:grpSpPr>
      <p:sp>
        <p:nvSpPr>
          <p:cNvPr id="146" name="Google Shape;146;p35"/>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35"/>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accent3"/>
              </a:buClr>
              <a:buSzPts val="13000"/>
              <a:buNone/>
              <a:defRPr sz="13000">
                <a:solidFill>
                  <a:schemeClr val="accent3"/>
                </a:solidFill>
              </a:defRPr>
            </a:lvl1pPr>
            <a:lvl2pPr lvl="1" rtl="0" algn="ctr">
              <a:spcBef>
                <a:spcPts val="0"/>
              </a:spcBef>
              <a:spcAft>
                <a:spcPts val="0"/>
              </a:spcAft>
              <a:buClr>
                <a:schemeClr val="accent3"/>
              </a:buClr>
              <a:buSzPts val="13000"/>
              <a:buNone/>
              <a:defRPr sz="13000">
                <a:solidFill>
                  <a:schemeClr val="accent3"/>
                </a:solidFill>
              </a:defRPr>
            </a:lvl2pPr>
            <a:lvl3pPr lvl="2" rtl="0" algn="ctr">
              <a:spcBef>
                <a:spcPts val="0"/>
              </a:spcBef>
              <a:spcAft>
                <a:spcPts val="0"/>
              </a:spcAft>
              <a:buClr>
                <a:schemeClr val="accent3"/>
              </a:buClr>
              <a:buSzPts val="13000"/>
              <a:buNone/>
              <a:defRPr sz="13000">
                <a:solidFill>
                  <a:schemeClr val="accent3"/>
                </a:solidFill>
              </a:defRPr>
            </a:lvl3pPr>
            <a:lvl4pPr lvl="3" rtl="0" algn="ctr">
              <a:spcBef>
                <a:spcPts val="0"/>
              </a:spcBef>
              <a:spcAft>
                <a:spcPts val="0"/>
              </a:spcAft>
              <a:buClr>
                <a:schemeClr val="accent3"/>
              </a:buClr>
              <a:buSzPts val="13000"/>
              <a:buNone/>
              <a:defRPr sz="13000">
                <a:solidFill>
                  <a:schemeClr val="accent3"/>
                </a:solidFill>
              </a:defRPr>
            </a:lvl4pPr>
            <a:lvl5pPr lvl="4" rtl="0" algn="ctr">
              <a:spcBef>
                <a:spcPts val="0"/>
              </a:spcBef>
              <a:spcAft>
                <a:spcPts val="0"/>
              </a:spcAft>
              <a:buClr>
                <a:schemeClr val="accent3"/>
              </a:buClr>
              <a:buSzPts val="13000"/>
              <a:buNone/>
              <a:defRPr sz="13000">
                <a:solidFill>
                  <a:schemeClr val="accent3"/>
                </a:solidFill>
              </a:defRPr>
            </a:lvl5pPr>
            <a:lvl6pPr lvl="5" rtl="0" algn="ctr">
              <a:spcBef>
                <a:spcPts val="0"/>
              </a:spcBef>
              <a:spcAft>
                <a:spcPts val="0"/>
              </a:spcAft>
              <a:buClr>
                <a:schemeClr val="accent3"/>
              </a:buClr>
              <a:buSzPts val="13000"/>
              <a:buNone/>
              <a:defRPr sz="13000">
                <a:solidFill>
                  <a:schemeClr val="accent3"/>
                </a:solidFill>
              </a:defRPr>
            </a:lvl6pPr>
            <a:lvl7pPr lvl="6" rtl="0" algn="ctr">
              <a:spcBef>
                <a:spcPts val="0"/>
              </a:spcBef>
              <a:spcAft>
                <a:spcPts val="0"/>
              </a:spcAft>
              <a:buClr>
                <a:schemeClr val="accent3"/>
              </a:buClr>
              <a:buSzPts val="13000"/>
              <a:buNone/>
              <a:defRPr sz="13000">
                <a:solidFill>
                  <a:schemeClr val="accent3"/>
                </a:solidFill>
              </a:defRPr>
            </a:lvl7pPr>
            <a:lvl8pPr lvl="7" rtl="0" algn="ctr">
              <a:spcBef>
                <a:spcPts val="0"/>
              </a:spcBef>
              <a:spcAft>
                <a:spcPts val="0"/>
              </a:spcAft>
              <a:buClr>
                <a:schemeClr val="accent3"/>
              </a:buClr>
              <a:buSzPts val="13000"/>
              <a:buNone/>
              <a:defRPr sz="13000">
                <a:solidFill>
                  <a:schemeClr val="accent3"/>
                </a:solidFill>
              </a:defRPr>
            </a:lvl8pPr>
            <a:lvl9pPr lvl="8" rtl="0" algn="ctr">
              <a:spcBef>
                <a:spcPts val="0"/>
              </a:spcBef>
              <a:spcAft>
                <a:spcPts val="0"/>
              </a:spcAft>
              <a:buClr>
                <a:schemeClr val="accent3"/>
              </a:buClr>
              <a:buSzPts val="13000"/>
              <a:buNone/>
              <a:defRPr sz="13000">
                <a:solidFill>
                  <a:schemeClr val="accent3"/>
                </a:solidFill>
              </a:defRPr>
            </a:lvl9pPr>
          </a:lstStyle>
          <a:p>
            <a:r>
              <a:t>xx%</a:t>
            </a:r>
          </a:p>
        </p:txBody>
      </p:sp>
      <p:sp>
        <p:nvSpPr>
          <p:cNvPr id="148" name="Google Shape;148;p35"/>
          <p:cNvSpPr txBox="1"/>
          <p:nvPr>
            <p:ph idx="1" type="body"/>
          </p:nvPr>
        </p:nvSpPr>
        <p:spPr>
          <a:xfrm>
            <a:off x="311700" y="2995650"/>
            <a:ext cx="8520600" cy="10716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149" name="Google Shape;149;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0" name="Shape 150"/>
        <p:cNvGrpSpPr/>
        <p:nvPr/>
      </p:nvGrpSpPr>
      <p:grpSpPr>
        <a:xfrm>
          <a:off x="0" y="0"/>
          <a:ext cx="0" cy="0"/>
          <a:chOff x="0" y="0"/>
          <a:chExt cx="0" cy="0"/>
        </a:xfrm>
      </p:grpSpPr>
      <p:sp>
        <p:nvSpPr>
          <p:cNvPr id="151" name="Google Shape;151;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6" name="Shape 156"/>
        <p:cNvGrpSpPr/>
        <p:nvPr/>
      </p:nvGrpSpPr>
      <p:grpSpPr>
        <a:xfrm>
          <a:off x="0" y="0"/>
          <a:ext cx="0" cy="0"/>
          <a:chOff x="0" y="0"/>
          <a:chExt cx="0" cy="0"/>
        </a:xfrm>
      </p:grpSpPr>
      <p:sp>
        <p:nvSpPr>
          <p:cNvPr id="157" name="Google Shape;157;p38"/>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58" name="Google Shape;158;p3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59" name="Google Shape;159;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0" name="Shape 160"/>
        <p:cNvGrpSpPr/>
        <p:nvPr/>
      </p:nvGrpSpPr>
      <p:grpSpPr>
        <a:xfrm>
          <a:off x="0" y="0"/>
          <a:ext cx="0" cy="0"/>
          <a:chOff x="0" y="0"/>
          <a:chExt cx="0" cy="0"/>
        </a:xfrm>
      </p:grpSpPr>
      <p:sp>
        <p:nvSpPr>
          <p:cNvPr id="161" name="Google Shape;161;p39"/>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2" name="Google Shape;162;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3" name="Shape 163"/>
        <p:cNvGrpSpPr/>
        <p:nvPr/>
      </p:nvGrpSpPr>
      <p:grpSpPr>
        <a:xfrm>
          <a:off x="0" y="0"/>
          <a:ext cx="0" cy="0"/>
          <a:chOff x="0" y="0"/>
          <a:chExt cx="0" cy="0"/>
        </a:xfrm>
      </p:grpSpPr>
      <p:sp>
        <p:nvSpPr>
          <p:cNvPr id="164" name="Google Shape;164;p4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5" name="Google Shape;165;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66" name="Google Shape;166;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67" name="Shape 167"/>
        <p:cNvGrpSpPr/>
        <p:nvPr/>
      </p:nvGrpSpPr>
      <p:grpSpPr>
        <a:xfrm>
          <a:off x="0" y="0"/>
          <a:ext cx="0" cy="0"/>
          <a:chOff x="0" y="0"/>
          <a:chExt cx="0" cy="0"/>
        </a:xfrm>
      </p:grpSpPr>
      <p:sp>
        <p:nvSpPr>
          <p:cNvPr id="168" name="Google Shape;168;p4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9" name="Google Shape;169;p41"/>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70" name="Google Shape;170;p41"/>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71" name="Google Shape;171;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2" name="Shape 172"/>
        <p:cNvGrpSpPr/>
        <p:nvPr/>
      </p:nvGrpSpPr>
      <p:grpSpPr>
        <a:xfrm>
          <a:off x="0" y="0"/>
          <a:ext cx="0" cy="0"/>
          <a:chOff x="0" y="0"/>
          <a:chExt cx="0" cy="0"/>
        </a:xfrm>
      </p:grpSpPr>
      <p:sp>
        <p:nvSpPr>
          <p:cNvPr id="173" name="Google Shape;173;p4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74" name="Google Shape;174;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75" name="Shape 175"/>
        <p:cNvGrpSpPr/>
        <p:nvPr/>
      </p:nvGrpSpPr>
      <p:grpSpPr>
        <a:xfrm>
          <a:off x="0" y="0"/>
          <a:ext cx="0" cy="0"/>
          <a:chOff x="0" y="0"/>
          <a:chExt cx="0" cy="0"/>
        </a:xfrm>
      </p:grpSpPr>
      <p:sp>
        <p:nvSpPr>
          <p:cNvPr id="176" name="Google Shape;176;p43"/>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77" name="Google Shape;177;p43"/>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78" name="Google Shape;178;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79" name="Shape 179"/>
        <p:cNvGrpSpPr/>
        <p:nvPr/>
      </p:nvGrpSpPr>
      <p:grpSpPr>
        <a:xfrm>
          <a:off x="0" y="0"/>
          <a:ext cx="0" cy="0"/>
          <a:chOff x="0" y="0"/>
          <a:chExt cx="0" cy="0"/>
        </a:xfrm>
      </p:grpSpPr>
      <p:sp>
        <p:nvSpPr>
          <p:cNvPr id="180" name="Google Shape;180;p44"/>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81" name="Google Shape;181;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82" name="Shape 182"/>
        <p:cNvGrpSpPr/>
        <p:nvPr/>
      </p:nvGrpSpPr>
      <p:grpSpPr>
        <a:xfrm>
          <a:off x="0" y="0"/>
          <a:ext cx="0" cy="0"/>
          <a:chOff x="0" y="0"/>
          <a:chExt cx="0" cy="0"/>
        </a:xfrm>
      </p:grpSpPr>
      <p:sp>
        <p:nvSpPr>
          <p:cNvPr id="183" name="Google Shape;183;p45"/>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45"/>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85" name="Google Shape;185;p45"/>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86" name="Google Shape;186;p45"/>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87" name="Google Shape;187;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88" name="Shape 188"/>
        <p:cNvGrpSpPr/>
        <p:nvPr/>
      </p:nvGrpSpPr>
      <p:grpSpPr>
        <a:xfrm>
          <a:off x="0" y="0"/>
          <a:ext cx="0" cy="0"/>
          <a:chOff x="0" y="0"/>
          <a:chExt cx="0" cy="0"/>
        </a:xfrm>
      </p:grpSpPr>
      <p:sp>
        <p:nvSpPr>
          <p:cNvPr id="189" name="Google Shape;189;p46"/>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190" name="Google Shape;190;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91" name="Shape 191"/>
        <p:cNvGrpSpPr/>
        <p:nvPr/>
      </p:nvGrpSpPr>
      <p:grpSpPr>
        <a:xfrm>
          <a:off x="0" y="0"/>
          <a:ext cx="0" cy="0"/>
          <a:chOff x="0" y="0"/>
          <a:chExt cx="0" cy="0"/>
        </a:xfrm>
      </p:grpSpPr>
      <p:sp>
        <p:nvSpPr>
          <p:cNvPr id="192" name="Google Shape;192;p47"/>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93" name="Google Shape;193;p47"/>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194" name="Google Shape;194;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5" name="Shape 195"/>
        <p:cNvGrpSpPr/>
        <p:nvPr/>
      </p:nvGrpSpPr>
      <p:grpSpPr>
        <a:xfrm>
          <a:off x="0" y="0"/>
          <a:ext cx="0" cy="0"/>
          <a:chOff x="0" y="0"/>
          <a:chExt cx="0" cy="0"/>
        </a:xfrm>
      </p:grpSpPr>
      <p:sp>
        <p:nvSpPr>
          <p:cNvPr id="196" name="Google Shape;196;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4.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2" Type="http://schemas.openxmlformats.org/officeDocument/2006/relationships/theme" Target="../theme/theme3.xml"/><Relationship Id="rId9" Type="http://schemas.openxmlformats.org/officeDocument/2006/relationships/slideLayout" Target="../slideLayouts/slideLayout3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slideLayout" Target="../slideLayouts/slideLayout35.xml"/><Relationship Id="rId3" Type="http://schemas.openxmlformats.org/officeDocument/2006/relationships/slideLayout" Target="../slideLayouts/slideLayout36.xml"/><Relationship Id="rId4" Type="http://schemas.openxmlformats.org/officeDocument/2006/relationships/slideLayout" Target="../slideLayouts/slideLayout37.xml"/><Relationship Id="rId11" Type="http://schemas.openxmlformats.org/officeDocument/2006/relationships/slideLayout" Target="../slideLayouts/slideLayout44.xml"/><Relationship Id="rId10" Type="http://schemas.openxmlformats.org/officeDocument/2006/relationships/slideLayout" Target="../slideLayouts/slideLayout43.xml"/><Relationship Id="rId12" Type="http://schemas.openxmlformats.org/officeDocument/2006/relationships/theme" Target="../theme/theme5.xml"/><Relationship Id="rId9" Type="http://schemas.openxmlformats.org/officeDocument/2006/relationships/slideLayout" Target="../slideLayouts/slideLayout42.xml"/><Relationship Id="rId5" Type="http://schemas.openxmlformats.org/officeDocument/2006/relationships/slideLayout" Target="../slideLayouts/slideLayout38.xml"/><Relationship Id="rId6" Type="http://schemas.openxmlformats.org/officeDocument/2006/relationships/slideLayout" Target="../slideLayouts/slideLayout39.xml"/><Relationship Id="rId7" Type="http://schemas.openxmlformats.org/officeDocument/2006/relationships/slideLayout" Target="../slideLayouts/slideLayout40.xml"/><Relationship Id="rId8"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a:solidFill>
                  <a:schemeClr val="dk2"/>
                </a:solidFill>
              </a:defRPr>
            </a:lvl2pPr>
            <a:lvl3pPr indent="-317500" lvl="2" marL="1371600" rtl="0">
              <a:lnSpc>
                <a:spcPct val="115000"/>
              </a:lnSpc>
              <a:spcBef>
                <a:spcPts val="0"/>
              </a:spcBef>
              <a:spcAft>
                <a:spcPts val="0"/>
              </a:spcAft>
              <a:buClr>
                <a:schemeClr val="dk2"/>
              </a:buClr>
              <a:buSzPts val="1400"/>
              <a:buChar char="■"/>
              <a:defRPr>
                <a:solidFill>
                  <a:schemeClr val="dk2"/>
                </a:solidFill>
              </a:defRPr>
            </a:lvl3pPr>
            <a:lvl4pPr indent="-317500" lvl="3" marL="1828800" rtl="0">
              <a:lnSpc>
                <a:spcPct val="115000"/>
              </a:lnSpc>
              <a:spcBef>
                <a:spcPts val="0"/>
              </a:spcBef>
              <a:spcAft>
                <a:spcPts val="0"/>
              </a:spcAft>
              <a:buClr>
                <a:schemeClr val="dk2"/>
              </a:buClr>
              <a:buSzPts val="1400"/>
              <a:buChar char="●"/>
              <a:defRPr>
                <a:solidFill>
                  <a:schemeClr val="dk2"/>
                </a:solidFill>
              </a:defRPr>
            </a:lvl4pPr>
            <a:lvl5pPr indent="-317500" lvl="4" marL="2286000" rtl="0">
              <a:lnSpc>
                <a:spcPct val="115000"/>
              </a:lnSpc>
              <a:spcBef>
                <a:spcPts val="0"/>
              </a:spcBef>
              <a:spcAft>
                <a:spcPts val="0"/>
              </a:spcAft>
              <a:buClr>
                <a:schemeClr val="dk2"/>
              </a:buClr>
              <a:buSzPts val="1400"/>
              <a:buChar char="○"/>
              <a:defRPr>
                <a:solidFill>
                  <a:schemeClr val="dk2"/>
                </a:solidFill>
              </a:defRPr>
            </a:lvl5pPr>
            <a:lvl6pPr indent="-317500" lvl="5" marL="2743200" rtl="0">
              <a:lnSpc>
                <a:spcPct val="115000"/>
              </a:lnSpc>
              <a:spcBef>
                <a:spcPts val="0"/>
              </a:spcBef>
              <a:spcAft>
                <a:spcPts val="0"/>
              </a:spcAft>
              <a:buClr>
                <a:schemeClr val="dk2"/>
              </a:buClr>
              <a:buSzPts val="1400"/>
              <a:buChar char="■"/>
              <a:defRPr>
                <a:solidFill>
                  <a:schemeClr val="dk2"/>
                </a:solidFill>
              </a:defRPr>
            </a:lvl6pPr>
            <a:lvl7pPr indent="-317500" lvl="6" marL="3200400" rtl="0">
              <a:lnSpc>
                <a:spcPct val="115000"/>
              </a:lnSpc>
              <a:spcBef>
                <a:spcPts val="0"/>
              </a:spcBef>
              <a:spcAft>
                <a:spcPts val="0"/>
              </a:spcAft>
              <a:buClr>
                <a:schemeClr val="dk2"/>
              </a:buClr>
              <a:buSzPts val="1400"/>
              <a:buChar char="●"/>
              <a:defRPr>
                <a:solidFill>
                  <a:schemeClr val="dk2"/>
                </a:solidFill>
              </a:defRPr>
            </a:lvl7pPr>
            <a:lvl8pPr indent="-317500" lvl="7" marL="3657600" rtl="0">
              <a:lnSpc>
                <a:spcPct val="115000"/>
              </a:lnSpc>
              <a:spcBef>
                <a:spcPts val="0"/>
              </a:spcBef>
              <a:spcAft>
                <a:spcPts val="0"/>
              </a:spcAft>
              <a:buClr>
                <a:schemeClr val="dk2"/>
              </a:buClr>
              <a:buSzPts val="1400"/>
              <a:buChar char="○"/>
              <a:defRPr>
                <a:solidFill>
                  <a:schemeClr val="dk2"/>
                </a:solidFill>
              </a:defRPr>
            </a:lvl8pPr>
            <a:lvl9pPr indent="-317500" lvl="8" marL="4114800" rtl="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a:solidFill>
                  <a:schemeClr val="dk2"/>
                </a:solidFill>
              </a:defRPr>
            </a:lvl2pPr>
            <a:lvl3pPr indent="-317500" lvl="2" marL="1371600" rtl="0">
              <a:lnSpc>
                <a:spcPct val="115000"/>
              </a:lnSpc>
              <a:spcBef>
                <a:spcPts val="0"/>
              </a:spcBef>
              <a:spcAft>
                <a:spcPts val="0"/>
              </a:spcAft>
              <a:buClr>
                <a:schemeClr val="dk2"/>
              </a:buClr>
              <a:buSzPts val="1400"/>
              <a:buChar char="■"/>
              <a:defRPr>
                <a:solidFill>
                  <a:schemeClr val="dk2"/>
                </a:solidFill>
              </a:defRPr>
            </a:lvl3pPr>
            <a:lvl4pPr indent="-317500" lvl="3" marL="1828800" rtl="0">
              <a:lnSpc>
                <a:spcPct val="115000"/>
              </a:lnSpc>
              <a:spcBef>
                <a:spcPts val="0"/>
              </a:spcBef>
              <a:spcAft>
                <a:spcPts val="0"/>
              </a:spcAft>
              <a:buClr>
                <a:schemeClr val="dk2"/>
              </a:buClr>
              <a:buSzPts val="1400"/>
              <a:buChar char="●"/>
              <a:defRPr>
                <a:solidFill>
                  <a:schemeClr val="dk2"/>
                </a:solidFill>
              </a:defRPr>
            </a:lvl4pPr>
            <a:lvl5pPr indent="-317500" lvl="4" marL="2286000" rtl="0">
              <a:lnSpc>
                <a:spcPct val="115000"/>
              </a:lnSpc>
              <a:spcBef>
                <a:spcPts val="0"/>
              </a:spcBef>
              <a:spcAft>
                <a:spcPts val="0"/>
              </a:spcAft>
              <a:buClr>
                <a:schemeClr val="dk2"/>
              </a:buClr>
              <a:buSzPts val="1400"/>
              <a:buChar char="○"/>
              <a:defRPr>
                <a:solidFill>
                  <a:schemeClr val="dk2"/>
                </a:solidFill>
              </a:defRPr>
            </a:lvl5pPr>
            <a:lvl6pPr indent="-317500" lvl="5" marL="2743200" rtl="0">
              <a:lnSpc>
                <a:spcPct val="115000"/>
              </a:lnSpc>
              <a:spcBef>
                <a:spcPts val="0"/>
              </a:spcBef>
              <a:spcAft>
                <a:spcPts val="0"/>
              </a:spcAft>
              <a:buClr>
                <a:schemeClr val="dk2"/>
              </a:buClr>
              <a:buSzPts val="1400"/>
              <a:buChar char="■"/>
              <a:defRPr>
                <a:solidFill>
                  <a:schemeClr val="dk2"/>
                </a:solidFill>
              </a:defRPr>
            </a:lvl6pPr>
            <a:lvl7pPr indent="-317500" lvl="6" marL="3200400" rtl="0">
              <a:lnSpc>
                <a:spcPct val="115000"/>
              </a:lnSpc>
              <a:spcBef>
                <a:spcPts val="0"/>
              </a:spcBef>
              <a:spcAft>
                <a:spcPts val="0"/>
              </a:spcAft>
              <a:buClr>
                <a:schemeClr val="dk2"/>
              </a:buClr>
              <a:buSzPts val="1400"/>
              <a:buChar char="●"/>
              <a:defRPr>
                <a:solidFill>
                  <a:schemeClr val="dk2"/>
                </a:solidFill>
              </a:defRPr>
            </a:lvl7pPr>
            <a:lvl8pPr indent="-317500" lvl="7" marL="3657600" rtl="0">
              <a:lnSpc>
                <a:spcPct val="115000"/>
              </a:lnSpc>
              <a:spcBef>
                <a:spcPts val="0"/>
              </a:spcBef>
              <a:spcAft>
                <a:spcPts val="0"/>
              </a:spcAft>
              <a:buClr>
                <a:schemeClr val="dk2"/>
              </a:buClr>
              <a:buSzPts val="1400"/>
              <a:buChar char="○"/>
              <a:defRPr>
                <a:solidFill>
                  <a:schemeClr val="dk2"/>
                </a:solidFill>
              </a:defRPr>
            </a:lvl8pPr>
            <a:lvl9pPr indent="-317500" lvl="8" marL="4114800" rtl="0">
              <a:lnSpc>
                <a:spcPct val="115000"/>
              </a:lnSpc>
              <a:spcBef>
                <a:spcPts val="0"/>
              </a:spcBef>
              <a:spcAft>
                <a:spcPts val="0"/>
              </a:spcAft>
              <a:buClr>
                <a:schemeClr val="dk2"/>
              </a:buClr>
              <a:buSzPts val="1400"/>
              <a:buChar char="■"/>
              <a:defRPr>
                <a:solidFill>
                  <a:schemeClr val="dk2"/>
                </a:solidFil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95" name="Shape 95"/>
        <p:cNvGrpSpPr/>
        <p:nvPr/>
      </p:nvGrpSpPr>
      <p:grpSpPr>
        <a:xfrm>
          <a:off x="0" y="0"/>
          <a:ext cx="0" cy="0"/>
          <a:chOff x="0" y="0"/>
          <a:chExt cx="0" cy="0"/>
        </a:xfrm>
      </p:grpSpPr>
      <p:sp>
        <p:nvSpPr>
          <p:cNvPr id="96" name="Google Shape;96;p25"/>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97" name="Google Shape;97;p25"/>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98" name="Google Shape;98;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latin typeface="Open Sans"/>
                <a:ea typeface="Open Sans"/>
                <a:cs typeface="Open Sans"/>
                <a:sym typeface="Open Sans"/>
              </a:defRPr>
            </a:lvl1pPr>
            <a:lvl2pPr lvl="1" rtl="0" algn="r">
              <a:buNone/>
              <a:defRPr sz="1000">
                <a:solidFill>
                  <a:schemeClr val="dk2"/>
                </a:solidFill>
                <a:latin typeface="Open Sans"/>
                <a:ea typeface="Open Sans"/>
                <a:cs typeface="Open Sans"/>
                <a:sym typeface="Open Sans"/>
              </a:defRPr>
            </a:lvl2pPr>
            <a:lvl3pPr lvl="2" rtl="0" algn="r">
              <a:buNone/>
              <a:defRPr sz="1000">
                <a:solidFill>
                  <a:schemeClr val="dk2"/>
                </a:solidFill>
                <a:latin typeface="Open Sans"/>
                <a:ea typeface="Open Sans"/>
                <a:cs typeface="Open Sans"/>
                <a:sym typeface="Open Sans"/>
              </a:defRPr>
            </a:lvl3pPr>
            <a:lvl4pPr lvl="3" rtl="0" algn="r">
              <a:buNone/>
              <a:defRPr sz="1000">
                <a:solidFill>
                  <a:schemeClr val="dk2"/>
                </a:solidFill>
                <a:latin typeface="Open Sans"/>
                <a:ea typeface="Open Sans"/>
                <a:cs typeface="Open Sans"/>
                <a:sym typeface="Open Sans"/>
              </a:defRPr>
            </a:lvl4pPr>
            <a:lvl5pPr lvl="4" rtl="0" algn="r">
              <a:buNone/>
              <a:defRPr sz="1000">
                <a:solidFill>
                  <a:schemeClr val="dk2"/>
                </a:solidFill>
                <a:latin typeface="Open Sans"/>
                <a:ea typeface="Open Sans"/>
                <a:cs typeface="Open Sans"/>
                <a:sym typeface="Open Sans"/>
              </a:defRPr>
            </a:lvl5pPr>
            <a:lvl6pPr lvl="5" rtl="0" algn="r">
              <a:buNone/>
              <a:defRPr sz="1000">
                <a:solidFill>
                  <a:schemeClr val="dk2"/>
                </a:solidFill>
                <a:latin typeface="Open Sans"/>
                <a:ea typeface="Open Sans"/>
                <a:cs typeface="Open Sans"/>
                <a:sym typeface="Open Sans"/>
              </a:defRPr>
            </a:lvl6pPr>
            <a:lvl7pPr lvl="6" rtl="0" algn="r">
              <a:buNone/>
              <a:defRPr sz="1000">
                <a:solidFill>
                  <a:schemeClr val="dk2"/>
                </a:solidFill>
                <a:latin typeface="Open Sans"/>
                <a:ea typeface="Open Sans"/>
                <a:cs typeface="Open Sans"/>
                <a:sym typeface="Open Sans"/>
              </a:defRPr>
            </a:lvl7pPr>
            <a:lvl8pPr lvl="7" rtl="0" algn="r">
              <a:buNone/>
              <a:defRPr sz="1000">
                <a:solidFill>
                  <a:schemeClr val="dk2"/>
                </a:solidFill>
                <a:latin typeface="Open Sans"/>
                <a:ea typeface="Open Sans"/>
                <a:cs typeface="Open Sans"/>
                <a:sym typeface="Open Sans"/>
              </a:defRPr>
            </a:lvl8pPr>
            <a:lvl9pPr lvl="8" rtl="0"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52" name="Shape 152"/>
        <p:cNvGrpSpPr/>
        <p:nvPr/>
      </p:nvGrpSpPr>
      <p:grpSpPr>
        <a:xfrm>
          <a:off x="0" y="0"/>
          <a:ext cx="0" cy="0"/>
          <a:chOff x="0" y="0"/>
          <a:chExt cx="0" cy="0"/>
        </a:xfrm>
      </p:grpSpPr>
      <p:sp>
        <p:nvSpPr>
          <p:cNvPr id="153" name="Google Shape;153;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54" name="Google Shape;154;p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155" name="Google Shape;155;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hyperlink" Target="https://creativecommons.org/licenses/by-nc-sa/4.0/" TargetMode="External"/><Relationship Id="rId6" Type="http://schemas.openxmlformats.org/officeDocument/2006/relationships/image" Target="../media/image2.png"/><Relationship Id="rId7"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3.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Relationship Id="rId3"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hyperlink" Target="https://jamboard.google.com/d/1HjHOZIW13QscDqyvQ87eZGgJL3o-ERGfkDw5lDe_Zj8/edit?usp=sharing" TargetMode="External"/><Relationship Id="rId4" Type="http://schemas.openxmlformats.org/officeDocument/2006/relationships/hyperlink" Target="https://jamboard.google.com/d/1HjHOZIW13QscDqyvQ87eZGgJL3o-ERGfkDw5lDe_Zj8/edit?usp=sharing" TargetMode="External"/><Relationship Id="rId5" Type="http://schemas.openxmlformats.org/officeDocument/2006/relationships/hyperlink" Target="https://jamboard.google.com/d/1HjHOZIW13QscDqyvQ87eZGgJL3o-ERGfkDw5lDe_Zj8/edit?usp=sharing" TargetMode="External"/><Relationship Id="rId6" Type="http://schemas.openxmlformats.org/officeDocument/2006/relationships/hyperlink" Target="https://jamboard.google.com/d/1HjHOZIW13QscDqyvQ87eZGgJL3o-ERGfkDw5lDe_Zj8/edit?usp=sharing"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1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18.png"/><Relationship Id="rId4" Type="http://schemas.openxmlformats.org/officeDocument/2006/relationships/image" Target="../media/image1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16.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49"/>
          <p:cNvSpPr txBox="1"/>
          <p:nvPr>
            <p:ph type="ctrTitle"/>
          </p:nvPr>
        </p:nvSpPr>
        <p:spPr>
          <a:xfrm>
            <a:off x="2156750" y="733763"/>
            <a:ext cx="6115500" cy="1189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Module 1.5</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 Route Finding</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t/>
            </a:r>
            <a:endParaRPr sz="2800">
              <a:solidFill>
                <a:schemeClr val="dk2"/>
              </a:solidFill>
              <a:latin typeface="Merriweather"/>
              <a:ea typeface="Merriweather"/>
              <a:cs typeface="Merriweather"/>
              <a:sym typeface="Merriweather"/>
            </a:endParaRPr>
          </a:p>
        </p:txBody>
      </p:sp>
      <p:sp>
        <p:nvSpPr>
          <p:cNvPr id="202" name="Google Shape;202;p49"/>
          <p:cNvSpPr txBox="1"/>
          <p:nvPr/>
        </p:nvSpPr>
        <p:spPr>
          <a:xfrm>
            <a:off x="278150" y="3272225"/>
            <a:ext cx="2867700" cy="106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203" name="Google Shape;203;p49"/>
          <p:cNvPicPr preferRelativeResize="0"/>
          <p:nvPr/>
        </p:nvPicPr>
        <p:blipFill>
          <a:blip r:embed="rId3">
            <a:alphaModFix/>
          </a:blip>
          <a:stretch>
            <a:fillRect/>
          </a:stretch>
        </p:blipFill>
        <p:spPr>
          <a:xfrm>
            <a:off x="24425" y="4552275"/>
            <a:ext cx="1375825" cy="481375"/>
          </a:xfrm>
          <a:prstGeom prst="rect">
            <a:avLst/>
          </a:prstGeom>
          <a:noFill/>
          <a:ln>
            <a:noFill/>
          </a:ln>
        </p:spPr>
      </p:pic>
      <p:pic>
        <p:nvPicPr>
          <p:cNvPr id="204" name="Google Shape;204;p49"/>
          <p:cNvPicPr preferRelativeResize="0"/>
          <p:nvPr/>
        </p:nvPicPr>
        <p:blipFill>
          <a:blip r:embed="rId4">
            <a:alphaModFix/>
          </a:blip>
          <a:stretch>
            <a:fillRect/>
          </a:stretch>
        </p:blipFill>
        <p:spPr>
          <a:xfrm>
            <a:off x="100625" y="237362"/>
            <a:ext cx="1979932" cy="2334375"/>
          </a:xfrm>
          <a:prstGeom prst="rect">
            <a:avLst/>
          </a:prstGeom>
          <a:noFill/>
          <a:ln>
            <a:noFill/>
          </a:ln>
        </p:spPr>
      </p:pic>
      <p:sp>
        <p:nvSpPr>
          <p:cNvPr id="205" name="Google Shape;205;p49"/>
          <p:cNvSpPr txBox="1"/>
          <p:nvPr/>
        </p:nvSpPr>
        <p:spPr>
          <a:xfrm>
            <a:off x="1558900" y="237350"/>
            <a:ext cx="7447800" cy="66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rgbClr val="F89D77"/>
                </a:solidFill>
                <a:latin typeface="Helvetica Neue"/>
                <a:ea typeface="Helvetica Neue"/>
                <a:cs typeface="Helvetica Neue"/>
                <a:sym typeface="Helvetica Neue"/>
              </a:rPr>
              <a:t>Living and Working with Artificial Intelligence</a:t>
            </a:r>
            <a:endParaRPr b="1" sz="2600">
              <a:solidFill>
                <a:srgbClr val="F89D77"/>
              </a:solidFill>
              <a:latin typeface="Helvetica Neue"/>
              <a:ea typeface="Helvetica Neue"/>
              <a:cs typeface="Helvetica Neue"/>
              <a:sym typeface="Helvetica Neue"/>
            </a:endParaRPr>
          </a:p>
        </p:txBody>
      </p:sp>
      <p:sp>
        <p:nvSpPr>
          <p:cNvPr id="206" name="Google Shape;206;p49"/>
          <p:cNvSpPr txBox="1"/>
          <p:nvPr/>
        </p:nvSpPr>
        <p:spPr>
          <a:xfrm>
            <a:off x="1377450" y="4488725"/>
            <a:ext cx="7766700" cy="71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rPr>
              <a:t>Developed for the AI4GA (Artificial Intelligence for Georgia) project funded by National Science Foundation awards DRL-2049029 and DRL-2048502.</a:t>
            </a:r>
            <a:endParaRPr sz="900">
              <a:solidFill>
                <a:schemeClr val="dk1"/>
              </a:solidFill>
            </a:endParaRPr>
          </a:p>
          <a:p>
            <a:pPr indent="0" lvl="0" marL="0" rtl="0" algn="l">
              <a:spcBef>
                <a:spcPts val="0"/>
              </a:spcBef>
              <a:spcAft>
                <a:spcPts val="0"/>
              </a:spcAft>
              <a:buNone/>
            </a:pPr>
            <a:r>
              <a:rPr b="1" lang="en" sz="900">
                <a:solidFill>
                  <a:schemeClr val="dk1"/>
                </a:solidFill>
                <a:highlight>
                  <a:srgbClr val="FFFFFF"/>
                </a:highlight>
              </a:rPr>
              <a:t>This work is licensed under the Creative Commons Attribution-NonCommercial-ShareAlike 4.0 International License. </a:t>
            </a:r>
            <a:r>
              <a:rPr b="1" lang="en" sz="900" u="sng">
                <a:solidFill>
                  <a:schemeClr val="accent5"/>
                </a:solidFill>
                <a:highlight>
                  <a:srgbClr val="FFFFFF"/>
                </a:highlight>
                <a:hlinkClick r:id="rId5">
                  <a:extLst>
                    <a:ext uri="{A12FA001-AC4F-418D-AE19-62706E023703}">
                      <ahyp:hlinkClr val="tx"/>
                    </a:ext>
                  </a:extLst>
                </a:hlinkClick>
              </a:rPr>
              <a:t>https://creativecommons.org/licenses/by-nc-sa/4.0/</a:t>
            </a:r>
            <a:endParaRPr b="1" sz="900">
              <a:solidFill>
                <a:schemeClr val="dk1"/>
              </a:solidFill>
              <a:highlight>
                <a:srgbClr val="FFFFFF"/>
              </a:highlight>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a:p>
        </p:txBody>
      </p:sp>
      <p:pic>
        <p:nvPicPr>
          <p:cNvPr id="207" name="Google Shape;207;p49"/>
          <p:cNvPicPr preferRelativeResize="0"/>
          <p:nvPr/>
        </p:nvPicPr>
        <p:blipFill rotWithShape="1">
          <a:blip r:embed="rId6">
            <a:alphaModFix/>
          </a:blip>
          <a:srcRect b="0" l="0" r="0" t="15081"/>
          <a:stretch/>
        </p:blipFill>
        <p:spPr>
          <a:xfrm>
            <a:off x="4097100" y="1684625"/>
            <a:ext cx="3863000" cy="2727900"/>
          </a:xfrm>
          <a:prstGeom prst="rect">
            <a:avLst/>
          </a:prstGeom>
          <a:noFill/>
          <a:ln>
            <a:noFill/>
          </a:ln>
        </p:spPr>
      </p:pic>
      <p:pic>
        <p:nvPicPr>
          <p:cNvPr id="208" name="Google Shape;208;p49"/>
          <p:cNvPicPr preferRelativeResize="0"/>
          <p:nvPr/>
        </p:nvPicPr>
        <p:blipFill>
          <a:blip r:embed="rId7">
            <a:alphaModFix/>
          </a:blip>
          <a:stretch>
            <a:fillRect/>
          </a:stretch>
        </p:blipFill>
        <p:spPr>
          <a:xfrm>
            <a:off x="2766350" y="2042410"/>
            <a:ext cx="1979924" cy="2250679"/>
          </a:xfrm>
          <a:prstGeom prst="rect">
            <a:avLst/>
          </a:prstGeom>
          <a:noFill/>
          <a:ln>
            <a:noFill/>
          </a:ln>
        </p:spPr>
      </p:pic>
      <p:sp>
        <p:nvSpPr>
          <p:cNvPr id="209" name="Google Shape;209;p49"/>
          <p:cNvSpPr txBox="1"/>
          <p:nvPr/>
        </p:nvSpPr>
        <p:spPr>
          <a:xfrm>
            <a:off x="6825100" y="1495200"/>
            <a:ext cx="2181600" cy="666900"/>
          </a:xfrm>
          <a:prstGeom prst="rect">
            <a:avLst/>
          </a:prstGeom>
          <a:solidFill>
            <a:srgbClr val="EEEEEE">
              <a:alpha val="50309"/>
            </a:srgbClr>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Find a route from Atlanta to Tifton</a:t>
            </a:r>
            <a:endParaRPr b="1"/>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1FDDD">
            <a:alpha val="69270"/>
          </a:srgbClr>
        </a:solidFill>
      </p:bgPr>
    </p:bg>
    <p:spTree>
      <p:nvGrpSpPr>
        <p:cNvPr id="213" name="Shape 213"/>
        <p:cNvGrpSpPr/>
        <p:nvPr/>
      </p:nvGrpSpPr>
      <p:grpSpPr>
        <a:xfrm>
          <a:off x="0" y="0"/>
          <a:ext cx="0" cy="0"/>
          <a:chOff x="0" y="0"/>
          <a:chExt cx="0" cy="0"/>
        </a:xfrm>
      </p:grpSpPr>
      <p:sp>
        <p:nvSpPr>
          <p:cNvPr id="214" name="Google Shape;214;p50"/>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Warm-up Questions</a:t>
            </a:r>
            <a:endParaRPr/>
          </a:p>
        </p:txBody>
      </p:sp>
      <p:sp>
        <p:nvSpPr>
          <p:cNvPr id="215" name="Google Shape;215;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1FDDD">
            <a:alpha val="69270"/>
          </a:srgbClr>
        </a:solidFill>
      </p:bgPr>
    </p:bg>
    <p:spTree>
      <p:nvGrpSpPr>
        <p:cNvPr id="219" name="Shape 219"/>
        <p:cNvGrpSpPr/>
        <p:nvPr/>
      </p:nvGrpSpPr>
      <p:grpSpPr>
        <a:xfrm>
          <a:off x="0" y="0"/>
          <a:ext cx="0" cy="0"/>
          <a:chOff x="0" y="0"/>
          <a:chExt cx="0" cy="0"/>
        </a:xfrm>
      </p:grpSpPr>
      <p:sp>
        <p:nvSpPr>
          <p:cNvPr id="220" name="Google Shape;220;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Warm-up Question</a:t>
            </a:r>
            <a:endParaRPr/>
          </a:p>
        </p:txBody>
      </p:sp>
      <p:sp>
        <p:nvSpPr>
          <p:cNvPr id="221" name="Google Shape;221;p51"/>
          <p:cNvSpPr txBox="1"/>
          <p:nvPr>
            <p:ph idx="1" type="body"/>
          </p:nvPr>
        </p:nvSpPr>
        <p:spPr>
          <a:xfrm>
            <a:off x="1418850" y="1152475"/>
            <a:ext cx="6104100" cy="3416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a:p>
            <a:pPr indent="0" lvl="0" marL="0" rtl="0" algn="ctr">
              <a:spcBef>
                <a:spcPts val="1200"/>
              </a:spcBef>
              <a:spcAft>
                <a:spcPts val="0"/>
              </a:spcAft>
              <a:buNone/>
            </a:pPr>
            <a:r>
              <a:t/>
            </a:r>
            <a:endParaRPr/>
          </a:p>
          <a:p>
            <a:pPr indent="0" lvl="0" marL="0" rtl="0" algn="ctr">
              <a:spcBef>
                <a:spcPts val="1200"/>
              </a:spcBef>
              <a:spcAft>
                <a:spcPts val="1200"/>
              </a:spcAft>
              <a:buNone/>
            </a:pPr>
            <a:r>
              <a:rPr lang="en" sz="2400"/>
              <a:t>How do autonomous robots and self-driving cars </a:t>
            </a:r>
            <a:r>
              <a:rPr lang="en" sz="2400">
                <a:solidFill>
                  <a:srgbClr val="0000FF"/>
                </a:solidFill>
              </a:rPr>
              <a:t>find their way</a:t>
            </a:r>
            <a:r>
              <a:rPr lang="en" sz="2400"/>
              <a:t> through the world?</a:t>
            </a:r>
            <a:endParaRPr sz="2400"/>
          </a:p>
        </p:txBody>
      </p:sp>
      <p:sp>
        <p:nvSpPr>
          <p:cNvPr id="222" name="Google Shape;222;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1FDDD">
            <a:alpha val="69270"/>
          </a:srgbClr>
        </a:solidFill>
      </p:bgPr>
    </p:bg>
    <p:spTree>
      <p:nvGrpSpPr>
        <p:cNvPr id="226" name="Shape 226"/>
        <p:cNvGrpSpPr/>
        <p:nvPr/>
      </p:nvGrpSpPr>
      <p:grpSpPr>
        <a:xfrm>
          <a:off x="0" y="0"/>
          <a:ext cx="0" cy="0"/>
          <a:chOff x="0" y="0"/>
          <a:chExt cx="0" cy="0"/>
        </a:xfrm>
      </p:grpSpPr>
      <p:sp>
        <p:nvSpPr>
          <p:cNvPr id="227" name="Google Shape;227;p52"/>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Autonomous robots and self-driving cars make and use maps of their worlds</a:t>
            </a:r>
            <a:endParaRPr/>
          </a:p>
        </p:txBody>
      </p:sp>
      <p:sp>
        <p:nvSpPr>
          <p:cNvPr id="228" name="Google Shape;228;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1FDDD">
            <a:alpha val="69270"/>
          </a:srgbClr>
        </a:solidFill>
      </p:bgPr>
    </p:bg>
    <p:spTree>
      <p:nvGrpSpPr>
        <p:cNvPr id="232" name="Shape 232"/>
        <p:cNvGrpSpPr/>
        <p:nvPr/>
      </p:nvGrpSpPr>
      <p:grpSpPr>
        <a:xfrm>
          <a:off x="0" y="0"/>
          <a:ext cx="0" cy="0"/>
          <a:chOff x="0" y="0"/>
          <a:chExt cx="0" cy="0"/>
        </a:xfrm>
      </p:grpSpPr>
      <p:sp>
        <p:nvSpPr>
          <p:cNvPr id="233" name="Google Shape;233;p53"/>
          <p:cNvSpPr txBox="1"/>
          <p:nvPr>
            <p:ph type="title"/>
          </p:nvPr>
        </p:nvSpPr>
        <p:spPr>
          <a:xfrm>
            <a:off x="311700" y="2150850"/>
            <a:ext cx="8520600" cy="13869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Personal Connection:</a:t>
            </a:r>
            <a:endParaRPr/>
          </a:p>
          <a:p>
            <a:pPr indent="0" lvl="0" marL="0" rtl="0" algn="ctr">
              <a:spcBef>
                <a:spcPts val="0"/>
              </a:spcBef>
              <a:spcAft>
                <a:spcPts val="0"/>
              </a:spcAft>
              <a:buNone/>
            </a:pPr>
            <a:r>
              <a:rPr lang="en"/>
              <a:t>What kinds of maps have </a:t>
            </a:r>
            <a:endParaRPr/>
          </a:p>
          <a:p>
            <a:pPr indent="0" lvl="0" marL="0" rtl="0" algn="ctr">
              <a:spcBef>
                <a:spcPts val="0"/>
              </a:spcBef>
              <a:spcAft>
                <a:spcPts val="0"/>
              </a:spcAft>
              <a:buNone/>
            </a:pPr>
            <a:r>
              <a:rPr lang="en"/>
              <a:t>you used in the past?</a:t>
            </a:r>
            <a:endParaRPr/>
          </a:p>
        </p:txBody>
      </p:sp>
      <p:sp>
        <p:nvSpPr>
          <p:cNvPr id="234" name="Google Shape;234;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pic>
        <p:nvPicPr>
          <p:cNvPr id="240" name="Google Shape;240;p54"/>
          <p:cNvPicPr preferRelativeResize="0"/>
          <p:nvPr/>
        </p:nvPicPr>
        <p:blipFill>
          <a:blip r:embed="rId3">
            <a:alphaModFix/>
          </a:blip>
          <a:stretch>
            <a:fillRect/>
          </a:stretch>
        </p:blipFill>
        <p:spPr>
          <a:xfrm>
            <a:off x="176963" y="0"/>
            <a:ext cx="8844188" cy="4961525"/>
          </a:xfrm>
          <a:prstGeom prst="rect">
            <a:avLst/>
          </a:prstGeom>
          <a:noFill/>
          <a:ln>
            <a:noFill/>
          </a:ln>
        </p:spPr>
      </p:pic>
      <p:sp>
        <p:nvSpPr>
          <p:cNvPr id="241" name="Google Shape;241;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47" name="Google Shape;247;p5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48" name="Google Shape;248;p55"/>
          <p:cNvPicPr preferRelativeResize="0"/>
          <p:nvPr/>
        </p:nvPicPr>
        <p:blipFill>
          <a:blip r:embed="rId3">
            <a:alphaModFix/>
          </a:blip>
          <a:stretch>
            <a:fillRect/>
          </a:stretch>
        </p:blipFill>
        <p:spPr>
          <a:xfrm>
            <a:off x="271028" y="0"/>
            <a:ext cx="8601945" cy="5143501"/>
          </a:xfrm>
          <a:prstGeom prst="rect">
            <a:avLst/>
          </a:prstGeom>
          <a:noFill/>
          <a:ln>
            <a:noFill/>
          </a:ln>
        </p:spPr>
      </p:pic>
      <p:sp>
        <p:nvSpPr>
          <p:cNvPr id="249" name="Google Shape;249;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pic>
        <p:nvPicPr>
          <p:cNvPr id="254" name="Google Shape;254;p56"/>
          <p:cNvPicPr preferRelativeResize="0"/>
          <p:nvPr/>
        </p:nvPicPr>
        <p:blipFill>
          <a:blip r:embed="rId3">
            <a:alphaModFix/>
          </a:blip>
          <a:stretch>
            <a:fillRect/>
          </a:stretch>
        </p:blipFill>
        <p:spPr>
          <a:xfrm>
            <a:off x="152400" y="152400"/>
            <a:ext cx="5966601" cy="2983300"/>
          </a:xfrm>
          <a:prstGeom prst="rect">
            <a:avLst/>
          </a:prstGeom>
          <a:noFill/>
          <a:ln>
            <a:noFill/>
          </a:ln>
        </p:spPr>
      </p:pic>
      <p:pic>
        <p:nvPicPr>
          <p:cNvPr id="255" name="Google Shape;255;p56"/>
          <p:cNvPicPr preferRelativeResize="0"/>
          <p:nvPr/>
        </p:nvPicPr>
        <p:blipFill>
          <a:blip r:embed="rId4">
            <a:alphaModFix/>
          </a:blip>
          <a:stretch>
            <a:fillRect/>
          </a:stretch>
        </p:blipFill>
        <p:spPr>
          <a:xfrm>
            <a:off x="4572000" y="152400"/>
            <a:ext cx="4398818" cy="4838700"/>
          </a:xfrm>
          <a:prstGeom prst="rect">
            <a:avLst/>
          </a:prstGeom>
          <a:noFill/>
          <a:ln>
            <a:noFill/>
          </a:ln>
        </p:spPr>
      </p:pic>
      <p:sp>
        <p:nvSpPr>
          <p:cNvPr id="256" name="Google Shape;256;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pic>
        <p:nvPicPr>
          <p:cNvPr id="261" name="Google Shape;261;p57"/>
          <p:cNvPicPr preferRelativeResize="0"/>
          <p:nvPr/>
        </p:nvPicPr>
        <p:blipFill>
          <a:blip r:embed="rId3">
            <a:alphaModFix/>
          </a:blip>
          <a:stretch>
            <a:fillRect/>
          </a:stretch>
        </p:blipFill>
        <p:spPr>
          <a:xfrm rot="-5400000">
            <a:off x="2117862" y="-1136015"/>
            <a:ext cx="5053927" cy="7415551"/>
          </a:xfrm>
          <a:prstGeom prst="rect">
            <a:avLst/>
          </a:prstGeom>
          <a:noFill/>
          <a:ln>
            <a:noFill/>
          </a:ln>
        </p:spPr>
      </p:pic>
      <p:sp>
        <p:nvSpPr>
          <p:cNvPr id="262" name="Google Shape;262;p57"/>
          <p:cNvSpPr txBox="1"/>
          <p:nvPr/>
        </p:nvSpPr>
        <p:spPr>
          <a:xfrm>
            <a:off x="1199350" y="169350"/>
            <a:ext cx="1714500" cy="6156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rPr>
              <a:t>Finding paths through the mall</a:t>
            </a:r>
            <a:endParaRPr/>
          </a:p>
        </p:txBody>
      </p:sp>
      <p:sp>
        <p:nvSpPr>
          <p:cNvPr id="263" name="Google Shape;263;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pic>
        <p:nvPicPr>
          <p:cNvPr id="268" name="Google Shape;268;p58"/>
          <p:cNvPicPr preferRelativeResize="0"/>
          <p:nvPr/>
        </p:nvPicPr>
        <p:blipFill>
          <a:blip r:embed="rId3">
            <a:alphaModFix/>
          </a:blip>
          <a:stretch>
            <a:fillRect/>
          </a:stretch>
        </p:blipFill>
        <p:spPr>
          <a:xfrm>
            <a:off x="64150" y="973175"/>
            <a:ext cx="3706750" cy="4213649"/>
          </a:xfrm>
          <a:prstGeom prst="rect">
            <a:avLst/>
          </a:prstGeom>
          <a:noFill/>
          <a:ln>
            <a:noFill/>
          </a:ln>
        </p:spPr>
      </p:pic>
      <p:sp>
        <p:nvSpPr>
          <p:cNvPr id="269" name="Google Shape;269;p58"/>
          <p:cNvSpPr txBox="1"/>
          <p:nvPr>
            <p:ph idx="1" type="body"/>
          </p:nvPr>
        </p:nvSpPr>
        <p:spPr>
          <a:xfrm>
            <a:off x="2492775" y="1461150"/>
            <a:ext cx="1446000" cy="393600"/>
          </a:xfrm>
          <a:prstGeom prst="rect">
            <a:avLst/>
          </a:prstGeom>
        </p:spPr>
        <p:txBody>
          <a:bodyPr anchorCtr="0" anchor="t" bIns="91425" lIns="91425" spcFirstLastPara="1" rIns="91425" wrap="square" tIns="91425">
            <a:normAutofit fontScale="62500"/>
          </a:bodyPr>
          <a:lstStyle/>
          <a:p>
            <a:pPr indent="0" lvl="0" marL="0" rtl="0" algn="l">
              <a:spcBef>
                <a:spcPts val="0"/>
              </a:spcBef>
              <a:spcAft>
                <a:spcPts val="1200"/>
              </a:spcAft>
              <a:buNone/>
            </a:pPr>
            <a:r>
              <a:rPr lang="en"/>
              <a:t>Map of Georgia</a:t>
            </a:r>
            <a:endParaRPr/>
          </a:p>
        </p:txBody>
      </p:sp>
      <p:sp>
        <p:nvSpPr>
          <p:cNvPr id="270" name="Google Shape;270;p58"/>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71" name="Google Shape;271;p58"/>
          <p:cNvSpPr txBox="1"/>
          <p:nvPr>
            <p:ph idx="1" type="body"/>
          </p:nvPr>
        </p:nvSpPr>
        <p:spPr>
          <a:xfrm>
            <a:off x="150367" y="170550"/>
            <a:ext cx="8870700" cy="8985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1200"/>
              </a:spcAft>
              <a:buClr>
                <a:schemeClr val="dk1"/>
              </a:buClr>
              <a:buSzPct val="40740"/>
              <a:buFont typeface="Arial"/>
              <a:buNone/>
            </a:pPr>
            <a:r>
              <a:rPr b="1" lang="en" sz="2700">
                <a:solidFill>
                  <a:schemeClr val="dk1"/>
                </a:solidFill>
              </a:rPr>
              <a:t>How does a self-driving car know which route to follow?</a:t>
            </a:r>
            <a:endParaRPr b="1" sz="3300"/>
          </a:p>
        </p:txBody>
      </p:sp>
      <p:pic>
        <p:nvPicPr>
          <p:cNvPr id="272" name="Google Shape;272;p58"/>
          <p:cNvPicPr preferRelativeResize="0"/>
          <p:nvPr/>
        </p:nvPicPr>
        <p:blipFill>
          <a:blip r:embed="rId4">
            <a:alphaModFix/>
          </a:blip>
          <a:stretch>
            <a:fillRect/>
          </a:stretch>
        </p:blipFill>
        <p:spPr>
          <a:xfrm>
            <a:off x="4237938" y="1795149"/>
            <a:ext cx="4702373" cy="2811799"/>
          </a:xfrm>
          <a:prstGeom prst="rect">
            <a:avLst/>
          </a:prstGeom>
          <a:noFill/>
          <a:ln>
            <a:noFill/>
          </a:ln>
        </p:spPr>
      </p:pic>
      <p:sp>
        <p:nvSpPr>
          <p:cNvPr id="273" name="Google Shape;273;p58"/>
          <p:cNvSpPr txBox="1"/>
          <p:nvPr/>
        </p:nvSpPr>
        <p:spPr>
          <a:xfrm>
            <a:off x="3938775" y="4556400"/>
            <a:ext cx="53007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800">
                <a:solidFill>
                  <a:schemeClr val="dk1"/>
                </a:solidFill>
              </a:rPr>
              <a:t>How does Google Maps create directions for you?</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79" name="Google Shape;279;p59"/>
          <p:cNvPicPr preferRelativeResize="0"/>
          <p:nvPr/>
        </p:nvPicPr>
        <p:blipFill>
          <a:blip r:embed="rId3">
            <a:alphaModFix/>
          </a:blip>
          <a:stretch>
            <a:fillRect/>
          </a:stretch>
        </p:blipFill>
        <p:spPr>
          <a:xfrm>
            <a:off x="3066673" y="588475"/>
            <a:ext cx="3615625" cy="4278750"/>
          </a:xfrm>
          <a:prstGeom prst="rect">
            <a:avLst/>
          </a:prstGeom>
          <a:noFill/>
          <a:ln>
            <a:noFill/>
          </a:ln>
        </p:spPr>
      </p:pic>
      <p:sp>
        <p:nvSpPr>
          <p:cNvPr id="280" name="Google Shape;280;p59"/>
          <p:cNvSpPr/>
          <p:nvPr/>
        </p:nvSpPr>
        <p:spPr>
          <a:xfrm>
            <a:off x="363825" y="3746875"/>
            <a:ext cx="1890600" cy="454800"/>
          </a:xfrm>
          <a:prstGeom prst="rect">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r>
              <a:rPr lang="en"/>
              <a:t>Label</a:t>
            </a:r>
            <a:r>
              <a:rPr lang="en"/>
              <a:t> for each city</a:t>
            </a:r>
            <a:endParaRPr/>
          </a:p>
        </p:txBody>
      </p:sp>
      <p:sp>
        <p:nvSpPr>
          <p:cNvPr id="281" name="Google Shape;281;p59"/>
          <p:cNvSpPr txBox="1"/>
          <p:nvPr/>
        </p:nvSpPr>
        <p:spPr>
          <a:xfrm>
            <a:off x="142075" y="188600"/>
            <a:ext cx="63456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t>Let’s create a representation a computer could use. </a:t>
            </a:r>
            <a:endParaRPr sz="2100"/>
          </a:p>
        </p:txBody>
      </p:sp>
      <p:sp>
        <p:nvSpPr>
          <p:cNvPr id="282" name="Google Shape;282;p59"/>
          <p:cNvSpPr txBox="1"/>
          <p:nvPr/>
        </p:nvSpPr>
        <p:spPr>
          <a:xfrm>
            <a:off x="230650" y="2168638"/>
            <a:ext cx="26106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t>For each city, we’ll </a:t>
            </a:r>
            <a:r>
              <a:rPr b="1" lang="en" sz="2100"/>
              <a:t>add a blue </a:t>
            </a:r>
            <a:r>
              <a:rPr b="1" lang="en" sz="2100">
                <a:solidFill>
                  <a:srgbClr val="0000FF"/>
                </a:solidFill>
              </a:rPr>
              <a:t>label</a:t>
            </a:r>
            <a:r>
              <a:rPr b="1" lang="en" sz="2100"/>
              <a:t> </a:t>
            </a:r>
            <a:r>
              <a:rPr lang="en" sz="2100"/>
              <a:t>and </a:t>
            </a:r>
            <a:r>
              <a:rPr b="1" lang="en" sz="2100"/>
              <a:t>type the city name.</a:t>
            </a:r>
            <a:endParaRPr b="1"/>
          </a:p>
        </p:txBody>
      </p:sp>
      <p:sp>
        <p:nvSpPr>
          <p:cNvPr id="283" name="Google Shape;283;p59"/>
          <p:cNvSpPr txBox="1"/>
          <p:nvPr/>
        </p:nvSpPr>
        <p:spPr>
          <a:xfrm>
            <a:off x="230650" y="865650"/>
            <a:ext cx="27459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t>It’s called a </a:t>
            </a:r>
            <a:r>
              <a:rPr b="1" lang="en" sz="2100">
                <a:solidFill>
                  <a:srgbClr val="0000FF"/>
                </a:solidFill>
              </a:rPr>
              <a:t>“graph”</a:t>
            </a:r>
            <a:r>
              <a:rPr lang="en" sz="2100"/>
              <a:t>.</a:t>
            </a:r>
            <a:endParaRPr sz="21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pic>
        <p:nvPicPr>
          <p:cNvPr id="288" name="Google Shape;288;p60"/>
          <p:cNvPicPr preferRelativeResize="0"/>
          <p:nvPr/>
        </p:nvPicPr>
        <p:blipFill>
          <a:blip r:embed="rId3">
            <a:alphaModFix/>
          </a:blip>
          <a:stretch>
            <a:fillRect/>
          </a:stretch>
        </p:blipFill>
        <p:spPr>
          <a:xfrm>
            <a:off x="3052623" y="580575"/>
            <a:ext cx="3615625" cy="4278750"/>
          </a:xfrm>
          <a:prstGeom prst="rect">
            <a:avLst/>
          </a:prstGeom>
          <a:noFill/>
          <a:ln>
            <a:noFill/>
          </a:ln>
        </p:spPr>
      </p:pic>
      <p:sp>
        <p:nvSpPr>
          <p:cNvPr id="289" name="Google Shape;289;p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90" name="Google Shape;290;p60"/>
          <p:cNvSpPr/>
          <p:nvPr/>
        </p:nvSpPr>
        <p:spPr>
          <a:xfrm>
            <a:off x="3240434" y="123261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60"/>
          <p:cNvSpPr/>
          <p:nvPr/>
        </p:nvSpPr>
        <p:spPr>
          <a:xfrm>
            <a:off x="3392100" y="22945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60"/>
          <p:cNvSpPr/>
          <p:nvPr/>
        </p:nvSpPr>
        <p:spPr>
          <a:xfrm>
            <a:off x="3392100" y="2751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60"/>
          <p:cNvSpPr/>
          <p:nvPr/>
        </p:nvSpPr>
        <p:spPr>
          <a:xfrm>
            <a:off x="5667425" y="28292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60"/>
          <p:cNvSpPr/>
          <p:nvPr/>
        </p:nvSpPr>
        <p:spPr>
          <a:xfrm>
            <a:off x="4874000" y="31922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60"/>
          <p:cNvSpPr/>
          <p:nvPr/>
        </p:nvSpPr>
        <p:spPr>
          <a:xfrm>
            <a:off x="6233475" y="31340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60"/>
          <p:cNvSpPr/>
          <p:nvPr/>
        </p:nvSpPr>
        <p:spPr>
          <a:xfrm>
            <a:off x="59888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60"/>
          <p:cNvSpPr/>
          <p:nvPr/>
        </p:nvSpPr>
        <p:spPr>
          <a:xfrm>
            <a:off x="53200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60"/>
          <p:cNvSpPr/>
          <p:nvPr/>
        </p:nvSpPr>
        <p:spPr>
          <a:xfrm>
            <a:off x="4612025" y="42402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60"/>
          <p:cNvSpPr/>
          <p:nvPr/>
        </p:nvSpPr>
        <p:spPr>
          <a:xfrm>
            <a:off x="3580800" y="424025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60"/>
          <p:cNvSpPr/>
          <p:nvPr/>
        </p:nvSpPr>
        <p:spPr>
          <a:xfrm>
            <a:off x="4612034" y="9368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60"/>
          <p:cNvSpPr/>
          <p:nvPr/>
        </p:nvSpPr>
        <p:spPr>
          <a:xfrm>
            <a:off x="4566995" y="14702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60"/>
          <p:cNvSpPr/>
          <p:nvPr/>
        </p:nvSpPr>
        <p:spPr>
          <a:xfrm>
            <a:off x="5589325" y="19148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60"/>
          <p:cNvSpPr/>
          <p:nvPr/>
        </p:nvSpPr>
        <p:spPr>
          <a:xfrm>
            <a:off x="4612025" y="22583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60"/>
          <p:cNvSpPr/>
          <p:nvPr/>
        </p:nvSpPr>
        <p:spPr>
          <a:xfrm>
            <a:off x="4378300" y="24773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60"/>
          <p:cNvSpPr/>
          <p:nvPr/>
        </p:nvSpPr>
        <p:spPr>
          <a:xfrm>
            <a:off x="4378300" y="27929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60"/>
          <p:cNvSpPr/>
          <p:nvPr/>
        </p:nvSpPr>
        <p:spPr>
          <a:xfrm>
            <a:off x="5856125" y="34249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60"/>
          <p:cNvSpPr/>
          <p:nvPr/>
        </p:nvSpPr>
        <p:spPr>
          <a:xfrm>
            <a:off x="3988300" y="3576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60"/>
          <p:cNvSpPr/>
          <p:nvPr/>
        </p:nvSpPr>
        <p:spPr>
          <a:xfrm>
            <a:off x="4477650" y="3687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60"/>
          <p:cNvSpPr/>
          <p:nvPr/>
        </p:nvSpPr>
        <p:spPr>
          <a:xfrm>
            <a:off x="3881195" y="165378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60"/>
          <p:cNvSpPr/>
          <p:nvPr/>
        </p:nvSpPr>
        <p:spPr>
          <a:xfrm>
            <a:off x="3576395" y="1989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60"/>
          <p:cNvSpPr/>
          <p:nvPr/>
        </p:nvSpPr>
        <p:spPr>
          <a:xfrm>
            <a:off x="284975" y="936825"/>
            <a:ext cx="391800" cy="393600"/>
          </a:xfrm>
          <a:prstGeom prst="ellipse">
            <a:avLst/>
          </a:prstGeom>
          <a:solidFill>
            <a:schemeClr val="lt1"/>
          </a:solidFill>
          <a:ln cap="flat" cmpd="sng" w="9525">
            <a:solidFill>
              <a:srgbClr val="9FC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60"/>
          <p:cNvSpPr txBox="1"/>
          <p:nvPr/>
        </p:nvSpPr>
        <p:spPr>
          <a:xfrm>
            <a:off x="142075" y="188600"/>
            <a:ext cx="84684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t>For each city, we now need to add a node</a:t>
            </a:r>
            <a:endParaRPr sz="2100"/>
          </a:p>
        </p:txBody>
      </p:sp>
      <p:sp>
        <p:nvSpPr>
          <p:cNvPr id="313" name="Google Shape;313;p60"/>
          <p:cNvSpPr txBox="1"/>
          <p:nvPr/>
        </p:nvSpPr>
        <p:spPr>
          <a:xfrm>
            <a:off x="750675" y="879675"/>
            <a:ext cx="2330100" cy="1077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accent1"/>
                </a:solidFill>
              </a:rPr>
              <a:t>Node </a:t>
            </a:r>
            <a:r>
              <a:rPr lang="en" sz="1900"/>
              <a:t>- represents the location for each city</a:t>
            </a:r>
            <a:endParaRPr sz="19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pic>
        <p:nvPicPr>
          <p:cNvPr id="318" name="Google Shape;318;p61"/>
          <p:cNvPicPr preferRelativeResize="0"/>
          <p:nvPr/>
        </p:nvPicPr>
        <p:blipFill>
          <a:blip r:embed="rId3">
            <a:alphaModFix amt="22000"/>
          </a:blip>
          <a:stretch>
            <a:fillRect/>
          </a:stretch>
        </p:blipFill>
        <p:spPr>
          <a:xfrm>
            <a:off x="2976423" y="558500"/>
            <a:ext cx="3615625" cy="4278750"/>
          </a:xfrm>
          <a:prstGeom prst="rect">
            <a:avLst/>
          </a:prstGeom>
          <a:noFill/>
          <a:ln>
            <a:noFill/>
          </a:ln>
        </p:spPr>
      </p:pic>
      <p:sp>
        <p:nvSpPr>
          <p:cNvPr id="319" name="Google Shape;319;p61"/>
          <p:cNvSpPr/>
          <p:nvPr/>
        </p:nvSpPr>
        <p:spPr>
          <a:xfrm>
            <a:off x="3486050" y="2846500"/>
            <a:ext cx="189175" cy="1513325"/>
          </a:xfrm>
          <a:custGeom>
            <a:rect b="b" l="l" r="r" t="t"/>
            <a:pathLst>
              <a:path extrusionOk="0" h="60533" w="7567">
                <a:moveTo>
                  <a:pt x="0" y="0"/>
                </a:moveTo>
                <a:cubicBezTo>
                  <a:pt x="1261" y="10089"/>
                  <a:pt x="6306" y="50444"/>
                  <a:pt x="7567" y="60533"/>
                </a:cubicBezTo>
              </a:path>
            </a:pathLst>
          </a:custGeom>
          <a:noFill/>
          <a:ln cap="flat" cmpd="sng" w="9525">
            <a:solidFill>
              <a:schemeClr val="dk2"/>
            </a:solidFill>
            <a:prstDash val="solid"/>
            <a:round/>
            <a:headEnd len="med" w="med" type="none"/>
            <a:tailEnd len="med" w="med" type="none"/>
          </a:ln>
        </p:spPr>
      </p:sp>
      <p:sp>
        <p:nvSpPr>
          <p:cNvPr id="320" name="Google Shape;320;p61"/>
          <p:cNvSpPr/>
          <p:nvPr/>
        </p:nvSpPr>
        <p:spPr>
          <a:xfrm>
            <a:off x="3981475" y="1558375"/>
            <a:ext cx="693625" cy="198150"/>
          </a:xfrm>
          <a:custGeom>
            <a:rect b="b" l="l" r="r" t="t"/>
            <a:pathLst>
              <a:path extrusionOk="0" h="7926" w="27745">
                <a:moveTo>
                  <a:pt x="27745" y="0"/>
                </a:moveTo>
                <a:cubicBezTo>
                  <a:pt x="23121" y="1321"/>
                  <a:pt x="4624" y="6605"/>
                  <a:pt x="0" y="7926"/>
                </a:cubicBezTo>
              </a:path>
            </a:pathLst>
          </a:custGeom>
          <a:noFill/>
          <a:ln cap="flat" cmpd="sng" w="9525">
            <a:solidFill>
              <a:schemeClr val="dk2"/>
            </a:solidFill>
            <a:prstDash val="solid"/>
            <a:round/>
            <a:headEnd len="med" w="med" type="none"/>
            <a:tailEnd len="med" w="med" type="none"/>
          </a:ln>
        </p:spPr>
      </p:sp>
      <p:sp>
        <p:nvSpPr>
          <p:cNvPr id="321" name="Google Shape;321;p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22" name="Google Shape;322;p61"/>
          <p:cNvSpPr/>
          <p:nvPr/>
        </p:nvSpPr>
        <p:spPr>
          <a:xfrm>
            <a:off x="3332925" y="1342175"/>
            <a:ext cx="648550" cy="414350"/>
          </a:xfrm>
          <a:custGeom>
            <a:rect b="b" l="l" r="r" t="t"/>
            <a:pathLst>
              <a:path extrusionOk="0" h="16574" w="25942">
                <a:moveTo>
                  <a:pt x="0" y="0"/>
                </a:moveTo>
                <a:cubicBezTo>
                  <a:pt x="4324" y="2762"/>
                  <a:pt x="21618" y="13812"/>
                  <a:pt x="25942" y="16574"/>
                </a:cubicBezTo>
              </a:path>
            </a:pathLst>
          </a:custGeom>
          <a:noFill/>
          <a:ln cap="flat" cmpd="sng" w="9525">
            <a:solidFill>
              <a:schemeClr val="dk2"/>
            </a:solidFill>
            <a:prstDash val="solid"/>
            <a:round/>
            <a:headEnd len="med" w="med" type="none"/>
            <a:tailEnd len="med" w="med" type="none"/>
          </a:ln>
        </p:spPr>
      </p:sp>
      <p:sp>
        <p:nvSpPr>
          <p:cNvPr id="323" name="Google Shape;323;p61"/>
          <p:cNvSpPr/>
          <p:nvPr/>
        </p:nvSpPr>
        <p:spPr>
          <a:xfrm>
            <a:off x="4675100" y="1044925"/>
            <a:ext cx="45025" cy="531450"/>
          </a:xfrm>
          <a:custGeom>
            <a:rect b="b" l="l" r="r" t="t"/>
            <a:pathLst>
              <a:path extrusionOk="0" h="21258" w="1801">
                <a:moveTo>
                  <a:pt x="1801" y="0"/>
                </a:moveTo>
                <a:cubicBezTo>
                  <a:pt x="1501" y="3543"/>
                  <a:pt x="300" y="17715"/>
                  <a:pt x="0" y="21258"/>
                </a:cubicBezTo>
              </a:path>
            </a:pathLst>
          </a:custGeom>
          <a:noFill/>
          <a:ln cap="flat" cmpd="sng" w="9525">
            <a:solidFill>
              <a:schemeClr val="dk2"/>
            </a:solidFill>
            <a:prstDash val="solid"/>
            <a:round/>
            <a:headEnd len="med" w="med" type="none"/>
            <a:tailEnd len="med" w="med" type="none"/>
          </a:ln>
        </p:spPr>
      </p:sp>
      <p:sp>
        <p:nvSpPr>
          <p:cNvPr id="324" name="Google Shape;324;p61"/>
          <p:cNvSpPr/>
          <p:nvPr/>
        </p:nvSpPr>
        <p:spPr>
          <a:xfrm>
            <a:off x="3999500" y="1053925"/>
            <a:ext cx="729625" cy="711625"/>
          </a:xfrm>
          <a:custGeom>
            <a:rect b="b" l="l" r="r" t="t"/>
            <a:pathLst>
              <a:path extrusionOk="0" h="28465" w="29185">
                <a:moveTo>
                  <a:pt x="29185" y="0"/>
                </a:moveTo>
                <a:cubicBezTo>
                  <a:pt x="24321" y="4744"/>
                  <a:pt x="4864" y="23721"/>
                  <a:pt x="0" y="28465"/>
                </a:cubicBezTo>
              </a:path>
            </a:pathLst>
          </a:custGeom>
          <a:noFill/>
          <a:ln cap="flat" cmpd="sng" w="9525">
            <a:solidFill>
              <a:schemeClr val="dk2"/>
            </a:solidFill>
            <a:prstDash val="solid"/>
            <a:round/>
            <a:headEnd len="med" w="med" type="none"/>
            <a:tailEnd len="med" w="med" type="none"/>
          </a:ln>
        </p:spPr>
      </p:sp>
      <p:sp>
        <p:nvSpPr>
          <p:cNvPr id="325" name="Google Shape;325;p61"/>
          <p:cNvSpPr/>
          <p:nvPr/>
        </p:nvSpPr>
        <p:spPr>
          <a:xfrm>
            <a:off x="3693225" y="1756525"/>
            <a:ext cx="315275" cy="342300"/>
          </a:xfrm>
          <a:custGeom>
            <a:rect b="b" l="l" r="r" t="t"/>
            <a:pathLst>
              <a:path extrusionOk="0" h="13692" w="12611">
                <a:moveTo>
                  <a:pt x="0" y="13692"/>
                </a:moveTo>
                <a:cubicBezTo>
                  <a:pt x="2102" y="11410"/>
                  <a:pt x="10509" y="2282"/>
                  <a:pt x="12611" y="0"/>
                </a:cubicBezTo>
              </a:path>
            </a:pathLst>
          </a:custGeom>
          <a:noFill/>
          <a:ln cap="flat" cmpd="sng" w="9525">
            <a:solidFill>
              <a:schemeClr val="dk2"/>
            </a:solidFill>
            <a:prstDash val="solid"/>
            <a:round/>
            <a:headEnd len="med" w="med" type="none"/>
            <a:tailEnd len="med" w="med" type="none"/>
          </a:ln>
        </p:spPr>
      </p:sp>
      <p:sp>
        <p:nvSpPr>
          <p:cNvPr id="326" name="Google Shape;326;p61"/>
          <p:cNvSpPr/>
          <p:nvPr/>
        </p:nvSpPr>
        <p:spPr>
          <a:xfrm>
            <a:off x="3486050" y="2098825"/>
            <a:ext cx="207175" cy="306275"/>
          </a:xfrm>
          <a:custGeom>
            <a:rect b="b" l="l" r="r" t="t"/>
            <a:pathLst>
              <a:path extrusionOk="0" h="12251" w="8287">
                <a:moveTo>
                  <a:pt x="0" y="12251"/>
                </a:moveTo>
                <a:cubicBezTo>
                  <a:pt x="1381" y="10209"/>
                  <a:pt x="6906" y="2042"/>
                  <a:pt x="8287" y="0"/>
                </a:cubicBezTo>
              </a:path>
            </a:pathLst>
          </a:custGeom>
          <a:noFill/>
          <a:ln cap="flat" cmpd="sng" w="9525">
            <a:solidFill>
              <a:schemeClr val="dk2"/>
            </a:solidFill>
            <a:prstDash val="solid"/>
            <a:round/>
            <a:headEnd len="med" w="med" type="none"/>
            <a:tailEnd len="med" w="med" type="none"/>
          </a:ln>
        </p:spPr>
      </p:sp>
      <p:sp>
        <p:nvSpPr>
          <p:cNvPr id="327" name="Google Shape;327;p61"/>
          <p:cNvSpPr/>
          <p:nvPr/>
        </p:nvSpPr>
        <p:spPr>
          <a:xfrm>
            <a:off x="3486050" y="2423125"/>
            <a:ext cx="9000" cy="432375"/>
          </a:xfrm>
          <a:custGeom>
            <a:rect b="b" l="l" r="r" t="t"/>
            <a:pathLst>
              <a:path extrusionOk="0" h="17295" w="360">
                <a:moveTo>
                  <a:pt x="360" y="17295"/>
                </a:moveTo>
                <a:cubicBezTo>
                  <a:pt x="300" y="14413"/>
                  <a:pt x="60" y="2883"/>
                  <a:pt x="0" y="0"/>
                </a:cubicBezTo>
              </a:path>
            </a:pathLst>
          </a:custGeom>
          <a:noFill/>
          <a:ln cap="flat" cmpd="sng" w="9525">
            <a:solidFill>
              <a:schemeClr val="dk2"/>
            </a:solidFill>
            <a:prstDash val="solid"/>
            <a:round/>
            <a:headEnd len="med" w="med" type="none"/>
            <a:tailEnd len="med" w="med" type="none"/>
          </a:ln>
        </p:spPr>
      </p:sp>
      <p:sp>
        <p:nvSpPr>
          <p:cNvPr id="328" name="Google Shape;328;p61"/>
          <p:cNvSpPr/>
          <p:nvPr/>
        </p:nvSpPr>
        <p:spPr>
          <a:xfrm>
            <a:off x="4026525" y="1747525"/>
            <a:ext cx="1684475" cy="279250"/>
          </a:xfrm>
          <a:custGeom>
            <a:rect b="b" l="l" r="r" t="t"/>
            <a:pathLst>
              <a:path extrusionOk="0" h="11170" w="67379">
                <a:moveTo>
                  <a:pt x="0" y="0"/>
                </a:moveTo>
                <a:cubicBezTo>
                  <a:pt x="11230" y="1862"/>
                  <a:pt x="56149" y="9308"/>
                  <a:pt x="67379" y="11170"/>
                </a:cubicBezTo>
              </a:path>
            </a:pathLst>
          </a:custGeom>
          <a:noFill/>
          <a:ln cap="flat" cmpd="sng" w="9525">
            <a:solidFill>
              <a:schemeClr val="dk2"/>
            </a:solidFill>
            <a:prstDash val="solid"/>
            <a:round/>
            <a:headEnd len="med" w="med" type="none"/>
            <a:tailEnd len="med" w="med" type="none"/>
          </a:ln>
        </p:spPr>
      </p:sp>
      <p:sp>
        <p:nvSpPr>
          <p:cNvPr id="329" name="Google Shape;329;p61"/>
          <p:cNvSpPr/>
          <p:nvPr/>
        </p:nvSpPr>
        <p:spPr>
          <a:xfrm>
            <a:off x="4485925" y="2351050"/>
            <a:ext cx="234200" cy="234200"/>
          </a:xfrm>
          <a:custGeom>
            <a:rect b="b" l="l" r="r" t="t"/>
            <a:pathLst>
              <a:path extrusionOk="0" h="9368" w="9368">
                <a:moveTo>
                  <a:pt x="9368" y="0"/>
                </a:moveTo>
                <a:cubicBezTo>
                  <a:pt x="7807" y="1561"/>
                  <a:pt x="1561" y="7807"/>
                  <a:pt x="0" y="9368"/>
                </a:cubicBezTo>
              </a:path>
            </a:pathLst>
          </a:custGeom>
          <a:noFill/>
          <a:ln cap="flat" cmpd="sng" w="9525">
            <a:solidFill>
              <a:schemeClr val="dk2"/>
            </a:solidFill>
            <a:prstDash val="solid"/>
            <a:round/>
            <a:headEnd len="med" w="med" type="none"/>
            <a:tailEnd len="med" w="med" type="none"/>
          </a:ln>
        </p:spPr>
      </p:sp>
      <p:sp>
        <p:nvSpPr>
          <p:cNvPr id="330" name="Google Shape;330;p61"/>
          <p:cNvSpPr/>
          <p:nvPr/>
        </p:nvSpPr>
        <p:spPr>
          <a:xfrm>
            <a:off x="4476925" y="2576250"/>
            <a:ext cx="18000" cy="333300"/>
          </a:xfrm>
          <a:custGeom>
            <a:rect b="b" l="l" r="r" t="t"/>
            <a:pathLst>
              <a:path extrusionOk="0" h="13332" w="720">
                <a:moveTo>
                  <a:pt x="0" y="0"/>
                </a:moveTo>
                <a:cubicBezTo>
                  <a:pt x="120" y="2222"/>
                  <a:pt x="600" y="11110"/>
                  <a:pt x="720" y="13332"/>
                </a:cubicBezTo>
              </a:path>
            </a:pathLst>
          </a:custGeom>
          <a:noFill/>
          <a:ln cap="flat" cmpd="sng" w="9525">
            <a:solidFill>
              <a:schemeClr val="dk2"/>
            </a:solidFill>
            <a:prstDash val="solid"/>
            <a:round/>
            <a:headEnd len="med" w="med" type="none"/>
            <a:tailEnd len="med" w="med" type="none"/>
          </a:ln>
        </p:spPr>
      </p:sp>
      <p:sp>
        <p:nvSpPr>
          <p:cNvPr id="331" name="Google Shape;331;p61"/>
          <p:cNvSpPr/>
          <p:nvPr/>
        </p:nvSpPr>
        <p:spPr>
          <a:xfrm>
            <a:off x="3495050" y="2855500"/>
            <a:ext cx="1026900" cy="54050"/>
          </a:xfrm>
          <a:custGeom>
            <a:rect b="b" l="l" r="r" t="t"/>
            <a:pathLst>
              <a:path extrusionOk="0" h="2162" w="41076">
                <a:moveTo>
                  <a:pt x="0" y="0"/>
                </a:moveTo>
                <a:cubicBezTo>
                  <a:pt x="6846" y="360"/>
                  <a:pt x="34230" y="1802"/>
                  <a:pt x="41076" y="2162"/>
                </a:cubicBezTo>
              </a:path>
            </a:pathLst>
          </a:custGeom>
          <a:noFill/>
          <a:ln cap="flat" cmpd="sng" w="9525">
            <a:solidFill>
              <a:schemeClr val="dk2"/>
            </a:solidFill>
            <a:prstDash val="solid"/>
            <a:round/>
            <a:headEnd len="med" w="med" type="none"/>
            <a:tailEnd len="med" w="med" type="none"/>
          </a:ln>
        </p:spPr>
      </p:sp>
      <p:sp>
        <p:nvSpPr>
          <p:cNvPr id="332" name="Google Shape;332;p61"/>
          <p:cNvSpPr/>
          <p:nvPr/>
        </p:nvSpPr>
        <p:spPr>
          <a:xfrm>
            <a:off x="3990500" y="1765550"/>
            <a:ext cx="486425" cy="828725"/>
          </a:xfrm>
          <a:custGeom>
            <a:rect b="b" l="l" r="r" t="t"/>
            <a:pathLst>
              <a:path extrusionOk="0" h="33149" w="19457">
                <a:moveTo>
                  <a:pt x="0" y="0"/>
                </a:moveTo>
                <a:cubicBezTo>
                  <a:pt x="3243" y="5525"/>
                  <a:pt x="16214" y="27624"/>
                  <a:pt x="19457" y="33149"/>
                </a:cubicBezTo>
              </a:path>
            </a:pathLst>
          </a:custGeom>
          <a:noFill/>
          <a:ln cap="flat" cmpd="sng" w="9525">
            <a:solidFill>
              <a:schemeClr val="dk2"/>
            </a:solidFill>
            <a:prstDash val="solid"/>
            <a:round/>
            <a:headEnd len="med" w="med" type="none"/>
            <a:tailEnd len="med" w="med" type="none"/>
          </a:ln>
        </p:spPr>
      </p:sp>
      <p:sp>
        <p:nvSpPr>
          <p:cNvPr id="333" name="Google Shape;333;p61"/>
          <p:cNvSpPr/>
          <p:nvPr/>
        </p:nvSpPr>
        <p:spPr>
          <a:xfrm>
            <a:off x="4738150" y="2035775"/>
            <a:ext cx="963850" cy="306275"/>
          </a:xfrm>
          <a:custGeom>
            <a:rect b="b" l="l" r="r" t="t"/>
            <a:pathLst>
              <a:path extrusionOk="0" h="12251" w="38554">
                <a:moveTo>
                  <a:pt x="0" y="12251"/>
                </a:moveTo>
                <a:cubicBezTo>
                  <a:pt x="6426" y="10209"/>
                  <a:pt x="32128" y="2042"/>
                  <a:pt x="38554" y="0"/>
                </a:cubicBezTo>
              </a:path>
            </a:pathLst>
          </a:custGeom>
          <a:noFill/>
          <a:ln cap="flat" cmpd="sng" w="9525">
            <a:solidFill>
              <a:schemeClr val="dk2"/>
            </a:solidFill>
            <a:prstDash val="solid"/>
            <a:round/>
            <a:headEnd len="med" w="med" type="none"/>
            <a:tailEnd len="med" w="med" type="none"/>
          </a:ln>
        </p:spPr>
      </p:sp>
      <p:sp>
        <p:nvSpPr>
          <p:cNvPr id="334" name="Google Shape;334;p61"/>
          <p:cNvSpPr/>
          <p:nvPr/>
        </p:nvSpPr>
        <p:spPr>
          <a:xfrm>
            <a:off x="3675225" y="4332800"/>
            <a:ext cx="1044900" cy="18000"/>
          </a:xfrm>
          <a:custGeom>
            <a:rect b="b" l="l" r="r" t="t"/>
            <a:pathLst>
              <a:path extrusionOk="0" h="720" w="41796">
                <a:moveTo>
                  <a:pt x="0" y="720"/>
                </a:moveTo>
                <a:cubicBezTo>
                  <a:pt x="6966" y="600"/>
                  <a:pt x="34830" y="120"/>
                  <a:pt x="41796" y="0"/>
                </a:cubicBezTo>
              </a:path>
            </a:pathLst>
          </a:custGeom>
          <a:noFill/>
          <a:ln cap="flat" cmpd="sng" w="9525">
            <a:solidFill>
              <a:schemeClr val="dk2"/>
            </a:solidFill>
            <a:prstDash val="solid"/>
            <a:round/>
            <a:headEnd len="med" w="med" type="none"/>
            <a:tailEnd len="med" w="med" type="none"/>
          </a:ln>
        </p:spPr>
      </p:sp>
      <p:sp>
        <p:nvSpPr>
          <p:cNvPr id="335" name="Google Shape;335;p61"/>
          <p:cNvSpPr/>
          <p:nvPr/>
        </p:nvSpPr>
        <p:spPr>
          <a:xfrm>
            <a:off x="4720125" y="4062550"/>
            <a:ext cx="702625" cy="270250"/>
          </a:xfrm>
          <a:custGeom>
            <a:rect b="b" l="l" r="r" t="t"/>
            <a:pathLst>
              <a:path extrusionOk="0" h="10810" w="28105">
                <a:moveTo>
                  <a:pt x="28105" y="0"/>
                </a:moveTo>
                <a:cubicBezTo>
                  <a:pt x="23421" y="1802"/>
                  <a:pt x="4684" y="9008"/>
                  <a:pt x="0" y="10810"/>
                </a:cubicBezTo>
              </a:path>
            </a:pathLst>
          </a:custGeom>
          <a:noFill/>
          <a:ln cap="flat" cmpd="sng" w="9525">
            <a:solidFill>
              <a:schemeClr val="dk2"/>
            </a:solidFill>
            <a:prstDash val="solid"/>
            <a:round/>
            <a:headEnd len="med" w="med" type="none"/>
            <a:tailEnd len="med" w="med" type="none"/>
          </a:ln>
        </p:spPr>
      </p:sp>
      <p:sp>
        <p:nvSpPr>
          <p:cNvPr id="336" name="Google Shape;336;p61"/>
          <p:cNvSpPr/>
          <p:nvPr/>
        </p:nvSpPr>
        <p:spPr>
          <a:xfrm>
            <a:off x="5440750" y="4044550"/>
            <a:ext cx="648575" cy="18000"/>
          </a:xfrm>
          <a:custGeom>
            <a:rect b="b" l="l" r="r" t="t"/>
            <a:pathLst>
              <a:path extrusionOk="0" h="720" w="25943">
                <a:moveTo>
                  <a:pt x="25943" y="720"/>
                </a:moveTo>
                <a:cubicBezTo>
                  <a:pt x="21619" y="600"/>
                  <a:pt x="4324" y="120"/>
                  <a:pt x="0" y="0"/>
                </a:cubicBezTo>
              </a:path>
            </a:pathLst>
          </a:custGeom>
          <a:noFill/>
          <a:ln cap="flat" cmpd="sng" w="9525">
            <a:solidFill>
              <a:schemeClr val="dk2"/>
            </a:solidFill>
            <a:prstDash val="solid"/>
            <a:round/>
            <a:headEnd len="med" w="med" type="none"/>
            <a:tailEnd len="med" w="med" type="none"/>
          </a:ln>
        </p:spPr>
      </p:sp>
      <p:sp>
        <p:nvSpPr>
          <p:cNvPr id="337" name="Google Shape;337;p61"/>
          <p:cNvSpPr/>
          <p:nvPr/>
        </p:nvSpPr>
        <p:spPr>
          <a:xfrm>
            <a:off x="5972225" y="3531100"/>
            <a:ext cx="126100" cy="522450"/>
          </a:xfrm>
          <a:custGeom>
            <a:rect b="b" l="l" r="r" t="t"/>
            <a:pathLst>
              <a:path extrusionOk="0" h="20898" w="5044">
                <a:moveTo>
                  <a:pt x="0" y="0"/>
                </a:moveTo>
                <a:cubicBezTo>
                  <a:pt x="841" y="3483"/>
                  <a:pt x="4203" y="17415"/>
                  <a:pt x="5044" y="20898"/>
                </a:cubicBezTo>
              </a:path>
            </a:pathLst>
          </a:custGeom>
          <a:noFill/>
          <a:ln cap="flat" cmpd="sng" w="9525">
            <a:solidFill>
              <a:schemeClr val="dk2"/>
            </a:solidFill>
            <a:prstDash val="solid"/>
            <a:round/>
            <a:headEnd len="med" w="med" type="none"/>
            <a:tailEnd len="med" w="med" type="none"/>
          </a:ln>
        </p:spPr>
      </p:sp>
      <p:sp>
        <p:nvSpPr>
          <p:cNvPr id="338" name="Google Shape;338;p61"/>
          <p:cNvSpPr/>
          <p:nvPr/>
        </p:nvSpPr>
        <p:spPr>
          <a:xfrm>
            <a:off x="5990250" y="3242825"/>
            <a:ext cx="351300" cy="279250"/>
          </a:xfrm>
          <a:custGeom>
            <a:rect b="b" l="l" r="r" t="t"/>
            <a:pathLst>
              <a:path extrusionOk="0" h="11170" w="14052">
                <a:moveTo>
                  <a:pt x="14052" y="0"/>
                </a:moveTo>
                <a:cubicBezTo>
                  <a:pt x="11710" y="1862"/>
                  <a:pt x="2342" y="9308"/>
                  <a:pt x="0" y="11170"/>
                </a:cubicBezTo>
              </a:path>
            </a:pathLst>
          </a:custGeom>
          <a:noFill/>
          <a:ln cap="flat" cmpd="sng" w="9525">
            <a:solidFill>
              <a:schemeClr val="dk2"/>
            </a:solidFill>
            <a:prstDash val="solid"/>
            <a:round/>
            <a:headEnd len="med" w="med" type="none"/>
            <a:tailEnd len="med" w="med" type="none"/>
          </a:ln>
        </p:spPr>
      </p:sp>
      <p:sp>
        <p:nvSpPr>
          <p:cNvPr id="339" name="Google Shape;339;p61"/>
          <p:cNvSpPr/>
          <p:nvPr/>
        </p:nvSpPr>
        <p:spPr>
          <a:xfrm>
            <a:off x="5792075" y="2927550"/>
            <a:ext cx="558475" cy="324300"/>
          </a:xfrm>
          <a:custGeom>
            <a:rect b="b" l="l" r="r" t="t"/>
            <a:pathLst>
              <a:path extrusionOk="0" h="12972" w="22339">
                <a:moveTo>
                  <a:pt x="0" y="0"/>
                </a:moveTo>
                <a:cubicBezTo>
                  <a:pt x="3723" y="2162"/>
                  <a:pt x="18616" y="10810"/>
                  <a:pt x="22339" y="12972"/>
                </a:cubicBezTo>
              </a:path>
            </a:pathLst>
          </a:custGeom>
          <a:noFill/>
          <a:ln cap="flat" cmpd="sng" w="9525">
            <a:solidFill>
              <a:schemeClr val="dk2"/>
            </a:solidFill>
            <a:prstDash val="solid"/>
            <a:round/>
            <a:headEnd len="med" w="med" type="none"/>
            <a:tailEnd len="med" w="med" type="none"/>
          </a:ln>
        </p:spPr>
      </p:sp>
      <p:sp>
        <p:nvSpPr>
          <p:cNvPr id="340" name="Google Shape;340;p61"/>
          <p:cNvSpPr/>
          <p:nvPr/>
        </p:nvSpPr>
        <p:spPr>
          <a:xfrm>
            <a:off x="4494925" y="2585250"/>
            <a:ext cx="1297150" cy="360325"/>
          </a:xfrm>
          <a:custGeom>
            <a:rect b="b" l="l" r="r" t="t"/>
            <a:pathLst>
              <a:path extrusionOk="0" h="14413" w="51886">
                <a:moveTo>
                  <a:pt x="0" y="0"/>
                </a:moveTo>
                <a:cubicBezTo>
                  <a:pt x="8648" y="2402"/>
                  <a:pt x="43238" y="12011"/>
                  <a:pt x="51886" y="14413"/>
                </a:cubicBezTo>
              </a:path>
            </a:pathLst>
          </a:custGeom>
          <a:noFill/>
          <a:ln cap="flat" cmpd="sng" w="9525">
            <a:solidFill>
              <a:schemeClr val="dk2"/>
            </a:solidFill>
            <a:prstDash val="solid"/>
            <a:round/>
            <a:headEnd len="med" w="med" type="none"/>
            <a:tailEnd len="med" w="med" type="none"/>
          </a:ln>
        </p:spPr>
      </p:sp>
      <p:sp>
        <p:nvSpPr>
          <p:cNvPr id="341" name="Google Shape;341;p61"/>
          <p:cNvSpPr/>
          <p:nvPr/>
        </p:nvSpPr>
        <p:spPr>
          <a:xfrm>
            <a:off x="4467900" y="2900550"/>
            <a:ext cx="117100" cy="927800"/>
          </a:xfrm>
          <a:custGeom>
            <a:rect b="b" l="l" r="r" t="t"/>
            <a:pathLst>
              <a:path extrusionOk="0" h="37112" w="4684">
                <a:moveTo>
                  <a:pt x="0" y="0"/>
                </a:moveTo>
                <a:cubicBezTo>
                  <a:pt x="781" y="6185"/>
                  <a:pt x="3903" y="30927"/>
                  <a:pt x="4684" y="37112"/>
                </a:cubicBezTo>
              </a:path>
            </a:pathLst>
          </a:custGeom>
          <a:noFill/>
          <a:ln cap="flat" cmpd="sng" w="9525">
            <a:solidFill>
              <a:schemeClr val="dk2"/>
            </a:solidFill>
            <a:prstDash val="solid"/>
            <a:round/>
            <a:headEnd len="med" w="med" type="none"/>
            <a:tailEnd len="med" w="med" type="none"/>
          </a:ln>
        </p:spPr>
      </p:sp>
      <p:sp>
        <p:nvSpPr>
          <p:cNvPr id="342" name="Google Shape;342;p61"/>
          <p:cNvSpPr/>
          <p:nvPr/>
        </p:nvSpPr>
        <p:spPr>
          <a:xfrm>
            <a:off x="4576000" y="3792325"/>
            <a:ext cx="135125" cy="558475"/>
          </a:xfrm>
          <a:custGeom>
            <a:rect b="b" l="l" r="r" t="t"/>
            <a:pathLst>
              <a:path extrusionOk="0" h="22339" w="5405">
                <a:moveTo>
                  <a:pt x="0" y="0"/>
                </a:moveTo>
                <a:cubicBezTo>
                  <a:pt x="901" y="3723"/>
                  <a:pt x="4504" y="18616"/>
                  <a:pt x="5405" y="22339"/>
                </a:cubicBezTo>
              </a:path>
            </a:pathLst>
          </a:custGeom>
          <a:noFill/>
          <a:ln cap="flat" cmpd="sng" w="9525">
            <a:solidFill>
              <a:schemeClr val="dk2"/>
            </a:solidFill>
            <a:prstDash val="solid"/>
            <a:round/>
            <a:headEnd len="med" w="med" type="none"/>
            <a:tailEnd len="med" w="med" type="none"/>
          </a:ln>
        </p:spPr>
      </p:sp>
      <p:sp>
        <p:nvSpPr>
          <p:cNvPr id="343" name="Google Shape;343;p61"/>
          <p:cNvSpPr/>
          <p:nvPr/>
        </p:nvSpPr>
        <p:spPr>
          <a:xfrm>
            <a:off x="4089575" y="3675225"/>
            <a:ext cx="504450" cy="108075"/>
          </a:xfrm>
          <a:custGeom>
            <a:rect b="b" l="l" r="r" t="t"/>
            <a:pathLst>
              <a:path extrusionOk="0" h="4323" w="20178">
                <a:moveTo>
                  <a:pt x="20178" y="4323"/>
                </a:moveTo>
                <a:cubicBezTo>
                  <a:pt x="16815" y="3603"/>
                  <a:pt x="3363" y="721"/>
                  <a:pt x="0" y="0"/>
                </a:cubicBezTo>
              </a:path>
            </a:pathLst>
          </a:custGeom>
          <a:noFill/>
          <a:ln cap="flat" cmpd="sng" w="9525">
            <a:solidFill>
              <a:schemeClr val="dk2"/>
            </a:solidFill>
            <a:prstDash val="solid"/>
            <a:round/>
            <a:headEnd len="med" w="med" type="none"/>
            <a:tailEnd len="med" w="med" type="none"/>
          </a:ln>
        </p:spPr>
      </p:sp>
      <p:sp>
        <p:nvSpPr>
          <p:cNvPr id="344" name="Google Shape;344;p61"/>
          <p:cNvSpPr/>
          <p:nvPr/>
        </p:nvSpPr>
        <p:spPr>
          <a:xfrm>
            <a:off x="4503950" y="2900550"/>
            <a:ext cx="513450" cy="405350"/>
          </a:xfrm>
          <a:custGeom>
            <a:rect b="b" l="l" r="r" t="t"/>
            <a:pathLst>
              <a:path extrusionOk="0" h="16214" w="20538">
                <a:moveTo>
                  <a:pt x="0" y="0"/>
                </a:moveTo>
                <a:cubicBezTo>
                  <a:pt x="3423" y="2702"/>
                  <a:pt x="17115" y="13512"/>
                  <a:pt x="20538" y="16214"/>
                </a:cubicBezTo>
              </a:path>
            </a:pathLst>
          </a:custGeom>
          <a:noFill/>
          <a:ln cap="flat" cmpd="sng" w="9525">
            <a:solidFill>
              <a:schemeClr val="dk2"/>
            </a:solidFill>
            <a:prstDash val="solid"/>
            <a:round/>
            <a:headEnd len="med" w="med" type="none"/>
            <a:tailEnd len="med" w="med" type="none"/>
          </a:ln>
        </p:spPr>
      </p:sp>
      <p:sp>
        <p:nvSpPr>
          <p:cNvPr id="345" name="Google Shape;345;p61"/>
          <p:cNvSpPr/>
          <p:nvPr/>
        </p:nvSpPr>
        <p:spPr>
          <a:xfrm>
            <a:off x="5044425" y="3305900"/>
            <a:ext cx="927800" cy="261225"/>
          </a:xfrm>
          <a:custGeom>
            <a:rect b="b" l="l" r="r" t="t"/>
            <a:pathLst>
              <a:path extrusionOk="0" h="10449" w="37112">
                <a:moveTo>
                  <a:pt x="0" y="0"/>
                </a:moveTo>
                <a:cubicBezTo>
                  <a:pt x="6185" y="1742"/>
                  <a:pt x="30927" y="8708"/>
                  <a:pt x="37112" y="10449"/>
                </a:cubicBezTo>
              </a:path>
            </a:pathLst>
          </a:custGeom>
          <a:noFill/>
          <a:ln cap="flat" cmpd="sng" w="9525">
            <a:solidFill>
              <a:schemeClr val="dk2"/>
            </a:solidFill>
            <a:prstDash val="solid"/>
            <a:round/>
            <a:headEnd len="med" w="med" type="none"/>
            <a:tailEnd len="med" w="med" type="none"/>
          </a:ln>
        </p:spPr>
      </p:sp>
      <p:sp>
        <p:nvSpPr>
          <p:cNvPr id="346" name="Google Shape;346;p61"/>
          <p:cNvSpPr/>
          <p:nvPr/>
        </p:nvSpPr>
        <p:spPr>
          <a:xfrm>
            <a:off x="3486050" y="2837475"/>
            <a:ext cx="639550" cy="882775"/>
          </a:xfrm>
          <a:custGeom>
            <a:rect b="b" l="l" r="r" t="t"/>
            <a:pathLst>
              <a:path extrusionOk="0" h="35311" w="25582">
                <a:moveTo>
                  <a:pt x="0" y="0"/>
                </a:moveTo>
                <a:cubicBezTo>
                  <a:pt x="4264" y="5885"/>
                  <a:pt x="21318" y="29426"/>
                  <a:pt x="25582" y="35311"/>
                </a:cubicBezTo>
              </a:path>
            </a:pathLst>
          </a:custGeom>
          <a:noFill/>
          <a:ln cap="flat" cmpd="sng" w="9525">
            <a:solidFill>
              <a:schemeClr val="dk2"/>
            </a:solidFill>
            <a:prstDash val="solid"/>
            <a:round/>
            <a:headEnd len="med" w="med" type="none"/>
            <a:tailEnd len="med" w="med" type="none"/>
          </a:ln>
        </p:spPr>
      </p:sp>
      <p:sp>
        <p:nvSpPr>
          <p:cNvPr id="347" name="Google Shape;347;p61"/>
          <p:cNvSpPr/>
          <p:nvPr/>
        </p:nvSpPr>
        <p:spPr>
          <a:xfrm>
            <a:off x="5711000" y="2035775"/>
            <a:ext cx="54050" cy="891775"/>
          </a:xfrm>
          <a:custGeom>
            <a:rect b="b" l="l" r="r" t="t"/>
            <a:pathLst>
              <a:path extrusionOk="0" h="35671" w="2162">
                <a:moveTo>
                  <a:pt x="0" y="0"/>
                </a:moveTo>
                <a:cubicBezTo>
                  <a:pt x="360" y="5945"/>
                  <a:pt x="1802" y="29726"/>
                  <a:pt x="2162" y="35671"/>
                </a:cubicBezTo>
              </a:path>
            </a:pathLst>
          </a:custGeom>
          <a:noFill/>
          <a:ln cap="flat" cmpd="sng" w="9525">
            <a:solidFill>
              <a:schemeClr val="dk2"/>
            </a:solidFill>
            <a:prstDash val="solid"/>
            <a:round/>
            <a:headEnd len="med" w="med" type="none"/>
            <a:tailEnd len="med" w="med" type="none"/>
          </a:ln>
        </p:spPr>
      </p:sp>
      <p:sp>
        <p:nvSpPr>
          <p:cNvPr id="348" name="Google Shape;348;p61"/>
          <p:cNvSpPr/>
          <p:nvPr/>
        </p:nvSpPr>
        <p:spPr>
          <a:xfrm>
            <a:off x="3240434" y="123261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61"/>
          <p:cNvSpPr/>
          <p:nvPr/>
        </p:nvSpPr>
        <p:spPr>
          <a:xfrm>
            <a:off x="3392100" y="22945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61"/>
          <p:cNvSpPr/>
          <p:nvPr/>
        </p:nvSpPr>
        <p:spPr>
          <a:xfrm>
            <a:off x="3392100" y="2751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61"/>
          <p:cNvSpPr/>
          <p:nvPr/>
        </p:nvSpPr>
        <p:spPr>
          <a:xfrm>
            <a:off x="5667425" y="28292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61"/>
          <p:cNvSpPr/>
          <p:nvPr/>
        </p:nvSpPr>
        <p:spPr>
          <a:xfrm>
            <a:off x="4874000" y="31922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61"/>
          <p:cNvSpPr/>
          <p:nvPr/>
        </p:nvSpPr>
        <p:spPr>
          <a:xfrm>
            <a:off x="6233475" y="31340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61"/>
          <p:cNvSpPr/>
          <p:nvPr/>
        </p:nvSpPr>
        <p:spPr>
          <a:xfrm>
            <a:off x="59888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61"/>
          <p:cNvSpPr/>
          <p:nvPr/>
        </p:nvSpPr>
        <p:spPr>
          <a:xfrm>
            <a:off x="53200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61"/>
          <p:cNvSpPr/>
          <p:nvPr/>
        </p:nvSpPr>
        <p:spPr>
          <a:xfrm>
            <a:off x="4612025" y="42402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61"/>
          <p:cNvSpPr/>
          <p:nvPr/>
        </p:nvSpPr>
        <p:spPr>
          <a:xfrm>
            <a:off x="3580800" y="424025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61"/>
          <p:cNvSpPr/>
          <p:nvPr/>
        </p:nvSpPr>
        <p:spPr>
          <a:xfrm>
            <a:off x="4612034" y="9368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61"/>
          <p:cNvSpPr/>
          <p:nvPr/>
        </p:nvSpPr>
        <p:spPr>
          <a:xfrm>
            <a:off x="4566995" y="14702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61"/>
          <p:cNvSpPr/>
          <p:nvPr/>
        </p:nvSpPr>
        <p:spPr>
          <a:xfrm>
            <a:off x="5589325" y="19148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61"/>
          <p:cNvSpPr/>
          <p:nvPr/>
        </p:nvSpPr>
        <p:spPr>
          <a:xfrm>
            <a:off x="4612025" y="22583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61"/>
          <p:cNvSpPr/>
          <p:nvPr/>
        </p:nvSpPr>
        <p:spPr>
          <a:xfrm>
            <a:off x="4378300" y="24773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61"/>
          <p:cNvSpPr/>
          <p:nvPr/>
        </p:nvSpPr>
        <p:spPr>
          <a:xfrm>
            <a:off x="4378300" y="27929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61"/>
          <p:cNvSpPr/>
          <p:nvPr/>
        </p:nvSpPr>
        <p:spPr>
          <a:xfrm>
            <a:off x="5856125" y="34249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61"/>
          <p:cNvSpPr/>
          <p:nvPr/>
        </p:nvSpPr>
        <p:spPr>
          <a:xfrm>
            <a:off x="3988300" y="3576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61"/>
          <p:cNvSpPr/>
          <p:nvPr/>
        </p:nvSpPr>
        <p:spPr>
          <a:xfrm>
            <a:off x="4477650" y="3687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61"/>
          <p:cNvSpPr/>
          <p:nvPr/>
        </p:nvSpPr>
        <p:spPr>
          <a:xfrm>
            <a:off x="3881195" y="165378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61"/>
          <p:cNvSpPr/>
          <p:nvPr/>
        </p:nvSpPr>
        <p:spPr>
          <a:xfrm>
            <a:off x="3576395" y="1989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61"/>
          <p:cNvSpPr txBox="1"/>
          <p:nvPr/>
        </p:nvSpPr>
        <p:spPr>
          <a:xfrm>
            <a:off x="470275" y="1078475"/>
            <a:ext cx="2312700" cy="180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accent1"/>
                </a:solidFill>
              </a:rPr>
              <a:t>links</a:t>
            </a:r>
            <a:r>
              <a:rPr b="1" lang="en" sz="2000">
                <a:solidFill>
                  <a:schemeClr val="accent1"/>
                </a:solidFill>
              </a:rPr>
              <a:t> </a:t>
            </a:r>
            <a:r>
              <a:rPr lang="en" sz="1900">
                <a:solidFill>
                  <a:schemeClr val="dk1"/>
                </a:solidFill>
              </a:rPr>
              <a:t>- represent the roads connecting cities</a:t>
            </a:r>
            <a:endParaRPr sz="1900">
              <a:solidFill>
                <a:schemeClr val="dk1"/>
              </a:solidFill>
            </a:endParaRPr>
          </a:p>
          <a:p>
            <a:pPr indent="0" lvl="0" marL="0" rtl="0" algn="l">
              <a:spcBef>
                <a:spcPts val="0"/>
              </a:spcBef>
              <a:spcAft>
                <a:spcPts val="0"/>
              </a:spcAft>
              <a:buClr>
                <a:schemeClr val="dk1"/>
              </a:buClr>
              <a:buSzPts val="1100"/>
              <a:buFont typeface="Arial"/>
              <a:buNone/>
            </a:pPr>
            <a:r>
              <a:t/>
            </a:r>
            <a:endParaRPr sz="1900">
              <a:solidFill>
                <a:schemeClr val="dk1"/>
              </a:solidFill>
            </a:endParaRPr>
          </a:p>
          <a:p>
            <a:pPr indent="0" lvl="0" marL="0" rtl="0" algn="l">
              <a:spcBef>
                <a:spcPts val="0"/>
              </a:spcBef>
              <a:spcAft>
                <a:spcPts val="0"/>
              </a:spcAft>
              <a:buNone/>
            </a:pPr>
            <a:r>
              <a:rPr lang="en"/>
              <a:t>Links connect nodes together</a:t>
            </a:r>
            <a:endParaRPr/>
          </a:p>
        </p:txBody>
      </p:sp>
      <p:cxnSp>
        <p:nvCxnSpPr>
          <p:cNvPr id="370" name="Google Shape;370;p61"/>
          <p:cNvCxnSpPr/>
          <p:nvPr/>
        </p:nvCxnSpPr>
        <p:spPr>
          <a:xfrm flipH="1" rot="10800000">
            <a:off x="691850" y="3124275"/>
            <a:ext cx="1794000" cy="21600"/>
          </a:xfrm>
          <a:prstGeom prst="straightConnector1">
            <a:avLst/>
          </a:prstGeom>
          <a:noFill/>
          <a:ln cap="flat" cmpd="sng" w="9525">
            <a:solidFill>
              <a:schemeClr val="dk2"/>
            </a:solidFill>
            <a:prstDash val="solid"/>
            <a:round/>
            <a:headEnd len="med" w="med" type="oval"/>
            <a:tailEnd len="med" w="med" type="oval"/>
          </a:ln>
        </p:spPr>
      </p:cxnSp>
      <p:sp>
        <p:nvSpPr>
          <p:cNvPr id="371" name="Google Shape;371;p61"/>
          <p:cNvSpPr txBox="1"/>
          <p:nvPr/>
        </p:nvSpPr>
        <p:spPr>
          <a:xfrm>
            <a:off x="142075" y="188600"/>
            <a:ext cx="84684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chemeClr val="dk1"/>
                </a:solidFill>
              </a:rPr>
              <a:t>Now, we need to represent the roads that connect the cities, we’ll use:</a:t>
            </a:r>
            <a:endParaRPr sz="21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Georgia cities graph</a:t>
            </a:r>
            <a:endParaRPr/>
          </a:p>
        </p:txBody>
      </p:sp>
      <p:sp>
        <p:nvSpPr>
          <p:cNvPr id="377" name="Google Shape;377;p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378" name="Google Shape;378;p62"/>
          <p:cNvGrpSpPr/>
          <p:nvPr/>
        </p:nvGrpSpPr>
        <p:grpSpPr>
          <a:xfrm>
            <a:off x="2819750" y="881249"/>
            <a:ext cx="4233425" cy="3768338"/>
            <a:chOff x="2819750" y="881249"/>
            <a:chExt cx="4233425" cy="3768338"/>
          </a:xfrm>
        </p:grpSpPr>
        <p:sp>
          <p:nvSpPr>
            <p:cNvPr id="379" name="Google Shape;379;p62"/>
            <p:cNvSpPr/>
            <p:nvPr/>
          </p:nvSpPr>
          <p:spPr>
            <a:xfrm>
              <a:off x="3486050" y="2846500"/>
              <a:ext cx="189175" cy="1513325"/>
            </a:xfrm>
            <a:custGeom>
              <a:rect b="b" l="l" r="r" t="t"/>
              <a:pathLst>
                <a:path extrusionOk="0" h="60533" w="7567">
                  <a:moveTo>
                    <a:pt x="0" y="0"/>
                  </a:moveTo>
                  <a:cubicBezTo>
                    <a:pt x="1261" y="10089"/>
                    <a:pt x="6306" y="50444"/>
                    <a:pt x="7567" y="60533"/>
                  </a:cubicBezTo>
                </a:path>
              </a:pathLst>
            </a:custGeom>
            <a:noFill/>
            <a:ln cap="flat" cmpd="sng" w="9525">
              <a:solidFill>
                <a:schemeClr val="dk2"/>
              </a:solidFill>
              <a:prstDash val="solid"/>
              <a:round/>
              <a:headEnd len="med" w="med" type="none"/>
              <a:tailEnd len="med" w="med" type="none"/>
            </a:ln>
          </p:spPr>
        </p:sp>
        <p:sp>
          <p:nvSpPr>
            <p:cNvPr id="380" name="Google Shape;380;p62"/>
            <p:cNvSpPr/>
            <p:nvPr/>
          </p:nvSpPr>
          <p:spPr>
            <a:xfrm>
              <a:off x="3981475" y="1558375"/>
              <a:ext cx="693625" cy="198150"/>
            </a:xfrm>
            <a:custGeom>
              <a:rect b="b" l="l" r="r" t="t"/>
              <a:pathLst>
                <a:path extrusionOk="0" h="7926" w="27745">
                  <a:moveTo>
                    <a:pt x="27745" y="0"/>
                  </a:moveTo>
                  <a:cubicBezTo>
                    <a:pt x="23121" y="1321"/>
                    <a:pt x="4624" y="6605"/>
                    <a:pt x="0" y="7926"/>
                  </a:cubicBezTo>
                </a:path>
              </a:pathLst>
            </a:custGeom>
            <a:noFill/>
            <a:ln cap="flat" cmpd="sng" w="9525">
              <a:solidFill>
                <a:schemeClr val="dk2"/>
              </a:solidFill>
              <a:prstDash val="solid"/>
              <a:round/>
              <a:headEnd len="med" w="med" type="none"/>
              <a:tailEnd len="med" w="med" type="none"/>
            </a:ln>
          </p:spPr>
        </p:sp>
        <p:sp>
          <p:nvSpPr>
            <p:cNvPr id="381" name="Google Shape;381;p62"/>
            <p:cNvSpPr/>
            <p:nvPr/>
          </p:nvSpPr>
          <p:spPr>
            <a:xfrm>
              <a:off x="3332925" y="1342175"/>
              <a:ext cx="648550" cy="414350"/>
            </a:xfrm>
            <a:custGeom>
              <a:rect b="b" l="l" r="r" t="t"/>
              <a:pathLst>
                <a:path extrusionOk="0" h="16574" w="25942">
                  <a:moveTo>
                    <a:pt x="0" y="0"/>
                  </a:moveTo>
                  <a:cubicBezTo>
                    <a:pt x="4324" y="2762"/>
                    <a:pt x="21618" y="13812"/>
                    <a:pt x="25942" y="16574"/>
                  </a:cubicBezTo>
                </a:path>
              </a:pathLst>
            </a:custGeom>
            <a:noFill/>
            <a:ln cap="flat" cmpd="sng" w="9525">
              <a:solidFill>
                <a:schemeClr val="dk2"/>
              </a:solidFill>
              <a:prstDash val="solid"/>
              <a:round/>
              <a:headEnd len="med" w="med" type="none"/>
              <a:tailEnd len="med" w="med" type="none"/>
            </a:ln>
          </p:spPr>
        </p:sp>
        <p:sp>
          <p:nvSpPr>
            <p:cNvPr id="382" name="Google Shape;382;p62"/>
            <p:cNvSpPr/>
            <p:nvPr/>
          </p:nvSpPr>
          <p:spPr>
            <a:xfrm>
              <a:off x="4675100" y="1044925"/>
              <a:ext cx="45025" cy="531450"/>
            </a:xfrm>
            <a:custGeom>
              <a:rect b="b" l="l" r="r" t="t"/>
              <a:pathLst>
                <a:path extrusionOk="0" h="21258" w="1801">
                  <a:moveTo>
                    <a:pt x="1801" y="0"/>
                  </a:moveTo>
                  <a:cubicBezTo>
                    <a:pt x="1501" y="3543"/>
                    <a:pt x="300" y="17715"/>
                    <a:pt x="0" y="21258"/>
                  </a:cubicBezTo>
                </a:path>
              </a:pathLst>
            </a:custGeom>
            <a:noFill/>
            <a:ln cap="flat" cmpd="sng" w="9525">
              <a:solidFill>
                <a:schemeClr val="dk2"/>
              </a:solidFill>
              <a:prstDash val="solid"/>
              <a:round/>
              <a:headEnd len="med" w="med" type="none"/>
              <a:tailEnd len="med" w="med" type="none"/>
            </a:ln>
          </p:spPr>
        </p:sp>
        <p:sp>
          <p:nvSpPr>
            <p:cNvPr id="383" name="Google Shape;383;p62"/>
            <p:cNvSpPr/>
            <p:nvPr/>
          </p:nvSpPr>
          <p:spPr>
            <a:xfrm>
              <a:off x="3999500" y="1053925"/>
              <a:ext cx="729625" cy="711625"/>
            </a:xfrm>
            <a:custGeom>
              <a:rect b="b" l="l" r="r" t="t"/>
              <a:pathLst>
                <a:path extrusionOk="0" h="28465" w="29185">
                  <a:moveTo>
                    <a:pt x="29185" y="0"/>
                  </a:moveTo>
                  <a:cubicBezTo>
                    <a:pt x="24321" y="4744"/>
                    <a:pt x="4864" y="23721"/>
                    <a:pt x="0" y="28465"/>
                  </a:cubicBezTo>
                </a:path>
              </a:pathLst>
            </a:custGeom>
            <a:noFill/>
            <a:ln cap="flat" cmpd="sng" w="9525">
              <a:solidFill>
                <a:schemeClr val="dk2"/>
              </a:solidFill>
              <a:prstDash val="solid"/>
              <a:round/>
              <a:headEnd len="med" w="med" type="none"/>
              <a:tailEnd len="med" w="med" type="none"/>
            </a:ln>
          </p:spPr>
        </p:sp>
        <p:sp>
          <p:nvSpPr>
            <p:cNvPr id="384" name="Google Shape;384;p62"/>
            <p:cNvSpPr/>
            <p:nvPr/>
          </p:nvSpPr>
          <p:spPr>
            <a:xfrm>
              <a:off x="3693225" y="1756525"/>
              <a:ext cx="315275" cy="342300"/>
            </a:xfrm>
            <a:custGeom>
              <a:rect b="b" l="l" r="r" t="t"/>
              <a:pathLst>
                <a:path extrusionOk="0" h="13692" w="12611">
                  <a:moveTo>
                    <a:pt x="0" y="13692"/>
                  </a:moveTo>
                  <a:cubicBezTo>
                    <a:pt x="2102" y="11410"/>
                    <a:pt x="10509" y="2282"/>
                    <a:pt x="12611" y="0"/>
                  </a:cubicBezTo>
                </a:path>
              </a:pathLst>
            </a:custGeom>
            <a:noFill/>
            <a:ln cap="flat" cmpd="sng" w="9525">
              <a:solidFill>
                <a:schemeClr val="dk2"/>
              </a:solidFill>
              <a:prstDash val="solid"/>
              <a:round/>
              <a:headEnd len="med" w="med" type="none"/>
              <a:tailEnd len="med" w="med" type="none"/>
            </a:ln>
          </p:spPr>
        </p:sp>
        <p:sp>
          <p:nvSpPr>
            <p:cNvPr id="385" name="Google Shape;385;p62"/>
            <p:cNvSpPr/>
            <p:nvPr/>
          </p:nvSpPr>
          <p:spPr>
            <a:xfrm>
              <a:off x="3486050" y="2098825"/>
              <a:ext cx="207175" cy="306275"/>
            </a:xfrm>
            <a:custGeom>
              <a:rect b="b" l="l" r="r" t="t"/>
              <a:pathLst>
                <a:path extrusionOk="0" h="12251" w="8287">
                  <a:moveTo>
                    <a:pt x="0" y="12251"/>
                  </a:moveTo>
                  <a:cubicBezTo>
                    <a:pt x="1381" y="10209"/>
                    <a:pt x="6906" y="2042"/>
                    <a:pt x="8287" y="0"/>
                  </a:cubicBezTo>
                </a:path>
              </a:pathLst>
            </a:custGeom>
            <a:noFill/>
            <a:ln cap="flat" cmpd="sng" w="9525">
              <a:solidFill>
                <a:schemeClr val="dk2"/>
              </a:solidFill>
              <a:prstDash val="solid"/>
              <a:round/>
              <a:headEnd len="med" w="med" type="none"/>
              <a:tailEnd len="med" w="med" type="none"/>
            </a:ln>
          </p:spPr>
        </p:sp>
        <p:sp>
          <p:nvSpPr>
            <p:cNvPr id="386" name="Google Shape;386;p62"/>
            <p:cNvSpPr/>
            <p:nvPr/>
          </p:nvSpPr>
          <p:spPr>
            <a:xfrm>
              <a:off x="3486050" y="2423125"/>
              <a:ext cx="9000" cy="432375"/>
            </a:xfrm>
            <a:custGeom>
              <a:rect b="b" l="l" r="r" t="t"/>
              <a:pathLst>
                <a:path extrusionOk="0" h="17295" w="360">
                  <a:moveTo>
                    <a:pt x="360" y="17295"/>
                  </a:moveTo>
                  <a:cubicBezTo>
                    <a:pt x="300" y="14413"/>
                    <a:pt x="60" y="2883"/>
                    <a:pt x="0" y="0"/>
                  </a:cubicBezTo>
                </a:path>
              </a:pathLst>
            </a:custGeom>
            <a:noFill/>
            <a:ln cap="flat" cmpd="sng" w="9525">
              <a:solidFill>
                <a:schemeClr val="dk2"/>
              </a:solidFill>
              <a:prstDash val="solid"/>
              <a:round/>
              <a:headEnd len="med" w="med" type="none"/>
              <a:tailEnd len="med" w="med" type="none"/>
            </a:ln>
          </p:spPr>
        </p:sp>
        <p:sp>
          <p:nvSpPr>
            <p:cNvPr id="387" name="Google Shape;387;p62"/>
            <p:cNvSpPr/>
            <p:nvPr/>
          </p:nvSpPr>
          <p:spPr>
            <a:xfrm>
              <a:off x="4026525" y="1747525"/>
              <a:ext cx="1684475" cy="279250"/>
            </a:xfrm>
            <a:custGeom>
              <a:rect b="b" l="l" r="r" t="t"/>
              <a:pathLst>
                <a:path extrusionOk="0" h="11170" w="67379">
                  <a:moveTo>
                    <a:pt x="0" y="0"/>
                  </a:moveTo>
                  <a:cubicBezTo>
                    <a:pt x="11230" y="1862"/>
                    <a:pt x="56149" y="9308"/>
                    <a:pt x="67379" y="11170"/>
                  </a:cubicBezTo>
                </a:path>
              </a:pathLst>
            </a:custGeom>
            <a:noFill/>
            <a:ln cap="flat" cmpd="sng" w="9525">
              <a:solidFill>
                <a:schemeClr val="dk2"/>
              </a:solidFill>
              <a:prstDash val="solid"/>
              <a:round/>
              <a:headEnd len="med" w="med" type="none"/>
              <a:tailEnd len="med" w="med" type="none"/>
            </a:ln>
          </p:spPr>
        </p:sp>
        <p:sp>
          <p:nvSpPr>
            <p:cNvPr id="388" name="Google Shape;388;p62"/>
            <p:cNvSpPr/>
            <p:nvPr/>
          </p:nvSpPr>
          <p:spPr>
            <a:xfrm>
              <a:off x="4485925" y="2351050"/>
              <a:ext cx="234200" cy="234200"/>
            </a:xfrm>
            <a:custGeom>
              <a:rect b="b" l="l" r="r" t="t"/>
              <a:pathLst>
                <a:path extrusionOk="0" h="9368" w="9368">
                  <a:moveTo>
                    <a:pt x="9368" y="0"/>
                  </a:moveTo>
                  <a:cubicBezTo>
                    <a:pt x="7807" y="1561"/>
                    <a:pt x="1561" y="7807"/>
                    <a:pt x="0" y="9368"/>
                  </a:cubicBezTo>
                </a:path>
              </a:pathLst>
            </a:custGeom>
            <a:noFill/>
            <a:ln cap="flat" cmpd="sng" w="9525">
              <a:solidFill>
                <a:schemeClr val="dk2"/>
              </a:solidFill>
              <a:prstDash val="solid"/>
              <a:round/>
              <a:headEnd len="med" w="med" type="none"/>
              <a:tailEnd len="med" w="med" type="none"/>
            </a:ln>
          </p:spPr>
        </p:sp>
        <p:sp>
          <p:nvSpPr>
            <p:cNvPr id="389" name="Google Shape;389;p62"/>
            <p:cNvSpPr/>
            <p:nvPr/>
          </p:nvSpPr>
          <p:spPr>
            <a:xfrm>
              <a:off x="4476925" y="2576250"/>
              <a:ext cx="18000" cy="333300"/>
            </a:xfrm>
            <a:custGeom>
              <a:rect b="b" l="l" r="r" t="t"/>
              <a:pathLst>
                <a:path extrusionOk="0" h="13332" w="720">
                  <a:moveTo>
                    <a:pt x="0" y="0"/>
                  </a:moveTo>
                  <a:cubicBezTo>
                    <a:pt x="120" y="2222"/>
                    <a:pt x="600" y="11110"/>
                    <a:pt x="720" y="13332"/>
                  </a:cubicBezTo>
                </a:path>
              </a:pathLst>
            </a:custGeom>
            <a:noFill/>
            <a:ln cap="flat" cmpd="sng" w="9525">
              <a:solidFill>
                <a:schemeClr val="dk2"/>
              </a:solidFill>
              <a:prstDash val="solid"/>
              <a:round/>
              <a:headEnd len="med" w="med" type="none"/>
              <a:tailEnd len="med" w="med" type="none"/>
            </a:ln>
          </p:spPr>
        </p:sp>
        <p:sp>
          <p:nvSpPr>
            <p:cNvPr id="390" name="Google Shape;390;p62"/>
            <p:cNvSpPr/>
            <p:nvPr/>
          </p:nvSpPr>
          <p:spPr>
            <a:xfrm>
              <a:off x="3495050" y="2855500"/>
              <a:ext cx="1026900" cy="54050"/>
            </a:xfrm>
            <a:custGeom>
              <a:rect b="b" l="l" r="r" t="t"/>
              <a:pathLst>
                <a:path extrusionOk="0" h="2162" w="41076">
                  <a:moveTo>
                    <a:pt x="0" y="0"/>
                  </a:moveTo>
                  <a:cubicBezTo>
                    <a:pt x="6846" y="360"/>
                    <a:pt x="34230" y="1802"/>
                    <a:pt x="41076" y="2162"/>
                  </a:cubicBezTo>
                </a:path>
              </a:pathLst>
            </a:custGeom>
            <a:noFill/>
            <a:ln cap="flat" cmpd="sng" w="9525">
              <a:solidFill>
                <a:schemeClr val="dk2"/>
              </a:solidFill>
              <a:prstDash val="solid"/>
              <a:round/>
              <a:headEnd len="med" w="med" type="none"/>
              <a:tailEnd len="med" w="med" type="none"/>
            </a:ln>
          </p:spPr>
        </p:sp>
        <p:sp>
          <p:nvSpPr>
            <p:cNvPr id="391" name="Google Shape;391;p62"/>
            <p:cNvSpPr/>
            <p:nvPr/>
          </p:nvSpPr>
          <p:spPr>
            <a:xfrm>
              <a:off x="3990500" y="1765550"/>
              <a:ext cx="486425" cy="828725"/>
            </a:xfrm>
            <a:custGeom>
              <a:rect b="b" l="l" r="r" t="t"/>
              <a:pathLst>
                <a:path extrusionOk="0" h="33149" w="19457">
                  <a:moveTo>
                    <a:pt x="0" y="0"/>
                  </a:moveTo>
                  <a:cubicBezTo>
                    <a:pt x="3243" y="5525"/>
                    <a:pt x="16214" y="27624"/>
                    <a:pt x="19457" y="33149"/>
                  </a:cubicBezTo>
                </a:path>
              </a:pathLst>
            </a:custGeom>
            <a:noFill/>
            <a:ln cap="flat" cmpd="sng" w="9525">
              <a:solidFill>
                <a:schemeClr val="dk2"/>
              </a:solidFill>
              <a:prstDash val="solid"/>
              <a:round/>
              <a:headEnd len="med" w="med" type="none"/>
              <a:tailEnd len="med" w="med" type="none"/>
            </a:ln>
          </p:spPr>
        </p:sp>
        <p:sp>
          <p:nvSpPr>
            <p:cNvPr id="392" name="Google Shape;392;p62"/>
            <p:cNvSpPr/>
            <p:nvPr/>
          </p:nvSpPr>
          <p:spPr>
            <a:xfrm>
              <a:off x="4738150" y="2035775"/>
              <a:ext cx="963850" cy="306275"/>
            </a:xfrm>
            <a:custGeom>
              <a:rect b="b" l="l" r="r" t="t"/>
              <a:pathLst>
                <a:path extrusionOk="0" h="12251" w="38554">
                  <a:moveTo>
                    <a:pt x="0" y="12251"/>
                  </a:moveTo>
                  <a:cubicBezTo>
                    <a:pt x="6426" y="10209"/>
                    <a:pt x="32128" y="2042"/>
                    <a:pt x="38554" y="0"/>
                  </a:cubicBezTo>
                </a:path>
              </a:pathLst>
            </a:custGeom>
            <a:noFill/>
            <a:ln cap="flat" cmpd="sng" w="9525">
              <a:solidFill>
                <a:schemeClr val="dk2"/>
              </a:solidFill>
              <a:prstDash val="solid"/>
              <a:round/>
              <a:headEnd len="med" w="med" type="none"/>
              <a:tailEnd len="med" w="med" type="none"/>
            </a:ln>
          </p:spPr>
        </p:sp>
        <p:sp>
          <p:nvSpPr>
            <p:cNvPr id="393" name="Google Shape;393;p62"/>
            <p:cNvSpPr/>
            <p:nvPr/>
          </p:nvSpPr>
          <p:spPr>
            <a:xfrm>
              <a:off x="3675225" y="4332800"/>
              <a:ext cx="1044900" cy="18000"/>
            </a:xfrm>
            <a:custGeom>
              <a:rect b="b" l="l" r="r" t="t"/>
              <a:pathLst>
                <a:path extrusionOk="0" h="720" w="41796">
                  <a:moveTo>
                    <a:pt x="0" y="720"/>
                  </a:moveTo>
                  <a:cubicBezTo>
                    <a:pt x="6966" y="600"/>
                    <a:pt x="34830" y="120"/>
                    <a:pt x="41796" y="0"/>
                  </a:cubicBezTo>
                </a:path>
              </a:pathLst>
            </a:custGeom>
            <a:noFill/>
            <a:ln cap="flat" cmpd="sng" w="9525">
              <a:solidFill>
                <a:schemeClr val="dk2"/>
              </a:solidFill>
              <a:prstDash val="solid"/>
              <a:round/>
              <a:headEnd len="med" w="med" type="none"/>
              <a:tailEnd len="med" w="med" type="none"/>
            </a:ln>
          </p:spPr>
        </p:sp>
        <p:sp>
          <p:nvSpPr>
            <p:cNvPr id="394" name="Google Shape;394;p62"/>
            <p:cNvSpPr/>
            <p:nvPr/>
          </p:nvSpPr>
          <p:spPr>
            <a:xfrm>
              <a:off x="4720125" y="4062550"/>
              <a:ext cx="702625" cy="270250"/>
            </a:xfrm>
            <a:custGeom>
              <a:rect b="b" l="l" r="r" t="t"/>
              <a:pathLst>
                <a:path extrusionOk="0" h="10810" w="28105">
                  <a:moveTo>
                    <a:pt x="28105" y="0"/>
                  </a:moveTo>
                  <a:cubicBezTo>
                    <a:pt x="23421" y="1802"/>
                    <a:pt x="4684" y="9008"/>
                    <a:pt x="0" y="10810"/>
                  </a:cubicBezTo>
                </a:path>
              </a:pathLst>
            </a:custGeom>
            <a:noFill/>
            <a:ln cap="flat" cmpd="sng" w="9525">
              <a:solidFill>
                <a:schemeClr val="dk2"/>
              </a:solidFill>
              <a:prstDash val="solid"/>
              <a:round/>
              <a:headEnd len="med" w="med" type="none"/>
              <a:tailEnd len="med" w="med" type="none"/>
            </a:ln>
          </p:spPr>
        </p:sp>
        <p:sp>
          <p:nvSpPr>
            <p:cNvPr id="395" name="Google Shape;395;p62"/>
            <p:cNvSpPr/>
            <p:nvPr/>
          </p:nvSpPr>
          <p:spPr>
            <a:xfrm>
              <a:off x="5440750" y="4044550"/>
              <a:ext cx="648575" cy="18000"/>
            </a:xfrm>
            <a:custGeom>
              <a:rect b="b" l="l" r="r" t="t"/>
              <a:pathLst>
                <a:path extrusionOk="0" h="720" w="25943">
                  <a:moveTo>
                    <a:pt x="25943" y="720"/>
                  </a:moveTo>
                  <a:cubicBezTo>
                    <a:pt x="21619" y="600"/>
                    <a:pt x="4324" y="120"/>
                    <a:pt x="0" y="0"/>
                  </a:cubicBezTo>
                </a:path>
              </a:pathLst>
            </a:custGeom>
            <a:noFill/>
            <a:ln cap="flat" cmpd="sng" w="9525">
              <a:solidFill>
                <a:schemeClr val="dk2"/>
              </a:solidFill>
              <a:prstDash val="solid"/>
              <a:round/>
              <a:headEnd len="med" w="med" type="none"/>
              <a:tailEnd len="med" w="med" type="none"/>
            </a:ln>
          </p:spPr>
        </p:sp>
        <p:sp>
          <p:nvSpPr>
            <p:cNvPr id="396" name="Google Shape;396;p62"/>
            <p:cNvSpPr/>
            <p:nvPr/>
          </p:nvSpPr>
          <p:spPr>
            <a:xfrm>
              <a:off x="5972225" y="3531100"/>
              <a:ext cx="126100" cy="522450"/>
            </a:xfrm>
            <a:custGeom>
              <a:rect b="b" l="l" r="r" t="t"/>
              <a:pathLst>
                <a:path extrusionOk="0" h="20898" w="5044">
                  <a:moveTo>
                    <a:pt x="0" y="0"/>
                  </a:moveTo>
                  <a:cubicBezTo>
                    <a:pt x="841" y="3483"/>
                    <a:pt x="4203" y="17415"/>
                    <a:pt x="5044" y="20898"/>
                  </a:cubicBezTo>
                </a:path>
              </a:pathLst>
            </a:custGeom>
            <a:noFill/>
            <a:ln cap="flat" cmpd="sng" w="9525">
              <a:solidFill>
                <a:schemeClr val="dk2"/>
              </a:solidFill>
              <a:prstDash val="solid"/>
              <a:round/>
              <a:headEnd len="med" w="med" type="none"/>
              <a:tailEnd len="med" w="med" type="none"/>
            </a:ln>
          </p:spPr>
        </p:sp>
        <p:sp>
          <p:nvSpPr>
            <p:cNvPr id="397" name="Google Shape;397;p62"/>
            <p:cNvSpPr/>
            <p:nvPr/>
          </p:nvSpPr>
          <p:spPr>
            <a:xfrm>
              <a:off x="5990250" y="3242825"/>
              <a:ext cx="351300" cy="279250"/>
            </a:xfrm>
            <a:custGeom>
              <a:rect b="b" l="l" r="r" t="t"/>
              <a:pathLst>
                <a:path extrusionOk="0" h="11170" w="14052">
                  <a:moveTo>
                    <a:pt x="14052" y="0"/>
                  </a:moveTo>
                  <a:cubicBezTo>
                    <a:pt x="11710" y="1862"/>
                    <a:pt x="2342" y="9308"/>
                    <a:pt x="0" y="11170"/>
                  </a:cubicBezTo>
                </a:path>
              </a:pathLst>
            </a:custGeom>
            <a:noFill/>
            <a:ln cap="flat" cmpd="sng" w="9525">
              <a:solidFill>
                <a:schemeClr val="dk2"/>
              </a:solidFill>
              <a:prstDash val="solid"/>
              <a:round/>
              <a:headEnd len="med" w="med" type="none"/>
              <a:tailEnd len="med" w="med" type="none"/>
            </a:ln>
          </p:spPr>
        </p:sp>
        <p:sp>
          <p:nvSpPr>
            <p:cNvPr id="398" name="Google Shape;398;p62"/>
            <p:cNvSpPr/>
            <p:nvPr/>
          </p:nvSpPr>
          <p:spPr>
            <a:xfrm>
              <a:off x="5792075" y="2927550"/>
              <a:ext cx="558475" cy="324300"/>
            </a:xfrm>
            <a:custGeom>
              <a:rect b="b" l="l" r="r" t="t"/>
              <a:pathLst>
                <a:path extrusionOk="0" h="12972" w="22339">
                  <a:moveTo>
                    <a:pt x="0" y="0"/>
                  </a:moveTo>
                  <a:cubicBezTo>
                    <a:pt x="3723" y="2162"/>
                    <a:pt x="18616" y="10810"/>
                    <a:pt x="22339" y="12972"/>
                  </a:cubicBezTo>
                </a:path>
              </a:pathLst>
            </a:custGeom>
            <a:noFill/>
            <a:ln cap="flat" cmpd="sng" w="9525">
              <a:solidFill>
                <a:schemeClr val="dk2"/>
              </a:solidFill>
              <a:prstDash val="solid"/>
              <a:round/>
              <a:headEnd len="med" w="med" type="none"/>
              <a:tailEnd len="med" w="med" type="none"/>
            </a:ln>
          </p:spPr>
        </p:sp>
        <p:sp>
          <p:nvSpPr>
            <p:cNvPr id="399" name="Google Shape;399;p62"/>
            <p:cNvSpPr/>
            <p:nvPr/>
          </p:nvSpPr>
          <p:spPr>
            <a:xfrm>
              <a:off x="4494925" y="2585250"/>
              <a:ext cx="1297150" cy="360325"/>
            </a:xfrm>
            <a:custGeom>
              <a:rect b="b" l="l" r="r" t="t"/>
              <a:pathLst>
                <a:path extrusionOk="0" h="14413" w="51886">
                  <a:moveTo>
                    <a:pt x="0" y="0"/>
                  </a:moveTo>
                  <a:cubicBezTo>
                    <a:pt x="8648" y="2402"/>
                    <a:pt x="43238" y="12011"/>
                    <a:pt x="51886" y="14413"/>
                  </a:cubicBezTo>
                </a:path>
              </a:pathLst>
            </a:custGeom>
            <a:noFill/>
            <a:ln cap="flat" cmpd="sng" w="9525">
              <a:solidFill>
                <a:schemeClr val="dk2"/>
              </a:solidFill>
              <a:prstDash val="solid"/>
              <a:round/>
              <a:headEnd len="med" w="med" type="none"/>
              <a:tailEnd len="med" w="med" type="none"/>
            </a:ln>
          </p:spPr>
        </p:sp>
        <p:sp>
          <p:nvSpPr>
            <p:cNvPr id="400" name="Google Shape;400;p62"/>
            <p:cNvSpPr/>
            <p:nvPr/>
          </p:nvSpPr>
          <p:spPr>
            <a:xfrm>
              <a:off x="4467900" y="2900550"/>
              <a:ext cx="117100" cy="927800"/>
            </a:xfrm>
            <a:custGeom>
              <a:rect b="b" l="l" r="r" t="t"/>
              <a:pathLst>
                <a:path extrusionOk="0" h="37112" w="4684">
                  <a:moveTo>
                    <a:pt x="0" y="0"/>
                  </a:moveTo>
                  <a:cubicBezTo>
                    <a:pt x="781" y="6185"/>
                    <a:pt x="3903" y="30927"/>
                    <a:pt x="4684" y="37112"/>
                  </a:cubicBezTo>
                </a:path>
              </a:pathLst>
            </a:custGeom>
            <a:noFill/>
            <a:ln cap="flat" cmpd="sng" w="9525">
              <a:solidFill>
                <a:schemeClr val="dk2"/>
              </a:solidFill>
              <a:prstDash val="solid"/>
              <a:round/>
              <a:headEnd len="med" w="med" type="none"/>
              <a:tailEnd len="med" w="med" type="none"/>
            </a:ln>
          </p:spPr>
        </p:sp>
        <p:sp>
          <p:nvSpPr>
            <p:cNvPr id="401" name="Google Shape;401;p62"/>
            <p:cNvSpPr/>
            <p:nvPr/>
          </p:nvSpPr>
          <p:spPr>
            <a:xfrm>
              <a:off x="4576000" y="3792325"/>
              <a:ext cx="135125" cy="558475"/>
            </a:xfrm>
            <a:custGeom>
              <a:rect b="b" l="l" r="r" t="t"/>
              <a:pathLst>
                <a:path extrusionOk="0" h="22339" w="5405">
                  <a:moveTo>
                    <a:pt x="0" y="0"/>
                  </a:moveTo>
                  <a:cubicBezTo>
                    <a:pt x="901" y="3723"/>
                    <a:pt x="4504" y="18616"/>
                    <a:pt x="5405" y="22339"/>
                  </a:cubicBezTo>
                </a:path>
              </a:pathLst>
            </a:custGeom>
            <a:noFill/>
            <a:ln cap="flat" cmpd="sng" w="9525">
              <a:solidFill>
                <a:schemeClr val="dk2"/>
              </a:solidFill>
              <a:prstDash val="solid"/>
              <a:round/>
              <a:headEnd len="med" w="med" type="none"/>
              <a:tailEnd len="med" w="med" type="none"/>
            </a:ln>
          </p:spPr>
        </p:sp>
        <p:sp>
          <p:nvSpPr>
            <p:cNvPr id="402" name="Google Shape;402;p62"/>
            <p:cNvSpPr/>
            <p:nvPr/>
          </p:nvSpPr>
          <p:spPr>
            <a:xfrm>
              <a:off x="4089575" y="3675225"/>
              <a:ext cx="504450" cy="108075"/>
            </a:xfrm>
            <a:custGeom>
              <a:rect b="b" l="l" r="r" t="t"/>
              <a:pathLst>
                <a:path extrusionOk="0" h="4323" w="20178">
                  <a:moveTo>
                    <a:pt x="20178" y="4323"/>
                  </a:moveTo>
                  <a:cubicBezTo>
                    <a:pt x="16815" y="3603"/>
                    <a:pt x="3363" y="721"/>
                    <a:pt x="0" y="0"/>
                  </a:cubicBezTo>
                </a:path>
              </a:pathLst>
            </a:custGeom>
            <a:noFill/>
            <a:ln cap="flat" cmpd="sng" w="9525">
              <a:solidFill>
                <a:schemeClr val="dk2"/>
              </a:solidFill>
              <a:prstDash val="solid"/>
              <a:round/>
              <a:headEnd len="med" w="med" type="none"/>
              <a:tailEnd len="med" w="med" type="none"/>
            </a:ln>
          </p:spPr>
        </p:sp>
        <p:sp>
          <p:nvSpPr>
            <p:cNvPr id="403" name="Google Shape;403;p62"/>
            <p:cNvSpPr/>
            <p:nvPr/>
          </p:nvSpPr>
          <p:spPr>
            <a:xfrm>
              <a:off x="4503950" y="2900550"/>
              <a:ext cx="513450" cy="405350"/>
            </a:xfrm>
            <a:custGeom>
              <a:rect b="b" l="l" r="r" t="t"/>
              <a:pathLst>
                <a:path extrusionOk="0" h="16214" w="20538">
                  <a:moveTo>
                    <a:pt x="0" y="0"/>
                  </a:moveTo>
                  <a:cubicBezTo>
                    <a:pt x="3423" y="2702"/>
                    <a:pt x="17115" y="13512"/>
                    <a:pt x="20538" y="16214"/>
                  </a:cubicBezTo>
                </a:path>
              </a:pathLst>
            </a:custGeom>
            <a:noFill/>
            <a:ln cap="flat" cmpd="sng" w="9525">
              <a:solidFill>
                <a:schemeClr val="dk2"/>
              </a:solidFill>
              <a:prstDash val="solid"/>
              <a:round/>
              <a:headEnd len="med" w="med" type="none"/>
              <a:tailEnd len="med" w="med" type="none"/>
            </a:ln>
          </p:spPr>
        </p:sp>
        <p:sp>
          <p:nvSpPr>
            <p:cNvPr id="404" name="Google Shape;404;p62"/>
            <p:cNvSpPr/>
            <p:nvPr/>
          </p:nvSpPr>
          <p:spPr>
            <a:xfrm>
              <a:off x="5044425" y="3305900"/>
              <a:ext cx="927800" cy="261225"/>
            </a:xfrm>
            <a:custGeom>
              <a:rect b="b" l="l" r="r" t="t"/>
              <a:pathLst>
                <a:path extrusionOk="0" h="10449" w="37112">
                  <a:moveTo>
                    <a:pt x="0" y="0"/>
                  </a:moveTo>
                  <a:cubicBezTo>
                    <a:pt x="6185" y="1742"/>
                    <a:pt x="30927" y="8708"/>
                    <a:pt x="37112" y="10449"/>
                  </a:cubicBezTo>
                </a:path>
              </a:pathLst>
            </a:custGeom>
            <a:noFill/>
            <a:ln cap="flat" cmpd="sng" w="9525">
              <a:solidFill>
                <a:schemeClr val="dk2"/>
              </a:solidFill>
              <a:prstDash val="solid"/>
              <a:round/>
              <a:headEnd len="med" w="med" type="none"/>
              <a:tailEnd len="med" w="med" type="none"/>
            </a:ln>
          </p:spPr>
        </p:sp>
        <p:sp>
          <p:nvSpPr>
            <p:cNvPr id="405" name="Google Shape;405;p62"/>
            <p:cNvSpPr/>
            <p:nvPr/>
          </p:nvSpPr>
          <p:spPr>
            <a:xfrm>
              <a:off x="3486050" y="2837475"/>
              <a:ext cx="639550" cy="882775"/>
            </a:xfrm>
            <a:custGeom>
              <a:rect b="b" l="l" r="r" t="t"/>
              <a:pathLst>
                <a:path extrusionOk="0" h="35311" w="25582">
                  <a:moveTo>
                    <a:pt x="0" y="0"/>
                  </a:moveTo>
                  <a:cubicBezTo>
                    <a:pt x="4264" y="5885"/>
                    <a:pt x="21318" y="29426"/>
                    <a:pt x="25582" y="35311"/>
                  </a:cubicBezTo>
                </a:path>
              </a:pathLst>
            </a:custGeom>
            <a:noFill/>
            <a:ln cap="flat" cmpd="sng" w="9525">
              <a:solidFill>
                <a:schemeClr val="dk2"/>
              </a:solidFill>
              <a:prstDash val="solid"/>
              <a:round/>
              <a:headEnd len="med" w="med" type="none"/>
              <a:tailEnd len="med" w="med" type="none"/>
            </a:ln>
          </p:spPr>
        </p:sp>
        <p:sp>
          <p:nvSpPr>
            <p:cNvPr id="406" name="Google Shape;406;p62"/>
            <p:cNvSpPr/>
            <p:nvPr/>
          </p:nvSpPr>
          <p:spPr>
            <a:xfrm>
              <a:off x="5711000" y="2035775"/>
              <a:ext cx="54050" cy="891775"/>
            </a:xfrm>
            <a:custGeom>
              <a:rect b="b" l="l" r="r" t="t"/>
              <a:pathLst>
                <a:path extrusionOk="0" h="35671" w="2162">
                  <a:moveTo>
                    <a:pt x="0" y="0"/>
                  </a:moveTo>
                  <a:cubicBezTo>
                    <a:pt x="360" y="5945"/>
                    <a:pt x="1802" y="29726"/>
                    <a:pt x="2162" y="35671"/>
                  </a:cubicBezTo>
                </a:path>
              </a:pathLst>
            </a:custGeom>
            <a:noFill/>
            <a:ln cap="flat" cmpd="sng" w="9525">
              <a:solidFill>
                <a:schemeClr val="dk2"/>
              </a:solidFill>
              <a:prstDash val="solid"/>
              <a:round/>
              <a:headEnd len="med" w="med" type="none"/>
              <a:tailEnd len="med" w="med" type="none"/>
            </a:ln>
          </p:spPr>
        </p:sp>
        <p:sp>
          <p:nvSpPr>
            <p:cNvPr id="407" name="Google Shape;407;p62"/>
            <p:cNvSpPr/>
            <p:nvPr/>
          </p:nvSpPr>
          <p:spPr>
            <a:xfrm>
              <a:off x="3240434" y="123261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62"/>
            <p:cNvSpPr/>
            <p:nvPr/>
          </p:nvSpPr>
          <p:spPr>
            <a:xfrm>
              <a:off x="3392100" y="22945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62"/>
            <p:cNvSpPr/>
            <p:nvPr/>
          </p:nvSpPr>
          <p:spPr>
            <a:xfrm>
              <a:off x="3392100" y="2751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62"/>
            <p:cNvSpPr/>
            <p:nvPr/>
          </p:nvSpPr>
          <p:spPr>
            <a:xfrm>
              <a:off x="5667425" y="28292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62"/>
            <p:cNvSpPr/>
            <p:nvPr/>
          </p:nvSpPr>
          <p:spPr>
            <a:xfrm>
              <a:off x="4874000" y="31922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62"/>
            <p:cNvSpPr/>
            <p:nvPr/>
          </p:nvSpPr>
          <p:spPr>
            <a:xfrm>
              <a:off x="6233475" y="31340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62"/>
            <p:cNvSpPr/>
            <p:nvPr/>
          </p:nvSpPr>
          <p:spPr>
            <a:xfrm>
              <a:off x="59888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62"/>
            <p:cNvSpPr/>
            <p:nvPr/>
          </p:nvSpPr>
          <p:spPr>
            <a:xfrm>
              <a:off x="53200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62"/>
            <p:cNvSpPr/>
            <p:nvPr/>
          </p:nvSpPr>
          <p:spPr>
            <a:xfrm>
              <a:off x="4612025" y="42402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62"/>
            <p:cNvSpPr/>
            <p:nvPr/>
          </p:nvSpPr>
          <p:spPr>
            <a:xfrm>
              <a:off x="3580800" y="424025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62"/>
            <p:cNvSpPr/>
            <p:nvPr/>
          </p:nvSpPr>
          <p:spPr>
            <a:xfrm>
              <a:off x="4612034" y="9368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62"/>
            <p:cNvSpPr/>
            <p:nvPr/>
          </p:nvSpPr>
          <p:spPr>
            <a:xfrm>
              <a:off x="4566995" y="14702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62"/>
            <p:cNvSpPr/>
            <p:nvPr/>
          </p:nvSpPr>
          <p:spPr>
            <a:xfrm>
              <a:off x="5589325" y="19148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62"/>
            <p:cNvSpPr/>
            <p:nvPr/>
          </p:nvSpPr>
          <p:spPr>
            <a:xfrm>
              <a:off x="4612025" y="22583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62"/>
            <p:cNvSpPr/>
            <p:nvPr/>
          </p:nvSpPr>
          <p:spPr>
            <a:xfrm>
              <a:off x="4378300" y="24773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62"/>
            <p:cNvSpPr/>
            <p:nvPr/>
          </p:nvSpPr>
          <p:spPr>
            <a:xfrm>
              <a:off x="4378300" y="27929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62"/>
            <p:cNvSpPr/>
            <p:nvPr/>
          </p:nvSpPr>
          <p:spPr>
            <a:xfrm>
              <a:off x="5856125" y="34249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62"/>
            <p:cNvSpPr/>
            <p:nvPr/>
          </p:nvSpPr>
          <p:spPr>
            <a:xfrm>
              <a:off x="3988300" y="3576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62"/>
            <p:cNvSpPr/>
            <p:nvPr/>
          </p:nvSpPr>
          <p:spPr>
            <a:xfrm>
              <a:off x="4477650" y="3687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62"/>
            <p:cNvSpPr/>
            <p:nvPr/>
          </p:nvSpPr>
          <p:spPr>
            <a:xfrm>
              <a:off x="3881195" y="165378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62"/>
            <p:cNvSpPr/>
            <p:nvPr/>
          </p:nvSpPr>
          <p:spPr>
            <a:xfrm>
              <a:off x="3576395" y="1989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62"/>
            <p:cNvSpPr txBox="1"/>
            <p:nvPr/>
          </p:nvSpPr>
          <p:spPr>
            <a:xfrm>
              <a:off x="3424000" y="15833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t>Atlanta</a:t>
              </a:r>
              <a:endParaRPr b="1" sz="800"/>
            </a:p>
          </p:txBody>
        </p:sp>
        <p:sp>
          <p:nvSpPr>
            <p:cNvPr id="429" name="Google Shape;429;p62"/>
            <p:cNvSpPr txBox="1"/>
            <p:nvPr/>
          </p:nvSpPr>
          <p:spPr>
            <a:xfrm>
              <a:off x="4742550" y="8812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Toccoa</a:t>
              </a:r>
              <a:endParaRPr sz="800"/>
            </a:p>
          </p:txBody>
        </p:sp>
        <p:sp>
          <p:nvSpPr>
            <p:cNvPr id="430" name="Google Shape;430;p62"/>
            <p:cNvSpPr txBox="1"/>
            <p:nvPr/>
          </p:nvSpPr>
          <p:spPr>
            <a:xfrm>
              <a:off x="2846768" y="1156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Rome</a:t>
              </a:r>
              <a:endParaRPr sz="800"/>
            </a:p>
          </p:txBody>
        </p:sp>
        <p:sp>
          <p:nvSpPr>
            <p:cNvPr id="431" name="Google Shape;431;p62"/>
            <p:cNvSpPr txBox="1"/>
            <p:nvPr/>
          </p:nvSpPr>
          <p:spPr>
            <a:xfrm>
              <a:off x="4688966" y="13905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Athens</a:t>
              </a:r>
              <a:endParaRPr sz="800"/>
            </a:p>
          </p:txBody>
        </p:sp>
        <p:sp>
          <p:nvSpPr>
            <p:cNvPr id="432" name="Google Shape;432;p62"/>
            <p:cNvSpPr txBox="1"/>
            <p:nvPr/>
          </p:nvSpPr>
          <p:spPr>
            <a:xfrm>
              <a:off x="3062699" y="190291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Newnan</a:t>
              </a:r>
              <a:endParaRPr sz="800"/>
            </a:p>
          </p:txBody>
        </p:sp>
        <p:sp>
          <p:nvSpPr>
            <p:cNvPr id="433" name="Google Shape;433;p62"/>
            <p:cNvSpPr txBox="1"/>
            <p:nvPr/>
          </p:nvSpPr>
          <p:spPr>
            <a:xfrm>
              <a:off x="5725609" y="1818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Augusta</a:t>
              </a:r>
              <a:endParaRPr sz="800"/>
            </a:p>
          </p:txBody>
        </p:sp>
        <p:sp>
          <p:nvSpPr>
            <p:cNvPr id="434" name="Google Shape;434;p62"/>
            <p:cNvSpPr txBox="1"/>
            <p:nvPr/>
          </p:nvSpPr>
          <p:spPr>
            <a:xfrm>
              <a:off x="2819751" y="223499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LaGrange</a:t>
              </a:r>
              <a:endParaRPr sz="800"/>
            </a:p>
          </p:txBody>
        </p:sp>
        <p:sp>
          <p:nvSpPr>
            <p:cNvPr id="435" name="Google Shape;435;p62"/>
            <p:cNvSpPr txBox="1"/>
            <p:nvPr/>
          </p:nvSpPr>
          <p:spPr>
            <a:xfrm>
              <a:off x="2819750" y="269232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Columbus</a:t>
              </a:r>
              <a:endParaRPr sz="800"/>
            </a:p>
          </p:txBody>
        </p:sp>
        <p:sp>
          <p:nvSpPr>
            <p:cNvPr id="436" name="Google Shape;436;p62"/>
            <p:cNvSpPr txBox="1"/>
            <p:nvPr/>
          </p:nvSpPr>
          <p:spPr>
            <a:xfrm>
              <a:off x="3566025" y="351257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Albany</a:t>
              </a:r>
              <a:endParaRPr sz="800"/>
            </a:p>
          </p:txBody>
        </p:sp>
        <p:sp>
          <p:nvSpPr>
            <p:cNvPr id="437" name="Google Shape;437;p62"/>
            <p:cNvSpPr txBox="1"/>
            <p:nvPr/>
          </p:nvSpPr>
          <p:spPr>
            <a:xfrm>
              <a:off x="2981625" y="42279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Bainbridge</a:t>
              </a:r>
              <a:endParaRPr sz="800"/>
            </a:p>
          </p:txBody>
        </p:sp>
        <p:sp>
          <p:nvSpPr>
            <p:cNvPr id="438" name="Google Shape;438;p62"/>
            <p:cNvSpPr txBox="1"/>
            <p:nvPr/>
          </p:nvSpPr>
          <p:spPr>
            <a:xfrm>
              <a:off x="4593293" y="3611772"/>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Tifton</a:t>
              </a:r>
              <a:endParaRPr sz="800"/>
            </a:p>
          </p:txBody>
        </p:sp>
        <p:sp>
          <p:nvSpPr>
            <p:cNvPr id="439" name="Google Shape;439;p62"/>
            <p:cNvSpPr txBox="1"/>
            <p:nvPr/>
          </p:nvSpPr>
          <p:spPr>
            <a:xfrm>
              <a:off x="4301400" y="43417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Valdosta</a:t>
              </a:r>
              <a:endParaRPr sz="800"/>
            </a:p>
          </p:txBody>
        </p:sp>
        <p:sp>
          <p:nvSpPr>
            <p:cNvPr id="440" name="Google Shape;440;p62"/>
            <p:cNvSpPr txBox="1"/>
            <p:nvPr/>
          </p:nvSpPr>
          <p:spPr>
            <a:xfrm>
              <a:off x="3941313" y="24072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Macon</a:t>
              </a:r>
              <a:endParaRPr sz="800"/>
            </a:p>
          </p:txBody>
        </p:sp>
        <p:sp>
          <p:nvSpPr>
            <p:cNvPr id="441" name="Google Shape;441;p62"/>
            <p:cNvSpPr txBox="1"/>
            <p:nvPr/>
          </p:nvSpPr>
          <p:spPr>
            <a:xfrm>
              <a:off x="4499815" y="2021622"/>
              <a:ext cx="846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Milledgeville</a:t>
              </a:r>
              <a:endParaRPr sz="800"/>
            </a:p>
          </p:txBody>
        </p:sp>
        <p:sp>
          <p:nvSpPr>
            <p:cNvPr id="442" name="Google Shape;442;p62"/>
            <p:cNvSpPr txBox="1"/>
            <p:nvPr/>
          </p:nvSpPr>
          <p:spPr>
            <a:xfrm>
              <a:off x="6133425" y="39647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Brunswick</a:t>
              </a:r>
              <a:endParaRPr sz="800"/>
            </a:p>
          </p:txBody>
        </p:sp>
        <p:sp>
          <p:nvSpPr>
            <p:cNvPr id="443" name="Google Shape;443;p62"/>
            <p:cNvSpPr txBox="1"/>
            <p:nvPr/>
          </p:nvSpPr>
          <p:spPr>
            <a:xfrm>
              <a:off x="5161525" y="40518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Waycross</a:t>
              </a:r>
              <a:endParaRPr sz="800"/>
            </a:p>
          </p:txBody>
        </p:sp>
        <p:sp>
          <p:nvSpPr>
            <p:cNvPr id="444" name="Google Shape;444;p62"/>
            <p:cNvSpPr txBox="1"/>
            <p:nvPr/>
          </p:nvSpPr>
          <p:spPr>
            <a:xfrm>
              <a:off x="4017513" y="2833374"/>
              <a:ext cx="69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Warner Robins</a:t>
              </a:r>
              <a:endParaRPr sz="800"/>
            </a:p>
          </p:txBody>
        </p:sp>
        <p:sp>
          <p:nvSpPr>
            <p:cNvPr id="445" name="Google Shape;445;p62"/>
            <p:cNvSpPr txBox="1"/>
            <p:nvPr/>
          </p:nvSpPr>
          <p:spPr>
            <a:xfrm>
              <a:off x="4972849" y="30797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McRae</a:t>
              </a:r>
              <a:endParaRPr sz="800"/>
            </a:p>
          </p:txBody>
        </p:sp>
        <p:sp>
          <p:nvSpPr>
            <p:cNvPr id="446" name="Google Shape;446;p62"/>
            <p:cNvSpPr txBox="1"/>
            <p:nvPr/>
          </p:nvSpPr>
          <p:spPr>
            <a:xfrm>
              <a:off x="5950282" y="3445378"/>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Hinesville</a:t>
              </a:r>
              <a:endParaRPr sz="800"/>
            </a:p>
          </p:txBody>
        </p:sp>
        <p:sp>
          <p:nvSpPr>
            <p:cNvPr id="447" name="Google Shape;447;p62"/>
            <p:cNvSpPr txBox="1"/>
            <p:nvPr/>
          </p:nvSpPr>
          <p:spPr>
            <a:xfrm>
              <a:off x="5754366" y="267493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Statesboro</a:t>
              </a:r>
              <a:endParaRPr sz="800"/>
            </a:p>
          </p:txBody>
        </p:sp>
        <p:sp>
          <p:nvSpPr>
            <p:cNvPr id="448" name="Google Shape;448;p62"/>
            <p:cNvSpPr txBox="1"/>
            <p:nvPr/>
          </p:nvSpPr>
          <p:spPr>
            <a:xfrm>
              <a:off x="6359575" y="30744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Savannah</a:t>
              </a:r>
              <a:endParaRPr sz="800"/>
            </a:p>
          </p:txBody>
        </p:sp>
      </p:grpSp>
      <p:sp>
        <p:nvSpPr>
          <p:cNvPr id="449" name="Google Shape;449;p62"/>
          <p:cNvSpPr txBox="1"/>
          <p:nvPr>
            <p:ph idx="1" type="body"/>
          </p:nvPr>
        </p:nvSpPr>
        <p:spPr>
          <a:xfrm>
            <a:off x="311700" y="1152475"/>
            <a:ext cx="2379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Route finding is</a:t>
            </a:r>
            <a:br>
              <a:rPr lang="en"/>
            </a:br>
            <a:r>
              <a:rPr lang="en"/>
              <a:t>a graph search</a:t>
            </a:r>
            <a:br>
              <a:rPr lang="en"/>
            </a:br>
            <a:r>
              <a:rPr lang="en"/>
              <a:t>problem.</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Breadth-First Search</a:t>
            </a:r>
            <a:endParaRPr/>
          </a:p>
        </p:txBody>
      </p:sp>
      <p:sp>
        <p:nvSpPr>
          <p:cNvPr id="455" name="Google Shape;455;p6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700"/>
              <a:t>Today we will learn an algorithm called the </a:t>
            </a:r>
            <a:r>
              <a:rPr lang="en" sz="1700">
                <a:solidFill>
                  <a:srgbClr val="0000FF"/>
                </a:solidFill>
              </a:rPr>
              <a:t>“breadth-first search”</a:t>
            </a:r>
            <a:r>
              <a:rPr lang="en" sz="1700"/>
              <a:t>. </a:t>
            </a:r>
            <a:endParaRPr sz="1700"/>
          </a:p>
          <a:p>
            <a:pPr indent="0" lvl="0" marL="0" rtl="0" algn="l">
              <a:spcBef>
                <a:spcPts val="1200"/>
              </a:spcBef>
              <a:spcAft>
                <a:spcPts val="0"/>
              </a:spcAft>
              <a:buNone/>
            </a:pPr>
            <a:r>
              <a:rPr lang="en" sz="1700"/>
              <a:t>Breadth-First means at each level, we</a:t>
            </a:r>
            <a:r>
              <a:rPr lang="en" sz="1700"/>
              <a:t> examine </a:t>
            </a:r>
            <a:r>
              <a:rPr b="1" lang="en" sz="1700" u="sng">
                <a:solidFill>
                  <a:schemeClr val="accent1"/>
                </a:solidFill>
              </a:rPr>
              <a:t>all</a:t>
            </a:r>
            <a:r>
              <a:rPr lang="en" sz="1700"/>
              <a:t> the </a:t>
            </a:r>
            <a:r>
              <a:rPr b="1" lang="en" sz="1700" u="sng">
                <a:solidFill>
                  <a:schemeClr val="accent1"/>
                </a:solidFill>
              </a:rPr>
              <a:t>neighboring</a:t>
            </a:r>
            <a:r>
              <a:rPr lang="en" sz="1700"/>
              <a:t> cities to the ones just reached, before proceeding to the next level. We keep going until we reach our destination.</a:t>
            </a:r>
            <a:endParaRPr sz="1700"/>
          </a:p>
          <a:p>
            <a:pPr indent="0" lvl="0" marL="0" rtl="0" algn="l">
              <a:spcBef>
                <a:spcPts val="1200"/>
              </a:spcBef>
              <a:spcAft>
                <a:spcPts val="1200"/>
              </a:spcAft>
              <a:buNone/>
            </a:pPr>
            <a:r>
              <a:t/>
            </a:r>
            <a:endParaRPr sz="1700"/>
          </a:p>
        </p:txBody>
      </p:sp>
      <p:sp>
        <p:nvSpPr>
          <p:cNvPr id="456" name="Google Shape;456;p6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64"/>
          <p:cNvSpPr txBox="1"/>
          <p:nvPr>
            <p:ph type="title"/>
          </p:nvPr>
        </p:nvSpPr>
        <p:spPr>
          <a:xfrm>
            <a:off x="814150" y="286350"/>
            <a:ext cx="38799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Breadth-First Search (Using Colors)</a:t>
            </a:r>
            <a:endParaRPr/>
          </a:p>
        </p:txBody>
      </p:sp>
      <p:sp>
        <p:nvSpPr>
          <p:cNvPr id="462" name="Google Shape;462;p6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Color the starting city as level 0.</a:t>
            </a:r>
            <a:endParaRPr/>
          </a:p>
          <a:p>
            <a:pPr indent="-342900" lvl="0" marL="457200" rtl="0" algn="l">
              <a:spcBef>
                <a:spcPts val="0"/>
              </a:spcBef>
              <a:spcAft>
                <a:spcPts val="0"/>
              </a:spcAft>
              <a:buSzPts val="1800"/>
              <a:buAutoNum type="arabicPeriod"/>
            </a:pPr>
            <a:r>
              <a:rPr lang="en"/>
              <a:t>Find all the uncolored neighbors, and</a:t>
            </a:r>
            <a:br>
              <a:rPr lang="en"/>
            </a:br>
            <a:r>
              <a:rPr lang="en"/>
              <a:t>c</a:t>
            </a:r>
            <a:r>
              <a:rPr lang="en"/>
              <a:t>olor </a:t>
            </a:r>
            <a:r>
              <a:rPr lang="en"/>
              <a:t>t</a:t>
            </a:r>
            <a:r>
              <a:rPr lang="en"/>
              <a:t>hem using the next level’s color.</a:t>
            </a:r>
            <a:endParaRPr/>
          </a:p>
          <a:p>
            <a:pPr indent="-342900" lvl="0" marL="457200" rtl="0" algn="l">
              <a:spcBef>
                <a:spcPts val="0"/>
              </a:spcBef>
              <a:spcAft>
                <a:spcPts val="0"/>
              </a:spcAft>
              <a:buSzPts val="1800"/>
              <a:buAutoNum type="arabicPeriod"/>
            </a:pPr>
            <a:r>
              <a:rPr lang="en"/>
              <a:t>Repeat step 2 until you’ve colored</a:t>
            </a:r>
            <a:br>
              <a:rPr lang="en"/>
            </a:br>
            <a:r>
              <a:rPr lang="en"/>
              <a:t>t</a:t>
            </a:r>
            <a:r>
              <a:rPr lang="en"/>
              <a:t>he destination city.</a:t>
            </a:r>
            <a:endParaRPr/>
          </a:p>
        </p:txBody>
      </p:sp>
      <p:sp>
        <p:nvSpPr>
          <p:cNvPr id="463" name="Google Shape;463;p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464" name="Google Shape;464;p64"/>
          <p:cNvGrpSpPr/>
          <p:nvPr/>
        </p:nvGrpSpPr>
        <p:grpSpPr>
          <a:xfrm>
            <a:off x="4910575" y="161174"/>
            <a:ext cx="4233425" cy="3768338"/>
            <a:chOff x="2819750" y="881249"/>
            <a:chExt cx="4233425" cy="3768338"/>
          </a:xfrm>
        </p:grpSpPr>
        <p:sp>
          <p:nvSpPr>
            <p:cNvPr id="465" name="Google Shape;465;p64"/>
            <p:cNvSpPr/>
            <p:nvPr/>
          </p:nvSpPr>
          <p:spPr>
            <a:xfrm>
              <a:off x="3486050" y="2846500"/>
              <a:ext cx="189175" cy="1513325"/>
            </a:xfrm>
            <a:custGeom>
              <a:rect b="b" l="l" r="r" t="t"/>
              <a:pathLst>
                <a:path extrusionOk="0" h="60533" w="7567">
                  <a:moveTo>
                    <a:pt x="0" y="0"/>
                  </a:moveTo>
                  <a:cubicBezTo>
                    <a:pt x="1261" y="10089"/>
                    <a:pt x="6306" y="50444"/>
                    <a:pt x="7567" y="60533"/>
                  </a:cubicBezTo>
                </a:path>
              </a:pathLst>
            </a:custGeom>
            <a:noFill/>
            <a:ln cap="flat" cmpd="sng" w="9525">
              <a:solidFill>
                <a:schemeClr val="dk2"/>
              </a:solidFill>
              <a:prstDash val="solid"/>
              <a:round/>
              <a:headEnd len="med" w="med" type="none"/>
              <a:tailEnd len="med" w="med" type="none"/>
            </a:ln>
          </p:spPr>
        </p:sp>
        <p:sp>
          <p:nvSpPr>
            <p:cNvPr id="466" name="Google Shape;466;p64"/>
            <p:cNvSpPr/>
            <p:nvPr/>
          </p:nvSpPr>
          <p:spPr>
            <a:xfrm>
              <a:off x="3981475" y="1558375"/>
              <a:ext cx="693625" cy="198150"/>
            </a:xfrm>
            <a:custGeom>
              <a:rect b="b" l="l" r="r" t="t"/>
              <a:pathLst>
                <a:path extrusionOk="0" h="7926" w="27745">
                  <a:moveTo>
                    <a:pt x="27745" y="0"/>
                  </a:moveTo>
                  <a:cubicBezTo>
                    <a:pt x="23121" y="1321"/>
                    <a:pt x="4624" y="6605"/>
                    <a:pt x="0" y="7926"/>
                  </a:cubicBezTo>
                </a:path>
              </a:pathLst>
            </a:custGeom>
            <a:noFill/>
            <a:ln cap="flat" cmpd="sng" w="9525">
              <a:solidFill>
                <a:schemeClr val="dk2"/>
              </a:solidFill>
              <a:prstDash val="solid"/>
              <a:round/>
              <a:headEnd len="med" w="med" type="none"/>
              <a:tailEnd len="med" w="med" type="none"/>
            </a:ln>
          </p:spPr>
        </p:sp>
        <p:sp>
          <p:nvSpPr>
            <p:cNvPr id="467" name="Google Shape;467;p64"/>
            <p:cNvSpPr/>
            <p:nvPr/>
          </p:nvSpPr>
          <p:spPr>
            <a:xfrm>
              <a:off x="3332925" y="1342175"/>
              <a:ext cx="648550" cy="414350"/>
            </a:xfrm>
            <a:custGeom>
              <a:rect b="b" l="l" r="r" t="t"/>
              <a:pathLst>
                <a:path extrusionOk="0" h="16574" w="25942">
                  <a:moveTo>
                    <a:pt x="0" y="0"/>
                  </a:moveTo>
                  <a:cubicBezTo>
                    <a:pt x="4324" y="2762"/>
                    <a:pt x="21618" y="13812"/>
                    <a:pt x="25942" y="16574"/>
                  </a:cubicBezTo>
                </a:path>
              </a:pathLst>
            </a:custGeom>
            <a:noFill/>
            <a:ln cap="flat" cmpd="sng" w="9525">
              <a:solidFill>
                <a:schemeClr val="dk2"/>
              </a:solidFill>
              <a:prstDash val="solid"/>
              <a:round/>
              <a:headEnd len="med" w="med" type="none"/>
              <a:tailEnd len="med" w="med" type="none"/>
            </a:ln>
          </p:spPr>
        </p:sp>
        <p:sp>
          <p:nvSpPr>
            <p:cNvPr id="468" name="Google Shape;468;p64"/>
            <p:cNvSpPr/>
            <p:nvPr/>
          </p:nvSpPr>
          <p:spPr>
            <a:xfrm>
              <a:off x="4675100" y="1044925"/>
              <a:ext cx="45025" cy="531450"/>
            </a:xfrm>
            <a:custGeom>
              <a:rect b="b" l="l" r="r" t="t"/>
              <a:pathLst>
                <a:path extrusionOk="0" h="21258" w="1801">
                  <a:moveTo>
                    <a:pt x="1801" y="0"/>
                  </a:moveTo>
                  <a:cubicBezTo>
                    <a:pt x="1501" y="3543"/>
                    <a:pt x="300" y="17715"/>
                    <a:pt x="0" y="21258"/>
                  </a:cubicBezTo>
                </a:path>
              </a:pathLst>
            </a:custGeom>
            <a:noFill/>
            <a:ln cap="flat" cmpd="sng" w="9525">
              <a:solidFill>
                <a:schemeClr val="dk2"/>
              </a:solidFill>
              <a:prstDash val="solid"/>
              <a:round/>
              <a:headEnd len="med" w="med" type="none"/>
              <a:tailEnd len="med" w="med" type="none"/>
            </a:ln>
          </p:spPr>
        </p:sp>
        <p:sp>
          <p:nvSpPr>
            <p:cNvPr id="469" name="Google Shape;469;p64"/>
            <p:cNvSpPr/>
            <p:nvPr/>
          </p:nvSpPr>
          <p:spPr>
            <a:xfrm>
              <a:off x="3999500" y="1053925"/>
              <a:ext cx="729625" cy="711625"/>
            </a:xfrm>
            <a:custGeom>
              <a:rect b="b" l="l" r="r" t="t"/>
              <a:pathLst>
                <a:path extrusionOk="0" h="28465" w="29185">
                  <a:moveTo>
                    <a:pt x="29185" y="0"/>
                  </a:moveTo>
                  <a:cubicBezTo>
                    <a:pt x="24321" y="4744"/>
                    <a:pt x="4864" y="23721"/>
                    <a:pt x="0" y="28465"/>
                  </a:cubicBezTo>
                </a:path>
              </a:pathLst>
            </a:custGeom>
            <a:noFill/>
            <a:ln cap="flat" cmpd="sng" w="9525">
              <a:solidFill>
                <a:schemeClr val="dk2"/>
              </a:solidFill>
              <a:prstDash val="solid"/>
              <a:round/>
              <a:headEnd len="med" w="med" type="none"/>
              <a:tailEnd len="med" w="med" type="none"/>
            </a:ln>
          </p:spPr>
        </p:sp>
        <p:sp>
          <p:nvSpPr>
            <p:cNvPr id="470" name="Google Shape;470;p64"/>
            <p:cNvSpPr/>
            <p:nvPr/>
          </p:nvSpPr>
          <p:spPr>
            <a:xfrm>
              <a:off x="3693225" y="1756525"/>
              <a:ext cx="315275" cy="342300"/>
            </a:xfrm>
            <a:custGeom>
              <a:rect b="b" l="l" r="r" t="t"/>
              <a:pathLst>
                <a:path extrusionOk="0" h="13692" w="12611">
                  <a:moveTo>
                    <a:pt x="0" y="13692"/>
                  </a:moveTo>
                  <a:cubicBezTo>
                    <a:pt x="2102" y="11410"/>
                    <a:pt x="10509" y="2282"/>
                    <a:pt x="12611" y="0"/>
                  </a:cubicBezTo>
                </a:path>
              </a:pathLst>
            </a:custGeom>
            <a:noFill/>
            <a:ln cap="flat" cmpd="sng" w="9525">
              <a:solidFill>
                <a:schemeClr val="dk2"/>
              </a:solidFill>
              <a:prstDash val="solid"/>
              <a:round/>
              <a:headEnd len="med" w="med" type="none"/>
              <a:tailEnd len="med" w="med" type="none"/>
            </a:ln>
          </p:spPr>
        </p:sp>
        <p:sp>
          <p:nvSpPr>
            <p:cNvPr id="471" name="Google Shape;471;p64"/>
            <p:cNvSpPr/>
            <p:nvPr/>
          </p:nvSpPr>
          <p:spPr>
            <a:xfrm>
              <a:off x="3486050" y="2098825"/>
              <a:ext cx="207175" cy="306275"/>
            </a:xfrm>
            <a:custGeom>
              <a:rect b="b" l="l" r="r" t="t"/>
              <a:pathLst>
                <a:path extrusionOk="0" h="12251" w="8287">
                  <a:moveTo>
                    <a:pt x="0" y="12251"/>
                  </a:moveTo>
                  <a:cubicBezTo>
                    <a:pt x="1381" y="10209"/>
                    <a:pt x="6906" y="2042"/>
                    <a:pt x="8287" y="0"/>
                  </a:cubicBezTo>
                </a:path>
              </a:pathLst>
            </a:custGeom>
            <a:noFill/>
            <a:ln cap="flat" cmpd="sng" w="9525">
              <a:solidFill>
                <a:schemeClr val="dk2"/>
              </a:solidFill>
              <a:prstDash val="solid"/>
              <a:round/>
              <a:headEnd len="med" w="med" type="none"/>
              <a:tailEnd len="med" w="med" type="none"/>
            </a:ln>
          </p:spPr>
        </p:sp>
        <p:sp>
          <p:nvSpPr>
            <p:cNvPr id="472" name="Google Shape;472;p64"/>
            <p:cNvSpPr/>
            <p:nvPr/>
          </p:nvSpPr>
          <p:spPr>
            <a:xfrm>
              <a:off x="3486050" y="2423125"/>
              <a:ext cx="9000" cy="432375"/>
            </a:xfrm>
            <a:custGeom>
              <a:rect b="b" l="l" r="r" t="t"/>
              <a:pathLst>
                <a:path extrusionOk="0" h="17295" w="360">
                  <a:moveTo>
                    <a:pt x="360" y="17295"/>
                  </a:moveTo>
                  <a:cubicBezTo>
                    <a:pt x="300" y="14413"/>
                    <a:pt x="60" y="2883"/>
                    <a:pt x="0" y="0"/>
                  </a:cubicBezTo>
                </a:path>
              </a:pathLst>
            </a:custGeom>
            <a:noFill/>
            <a:ln cap="flat" cmpd="sng" w="9525">
              <a:solidFill>
                <a:schemeClr val="dk2"/>
              </a:solidFill>
              <a:prstDash val="solid"/>
              <a:round/>
              <a:headEnd len="med" w="med" type="none"/>
              <a:tailEnd len="med" w="med" type="none"/>
            </a:ln>
          </p:spPr>
        </p:sp>
        <p:sp>
          <p:nvSpPr>
            <p:cNvPr id="473" name="Google Shape;473;p64"/>
            <p:cNvSpPr/>
            <p:nvPr/>
          </p:nvSpPr>
          <p:spPr>
            <a:xfrm>
              <a:off x="4026525" y="1747525"/>
              <a:ext cx="1684475" cy="279250"/>
            </a:xfrm>
            <a:custGeom>
              <a:rect b="b" l="l" r="r" t="t"/>
              <a:pathLst>
                <a:path extrusionOk="0" h="11170" w="67379">
                  <a:moveTo>
                    <a:pt x="0" y="0"/>
                  </a:moveTo>
                  <a:cubicBezTo>
                    <a:pt x="11230" y="1862"/>
                    <a:pt x="56149" y="9308"/>
                    <a:pt x="67379" y="11170"/>
                  </a:cubicBezTo>
                </a:path>
              </a:pathLst>
            </a:custGeom>
            <a:noFill/>
            <a:ln cap="flat" cmpd="sng" w="9525">
              <a:solidFill>
                <a:schemeClr val="dk2"/>
              </a:solidFill>
              <a:prstDash val="solid"/>
              <a:round/>
              <a:headEnd len="med" w="med" type="none"/>
              <a:tailEnd len="med" w="med" type="none"/>
            </a:ln>
          </p:spPr>
        </p:sp>
        <p:sp>
          <p:nvSpPr>
            <p:cNvPr id="474" name="Google Shape;474;p64"/>
            <p:cNvSpPr/>
            <p:nvPr/>
          </p:nvSpPr>
          <p:spPr>
            <a:xfrm>
              <a:off x="4485925" y="2351050"/>
              <a:ext cx="234200" cy="234200"/>
            </a:xfrm>
            <a:custGeom>
              <a:rect b="b" l="l" r="r" t="t"/>
              <a:pathLst>
                <a:path extrusionOk="0" h="9368" w="9368">
                  <a:moveTo>
                    <a:pt x="9368" y="0"/>
                  </a:moveTo>
                  <a:cubicBezTo>
                    <a:pt x="7807" y="1561"/>
                    <a:pt x="1561" y="7807"/>
                    <a:pt x="0" y="9368"/>
                  </a:cubicBezTo>
                </a:path>
              </a:pathLst>
            </a:custGeom>
            <a:noFill/>
            <a:ln cap="flat" cmpd="sng" w="9525">
              <a:solidFill>
                <a:schemeClr val="dk2"/>
              </a:solidFill>
              <a:prstDash val="solid"/>
              <a:round/>
              <a:headEnd len="med" w="med" type="none"/>
              <a:tailEnd len="med" w="med" type="none"/>
            </a:ln>
          </p:spPr>
        </p:sp>
        <p:sp>
          <p:nvSpPr>
            <p:cNvPr id="475" name="Google Shape;475;p64"/>
            <p:cNvSpPr/>
            <p:nvPr/>
          </p:nvSpPr>
          <p:spPr>
            <a:xfrm>
              <a:off x="4476925" y="2576250"/>
              <a:ext cx="18000" cy="333300"/>
            </a:xfrm>
            <a:custGeom>
              <a:rect b="b" l="l" r="r" t="t"/>
              <a:pathLst>
                <a:path extrusionOk="0" h="13332" w="720">
                  <a:moveTo>
                    <a:pt x="0" y="0"/>
                  </a:moveTo>
                  <a:cubicBezTo>
                    <a:pt x="120" y="2222"/>
                    <a:pt x="600" y="11110"/>
                    <a:pt x="720" y="13332"/>
                  </a:cubicBezTo>
                </a:path>
              </a:pathLst>
            </a:custGeom>
            <a:noFill/>
            <a:ln cap="flat" cmpd="sng" w="9525">
              <a:solidFill>
                <a:schemeClr val="dk2"/>
              </a:solidFill>
              <a:prstDash val="solid"/>
              <a:round/>
              <a:headEnd len="med" w="med" type="none"/>
              <a:tailEnd len="med" w="med" type="none"/>
            </a:ln>
          </p:spPr>
        </p:sp>
        <p:sp>
          <p:nvSpPr>
            <p:cNvPr id="476" name="Google Shape;476;p64"/>
            <p:cNvSpPr/>
            <p:nvPr/>
          </p:nvSpPr>
          <p:spPr>
            <a:xfrm>
              <a:off x="3495050" y="2855500"/>
              <a:ext cx="1026900" cy="54050"/>
            </a:xfrm>
            <a:custGeom>
              <a:rect b="b" l="l" r="r" t="t"/>
              <a:pathLst>
                <a:path extrusionOk="0" h="2162" w="41076">
                  <a:moveTo>
                    <a:pt x="0" y="0"/>
                  </a:moveTo>
                  <a:cubicBezTo>
                    <a:pt x="6846" y="360"/>
                    <a:pt x="34230" y="1802"/>
                    <a:pt x="41076" y="2162"/>
                  </a:cubicBezTo>
                </a:path>
              </a:pathLst>
            </a:custGeom>
            <a:noFill/>
            <a:ln cap="flat" cmpd="sng" w="9525">
              <a:solidFill>
                <a:schemeClr val="dk2"/>
              </a:solidFill>
              <a:prstDash val="solid"/>
              <a:round/>
              <a:headEnd len="med" w="med" type="none"/>
              <a:tailEnd len="med" w="med" type="none"/>
            </a:ln>
          </p:spPr>
        </p:sp>
        <p:sp>
          <p:nvSpPr>
            <p:cNvPr id="477" name="Google Shape;477;p64"/>
            <p:cNvSpPr/>
            <p:nvPr/>
          </p:nvSpPr>
          <p:spPr>
            <a:xfrm>
              <a:off x="3990500" y="1765550"/>
              <a:ext cx="486425" cy="828725"/>
            </a:xfrm>
            <a:custGeom>
              <a:rect b="b" l="l" r="r" t="t"/>
              <a:pathLst>
                <a:path extrusionOk="0" h="33149" w="19457">
                  <a:moveTo>
                    <a:pt x="0" y="0"/>
                  </a:moveTo>
                  <a:cubicBezTo>
                    <a:pt x="3243" y="5525"/>
                    <a:pt x="16214" y="27624"/>
                    <a:pt x="19457" y="33149"/>
                  </a:cubicBezTo>
                </a:path>
              </a:pathLst>
            </a:custGeom>
            <a:noFill/>
            <a:ln cap="flat" cmpd="sng" w="9525">
              <a:solidFill>
                <a:schemeClr val="dk2"/>
              </a:solidFill>
              <a:prstDash val="solid"/>
              <a:round/>
              <a:headEnd len="med" w="med" type="none"/>
              <a:tailEnd len="med" w="med" type="none"/>
            </a:ln>
          </p:spPr>
        </p:sp>
        <p:sp>
          <p:nvSpPr>
            <p:cNvPr id="478" name="Google Shape;478;p64"/>
            <p:cNvSpPr/>
            <p:nvPr/>
          </p:nvSpPr>
          <p:spPr>
            <a:xfrm>
              <a:off x="4738150" y="2035775"/>
              <a:ext cx="963850" cy="306275"/>
            </a:xfrm>
            <a:custGeom>
              <a:rect b="b" l="l" r="r" t="t"/>
              <a:pathLst>
                <a:path extrusionOk="0" h="12251" w="38554">
                  <a:moveTo>
                    <a:pt x="0" y="12251"/>
                  </a:moveTo>
                  <a:cubicBezTo>
                    <a:pt x="6426" y="10209"/>
                    <a:pt x="32128" y="2042"/>
                    <a:pt x="38554" y="0"/>
                  </a:cubicBezTo>
                </a:path>
              </a:pathLst>
            </a:custGeom>
            <a:noFill/>
            <a:ln cap="flat" cmpd="sng" w="9525">
              <a:solidFill>
                <a:schemeClr val="dk2"/>
              </a:solidFill>
              <a:prstDash val="solid"/>
              <a:round/>
              <a:headEnd len="med" w="med" type="none"/>
              <a:tailEnd len="med" w="med" type="none"/>
            </a:ln>
          </p:spPr>
        </p:sp>
        <p:sp>
          <p:nvSpPr>
            <p:cNvPr id="479" name="Google Shape;479;p64"/>
            <p:cNvSpPr/>
            <p:nvPr/>
          </p:nvSpPr>
          <p:spPr>
            <a:xfrm>
              <a:off x="3675225" y="4332800"/>
              <a:ext cx="1044900" cy="18000"/>
            </a:xfrm>
            <a:custGeom>
              <a:rect b="b" l="l" r="r" t="t"/>
              <a:pathLst>
                <a:path extrusionOk="0" h="720" w="41796">
                  <a:moveTo>
                    <a:pt x="0" y="720"/>
                  </a:moveTo>
                  <a:cubicBezTo>
                    <a:pt x="6966" y="600"/>
                    <a:pt x="34830" y="120"/>
                    <a:pt x="41796" y="0"/>
                  </a:cubicBezTo>
                </a:path>
              </a:pathLst>
            </a:custGeom>
            <a:noFill/>
            <a:ln cap="flat" cmpd="sng" w="9525">
              <a:solidFill>
                <a:schemeClr val="dk2"/>
              </a:solidFill>
              <a:prstDash val="solid"/>
              <a:round/>
              <a:headEnd len="med" w="med" type="none"/>
              <a:tailEnd len="med" w="med" type="none"/>
            </a:ln>
          </p:spPr>
        </p:sp>
        <p:sp>
          <p:nvSpPr>
            <p:cNvPr id="480" name="Google Shape;480;p64"/>
            <p:cNvSpPr/>
            <p:nvPr/>
          </p:nvSpPr>
          <p:spPr>
            <a:xfrm>
              <a:off x="4720125" y="4062550"/>
              <a:ext cx="702625" cy="270250"/>
            </a:xfrm>
            <a:custGeom>
              <a:rect b="b" l="l" r="r" t="t"/>
              <a:pathLst>
                <a:path extrusionOk="0" h="10810" w="28105">
                  <a:moveTo>
                    <a:pt x="28105" y="0"/>
                  </a:moveTo>
                  <a:cubicBezTo>
                    <a:pt x="23421" y="1802"/>
                    <a:pt x="4684" y="9008"/>
                    <a:pt x="0" y="10810"/>
                  </a:cubicBezTo>
                </a:path>
              </a:pathLst>
            </a:custGeom>
            <a:noFill/>
            <a:ln cap="flat" cmpd="sng" w="9525">
              <a:solidFill>
                <a:schemeClr val="dk2"/>
              </a:solidFill>
              <a:prstDash val="solid"/>
              <a:round/>
              <a:headEnd len="med" w="med" type="none"/>
              <a:tailEnd len="med" w="med" type="none"/>
            </a:ln>
          </p:spPr>
        </p:sp>
        <p:sp>
          <p:nvSpPr>
            <p:cNvPr id="481" name="Google Shape;481;p64"/>
            <p:cNvSpPr/>
            <p:nvPr/>
          </p:nvSpPr>
          <p:spPr>
            <a:xfrm>
              <a:off x="5440750" y="4044550"/>
              <a:ext cx="648575" cy="18000"/>
            </a:xfrm>
            <a:custGeom>
              <a:rect b="b" l="l" r="r" t="t"/>
              <a:pathLst>
                <a:path extrusionOk="0" h="720" w="25943">
                  <a:moveTo>
                    <a:pt x="25943" y="720"/>
                  </a:moveTo>
                  <a:cubicBezTo>
                    <a:pt x="21619" y="600"/>
                    <a:pt x="4324" y="120"/>
                    <a:pt x="0" y="0"/>
                  </a:cubicBezTo>
                </a:path>
              </a:pathLst>
            </a:custGeom>
            <a:noFill/>
            <a:ln cap="flat" cmpd="sng" w="9525">
              <a:solidFill>
                <a:schemeClr val="dk2"/>
              </a:solidFill>
              <a:prstDash val="solid"/>
              <a:round/>
              <a:headEnd len="med" w="med" type="none"/>
              <a:tailEnd len="med" w="med" type="none"/>
            </a:ln>
          </p:spPr>
        </p:sp>
        <p:sp>
          <p:nvSpPr>
            <p:cNvPr id="482" name="Google Shape;482;p64"/>
            <p:cNvSpPr/>
            <p:nvPr/>
          </p:nvSpPr>
          <p:spPr>
            <a:xfrm>
              <a:off x="5972225" y="3531100"/>
              <a:ext cx="126100" cy="522450"/>
            </a:xfrm>
            <a:custGeom>
              <a:rect b="b" l="l" r="r" t="t"/>
              <a:pathLst>
                <a:path extrusionOk="0" h="20898" w="5044">
                  <a:moveTo>
                    <a:pt x="0" y="0"/>
                  </a:moveTo>
                  <a:cubicBezTo>
                    <a:pt x="841" y="3483"/>
                    <a:pt x="4203" y="17415"/>
                    <a:pt x="5044" y="20898"/>
                  </a:cubicBezTo>
                </a:path>
              </a:pathLst>
            </a:custGeom>
            <a:noFill/>
            <a:ln cap="flat" cmpd="sng" w="9525">
              <a:solidFill>
                <a:schemeClr val="dk2"/>
              </a:solidFill>
              <a:prstDash val="solid"/>
              <a:round/>
              <a:headEnd len="med" w="med" type="none"/>
              <a:tailEnd len="med" w="med" type="none"/>
            </a:ln>
          </p:spPr>
        </p:sp>
        <p:sp>
          <p:nvSpPr>
            <p:cNvPr id="483" name="Google Shape;483;p64"/>
            <p:cNvSpPr/>
            <p:nvPr/>
          </p:nvSpPr>
          <p:spPr>
            <a:xfrm>
              <a:off x="5990250" y="3242825"/>
              <a:ext cx="351300" cy="279250"/>
            </a:xfrm>
            <a:custGeom>
              <a:rect b="b" l="l" r="r" t="t"/>
              <a:pathLst>
                <a:path extrusionOk="0" h="11170" w="14052">
                  <a:moveTo>
                    <a:pt x="14052" y="0"/>
                  </a:moveTo>
                  <a:cubicBezTo>
                    <a:pt x="11710" y="1862"/>
                    <a:pt x="2342" y="9308"/>
                    <a:pt x="0" y="11170"/>
                  </a:cubicBezTo>
                </a:path>
              </a:pathLst>
            </a:custGeom>
            <a:noFill/>
            <a:ln cap="flat" cmpd="sng" w="9525">
              <a:solidFill>
                <a:schemeClr val="dk2"/>
              </a:solidFill>
              <a:prstDash val="solid"/>
              <a:round/>
              <a:headEnd len="med" w="med" type="none"/>
              <a:tailEnd len="med" w="med" type="none"/>
            </a:ln>
          </p:spPr>
        </p:sp>
        <p:sp>
          <p:nvSpPr>
            <p:cNvPr id="484" name="Google Shape;484;p64"/>
            <p:cNvSpPr/>
            <p:nvPr/>
          </p:nvSpPr>
          <p:spPr>
            <a:xfrm>
              <a:off x="5792075" y="2927550"/>
              <a:ext cx="558475" cy="324300"/>
            </a:xfrm>
            <a:custGeom>
              <a:rect b="b" l="l" r="r" t="t"/>
              <a:pathLst>
                <a:path extrusionOk="0" h="12972" w="22339">
                  <a:moveTo>
                    <a:pt x="0" y="0"/>
                  </a:moveTo>
                  <a:cubicBezTo>
                    <a:pt x="3723" y="2162"/>
                    <a:pt x="18616" y="10810"/>
                    <a:pt x="22339" y="12972"/>
                  </a:cubicBezTo>
                </a:path>
              </a:pathLst>
            </a:custGeom>
            <a:noFill/>
            <a:ln cap="flat" cmpd="sng" w="9525">
              <a:solidFill>
                <a:schemeClr val="dk2"/>
              </a:solidFill>
              <a:prstDash val="solid"/>
              <a:round/>
              <a:headEnd len="med" w="med" type="none"/>
              <a:tailEnd len="med" w="med" type="none"/>
            </a:ln>
          </p:spPr>
        </p:sp>
        <p:sp>
          <p:nvSpPr>
            <p:cNvPr id="485" name="Google Shape;485;p64"/>
            <p:cNvSpPr/>
            <p:nvPr/>
          </p:nvSpPr>
          <p:spPr>
            <a:xfrm>
              <a:off x="4494925" y="2585250"/>
              <a:ext cx="1297150" cy="360325"/>
            </a:xfrm>
            <a:custGeom>
              <a:rect b="b" l="l" r="r" t="t"/>
              <a:pathLst>
                <a:path extrusionOk="0" h="14413" w="51886">
                  <a:moveTo>
                    <a:pt x="0" y="0"/>
                  </a:moveTo>
                  <a:cubicBezTo>
                    <a:pt x="8648" y="2402"/>
                    <a:pt x="43238" y="12011"/>
                    <a:pt x="51886" y="14413"/>
                  </a:cubicBezTo>
                </a:path>
              </a:pathLst>
            </a:custGeom>
            <a:noFill/>
            <a:ln cap="flat" cmpd="sng" w="9525">
              <a:solidFill>
                <a:schemeClr val="dk2"/>
              </a:solidFill>
              <a:prstDash val="solid"/>
              <a:round/>
              <a:headEnd len="med" w="med" type="none"/>
              <a:tailEnd len="med" w="med" type="none"/>
            </a:ln>
          </p:spPr>
        </p:sp>
        <p:sp>
          <p:nvSpPr>
            <p:cNvPr id="486" name="Google Shape;486;p64"/>
            <p:cNvSpPr/>
            <p:nvPr/>
          </p:nvSpPr>
          <p:spPr>
            <a:xfrm>
              <a:off x="4467900" y="2900550"/>
              <a:ext cx="117100" cy="927800"/>
            </a:xfrm>
            <a:custGeom>
              <a:rect b="b" l="l" r="r" t="t"/>
              <a:pathLst>
                <a:path extrusionOk="0" h="37112" w="4684">
                  <a:moveTo>
                    <a:pt x="0" y="0"/>
                  </a:moveTo>
                  <a:cubicBezTo>
                    <a:pt x="781" y="6185"/>
                    <a:pt x="3903" y="30927"/>
                    <a:pt x="4684" y="37112"/>
                  </a:cubicBezTo>
                </a:path>
              </a:pathLst>
            </a:custGeom>
            <a:noFill/>
            <a:ln cap="flat" cmpd="sng" w="9525">
              <a:solidFill>
                <a:schemeClr val="dk2"/>
              </a:solidFill>
              <a:prstDash val="solid"/>
              <a:round/>
              <a:headEnd len="med" w="med" type="none"/>
              <a:tailEnd len="med" w="med" type="none"/>
            </a:ln>
          </p:spPr>
        </p:sp>
        <p:sp>
          <p:nvSpPr>
            <p:cNvPr id="487" name="Google Shape;487;p64"/>
            <p:cNvSpPr/>
            <p:nvPr/>
          </p:nvSpPr>
          <p:spPr>
            <a:xfrm>
              <a:off x="4576000" y="3792325"/>
              <a:ext cx="135125" cy="558475"/>
            </a:xfrm>
            <a:custGeom>
              <a:rect b="b" l="l" r="r" t="t"/>
              <a:pathLst>
                <a:path extrusionOk="0" h="22339" w="5405">
                  <a:moveTo>
                    <a:pt x="0" y="0"/>
                  </a:moveTo>
                  <a:cubicBezTo>
                    <a:pt x="901" y="3723"/>
                    <a:pt x="4504" y="18616"/>
                    <a:pt x="5405" y="22339"/>
                  </a:cubicBezTo>
                </a:path>
              </a:pathLst>
            </a:custGeom>
            <a:noFill/>
            <a:ln cap="flat" cmpd="sng" w="9525">
              <a:solidFill>
                <a:schemeClr val="dk2"/>
              </a:solidFill>
              <a:prstDash val="solid"/>
              <a:round/>
              <a:headEnd len="med" w="med" type="none"/>
              <a:tailEnd len="med" w="med" type="none"/>
            </a:ln>
          </p:spPr>
        </p:sp>
        <p:sp>
          <p:nvSpPr>
            <p:cNvPr id="488" name="Google Shape;488;p64"/>
            <p:cNvSpPr/>
            <p:nvPr/>
          </p:nvSpPr>
          <p:spPr>
            <a:xfrm>
              <a:off x="4089575" y="3675225"/>
              <a:ext cx="504450" cy="108075"/>
            </a:xfrm>
            <a:custGeom>
              <a:rect b="b" l="l" r="r" t="t"/>
              <a:pathLst>
                <a:path extrusionOk="0" h="4323" w="20178">
                  <a:moveTo>
                    <a:pt x="20178" y="4323"/>
                  </a:moveTo>
                  <a:cubicBezTo>
                    <a:pt x="16815" y="3603"/>
                    <a:pt x="3363" y="721"/>
                    <a:pt x="0" y="0"/>
                  </a:cubicBezTo>
                </a:path>
              </a:pathLst>
            </a:custGeom>
            <a:noFill/>
            <a:ln cap="flat" cmpd="sng" w="9525">
              <a:solidFill>
                <a:schemeClr val="dk2"/>
              </a:solidFill>
              <a:prstDash val="solid"/>
              <a:round/>
              <a:headEnd len="med" w="med" type="none"/>
              <a:tailEnd len="med" w="med" type="none"/>
            </a:ln>
          </p:spPr>
        </p:sp>
        <p:sp>
          <p:nvSpPr>
            <p:cNvPr id="489" name="Google Shape;489;p64"/>
            <p:cNvSpPr/>
            <p:nvPr/>
          </p:nvSpPr>
          <p:spPr>
            <a:xfrm>
              <a:off x="4503950" y="2900550"/>
              <a:ext cx="513450" cy="405350"/>
            </a:xfrm>
            <a:custGeom>
              <a:rect b="b" l="l" r="r" t="t"/>
              <a:pathLst>
                <a:path extrusionOk="0" h="16214" w="20538">
                  <a:moveTo>
                    <a:pt x="0" y="0"/>
                  </a:moveTo>
                  <a:cubicBezTo>
                    <a:pt x="3423" y="2702"/>
                    <a:pt x="17115" y="13512"/>
                    <a:pt x="20538" y="16214"/>
                  </a:cubicBezTo>
                </a:path>
              </a:pathLst>
            </a:custGeom>
            <a:noFill/>
            <a:ln cap="flat" cmpd="sng" w="9525">
              <a:solidFill>
                <a:schemeClr val="dk2"/>
              </a:solidFill>
              <a:prstDash val="solid"/>
              <a:round/>
              <a:headEnd len="med" w="med" type="none"/>
              <a:tailEnd len="med" w="med" type="none"/>
            </a:ln>
          </p:spPr>
        </p:sp>
        <p:sp>
          <p:nvSpPr>
            <p:cNvPr id="490" name="Google Shape;490;p64"/>
            <p:cNvSpPr/>
            <p:nvPr/>
          </p:nvSpPr>
          <p:spPr>
            <a:xfrm>
              <a:off x="5044425" y="3305900"/>
              <a:ext cx="927800" cy="261225"/>
            </a:xfrm>
            <a:custGeom>
              <a:rect b="b" l="l" r="r" t="t"/>
              <a:pathLst>
                <a:path extrusionOk="0" h="10449" w="37112">
                  <a:moveTo>
                    <a:pt x="0" y="0"/>
                  </a:moveTo>
                  <a:cubicBezTo>
                    <a:pt x="6185" y="1742"/>
                    <a:pt x="30927" y="8708"/>
                    <a:pt x="37112" y="10449"/>
                  </a:cubicBezTo>
                </a:path>
              </a:pathLst>
            </a:custGeom>
            <a:noFill/>
            <a:ln cap="flat" cmpd="sng" w="9525">
              <a:solidFill>
                <a:schemeClr val="dk2"/>
              </a:solidFill>
              <a:prstDash val="solid"/>
              <a:round/>
              <a:headEnd len="med" w="med" type="none"/>
              <a:tailEnd len="med" w="med" type="none"/>
            </a:ln>
          </p:spPr>
        </p:sp>
        <p:sp>
          <p:nvSpPr>
            <p:cNvPr id="491" name="Google Shape;491;p64"/>
            <p:cNvSpPr/>
            <p:nvPr/>
          </p:nvSpPr>
          <p:spPr>
            <a:xfrm>
              <a:off x="3486050" y="2837475"/>
              <a:ext cx="639550" cy="882775"/>
            </a:xfrm>
            <a:custGeom>
              <a:rect b="b" l="l" r="r" t="t"/>
              <a:pathLst>
                <a:path extrusionOk="0" h="35311" w="25582">
                  <a:moveTo>
                    <a:pt x="0" y="0"/>
                  </a:moveTo>
                  <a:cubicBezTo>
                    <a:pt x="4264" y="5885"/>
                    <a:pt x="21318" y="29426"/>
                    <a:pt x="25582" y="35311"/>
                  </a:cubicBezTo>
                </a:path>
              </a:pathLst>
            </a:custGeom>
            <a:noFill/>
            <a:ln cap="flat" cmpd="sng" w="9525">
              <a:solidFill>
                <a:schemeClr val="dk2"/>
              </a:solidFill>
              <a:prstDash val="solid"/>
              <a:round/>
              <a:headEnd len="med" w="med" type="none"/>
              <a:tailEnd len="med" w="med" type="none"/>
            </a:ln>
          </p:spPr>
        </p:sp>
        <p:sp>
          <p:nvSpPr>
            <p:cNvPr id="492" name="Google Shape;492;p64"/>
            <p:cNvSpPr/>
            <p:nvPr/>
          </p:nvSpPr>
          <p:spPr>
            <a:xfrm>
              <a:off x="5711000" y="2035775"/>
              <a:ext cx="54050" cy="891775"/>
            </a:xfrm>
            <a:custGeom>
              <a:rect b="b" l="l" r="r" t="t"/>
              <a:pathLst>
                <a:path extrusionOk="0" h="35671" w="2162">
                  <a:moveTo>
                    <a:pt x="0" y="0"/>
                  </a:moveTo>
                  <a:cubicBezTo>
                    <a:pt x="360" y="5945"/>
                    <a:pt x="1802" y="29726"/>
                    <a:pt x="2162" y="35671"/>
                  </a:cubicBezTo>
                </a:path>
              </a:pathLst>
            </a:custGeom>
            <a:noFill/>
            <a:ln cap="flat" cmpd="sng" w="9525">
              <a:solidFill>
                <a:schemeClr val="dk2"/>
              </a:solidFill>
              <a:prstDash val="solid"/>
              <a:round/>
              <a:headEnd len="med" w="med" type="none"/>
              <a:tailEnd len="med" w="med" type="none"/>
            </a:ln>
          </p:spPr>
        </p:sp>
        <p:sp>
          <p:nvSpPr>
            <p:cNvPr id="493" name="Google Shape;493;p64"/>
            <p:cNvSpPr/>
            <p:nvPr/>
          </p:nvSpPr>
          <p:spPr>
            <a:xfrm>
              <a:off x="3240434" y="123261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64"/>
            <p:cNvSpPr/>
            <p:nvPr/>
          </p:nvSpPr>
          <p:spPr>
            <a:xfrm>
              <a:off x="3392100" y="22945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64"/>
            <p:cNvSpPr/>
            <p:nvPr/>
          </p:nvSpPr>
          <p:spPr>
            <a:xfrm>
              <a:off x="3392100" y="2751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64"/>
            <p:cNvSpPr/>
            <p:nvPr/>
          </p:nvSpPr>
          <p:spPr>
            <a:xfrm>
              <a:off x="5667425" y="28292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64"/>
            <p:cNvSpPr/>
            <p:nvPr/>
          </p:nvSpPr>
          <p:spPr>
            <a:xfrm>
              <a:off x="4874000" y="31922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64"/>
            <p:cNvSpPr/>
            <p:nvPr/>
          </p:nvSpPr>
          <p:spPr>
            <a:xfrm>
              <a:off x="6233475" y="31340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64"/>
            <p:cNvSpPr/>
            <p:nvPr/>
          </p:nvSpPr>
          <p:spPr>
            <a:xfrm>
              <a:off x="59888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64"/>
            <p:cNvSpPr/>
            <p:nvPr/>
          </p:nvSpPr>
          <p:spPr>
            <a:xfrm>
              <a:off x="53200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64"/>
            <p:cNvSpPr/>
            <p:nvPr/>
          </p:nvSpPr>
          <p:spPr>
            <a:xfrm>
              <a:off x="4612025" y="42402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64"/>
            <p:cNvSpPr/>
            <p:nvPr/>
          </p:nvSpPr>
          <p:spPr>
            <a:xfrm>
              <a:off x="3580800" y="424025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64"/>
            <p:cNvSpPr/>
            <p:nvPr/>
          </p:nvSpPr>
          <p:spPr>
            <a:xfrm>
              <a:off x="4612034" y="9368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64"/>
            <p:cNvSpPr/>
            <p:nvPr/>
          </p:nvSpPr>
          <p:spPr>
            <a:xfrm>
              <a:off x="4566995" y="14702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64"/>
            <p:cNvSpPr/>
            <p:nvPr/>
          </p:nvSpPr>
          <p:spPr>
            <a:xfrm>
              <a:off x="5589325" y="19148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64"/>
            <p:cNvSpPr/>
            <p:nvPr/>
          </p:nvSpPr>
          <p:spPr>
            <a:xfrm>
              <a:off x="4612025" y="22583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64"/>
            <p:cNvSpPr/>
            <p:nvPr/>
          </p:nvSpPr>
          <p:spPr>
            <a:xfrm>
              <a:off x="4378300" y="24773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64"/>
            <p:cNvSpPr/>
            <p:nvPr/>
          </p:nvSpPr>
          <p:spPr>
            <a:xfrm>
              <a:off x="4378300" y="27929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64"/>
            <p:cNvSpPr/>
            <p:nvPr/>
          </p:nvSpPr>
          <p:spPr>
            <a:xfrm>
              <a:off x="5856125" y="34249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64"/>
            <p:cNvSpPr/>
            <p:nvPr/>
          </p:nvSpPr>
          <p:spPr>
            <a:xfrm>
              <a:off x="3988300" y="3576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64"/>
            <p:cNvSpPr/>
            <p:nvPr/>
          </p:nvSpPr>
          <p:spPr>
            <a:xfrm>
              <a:off x="4477650" y="3687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64"/>
            <p:cNvSpPr/>
            <p:nvPr/>
          </p:nvSpPr>
          <p:spPr>
            <a:xfrm>
              <a:off x="3881195" y="165378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64"/>
            <p:cNvSpPr/>
            <p:nvPr/>
          </p:nvSpPr>
          <p:spPr>
            <a:xfrm>
              <a:off x="3576395" y="1989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64"/>
            <p:cNvSpPr txBox="1"/>
            <p:nvPr/>
          </p:nvSpPr>
          <p:spPr>
            <a:xfrm>
              <a:off x="3424000" y="15833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t>Atlanta</a:t>
              </a:r>
              <a:endParaRPr b="1" sz="800"/>
            </a:p>
          </p:txBody>
        </p:sp>
        <p:sp>
          <p:nvSpPr>
            <p:cNvPr id="515" name="Google Shape;515;p64"/>
            <p:cNvSpPr txBox="1"/>
            <p:nvPr/>
          </p:nvSpPr>
          <p:spPr>
            <a:xfrm>
              <a:off x="4742550" y="8812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Toccoa</a:t>
              </a:r>
              <a:endParaRPr sz="800"/>
            </a:p>
          </p:txBody>
        </p:sp>
        <p:sp>
          <p:nvSpPr>
            <p:cNvPr id="516" name="Google Shape;516;p64"/>
            <p:cNvSpPr txBox="1"/>
            <p:nvPr/>
          </p:nvSpPr>
          <p:spPr>
            <a:xfrm>
              <a:off x="2846768" y="1156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Rome</a:t>
              </a:r>
              <a:endParaRPr sz="800"/>
            </a:p>
          </p:txBody>
        </p:sp>
        <p:sp>
          <p:nvSpPr>
            <p:cNvPr id="517" name="Google Shape;517;p64"/>
            <p:cNvSpPr txBox="1"/>
            <p:nvPr/>
          </p:nvSpPr>
          <p:spPr>
            <a:xfrm>
              <a:off x="4688966" y="13905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Athens</a:t>
              </a:r>
              <a:endParaRPr sz="800"/>
            </a:p>
          </p:txBody>
        </p:sp>
        <p:sp>
          <p:nvSpPr>
            <p:cNvPr id="518" name="Google Shape;518;p64"/>
            <p:cNvSpPr txBox="1"/>
            <p:nvPr/>
          </p:nvSpPr>
          <p:spPr>
            <a:xfrm>
              <a:off x="3062699" y="190291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Newnan</a:t>
              </a:r>
              <a:endParaRPr sz="800"/>
            </a:p>
          </p:txBody>
        </p:sp>
        <p:sp>
          <p:nvSpPr>
            <p:cNvPr id="519" name="Google Shape;519;p64"/>
            <p:cNvSpPr txBox="1"/>
            <p:nvPr/>
          </p:nvSpPr>
          <p:spPr>
            <a:xfrm>
              <a:off x="5725609" y="1818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Augusta</a:t>
              </a:r>
              <a:endParaRPr sz="800"/>
            </a:p>
          </p:txBody>
        </p:sp>
        <p:sp>
          <p:nvSpPr>
            <p:cNvPr id="520" name="Google Shape;520;p64"/>
            <p:cNvSpPr txBox="1"/>
            <p:nvPr/>
          </p:nvSpPr>
          <p:spPr>
            <a:xfrm>
              <a:off x="2819751" y="223499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LaGrange</a:t>
              </a:r>
              <a:endParaRPr sz="800"/>
            </a:p>
          </p:txBody>
        </p:sp>
        <p:sp>
          <p:nvSpPr>
            <p:cNvPr id="521" name="Google Shape;521;p64"/>
            <p:cNvSpPr txBox="1"/>
            <p:nvPr/>
          </p:nvSpPr>
          <p:spPr>
            <a:xfrm>
              <a:off x="2819750" y="269232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Columbus</a:t>
              </a:r>
              <a:endParaRPr sz="800"/>
            </a:p>
          </p:txBody>
        </p:sp>
        <p:sp>
          <p:nvSpPr>
            <p:cNvPr id="522" name="Google Shape;522;p64"/>
            <p:cNvSpPr txBox="1"/>
            <p:nvPr/>
          </p:nvSpPr>
          <p:spPr>
            <a:xfrm>
              <a:off x="3566025" y="351257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Albany</a:t>
              </a:r>
              <a:endParaRPr sz="800"/>
            </a:p>
          </p:txBody>
        </p:sp>
        <p:sp>
          <p:nvSpPr>
            <p:cNvPr id="523" name="Google Shape;523;p64"/>
            <p:cNvSpPr txBox="1"/>
            <p:nvPr/>
          </p:nvSpPr>
          <p:spPr>
            <a:xfrm>
              <a:off x="2981625" y="42279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Bainbridge</a:t>
              </a:r>
              <a:endParaRPr sz="800"/>
            </a:p>
          </p:txBody>
        </p:sp>
        <p:sp>
          <p:nvSpPr>
            <p:cNvPr id="524" name="Google Shape;524;p64"/>
            <p:cNvSpPr txBox="1"/>
            <p:nvPr/>
          </p:nvSpPr>
          <p:spPr>
            <a:xfrm>
              <a:off x="4593293" y="3611772"/>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Tifton</a:t>
              </a:r>
              <a:endParaRPr sz="800"/>
            </a:p>
          </p:txBody>
        </p:sp>
        <p:sp>
          <p:nvSpPr>
            <p:cNvPr id="525" name="Google Shape;525;p64"/>
            <p:cNvSpPr txBox="1"/>
            <p:nvPr/>
          </p:nvSpPr>
          <p:spPr>
            <a:xfrm>
              <a:off x="4301400" y="43417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Valdosta</a:t>
              </a:r>
              <a:endParaRPr sz="800"/>
            </a:p>
          </p:txBody>
        </p:sp>
        <p:sp>
          <p:nvSpPr>
            <p:cNvPr id="526" name="Google Shape;526;p64"/>
            <p:cNvSpPr txBox="1"/>
            <p:nvPr/>
          </p:nvSpPr>
          <p:spPr>
            <a:xfrm>
              <a:off x="3941313" y="24072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Macon</a:t>
              </a:r>
              <a:endParaRPr sz="800"/>
            </a:p>
          </p:txBody>
        </p:sp>
        <p:sp>
          <p:nvSpPr>
            <p:cNvPr id="527" name="Google Shape;527;p64"/>
            <p:cNvSpPr txBox="1"/>
            <p:nvPr/>
          </p:nvSpPr>
          <p:spPr>
            <a:xfrm>
              <a:off x="4499815" y="2021622"/>
              <a:ext cx="846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Milledgeville</a:t>
              </a:r>
              <a:endParaRPr sz="800"/>
            </a:p>
          </p:txBody>
        </p:sp>
        <p:sp>
          <p:nvSpPr>
            <p:cNvPr id="528" name="Google Shape;528;p64"/>
            <p:cNvSpPr txBox="1"/>
            <p:nvPr/>
          </p:nvSpPr>
          <p:spPr>
            <a:xfrm>
              <a:off x="6133425" y="39647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Brunswick</a:t>
              </a:r>
              <a:endParaRPr sz="800"/>
            </a:p>
          </p:txBody>
        </p:sp>
        <p:sp>
          <p:nvSpPr>
            <p:cNvPr id="529" name="Google Shape;529;p64"/>
            <p:cNvSpPr txBox="1"/>
            <p:nvPr/>
          </p:nvSpPr>
          <p:spPr>
            <a:xfrm>
              <a:off x="5161525" y="40518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Waycross</a:t>
              </a:r>
              <a:endParaRPr sz="800"/>
            </a:p>
          </p:txBody>
        </p:sp>
        <p:sp>
          <p:nvSpPr>
            <p:cNvPr id="530" name="Google Shape;530;p64"/>
            <p:cNvSpPr txBox="1"/>
            <p:nvPr/>
          </p:nvSpPr>
          <p:spPr>
            <a:xfrm>
              <a:off x="4017513" y="2833374"/>
              <a:ext cx="69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Warner Robins</a:t>
              </a:r>
              <a:endParaRPr sz="800"/>
            </a:p>
          </p:txBody>
        </p:sp>
        <p:sp>
          <p:nvSpPr>
            <p:cNvPr id="531" name="Google Shape;531;p64"/>
            <p:cNvSpPr txBox="1"/>
            <p:nvPr/>
          </p:nvSpPr>
          <p:spPr>
            <a:xfrm>
              <a:off x="4972849" y="30797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McRae</a:t>
              </a:r>
              <a:endParaRPr sz="800"/>
            </a:p>
          </p:txBody>
        </p:sp>
        <p:sp>
          <p:nvSpPr>
            <p:cNvPr id="532" name="Google Shape;532;p64"/>
            <p:cNvSpPr txBox="1"/>
            <p:nvPr/>
          </p:nvSpPr>
          <p:spPr>
            <a:xfrm>
              <a:off x="5950282" y="3445378"/>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Hinesville</a:t>
              </a:r>
              <a:endParaRPr sz="800"/>
            </a:p>
          </p:txBody>
        </p:sp>
        <p:sp>
          <p:nvSpPr>
            <p:cNvPr id="533" name="Google Shape;533;p64"/>
            <p:cNvSpPr txBox="1"/>
            <p:nvPr/>
          </p:nvSpPr>
          <p:spPr>
            <a:xfrm>
              <a:off x="5754366" y="267493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Statesboro</a:t>
              </a:r>
              <a:endParaRPr sz="800"/>
            </a:p>
          </p:txBody>
        </p:sp>
        <p:sp>
          <p:nvSpPr>
            <p:cNvPr id="534" name="Google Shape;534;p64"/>
            <p:cNvSpPr txBox="1"/>
            <p:nvPr/>
          </p:nvSpPr>
          <p:spPr>
            <a:xfrm>
              <a:off x="6359575" y="30744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Savannah</a:t>
              </a:r>
              <a:endParaRPr sz="800"/>
            </a:p>
          </p:txBody>
        </p:sp>
      </p:grpSp>
      <p:sp>
        <p:nvSpPr>
          <p:cNvPr id="535" name="Google Shape;535;p64"/>
          <p:cNvSpPr txBox="1"/>
          <p:nvPr/>
        </p:nvSpPr>
        <p:spPr>
          <a:xfrm>
            <a:off x="683725" y="3358800"/>
            <a:ext cx="6483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0</a:t>
            </a:r>
            <a:endParaRPr sz="1000"/>
          </a:p>
        </p:txBody>
      </p:sp>
      <p:sp>
        <p:nvSpPr>
          <p:cNvPr id="536" name="Google Shape;536;p64"/>
          <p:cNvSpPr txBox="1"/>
          <p:nvPr/>
        </p:nvSpPr>
        <p:spPr>
          <a:xfrm>
            <a:off x="1495250" y="3358800"/>
            <a:ext cx="648300" cy="3387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1</a:t>
            </a:r>
            <a:endParaRPr sz="1000"/>
          </a:p>
        </p:txBody>
      </p:sp>
      <p:sp>
        <p:nvSpPr>
          <p:cNvPr id="537" name="Google Shape;537;p64"/>
          <p:cNvSpPr txBox="1"/>
          <p:nvPr/>
        </p:nvSpPr>
        <p:spPr>
          <a:xfrm>
            <a:off x="2306775" y="3358800"/>
            <a:ext cx="6483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2</a:t>
            </a:r>
            <a:endParaRPr sz="1000"/>
          </a:p>
        </p:txBody>
      </p:sp>
      <p:sp>
        <p:nvSpPr>
          <p:cNvPr id="538" name="Google Shape;538;p64"/>
          <p:cNvSpPr txBox="1"/>
          <p:nvPr/>
        </p:nvSpPr>
        <p:spPr>
          <a:xfrm>
            <a:off x="3118300" y="3358800"/>
            <a:ext cx="6483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3</a:t>
            </a:r>
            <a:endParaRPr sz="1000"/>
          </a:p>
        </p:txBody>
      </p:sp>
      <p:sp>
        <p:nvSpPr>
          <p:cNvPr id="539" name="Google Shape;539;p64"/>
          <p:cNvSpPr txBox="1"/>
          <p:nvPr/>
        </p:nvSpPr>
        <p:spPr>
          <a:xfrm>
            <a:off x="3929825" y="3358800"/>
            <a:ext cx="648300" cy="338700"/>
          </a:xfrm>
          <a:prstGeom prst="rect">
            <a:avLst/>
          </a:prstGeom>
          <a:solidFill>
            <a:srgbClr val="3D85C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4</a:t>
            </a:r>
            <a:endParaRPr sz="10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6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Color our start city:</a:t>
            </a:r>
            <a:br>
              <a:rPr lang="en"/>
            </a:br>
            <a:r>
              <a:rPr lang="en"/>
              <a:t>Savannah is level 0.</a:t>
            </a:r>
            <a:endParaRPr/>
          </a:p>
        </p:txBody>
      </p:sp>
      <p:sp>
        <p:nvSpPr>
          <p:cNvPr id="545" name="Google Shape;545;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get from Savannah to Valdosta: Level 0</a:t>
            </a:r>
            <a:endParaRPr/>
          </a:p>
        </p:txBody>
      </p:sp>
      <p:sp>
        <p:nvSpPr>
          <p:cNvPr id="546" name="Google Shape;546;p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547" name="Google Shape;547;p65"/>
          <p:cNvGrpSpPr/>
          <p:nvPr/>
        </p:nvGrpSpPr>
        <p:grpSpPr>
          <a:xfrm>
            <a:off x="2819750" y="881249"/>
            <a:ext cx="4233425" cy="3768338"/>
            <a:chOff x="2819750" y="881249"/>
            <a:chExt cx="4233425" cy="3768338"/>
          </a:xfrm>
        </p:grpSpPr>
        <p:sp>
          <p:nvSpPr>
            <p:cNvPr id="548" name="Google Shape;548;p65"/>
            <p:cNvSpPr/>
            <p:nvPr/>
          </p:nvSpPr>
          <p:spPr>
            <a:xfrm>
              <a:off x="3486050" y="2846500"/>
              <a:ext cx="189175" cy="1513325"/>
            </a:xfrm>
            <a:custGeom>
              <a:rect b="b" l="l" r="r" t="t"/>
              <a:pathLst>
                <a:path extrusionOk="0" h="60533" w="7567">
                  <a:moveTo>
                    <a:pt x="0" y="0"/>
                  </a:moveTo>
                  <a:cubicBezTo>
                    <a:pt x="1261" y="10089"/>
                    <a:pt x="6306" y="50444"/>
                    <a:pt x="7567" y="60533"/>
                  </a:cubicBezTo>
                </a:path>
              </a:pathLst>
            </a:custGeom>
            <a:noFill/>
            <a:ln cap="flat" cmpd="sng" w="9525">
              <a:solidFill>
                <a:schemeClr val="dk2"/>
              </a:solidFill>
              <a:prstDash val="solid"/>
              <a:round/>
              <a:headEnd len="med" w="med" type="none"/>
              <a:tailEnd len="med" w="med" type="none"/>
            </a:ln>
          </p:spPr>
        </p:sp>
        <p:sp>
          <p:nvSpPr>
            <p:cNvPr id="549" name="Google Shape;549;p65"/>
            <p:cNvSpPr/>
            <p:nvPr/>
          </p:nvSpPr>
          <p:spPr>
            <a:xfrm>
              <a:off x="3981475" y="1558375"/>
              <a:ext cx="693625" cy="198150"/>
            </a:xfrm>
            <a:custGeom>
              <a:rect b="b" l="l" r="r" t="t"/>
              <a:pathLst>
                <a:path extrusionOk="0" h="7926" w="27745">
                  <a:moveTo>
                    <a:pt x="27745" y="0"/>
                  </a:moveTo>
                  <a:cubicBezTo>
                    <a:pt x="23121" y="1321"/>
                    <a:pt x="4624" y="6605"/>
                    <a:pt x="0" y="7926"/>
                  </a:cubicBezTo>
                </a:path>
              </a:pathLst>
            </a:custGeom>
            <a:noFill/>
            <a:ln cap="flat" cmpd="sng" w="9525">
              <a:solidFill>
                <a:schemeClr val="dk2"/>
              </a:solidFill>
              <a:prstDash val="solid"/>
              <a:round/>
              <a:headEnd len="med" w="med" type="none"/>
              <a:tailEnd len="med" w="med" type="none"/>
            </a:ln>
          </p:spPr>
        </p:sp>
        <p:sp>
          <p:nvSpPr>
            <p:cNvPr id="550" name="Google Shape;550;p65"/>
            <p:cNvSpPr/>
            <p:nvPr/>
          </p:nvSpPr>
          <p:spPr>
            <a:xfrm>
              <a:off x="3332925" y="1342175"/>
              <a:ext cx="648550" cy="414350"/>
            </a:xfrm>
            <a:custGeom>
              <a:rect b="b" l="l" r="r" t="t"/>
              <a:pathLst>
                <a:path extrusionOk="0" h="16574" w="25942">
                  <a:moveTo>
                    <a:pt x="0" y="0"/>
                  </a:moveTo>
                  <a:cubicBezTo>
                    <a:pt x="4324" y="2762"/>
                    <a:pt x="21618" y="13812"/>
                    <a:pt x="25942" y="16574"/>
                  </a:cubicBezTo>
                </a:path>
              </a:pathLst>
            </a:custGeom>
            <a:noFill/>
            <a:ln cap="flat" cmpd="sng" w="9525">
              <a:solidFill>
                <a:schemeClr val="dk2"/>
              </a:solidFill>
              <a:prstDash val="solid"/>
              <a:round/>
              <a:headEnd len="med" w="med" type="none"/>
              <a:tailEnd len="med" w="med" type="none"/>
            </a:ln>
          </p:spPr>
        </p:sp>
        <p:sp>
          <p:nvSpPr>
            <p:cNvPr id="551" name="Google Shape;551;p65"/>
            <p:cNvSpPr/>
            <p:nvPr/>
          </p:nvSpPr>
          <p:spPr>
            <a:xfrm>
              <a:off x="4675100" y="1044925"/>
              <a:ext cx="45025" cy="531450"/>
            </a:xfrm>
            <a:custGeom>
              <a:rect b="b" l="l" r="r" t="t"/>
              <a:pathLst>
                <a:path extrusionOk="0" h="21258" w="1801">
                  <a:moveTo>
                    <a:pt x="1801" y="0"/>
                  </a:moveTo>
                  <a:cubicBezTo>
                    <a:pt x="1501" y="3543"/>
                    <a:pt x="300" y="17715"/>
                    <a:pt x="0" y="21258"/>
                  </a:cubicBezTo>
                </a:path>
              </a:pathLst>
            </a:custGeom>
            <a:noFill/>
            <a:ln cap="flat" cmpd="sng" w="9525">
              <a:solidFill>
                <a:schemeClr val="dk2"/>
              </a:solidFill>
              <a:prstDash val="solid"/>
              <a:round/>
              <a:headEnd len="med" w="med" type="none"/>
              <a:tailEnd len="med" w="med" type="none"/>
            </a:ln>
          </p:spPr>
        </p:sp>
        <p:sp>
          <p:nvSpPr>
            <p:cNvPr id="552" name="Google Shape;552;p65"/>
            <p:cNvSpPr/>
            <p:nvPr/>
          </p:nvSpPr>
          <p:spPr>
            <a:xfrm>
              <a:off x="3999500" y="1053925"/>
              <a:ext cx="729625" cy="711625"/>
            </a:xfrm>
            <a:custGeom>
              <a:rect b="b" l="l" r="r" t="t"/>
              <a:pathLst>
                <a:path extrusionOk="0" h="28465" w="29185">
                  <a:moveTo>
                    <a:pt x="29185" y="0"/>
                  </a:moveTo>
                  <a:cubicBezTo>
                    <a:pt x="24321" y="4744"/>
                    <a:pt x="4864" y="23721"/>
                    <a:pt x="0" y="28465"/>
                  </a:cubicBezTo>
                </a:path>
              </a:pathLst>
            </a:custGeom>
            <a:noFill/>
            <a:ln cap="flat" cmpd="sng" w="9525">
              <a:solidFill>
                <a:schemeClr val="dk2"/>
              </a:solidFill>
              <a:prstDash val="solid"/>
              <a:round/>
              <a:headEnd len="med" w="med" type="none"/>
              <a:tailEnd len="med" w="med" type="none"/>
            </a:ln>
          </p:spPr>
        </p:sp>
        <p:sp>
          <p:nvSpPr>
            <p:cNvPr id="553" name="Google Shape;553;p65"/>
            <p:cNvSpPr/>
            <p:nvPr/>
          </p:nvSpPr>
          <p:spPr>
            <a:xfrm>
              <a:off x="3693225" y="1756525"/>
              <a:ext cx="315275" cy="342300"/>
            </a:xfrm>
            <a:custGeom>
              <a:rect b="b" l="l" r="r" t="t"/>
              <a:pathLst>
                <a:path extrusionOk="0" h="13692" w="12611">
                  <a:moveTo>
                    <a:pt x="0" y="13692"/>
                  </a:moveTo>
                  <a:cubicBezTo>
                    <a:pt x="2102" y="11410"/>
                    <a:pt x="10509" y="2282"/>
                    <a:pt x="12611" y="0"/>
                  </a:cubicBezTo>
                </a:path>
              </a:pathLst>
            </a:custGeom>
            <a:noFill/>
            <a:ln cap="flat" cmpd="sng" w="9525">
              <a:solidFill>
                <a:schemeClr val="dk2"/>
              </a:solidFill>
              <a:prstDash val="solid"/>
              <a:round/>
              <a:headEnd len="med" w="med" type="none"/>
              <a:tailEnd len="med" w="med" type="none"/>
            </a:ln>
          </p:spPr>
        </p:sp>
        <p:sp>
          <p:nvSpPr>
            <p:cNvPr id="554" name="Google Shape;554;p65"/>
            <p:cNvSpPr/>
            <p:nvPr/>
          </p:nvSpPr>
          <p:spPr>
            <a:xfrm>
              <a:off x="3486050" y="2098825"/>
              <a:ext cx="207175" cy="306275"/>
            </a:xfrm>
            <a:custGeom>
              <a:rect b="b" l="l" r="r" t="t"/>
              <a:pathLst>
                <a:path extrusionOk="0" h="12251" w="8287">
                  <a:moveTo>
                    <a:pt x="0" y="12251"/>
                  </a:moveTo>
                  <a:cubicBezTo>
                    <a:pt x="1381" y="10209"/>
                    <a:pt x="6906" y="2042"/>
                    <a:pt x="8287" y="0"/>
                  </a:cubicBezTo>
                </a:path>
              </a:pathLst>
            </a:custGeom>
            <a:noFill/>
            <a:ln cap="flat" cmpd="sng" w="9525">
              <a:solidFill>
                <a:schemeClr val="dk2"/>
              </a:solidFill>
              <a:prstDash val="solid"/>
              <a:round/>
              <a:headEnd len="med" w="med" type="none"/>
              <a:tailEnd len="med" w="med" type="none"/>
            </a:ln>
          </p:spPr>
        </p:sp>
        <p:sp>
          <p:nvSpPr>
            <p:cNvPr id="555" name="Google Shape;555;p65"/>
            <p:cNvSpPr/>
            <p:nvPr/>
          </p:nvSpPr>
          <p:spPr>
            <a:xfrm>
              <a:off x="3486050" y="2423125"/>
              <a:ext cx="9000" cy="432375"/>
            </a:xfrm>
            <a:custGeom>
              <a:rect b="b" l="l" r="r" t="t"/>
              <a:pathLst>
                <a:path extrusionOk="0" h="17295" w="360">
                  <a:moveTo>
                    <a:pt x="360" y="17295"/>
                  </a:moveTo>
                  <a:cubicBezTo>
                    <a:pt x="300" y="14413"/>
                    <a:pt x="60" y="2883"/>
                    <a:pt x="0" y="0"/>
                  </a:cubicBezTo>
                </a:path>
              </a:pathLst>
            </a:custGeom>
            <a:noFill/>
            <a:ln cap="flat" cmpd="sng" w="9525">
              <a:solidFill>
                <a:schemeClr val="dk2"/>
              </a:solidFill>
              <a:prstDash val="solid"/>
              <a:round/>
              <a:headEnd len="med" w="med" type="none"/>
              <a:tailEnd len="med" w="med" type="none"/>
            </a:ln>
          </p:spPr>
        </p:sp>
        <p:sp>
          <p:nvSpPr>
            <p:cNvPr id="556" name="Google Shape;556;p65"/>
            <p:cNvSpPr/>
            <p:nvPr/>
          </p:nvSpPr>
          <p:spPr>
            <a:xfrm>
              <a:off x="4026525" y="1747525"/>
              <a:ext cx="1684475" cy="279250"/>
            </a:xfrm>
            <a:custGeom>
              <a:rect b="b" l="l" r="r" t="t"/>
              <a:pathLst>
                <a:path extrusionOk="0" h="11170" w="67379">
                  <a:moveTo>
                    <a:pt x="0" y="0"/>
                  </a:moveTo>
                  <a:cubicBezTo>
                    <a:pt x="11230" y="1862"/>
                    <a:pt x="56149" y="9308"/>
                    <a:pt x="67379" y="11170"/>
                  </a:cubicBezTo>
                </a:path>
              </a:pathLst>
            </a:custGeom>
            <a:noFill/>
            <a:ln cap="flat" cmpd="sng" w="9525">
              <a:solidFill>
                <a:schemeClr val="dk2"/>
              </a:solidFill>
              <a:prstDash val="solid"/>
              <a:round/>
              <a:headEnd len="med" w="med" type="none"/>
              <a:tailEnd len="med" w="med" type="none"/>
            </a:ln>
          </p:spPr>
        </p:sp>
        <p:sp>
          <p:nvSpPr>
            <p:cNvPr id="557" name="Google Shape;557;p65"/>
            <p:cNvSpPr/>
            <p:nvPr/>
          </p:nvSpPr>
          <p:spPr>
            <a:xfrm>
              <a:off x="4485925" y="2351050"/>
              <a:ext cx="234200" cy="234200"/>
            </a:xfrm>
            <a:custGeom>
              <a:rect b="b" l="l" r="r" t="t"/>
              <a:pathLst>
                <a:path extrusionOk="0" h="9368" w="9368">
                  <a:moveTo>
                    <a:pt x="9368" y="0"/>
                  </a:moveTo>
                  <a:cubicBezTo>
                    <a:pt x="7807" y="1561"/>
                    <a:pt x="1561" y="7807"/>
                    <a:pt x="0" y="9368"/>
                  </a:cubicBezTo>
                </a:path>
              </a:pathLst>
            </a:custGeom>
            <a:noFill/>
            <a:ln cap="flat" cmpd="sng" w="9525">
              <a:solidFill>
                <a:schemeClr val="dk2"/>
              </a:solidFill>
              <a:prstDash val="solid"/>
              <a:round/>
              <a:headEnd len="med" w="med" type="none"/>
              <a:tailEnd len="med" w="med" type="none"/>
            </a:ln>
          </p:spPr>
        </p:sp>
        <p:sp>
          <p:nvSpPr>
            <p:cNvPr id="558" name="Google Shape;558;p65"/>
            <p:cNvSpPr/>
            <p:nvPr/>
          </p:nvSpPr>
          <p:spPr>
            <a:xfrm>
              <a:off x="4476925" y="2576250"/>
              <a:ext cx="18000" cy="333300"/>
            </a:xfrm>
            <a:custGeom>
              <a:rect b="b" l="l" r="r" t="t"/>
              <a:pathLst>
                <a:path extrusionOk="0" h="13332" w="720">
                  <a:moveTo>
                    <a:pt x="0" y="0"/>
                  </a:moveTo>
                  <a:cubicBezTo>
                    <a:pt x="120" y="2222"/>
                    <a:pt x="600" y="11110"/>
                    <a:pt x="720" y="13332"/>
                  </a:cubicBezTo>
                </a:path>
              </a:pathLst>
            </a:custGeom>
            <a:noFill/>
            <a:ln cap="flat" cmpd="sng" w="9525">
              <a:solidFill>
                <a:schemeClr val="dk2"/>
              </a:solidFill>
              <a:prstDash val="solid"/>
              <a:round/>
              <a:headEnd len="med" w="med" type="none"/>
              <a:tailEnd len="med" w="med" type="none"/>
            </a:ln>
          </p:spPr>
        </p:sp>
        <p:sp>
          <p:nvSpPr>
            <p:cNvPr id="559" name="Google Shape;559;p65"/>
            <p:cNvSpPr/>
            <p:nvPr/>
          </p:nvSpPr>
          <p:spPr>
            <a:xfrm>
              <a:off x="3495050" y="2855500"/>
              <a:ext cx="1026900" cy="54050"/>
            </a:xfrm>
            <a:custGeom>
              <a:rect b="b" l="l" r="r" t="t"/>
              <a:pathLst>
                <a:path extrusionOk="0" h="2162" w="41076">
                  <a:moveTo>
                    <a:pt x="0" y="0"/>
                  </a:moveTo>
                  <a:cubicBezTo>
                    <a:pt x="6846" y="360"/>
                    <a:pt x="34230" y="1802"/>
                    <a:pt x="41076" y="2162"/>
                  </a:cubicBezTo>
                </a:path>
              </a:pathLst>
            </a:custGeom>
            <a:noFill/>
            <a:ln cap="flat" cmpd="sng" w="9525">
              <a:solidFill>
                <a:schemeClr val="dk2"/>
              </a:solidFill>
              <a:prstDash val="solid"/>
              <a:round/>
              <a:headEnd len="med" w="med" type="none"/>
              <a:tailEnd len="med" w="med" type="none"/>
            </a:ln>
          </p:spPr>
        </p:sp>
        <p:sp>
          <p:nvSpPr>
            <p:cNvPr id="560" name="Google Shape;560;p65"/>
            <p:cNvSpPr/>
            <p:nvPr/>
          </p:nvSpPr>
          <p:spPr>
            <a:xfrm>
              <a:off x="3990500" y="1765550"/>
              <a:ext cx="486425" cy="828725"/>
            </a:xfrm>
            <a:custGeom>
              <a:rect b="b" l="l" r="r" t="t"/>
              <a:pathLst>
                <a:path extrusionOk="0" h="33149" w="19457">
                  <a:moveTo>
                    <a:pt x="0" y="0"/>
                  </a:moveTo>
                  <a:cubicBezTo>
                    <a:pt x="3243" y="5525"/>
                    <a:pt x="16214" y="27624"/>
                    <a:pt x="19457" y="33149"/>
                  </a:cubicBezTo>
                </a:path>
              </a:pathLst>
            </a:custGeom>
            <a:noFill/>
            <a:ln cap="flat" cmpd="sng" w="9525">
              <a:solidFill>
                <a:schemeClr val="dk2"/>
              </a:solidFill>
              <a:prstDash val="solid"/>
              <a:round/>
              <a:headEnd len="med" w="med" type="none"/>
              <a:tailEnd len="med" w="med" type="none"/>
            </a:ln>
          </p:spPr>
        </p:sp>
        <p:sp>
          <p:nvSpPr>
            <p:cNvPr id="561" name="Google Shape;561;p65"/>
            <p:cNvSpPr/>
            <p:nvPr/>
          </p:nvSpPr>
          <p:spPr>
            <a:xfrm>
              <a:off x="4738150" y="2035775"/>
              <a:ext cx="963850" cy="306275"/>
            </a:xfrm>
            <a:custGeom>
              <a:rect b="b" l="l" r="r" t="t"/>
              <a:pathLst>
                <a:path extrusionOk="0" h="12251" w="38554">
                  <a:moveTo>
                    <a:pt x="0" y="12251"/>
                  </a:moveTo>
                  <a:cubicBezTo>
                    <a:pt x="6426" y="10209"/>
                    <a:pt x="32128" y="2042"/>
                    <a:pt x="38554" y="0"/>
                  </a:cubicBezTo>
                </a:path>
              </a:pathLst>
            </a:custGeom>
            <a:noFill/>
            <a:ln cap="flat" cmpd="sng" w="9525">
              <a:solidFill>
                <a:schemeClr val="dk2"/>
              </a:solidFill>
              <a:prstDash val="solid"/>
              <a:round/>
              <a:headEnd len="med" w="med" type="none"/>
              <a:tailEnd len="med" w="med" type="none"/>
            </a:ln>
          </p:spPr>
        </p:sp>
        <p:sp>
          <p:nvSpPr>
            <p:cNvPr id="562" name="Google Shape;562;p65"/>
            <p:cNvSpPr/>
            <p:nvPr/>
          </p:nvSpPr>
          <p:spPr>
            <a:xfrm>
              <a:off x="3675225" y="4332800"/>
              <a:ext cx="1044900" cy="18000"/>
            </a:xfrm>
            <a:custGeom>
              <a:rect b="b" l="l" r="r" t="t"/>
              <a:pathLst>
                <a:path extrusionOk="0" h="720" w="41796">
                  <a:moveTo>
                    <a:pt x="0" y="720"/>
                  </a:moveTo>
                  <a:cubicBezTo>
                    <a:pt x="6966" y="600"/>
                    <a:pt x="34830" y="120"/>
                    <a:pt x="41796" y="0"/>
                  </a:cubicBezTo>
                </a:path>
              </a:pathLst>
            </a:custGeom>
            <a:noFill/>
            <a:ln cap="flat" cmpd="sng" w="9525">
              <a:solidFill>
                <a:schemeClr val="dk2"/>
              </a:solidFill>
              <a:prstDash val="solid"/>
              <a:round/>
              <a:headEnd len="med" w="med" type="none"/>
              <a:tailEnd len="med" w="med" type="none"/>
            </a:ln>
          </p:spPr>
        </p:sp>
        <p:sp>
          <p:nvSpPr>
            <p:cNvPr id="563" name="Google Shape;563;p65"/>
            <p:cNvSpPr/>
            <p:nvPr/>
          </p:nvSpPr>
          <p:spPr>
            <a:xfrm>
              <a:off x="4720125" y="4062550"/>
              <a:ext cx="702625" cy="270250"/>
            </a:xfrm>
            <a:custGeom>
              <a:rect b="b" l="l" r="r" t="t"/>
              <a:pathLst>
                <a:path extrusionOk="0" h="10810" w="28105">
                  <a:moveTo>
                    <a:pt x="28105" y="0"/>
                  </a:moveTo>
                  <a:cubicBezTo>
                    <a:pt x="23421" y="1802"/>
                    <a:pt x="4684" y="9008"/>
                    <a:pt x="0" y="10810"/>
                  </a:cubicBezTo>
                </a:path>
              </a:pathLst>
            </a:custGeom>
            <a:noFill/>
            <a:ln cap="flat" cmpd="sng" w="9525">
              <a:solidFill>
                <a:schemeClr val="dk2"/>
              </a:solidFill>
              <a:prstDash val="solid"/>
              <a:round/>
              <a:headEnd len="med" w="med" type="none"/>
              <a:tailEnd len="med" w="med" type="none"/>
            </a:ln>
          </p:spPr>
        </p:sp>
        <p:sp>
          <p:nvSpPr>
            <p:cNvPr id="564" name="Google Shape;564;p65"/>
            <p:cNvSpPr/>
            <p:nvPr/>
          </p:nvSpPr>
          <p:spPr>
            <a:xfrm>
              <a:off x="5440750" y="4044550"/>
              <a:ext cx="648575" cy="18000"/>
            </a:xfrm>
            <a:custGeom>
              <a:rect b="b" l="l" r="r" t="t"/>
              <a:pathLst>
                <a:path extrusionOk="0" h="720" w="25943">
                  <a:moveTo>
                    <a:pt x="25943" y="720"/>
                  </a:moveTo>
                  <a:cubicBezTo>
                    <a:pt x="21619" y="600"/>
                    <a:pt x="4324" y="120"/>
                    <a:pt x="0" y="0"/>
                  </a:cubicBezTo>
                </a:path>
              </a:pathLst>
            </a:custGeom>
            <a:noFill/>
            <a:ln cap="flat" cmpd="sng" w="9525">
              <a:solidFill>
                <a:schemeClr val="dk2"/>
              </a:solidFill>
              <a:prstDash val="solid"/>
              <a:round/>
              <a:headEnd len="med" w="med" type="none"/>
              <a:tailEnd len="med" w="med" type="none"/>
            </a:ln>
          </p:spPr>
        </p:sp>
        <p:sp>
          <p:nvSpPr>
            <p:cNvPr id="565" name="Google Shape;565;p65"/>
            <p:cNvSpPr/>
            <p:nvPr/>
          </p:nvSpPr>
          <p:spPr>
            <a:xfrm>
              <a:off x="5972225" y="3531100"/>
              <a:ext cx="126100" cy="522450"/>
            </a:xfrm>
            <a:custGeom>
              <a:rect b="b" l="l" r="r" t="t"/>
              <a:pathLst>
                <a:path extrusionOk="0" h="20898" w="5044">
                  <a:moveTo>
                    <a:pt x="0" y="0"/>
                  </a:moveTo>
                  <a:cubicBezTo>
                    <a:pt x="841" y="3483"/>
                    <a:pt x="4203" y="17415"/>
                    <a:pt x="5044" y="20898"/>
                  </a:cubicBezTo>
                </a:path>
              </a:pathLst>
            </a:custGeom>
            <a:noFill/>
            <a:ln cap="flat" cmpd="sng" w="9525">
              <a:solidFill>
                <a:schemeClr val="dk2"/>
              </a:solidFill>
              <a:prstDash val="solid"/>
              <a:round/>
              <a:headEnd len="med" w="med" type="none"/>
              <a:tailEnd len="med" w="med" type="none"/>
            </a:ln>
          </p:spPr>
        </p:sp>
        <p:sp>
          <p:nvSpPr>
            <p:cNvPr id="566" name="Google Shape;566;p65"/>
            <p:cNvSpPr/>
            <p:nvPr/>
          </p:nvSpPr>
          <p:spPr>
            <a:xfrm>
              <a:off x="5990250" y="3242825"/>
              <a:ext cx="351300" cy="279250"/>
            </a:xfrm>
            <a:custGeom>
              <a:rect b="b" l="l" r="r" t="t"/>
              <a:pathLst>
                <a:path extrusionOk="0" h="11170" w="14052">
                  <a:moveTo>
                    <a:pt x="14052" y="0"/>
                  </a:moveTo>
                  <a:cubicBezTo>
                    <a:pt x="11710" y="1862"/>
                    <a:pt x="2342" y="9308"/>
                    <a:pt x="0" y="11170"/>
                  </a:cubicBezTo>
                </a:path>
              </a:pathLst>
            </a:custGeom>
            <a:noFill/>
            <a:ln cap="flat" cmpd="sng" w="9525">
              <a:solidFill>
                <a:schemeClr val="dk2"/>
              </a:solidFill>
              <a:prstDash val="solid"/>
              <a:round/>
              <a:headEnd len="med" w="med" type="none"/>
              <a:tailEnd len="med" w="med" type="none"/>
            </a:ln>
          </p:spPr>
        </p:sp>
        <p:sp>
          <p:nvSpPr>
            <p:cNvPr id="567" name="Google Shape;567;p65"/>
            <p:cNvSpPr/>
            <p:nvPr/>
          </p:nvSpPr>
          <p:spPr>
            <a:xfrm>
              <a:off x="5792075" y="2927550"/>
              <a:ext cx="558475" cy="324300"/>
            </a:xfrm>
            <a:custGeom>
              <a:rect b="b" l="l" r="r" t="t"/>
              <a:pathLst>
                <a:path extrusionOk="0" h="12972" w="22339">
                  <a:moveTo>
                    <a:pt x="0" y="0"/>
                  </a:moveTo>
                  <a:cubicBezTo>
                    <a:pt x="3723" y="2162"/>
                    <a:pt x="18616" y="10810"/>
                    <a:pt x="22339" y="12972"/>
                  </a:cubicBezTo>
                </a:path>
              </a:pathLst>
            </a:custGeom>
            <a:noFill/>
            <a:ln cap="flat" cmpd="sng" w="9525">
              <a:solidFill>
                <a:schemeClr val="dk2"/>
              </a:solidFill>
              <a:prstDash val="solid"/>
              <a:round/>
              <a:headEnd len="med" w="med" type="none"/>
              <a:tailEnd len="med" w="med" type="none"/>
            </a:ln>
          </p:spPr>
        </p:sp>
        <p:sp>
          <p:nvSpPr>
            <p:cNvPr id="568" name="Google Shape;568;p65"/>
            <p:cNvSpPr/>
            <p:nvPr/>
          </p:nvSpPr>
          <p:spPr>
            <a:xfrm>
              <a:off x="4494925" y="2585250"/>
              <a:ext cx="1297150" cy="360325"/>
            </a:xfrm>
            <a:custGeom>
              <a:rect b="b" l="l" r="r" t="t"/>
              <a:pathLst>
                <a:path extrusionOk="0" h="14413" w="51886">
                  <a:moveTo>
                    <a:pt x="0" y="0"/>
                  </a:moveTo>
                  <a:cubicBezTo>
                    <a:pt x="8648" y="2402"/>
                    <a:pt x="43238" y="12011"/>
                    <a:pt x="51886" y="14413"/>
                  </a:cubicBezTo>
                </a:path>
              </a:pathLst>
            </a:custGeom>
            <a:noFill/>
            <a:ln cap="flat" cmpd="sng" w="9525">
              <a:solidFill>
                <a:schemeClr val="dk2"/>
              </a:solidFill>
              <a:prstDash val="solid"/>
              <a:round/>
              <a:headEnd len="med" w="med" type="none"/>
              <a:tailEnd len="med" w="med" type="none"/>
            </a:ln>
          </p:spPr>
        </p:sp>
        <p:sp>
          <p:nvSpPr>
            <p:cNvPr id="569" name="Google Shape;569;p65"/>
            <p:cNvSpPr/>
            <p:nvPr/>
          </p:nvSpPr>
          <p:spPr>
            <a:xfrm>
              <a:off x="4467900" y="2900550"/>
              <a:ext cx="117100" cy="927800"/>
            </a:xfrm>
            <a:custGeom>
              <a:rect b="b" l="l" r="r" t="t"/>
              <a:pathLst>
                <a:path extrusionOk="0" h="37112" w="4684">
                  <a:moveTo>
                    <a:pt x="0" y="0"/>
                  </a:moveTo>
                  <a:cubicBezTo>
                    <a:pt x="781" y="6185"/>
                    <a:pt x="3903" y="30927"/>
                    <a:pt x="4684" y="37112"/>
                  </a:cubicBezTo>
                </a:path>
              </a:pathLst>
            </a:custGeom>
            <a:noFill/>
            <a:ln cap="flat" cmpd="sng" w="9525">
              <a:solidFill>
                <a:schemeClr val="dk2"/>
              </a:solidFill>
              <a:prstDash val="solid"/>
              <a:round/>
              <a:headEnd len="med" w="med" type="none"/>
              <a:tailEnd len="med" w="med" type="none"/>
            </a:ln>
          </p:spPr>
        </p:sp>
        <p:sp>
          <p:nvSpPr>
            <p:cNvPr id="570" name="Google Shape;570;p65"/>
            <p:cNvSpPr/>
            <p:nvPr/>
          </p:nvSpPr>
          <p:spPr>
            <a:xfrm>
              <a:off x="4576000" y="3792325"/>
              <a:ext cx="135125" cy="558475"/>
            </a:xfrm>
            <a:custGeom>
              <a:rect b="b" l="l" r="r" t="t"/>
              <a:pathLst>
                <a:path extrusionOk="0" h="22339" w="5405">
                  <a:moveTo>
                    <a:pt x="0" y="0"/>
                  </a:moveTo>
                  <a:cubicBezTo>
                    <a:pt x="901" y="3723"/>
                    <a:pt x="4504" y="18616"/>
                    <a:pt x="5405" y="22339"/>
                  </a:cubicBezTo>
                </a:path>
              </a:pathLst>
            </a:custGeom>
            <a:noFill/>
            <a:ln cap="flat" cmpd="sng" w="9525">
              <a:solidFill>
                <a:schemeClr val="dk2"/>
              </a:solidFill>
              <a:prstDash val="solid"/>
              <a:round/>
              <a:headEnd len="med" w="med" type="none"/>
              <a:tailEnd len="med" w="med" type="none"/>
            </a:ln>
          </p:spPr>
        </p:sp>
        <p:sp>
          <p:nvSpPr>
            <p:cNvPr id="571" name="Google Shape;571;p65"/>
            <p:cNvSpPr/>
            <p:nvPr/>
          </p:nvSpPr>
          <p:spPr>
            <a:xfrm>
              <a:off x="4089575" y="3675225"/>
              <a:ext cx="504450" cy="108075"/>
            </a:xfrm>
            <a:custGeom>
              <a:rect b="b" l="l" r="r" t="t"/>
              <a:pathLst>
                <a:path extrusionOk="0" h="4323" w="20178">
                  <a:moveTo>
                    <a:pt x="20178" y="4323"/>
                  </a:moveTo>
                  <a:cubicBezTo>
                    <a:pt x="16815" y="3603"/>
                    <a:pt x="3363" y="721"/>
                    <a:pt x="0" y="0"/>
                  </a:cubicBezTo>
                </a:path>
              </a:pathLst>
            </a:custGeom>
            <a:noFill/>
            <a:ln cap="flat" cmpd="sng" w="9525">
              <a:solidFill>
                <a:schemeClr val="dk2"/>
              </a:solidFill>
              <a:prstDash val="solid"/>
              <a:round/>
              <a:headEnd len="med" w="med" type="none"/>
              <a:tailEnd len="med" w="med" type="none"/>
            </a:ln>
          </p:spPr>
        </p:sp>
        <p:sp>
          <p:nvSpPr>
            <p:cNvPr id="572" name="Google Shape;572;p65"/>
            <p:cNvSpPr/>
            <p:nvPr/>
          </p:nvSpPr>
          <p:spPr>
            <a:xfrm>
              <a:off x="4503950" y="2900550"/>
              <a:ext cx="513450" cy="405350"/>
            </a:xfrm>
            <a:custGeom>
              <a:rect b="b" l="l" r="r" t="t"/>
              <a:pathLst>
                <a:path extrusionOk="0" h="16214" w="20538">
                  <a:moveTo>
                    <a:pt x="0" y="0"/>
                  </a:moveTo>
                  <a:cubicBezTo>
                    <a:pt x="3423" y="2702"/>
                    <a:pt x="17115" y="13512"/>
                    <a:pt x="20538" y="16214"/>
                  </a:cubicBezTo>
                </a:path>
              </a:pathLst>
            </a:custGeom>
            <a:noFill/>
            <a:ln cap="flat" cmpd="sng" w="9525">
              <a:solidFill>
                <a:schemeClr val="dk2"/>
              </a:solidFill>
              <a:prstDash val="solid"/>
              <a:round/>
              <a:headEnd len="med" w="med" type="none"/>
              <a:tailEnd len="med" w="med" type="none"/>
            </a:ln>
          </p:spPr>
        </p:sp>
        <p:sp>
          <p:nvSpPr>
            <p:cNvPr id="573" name="Google Shape;573;p65"/>
            <p:cNvSpPr/>
            <p:nvPr/>
          </p:nvSpPr>
          <p:spPr>
            <a:xfrm>
              <a:off x="5044425" y="3305900"/>
              <a:ext cx="927800" cy="261225"/>
            </a:xfrm>
            <a:custGeom>
              <a:rect b="b" l="l" r="r" t="t"/>
              <a:pathLst>
                <a:path extrusionOk="0" h="10449" w="37112">
                  <a:moveTo>
                    <a:pt x="0" y="0"/>
                  </a:moveTo>
                  <a:cubicBezTo>
                    <a:pt x="6185" y="1742"/>
                    <a:pt x="30927" y="8708"/>
                    <a:pt x="37112" y="10449"/>
                  </a:cubicBezTo>
                </a:path>
              </a:pathLst>
            </a:custGeom>
            <a:noFill/>
            <a:ln cap="flat" cmpd="sng" w="9525">
              <a:solidFill>
                <a:schemeClr val="dk2"/>
              </a:solidFill>
              <a:prstDash val="solid"/>
              <a:round/>
              <a:headEnd len="med" w="med" type="none"/>
              <a:tailEnd len="med" w="med" type="none"/>
            </a:ln>
          </p:spPr>
        </p:sp>
        <p:sp>
          <p:nvSpPr>
            <p:cNvPr id="574" name="Google Shape;574;p65"/>
            <p:cNvSpPr/>
            <p:nvPr/>
          </p:nvSpPr>
          <p:spPr>
            <a:xfrm>
              <a:off x="3486050" y="2837475"/>
              <a:ext cx="639550" cy="882775"/>
            </a:xfrm>
            <a:custGeom>
              <a:rect b="b" l="l" r="r" t="t"/>
              <a:pathLst>
                <a:path extrusionOk="0" h="35311" w="25582">
                  <a:moveTo>
                    <a:pt x="0" y="0"/>
                  </a:moveTo>
                  <a:cubicBezTo>
                    <a:pt x="4264" y="5885"/>
                    <a:pt x="21318" y="29426"/>
                    <a:pt x="25582" y="35311"/>
                  </a:cubicBezTo>
                </a:path>
              </a:pathLst>
            </a:custGeom>
            <a:noFill/>
            <a:ln cap="flat" cmpd="sng" w="9525">
              <a:solidFill>
                <a:schemeClr val="dk2"/>
              </a:solidFill>
              <a:prstDash val="solid"/>
              <a:round/>
              <a:headEnd len="med" w="med" type="none"/>
              <a:tailEnd len="med" w="med" type="none"/>
            </a:ln>
          </p:spPr>
        </p:sp>
        <p:sp>
          <p:nvSpPr>
            <p:cNvPr id="575" name="Google Shape;575;p65"/>
            <p:cNvSpPr/>
            <p:nvPr/>
          </p:nvSpPr>
          <p:spPr>
            <a:xfrm>
              <a:off x="5711000" y="2035775"/>
              <a:ext cx="54050" cy="891775"/>
            </a:xfrm>
            <a:custGeom>
              <a:rect b="b" l="l" r="r" t="t"/>
              <a:pathLst>
                <a:path extrusionOk="0" h="35671" w="2162">
                  <a:moveTo>
                    <a:pt x="0" y="0"/>
                  </a:moveTo>
                  <a:cubicBezTo>
                    <a:pt x="360" y="5945"/>
                    <a:pt x="1802" y="29726"/>
                    <a:pt x="2162" y="35671"/>
                  </a:cubicBezTo>
                </a:path>
              </a:pathLst>
            </a:custGeom>
            <a:noFill/>
            <a:ln cap="flat" cmpd="sng" w="9525">
              <a:solidFill>
                <a:schemeClr val="dk2"/>
              </a:solidFill>
              <a:prstDash val="solid"/>
              <a:round/>
              <a:headEnd len="med" w="med" type="none"/>
              <a:tailEnd len="med" w="med" type="none"/>
            </a:ln>
          </p:spPr>
        </p:sp>
        <p:sp>
          <p:nvSpPr>
            <p:cNvPr id="576" name="Google Shape;576;p65"/>
            <p:cNvSpPr/>
            <p:nvPr/>
          </p:nvSpPr>
          <p:spPr>
            <a:xfrm>
              <a:off x="3240434" y="123261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65"/>
            <p:cNvSpPr/>
            <p:nvPr/>
          </p:nvSpPr>
          <p:spPr>
            <a:xfrm>
              <a:off x="3392100" y="22945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65"/>
            <p:cNvSpPr/>
            <p:nvPr/>
          </p:nvSpPr>
          <p:spPr>
            <a:xfrm>
              <a:off x="3392100" y="2751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65"/>
            <p:cNvSpPr/>
            <p:nvPr/>
          </p:nvSpPr>
          <p:spPr>
            <a:xfrm>
              <a:off x="5667425" y="28292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65"/>
            <p:cNvSpPr/>
            <p:nvPr/>
          </p:nvSpPr>
          <p:spPr>
            <a:xfrm>
              <a:off x="4874000" y="31922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65"/>
            <p:cNvSpPr/>
            <p:nvPr/>
          </p:nvSpPr>
          <p:spPr>
            <a:xfrm>
              <a:off x="6233475" y="3134023"/>
              <a:ext cx="188700" cy="1887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65"/>
            <p:cNvSpPr/>
            <p:nvPr/>
          </p:nvSpPr>
          <p:spPr>
            <a:xfrm>
              <a:off x="59888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65"/>
            <p:cNvSpPr/>
            <p:nvPr/>
          </p:nvSpPr>
          <p:spPr>
            <a:xfrm>
              <a:off x="53200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65"/>
            <p:cNvSpPr/>
            <p:nvPr/>
          </p:nvSpPr>
          <p:spPr>
            <a:xfrm>
              <a:off x="4612025" y="42402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65"/>
            <p:cNvSpPr/>
            <p:nvPr/>
          </p:nvSpPr>
          <p:spPr>
            <a:xfrm>
              <a:off x="3580800" y="424025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65"/>
            <p:cNvSpPr/>
            <p:nvPr/>
          </p:nvSpPr>
          <p:spPr>
            <a:xfrm>
              <a:off x="4612034" y="9368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65"/>
            <p:cNvSpPr/>
            <p:nvPr/>
          </p:nvSpPr>
          <p:spPr>
            <a:xfrm>
              <a:off x="4566995" y="14702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65"/>
            <p:cNvSpPr/>
            <p:nvPr/>
          </p:nvSpPr>
          <p:spPr>
            <a:xfrm>
              <a:off x="5589325" y="19148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65"/>
            <p:cNvSpPr/>
            <p:nvPr/>
          </p:nvSpPr>
          <p:spPr>
            <a:xfrm>
              <a:off x="4612025" y="22583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65"/>
            <p:cNvSpPr/>
            <p:nvPr/>
          </p:nvSpPr>
          <p:spPr>
            <a:xfrm>
              <a:off x="4378300" y="24773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65"/>
            <p:cNvSpPr/>
            <p:nvPr/>
          </p:nvSpPr>
          <p:spPr>
            <a:xfrm>
              <a:off x="4378300" y="27929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65"/>
            <p:cNvSpPr/>
            <p:nvPr/>
          </p:nvSpPr>
          <p:spPr>
            <a:xfrm>
              <a:off x="5856125" y="34249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65"/>
            <p:cNvSpPr/>
            <p:nvPr/>
          </p:nvSpPr>
          <p:spPr>
            <a:xfrm>
              <a:off x="3988300" y="3576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65"/>
            <p:cNvSpPr/>
            <p:nvPr/>
          </p:nvSpPr>
          <p:spPr>
            <a:xfrm>
              <a:off x="4477650" y="3687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65"/>
            <p:cNvSpPr/>
            <p:nvPr/>
          </p:nvSpPr>
          <p:spPr>
            <a:xfrm>
              <a:off x="3881195" y="165378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65"/>
            <p:cNvSpPr/>
            <p:nvPr/>
          </p:nvSpPr>
          <p:spPr>
            <a:xfrm>
              <a:off x="3576395" y="1989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65"/>
            <p:cNvSpPr txBox="1"/>
            <p:nvPr/>
          </p:nvSpPr>
          <p:spPr>
            <a:xfrm>
              <a:off x="3424000" y="15833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t>Atlanta</a:t>
              </a:r>
              <a:endParaRPr b="1" sz="800"/>
            </a:p>
          </p:txBody>
        </p:sp>
        <p:sp>
          <p:nvSpPr>
            <p:cNvPr id="598" name="Google Shape;598;p65"/>
            <p:cNvSpPr txBox="1"/>
            <p:nvPr/>
          </p:nvSpPr>
          <p:spPr>
            <a:xfrm>
              <a:off x="4742550" y="8812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Toccoa</a:t>
              </a:r>
              <a:endParaRPr sz="800"/>
            </a:p>
          </p:txBody>
        </p:sp>
        <p:sp>
          <p:nvSpPr>
            <p:cNvPr id="599" name="Google Shape;599;p65"/>
            <p:cNvSpPr txBox="1"/>
            <p:nvPr/>
          </p:nvSpPr>
          <p:spPr>
            <a:xfrm>
              <a:off x="2846768" y="1156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Rome</a:t>
              </a:r>
              <a:endParaRPr sz="800"/>
            </a:p>
          </p:txBody>
        </p:sp>
        <p:sp>
          <p:nvSpPr>
            <p:cNvPr id="600" name="Google Shape;600;p65"/>
            <p:cNvSpPr txBox="1"/>
            <p:nvPr/>
          </p:nvSpPr>
          <p:spPr>
            <a:xfrm>
              <a:off x="4688966" y="13905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Athens</a:t>
              </a:r>
              <a:endParaRPr sz="800"/>
            </a:p>
          </p:txBody>
        </p:sp>
        <p:sp>
          <p:nvSpPr>
            <p:cNvPr id="601" name="Google Shape;601;p65"/>
            <p:cNvSpPr txBox="1"/>
            <p:nvPr/>
          </p:nvSpPr>
          <p:spPr>
            <a:xfrm>
              <a:off x="3062699" y="190291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Newnan</a:t>
              </a:r>
              <a:endParaRPr sz="800"/>
            </a:p>
          </p:txBody>
        </p:sp>
        <p:sp>
          <p:nvSpPr>
            <p:cNvPr id="602" name="Google Shape;602;p65"/>
            <p:cNvSpPr txBox="1"/>
            <p:nvPr/>
          </p:nvSpPr>
          <p:spPr>
            <a:xfrm>
              <a:off x="5725609" y="1818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Augusta</a:t>
              </a:r>
              <a:endParaRPr sz="800"/>
            </a:p>
          </p:txBody>
        </p:sp>
        <p:sp>
          <p:nvSpPr>
            <p:cNvPr id="603" name="Google Shape;603;p65"/>
            <p:cNvSpPr txBox="1"/>
            <p:nvPr/>
          </p:nvSpPr>
          <p:spPr>
            <a:xfrm>
              <a:off x="2819751" y="223499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LaGrange</a:t>
              </a:r>
              <a:endParaRPr sz="800"/>
            </a:p>
          </p:txBody>
        </p:sp>
        <p:sp>
          <p:nvSpPr>
            <p:cNvPr id="604" name="Google Shape;604;p65"/>
            <p:cNvSpPr txBox="1"/>
            <p:nvPr/>
          </p:nvSpPr>
          <p:spPr>
            <a:xfrm>
              <a:off x="2819750" y="269232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Columbus</a:t>
              </a:r>
              <a:endParaRPr sz="800"/>
            </a:p>
          </p:txBody>
        </p:sp>
        <p:sp>
          <p:nvSpPr>
            <p:cNvPr id="605" name="Google Shape;605;p65"/>
            <p:cNvSpPr txBox="1"/>
            <p:nvPr/>
          </p:nvSpPr>
          <p:spPr>
            <a:xfrm>
              <a:off x="3566025" y="351257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Albany</a:t>
              </a:r>
              <a:endParaRPr sz="800"/>
            </a:p>
          </p:txBody>
        </p:sp>
        <p:sp>
          <p:nvSpPr>
            <p:cNvPr id="606" name="Google Shape;606;p65"/>
            <p:cNvSpPr txBox="1"/>
            <p:nvPr/>
          </p:nvSpPr>
          <p:spPr>
            <a:xfrm>
              <a:off x="2981625" y="42279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Bainbridge</a:t>
              </a:r>
              <a:endParaRPr sz="800"/>
            </a:p>
          </p:txBody>
        </p:sp>
        <p:sp>
          <p:nvSpPr>
            <p:cNvPr id="607" name="Google Shape;607;p65"/>
            <p:cNvSpPr txBox="1"/>
            <p:nvPr/>
          </p:nvSpPr>
          <p:spPr>
            <a:xfrm>
              <a:off x="4593293" y="3611772"/>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Tifton</a:t>
              </a:r>
              <a:endParaRPr sz="800"/>
            </a:p>
          </p:txBody>
        </p:sp>
        <p:sp>
          <p:nvSpPr>
            <p:cNvPr id="608" name="Google Shape;608;p65"/>
            <p:cNvSpPr txBox="1"/>
            <p:nvPr/>
          </p:nvSpPr>
          <p:spPr>
            <a:xfrm>
              <a:off x="4301400" y="43417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Valdosta</a:t>
              </a:r>
              <a:endParaRPr sz="800"/>
            </a:p>
          </p:txBody>
        </p:sp>
        <p:sp>
          <p:nvSpPr>
            <p:cNvPr id="609" name="Google Shape;609;p65"/>
            <p:cNvSpPr txBox="1"/>
            <p:nvPr/>
          </p:nvSpPr>
          <p:spPr>
            <a:xfrm>
              <a:off x="3941313" y="24072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Macon</a:t>
              </a:r>
              <a:endParaRPr sz="800"/>
            </a:p>
          </p:txBody>
        </p:sp>
        <p:sp>
          <p:nvSpPr>
            <p:cNvPr id="610" name="Google Shape;610;p65"/>
            <p:cNvSpPr txBox="1"/>
            <p:nvPr/>
          </p:nvSpPr>
          <p:spPr>
            <a:xfrm>
              <a:off x="4499815" y="2021622"/>
              <a:ext cx="846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Milledgeville</a:t>
              </a:r>
              <a:endParaRPr sz="800"/>
            </a:p>
          </p:txBody>
        </p:sp>
        <p:sp>
          <p:nvSpPr>
            <p:cNvPr id="611" name="Google Shape;611;p65"/>
            <p:cNvSpPr txBox="1"/>
            <p:nvPr/>
          </p:nvSpPr>
          <p:spPr>
            <a:xfrm>
              <a:off x="6133425" y="39647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Brunswick</a:t>
              </a:r>
              <a:endParaRPr sz="800"/>
            </a:p>
          </p:txBody>
        </p:sp>
        <p:sp>
          <p:nvSpPr>
            <p:cNvPr id="612" name="Google Shape;612;p65"/>
            <p:cNvSpPr txBox="1"/>
            <p:nvPr/>
          </p:nvSpPr>
          <p:spPr>
            <a:xfrm>
              <a:off x="5161525" y="40518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Waycross</a:t>
              </a:r>
              <a:endParaRPr sz="800"/>
            </a:p>
          </p:txBody>
        </p:sp>
        <p:sp>
          <p:nvSpPr>
            <p:cNvPr id="613" name="Google Shape;613;p65"/>
            <p:cNvSpPr txBox="1"/>
            <p:nvPr/>
          </p:nvSpPr>
          <p:spPr>
            <a:xfrm>
              <a:off x="4017513" y="2833374"/>
              <a:ext cx="69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Warner Robins</a:t>
              </a:r>
              <a:endParaRPr sz="800"/>
            </a:p>
          </p:txBody>
        </p:sp>
        <p:sp>
          <p:nvSpPr>
            <p:cNvPr id="614" name="Google Shape;614;p65"/>
            <p:cNvSpPr txBox="1"/>
            <p:nvPr/>
          </p:nvSpPr>
          <p:spPr>
            <a:xfrm>
              <a:off x="4972849" y="30797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McRae</a:t>
              </a:r>
              <a:endParaRPr sz="800"/>
            </a:p>
          </p:txBody>
        </p:sp>
        <p:sp>
          <p:nvSpPr>
            <p:cNvPr id="615" name="Google Shape;615;p65"/>
            <p:cNvSpPr txBox="1"/>
            <p:nvPr/>
          </p:nvSpPr>
          <p:spPr>
            <a:xfrm>
              <a:off x="5950282" y="3445378"/>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Hinesville</a:t>
              </a:r>
              <a:endParaRPr sz="800"/>
            </a:p>
          </p:txBody>
        </p:sp>
        <p:sp>
          <p:nvSpPr>
            <p:cNvPr id="616" name="Google Shape;616;p65"/>
            <p:cNvSpPr txBox="1"/>
            <p:nvPr/>
          </p:nvSpPr>
          <p:spPr>
            <a:xfrm>
              <a:off x="5754366" y="267493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Statesboro</a:t>
              </a:r>
              <a:endParaRPr sz="800"/>
            </a:p>
          </p:txBody>
        </p:sp>
        <p:sp>
          <p:nvSpPr>
            <p:cNvPr id="617" name="Google Shape;617;p65"/>
            <p:cNvSpPr txBox="1"/>
            <p:nvPr/>
          </p:nvSpPr>
          <p:spPr>
            <a:xfrm>
              <a:off x="6359575" y="30744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Savannah</a:t>
              </a:r>
              <a:endParaRPr sz="800"/>
            </a:p>
          </p:txBody>
        </p:sp>
      </p:grpSp>
      <p:sp>
        <p:nvSpPr>
          <p:cNvPr id="618" name="Google Shape;618;p65"/>
          <p:cNvSpPr txBox="1"/>
          <p:nvPr/>
        </p:nvSpPr>
        <p:spPr>
          <a:xfrm>
            <a:off x="7377900" y="1305600"/>
            <a:ext cx="6483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0</a:t>
            </a:r>
            <a:endParaRPr sz="1000"/>
          </a:p>
        </p:txBody>
      </p:sp>
      <p:sp>
        <p:nvSpPr>
          <p:cNvPr id="619" name="Google Shape;619;p65"/>
          <p:cNvSpPr txBox="1"/>
          <p:nvPr/>
        </p:nvSpPr>
        <p:spPr>
          <a:xfrm>
            <a:off x="7292450" y="4703625"/>
            <a:ext cx="648300" cy="3387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1</a:t>
            </a:r>
            <a:endParaRPr sz="1000"/>
          </a:p>
        </p:txBody>
      </p:sp>
      <p:sp>
        <p:nvSpPr>
          <p:cNvPr id="620" name="Google Shape;620;p65"/>
          <p:cNvSpPr txBox="1"/>
          <p:nvPr/>
        </p:nvSpPr>
        <p:spPr>
          <a:xfrm>
            <a:off x="5375550" y="4644475"/>
            <a:ext cx="3456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t>Which cities will be               cities?</a:t>
            </a:r>
            <a:endParaRPr sz="16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66"/>
          <p:cNvSpPr txBox="1"/>
          <p:nvPr>
            <p:ph idx="1" type="body"/>
          </p:nvPr>
        </p:nvSpPr>
        <p:spPr>
          <a:xfrm>
            <a:off x="311700" y="1152475"/>
            <a:ext cx="26832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Color the cities reachable from Savannah as level 1.</a:t>
            </a:r>
            <a:endParaRPr/>
          </a:p>
        </p:txBody>
      </p:sp>
      <p:sp>
        <p:nvSpPr>
          <p:cNvPr id="626" name="Google Shape;626;p6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get from Savannah to Valdosta: Level 1</a:t>
            </a:r>
            <a:endParaRPr/>
          </a:p>
        </p:txBody>
      </p:sp>
      <p:sp>
        <p:nvSpPr>
          <p:cNvPr id="627" name="Google Shape;627;p6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628" name="Google Shape;628;p66"/>
          <p:cNvGrpSpPr/>
          <p:nvPr/>
        </p:nvGrpSpPr>
        <p:grpSpPr>
          <a:xfrm>
            <a:off x="2819750" y="881249"/>
            <a:ext cx="4233425" cy="3768338"/>
            <a:chOff x="2819750" y="881249"/>
            <a:chExt cx="4233425" cy="3768338"/>
          </a:xfrm>
        </p:grpSpPr>
        <p:sp>
          <p:nvSpPr>
            <p:cNvPr id="629" name="Google Shape;629;p66"/>
            <p:cNvSpPr/>
            <p:nvPr/>
          </p:nvSpPr>
          <p:spPr>
            <a:xfrm>
              <a:off x="3486050" y="2846500"/>
              <a:ext cx="189175" cy="1513325"/>
            </a:xfrm>
            <a:custGeom>
              <a:rect b="b" l="l" r="r" t="t"/>
              <a:pathLst>
                <a:path extrusionOk="0" h="60533" w="7567">
                  <a:moveTo>
                    <a:pt x="0" y="0"/>
                  </a:moveTo>
                  <a:cubicBezTo>
                    <a:pt x="1261" y="10089"/>
                    <a:pt x="6306" y="50444"/>
                    <a:pt x="7567" y="60533"/>
                  </a:cubicBezTo>
                </a:path>
              </a:pathLst>
            </a:custGeom>
            <a:noFill/>
            <a:ln cap="flat" cmpd="sng" w="9525">
              <a:solidFill>
                <a:schemeClr val="dk2"/>
              </a:solidFill>
              <a:prstDash val="solid"/>
              <a:round/>
              <a:headEnd len="med" w="med" type="none"/>
              <a:tailEnd len="med" w="med" type="none"/>
            </a:ln>
          </p:spPr>
        </p:sp>
        <p:sp>
          <p:nvSpPr>
            <p:cNvPr id="630" name="Google Shape;630;p66"/>
            <p:cNvSpPr/>
            <p:nvPr/>
          </p:nvSpPr>
          <p:spPr>
            <a:xfrm>
              <a:off x="3981475" y="1558375"/>
              <a:ext cx="693625" cy="198150"/>
            </a:xfrm>
            <a:custGeom>
              <a:rect b="b" l="l" r="r" t="t"/>
              <a:pathLst>
                <a:path extrusionOk="0" h="7926" w="27745">
                  <a:moveTo>
                    <a:pt x="27745" y="0"/>
                  </a:moveTo>
                  <a:cubicBezTo>
                    <a:pt x="23121" y="1321"/>
                    <a:pt x="4624" y="6605"/>
                    <a:pt x="0" y="7926"/>
                  </a:cubicBezTo>
                </a:path>
              </a:pathLst>
            </a:custGeom>
            <a:noFill/>
            <a:ln cap="flat" cmpd="sng" w="9525">
              <a:solidFill>
                <a:schemeClr val="dk2"/>
              </a:solidFill>
              <a:prstDash val="solid"/>
              <a:round/>
              <a:headEnd len="med" w="med" type="none"/>
              <a:tailEnd len="med" w="med" type="none"/>
            </a:ln>
          </p:spPr>
        </p:sp>
        <p:sp>
          <p:nvSpPr>
            <p:cNvPr id="631" name="Google Shape;631;p66"/>
            <p:cNvSpPr/>
            <p:nvPr/>
          </p:nvSpPr>
          <p:spPr>
            <a:xfrm>
              <a:off x="3332925" y="1342175"/>
              <a:ext cx="648550" cy="414350"/>
            </a:xfrm>
            <a:custGeom>
              <a:rect b="b" l="l" r="r" t="t"/>
              <a:pathLst>
                <a:path extrusionOk="0" h="16574" w="25942">
                  <a:moveTo>
                    <a:pt x="0" y="0"/>
                  </a:moveTo>
                  <a:cubicBezTo>
                    <a:pt x="4324" y="2762"/>
                    <a:pt x="21618" y="13812"/>
                    <a:pt x="25942" y="16574"/>
                  </a:cubicBezTo>
                </a:path>
              </a:pathLst>
            </a:custGeom>
            <a:noFill/>
            <a:ln cap="flat" cmpd="sng" w="9525">
              <a:solidFill>
                <a:schemeClr val="dk2"/>
              </a:solidFill>
              <a:prstDash val="solid"/>
              <a:round/>
              <a:headEnd len="med" w="med" type="none"/>
              <a:tailEnd len="med" w="med" type="none"/>
            </a:ln>
          </p:spPr>
        </p:sp>
        <p:sp>
          <p:nvSpPr>
            <p:cNvPr id="632" name="Google Shape;632;p66"/>
            <p:cNvSpPr/>
            <p:nvPr/>
          </p:nvSpPr>
          <p:spPr>
            <a:xfrm>
              <a:off x="4675100" y="1044925"/>
              <a:ext cx="45025" cy="531450"/>
            </a:xfrm>
            <a:custGeom>
              <a:rect b="b" l="l" r="r" t="t"/>
              <a:pathLst>
                <a:path extrusionOk="0" h="21258" w="1801">
                  <a:moveTo>
                    <a:pt x="1801" y="0"/>
                  </a:moveTo>
                  <a:cubicBezTo>
                    <a:pt x="1501" y="3543"/>
                    <a:pt x="300" y="17715"/>
                    <a:pt x="0" y="21258"/>
                  </a:cubicBezTo>
                </a:path>
              </a:pathLst>
            </a:custGeom>
            <a:noFill/>
            <a:ln cap="flat" cmpd="sng" w="9525">
              <a:solidFill>
                <a:schemeClr val="dk2"/>
              </a:solidFill>
              <a:prstDash val="solid"/>
              <a:round/>
              <a:headEnd len="med" w="med" type="none"/>
              <a:tailEnd len="med" w="med" type="none"/>
            </a:ln>
          </p:spPr>
        </p:sp>
        <p:sp>
          <p:nvSpPr>
            <p:cNvPr id="633" name="Google Shape;633;p66"/>
            <p:cNvSpPr/>
            <p:nvPr/>
          </p:nvSpPr>
          <p:spPr>
            <a:xfrm>
              <a:off x="3999500" y="1053925"/>
              <a:ext cx="729625" cy="711625"/>
            </a:xfrm>
            <a:custGeom>
              <a:rect b="b" l="l" r="r" t="t"/>
              <a:pathLst>
                <a:path extrusionOk="0" h="28465" w="29185">
                  <a:moveTo>
                    <a:pt x="29185" y="0"/>
                  </a:moveTo>
                  <a:cubicBezTo>
                    <a:pt x="24321" y="4744"/>
                    <a:pt x="4864" y="23721"/>
                    <a:pt x="0" y="28465"/>
                  </a:cubicBezTo>
                </a:path>
              </a:pathLst>
            </a:custGeom>
            <a:noFill/>
            <a:ln cap="flat" cmpd="sng" w="9525">
              <a:solidFill>
                <a:schemeClr val="dk2"/>
              </a:solidFill>
              <a:prstDash val="solid"/>
              <a:round/>
              <a:headEnd len="med" w="med" type="none"/>
              <a:tailEnd len="med" w="med" type="none"/>
            </a:ln>
          </p:spPr>
        </p:sp>
        <p:sp>
          <p:nvSpPr>
            <p:cNvPr id="634" name="Google Shape;634;p66"/>
            <p:cNvSpPr/>
            <p:nvPr/>
          </p:nvSpPr>
          <p:spPr>
            <a:xfrm>
              <a:off x="3693225" y="1756525"/>
              <a:ext cx="315275" cy="342300"/>
            </a:xfrm>
            <a:custGeom>
              <a:rect b="b" l="l" r="r" t="t"/>
              <a:pathLst>
                <a:path extrusionOk="0" h="13692" w="12611">
                  <a:moveTo>
                    <a:pt x="0" y="13692"/>
                  </a:moveTo>
                  <a:cubicBezTo>
                    <a:pt x="2102" y="11410"/>
                    <a:pt x="10509" y="2282"/>
                    <a:pt x="12611" y="0"/>
                  </a:cubicBezTo>
                </a:path>
              </a:pathLst>
            </a:custGeom>
            <a:noFill/>
            <a:ln cap="flat" cmpd="sng" w="9525">
              <a:solidFill>
                <a:schemeClr val="dk2"/>
              </a:solidFill>
              <a:prstDash val="solid"/>
              <a:round/>
              <a:headEnd len="med" w="med" type="none"/>
              <a:tailEnd len="med" w="med" type="none"/>
            </a:ln>
          </p:spPr>
        </p:sp>
        <p:sp>
          <p:nvSpPr>
            <p:cNvPr id="635" name="Google Shape;635;p66"/>
            <p:cNvSpPr/>
            <p:nvPr/>
          </p:nvSpPr>
          <p:spPr>
            <a:xfrm>
              <a:off x="3486050" y="2098825"/>
              <a:ext cx="207175" cy="306275"/>
            </a:xfrm>
            <a:custGeom>
              <a:rect b="b" l="l" r="r" t="t"/>
              <a:pathLst>
                <a:path extrusionOk="0" h="12251" w="8287">
                  <a:moveTo>
                    <a:pt x="0" y="12251"/>
                  </a:moveTo>
                  <a:cubicBezTo>
                    <a:pt x="1381" y="10209"/>
                    <a:pt x="6906" y="2042"/>
                    <a:pt x="8287" y="0"/>
                  </a:cubicBezTo>
                </a:path>
              </a:pathLst>
            </a:custGeom>
            <a:noFill/>
            <a:ln cap="flat" cmpd="sng" w="9525">
              <a:solidFill>
                <a:schemeClr val="dk2"/>
              </a:solidFill>
              <a:prstDash val="solid"/>
              <a:round/>
              <a:headEnd len="med" w="med" type="none"/>
              <a:tailEnd len="med" w="med" type="none"/>
            </a:ln>
          </p:spPr>
        </p:sp>
        <p:sp>
          <p:nvSpPr>
            <p:cNvPr id="636" name="Google Shape;636;p66"/>
            <p:cNvSpPr/>
            <p:nvPr/>
          </p:nvSpPr>
          <p:spPr>
            <a:xfrm>
              <a:off x="3486050" y="2423125"/>
              <a:ext cx="9000" cy="432375"/>
            </a:xfrm>
            <a:custGeom>
              <a:rect b="b" l="l" r="r" t="t"/>
              <a:pathLst>
                <a:path extrusionOk="0" h="17295" w="360">
                  <a:moveTo>
                    <a:pt x="360" y="17295"/>
                  </a:moveTo>
                  <a:cubicBezTo>
                    <a:pt x="300" y="14413"/>
                    <a:pt x="60" y="2883"/>
                    <a:pt x="0" y="0"/>
                  </a:cubicBezTo>
                </a:path>
              </a:pathLst>
            </a:custGeom>
            <a:noFill/>
            <a:ln cap="flat" cmpd="sng" w="9525">
              <a:solidFill>
                <a:schemeClr val="dk2"/>
              </a:solidFill>
              <a:prstDash val="solid"/>
              <a:round/>
              <a:headEnd len="med" w="med" type="none"/>
              <a:tailEnd len="med" w="med" type="none"/>
            </a:ln>
          </p:spPr>
        </p:sp>
        <p:sp>
          <p:nvSpPr>
            <p:cNvPr id="637" name="Google Shape;637;p66"/>
            <p:cNvSpPr/>
            <p:nvPr/>
          </p:nvSpPr>
          <p:spPr>
            <a:xfrm>
              <a:off x="4026525" y="1747525"/>
              <a:ext cx="1684475" cy="279250"/>
            </a:xfrm>
            <a:custGeom>
              <a:rect b="b" l="l" r="r" t="t"/>
              <a:pathLst>
                <a:path extrusionOk="0" h="11170" w="67379">
                  <a:moveTo>
                    <a:pt x="0" y="0"/>
                  </a:moveTo>
                  <a:cubicBezTo>
                    <a:pt x="11230" y="1862"/>
                    <a:pt x="56149" y="9308"/>
                    <a:pt x="67379" y="11170"/>
                  </a:cubicBezTo>
                </a:path>
              </a:pathLst>
            </a:custGeom>
            <a:noFill/>
            <a:ln cap="flat" cmpd="sng" w="9525">
              <a:solidFill>
                <a:schemeClr val="dk2"/>
              </a:solidFill>
              <a:prstDash val="solid"/>
              <a:round/>
              <a:headEnd len="med" w="med" type="none"/>
              <a:tailEnd len="med" w="med" type="none"/>
            </a:ln>
          </p:spPr>
        </p:sp>
        <p:sp>
          <p:nvSpPr>
            <p:cNvPr id="638" name="Google Shape;638;p66"/>
            <p:cNvSpPr/>
            <p:nvPr/>
          </p:nvSpPr>
          <p:spPr>
            <a:xfrm>
              <a:off x="4485925" y="2351050"/>
              <a:ext cx="234200" cy="234200"/>
            </a:xfrm>
            <a:custGeom>
              <a:rect b="b" l="l" r="r" t="t"/>
              <a:pathLst>
                <a:path extrusionOk="0" h="9368" w="9368">
                  <a:moveTo>
                    <a:pt x="9368" y="0"/>
                  </a:moveTo>
                  <a:cubicBezTo>
                    <a:pt x="7807" y="1561"/>
                    <a:pt x="1561" y="7807"/>
                    <a:pt x="0" y="9368"/>
                  </a:cubicBezTo>
                </a:path>
              </a:pathLst>
            </a:custGeom>
            <a:noFill/>
            <a:ln cap="flat" cmpd="sng" w="9525">
              <a:solidFill>
                <a:schemeClr val="dk2"/>
              </a:solidFill>
              <a:prstDash val="solid"/>
              <a:round/>
              <a:headEnd len="med" w="med" type="none"/>
              <a:tailEnd len="med" w="med" type="none"/>
            </a:ln>
          </p:spPr>
        </p:sp>
        <p:sp>
          <p:nvSpPr>
            <p:cNvPr id="639" name="Google Shape;639;p66"/>
            <p:cNvSpPr/>
            <p:nvPr/>
          </p:nvSpPr>
          <p:spPr>
            <a:xfrm>
              <a:off x="4476925" y="2576250"/>
              <a:ext cx="18000" cy="333300"/>
            </a:xfrm>
            <a:custGeom>
              <a:rect b="b" l="l" r="r" t="t"/>
              <a:pathLst>
                <a:path extrusionOk="0" h="13332" w="720">
                  <a:moveTo>
                    <a:pt x="0" y="0"/>
                  </a:moveTo>
                  <a:cubicBezTo>
                    <a:pt x="120" y="2222"/>
                    <a:pt x="600" y="11110"/>
                    <a:pt x="720" y="13332"/>
                  </a:cubicBezTo>
                </a:path>
              </a:pathLst>
            </a:custGeom>
            <a:noFill/>
            <a:ln cap="flat" cmpd="sng" w="9525">
              <a:solidFill>
                <a:schemeClr val="dk2"/>
              </a:solidFill>
              <a:prstDash val="solid"/>
              <a:round/>
              <a:headEnd len="med" w="med" type="none"/>
              <a:tailEnd len="med" w="med" type="none"/>
            </a:ln>
          </p:spPr>
        </p:sp>
        <p:sp>
          <p:nvSpPr>
            <p:cNvPr id="640" name="Google Shape;640;p66"/>
            <p:cNvSpPr/>
            <p:nvPr/>
          </p:nvSpPr>
          <p:spPr>
            <a:xfrm>
              <a:off x="3495050" y="2855500"/>
              <a:ext cx="1026900" cy="54050"/>
            </a:xfrm>
            <a:custGeom>
              <a:rect b="b" l="l" r="r" t="t"/>
              <a:pathLst>
                <a:path extrusionOk="0" h="2162" w="41076">
                  <a:moveTo>
                    <a:pt x="0" y="0"/>
                  </a:moveTo>
                  <a:cubicBezTo>
                    <a:pt x="6846" y="360"/>
                    <a:pt x="34230" y="1802"/>
                    <a:pt x="41076" y="2162"/>
                  </a:cubicBezTo>
                </a:path>
              </a:pathLst>
            </a:custGeom>
            <a:noFill/>
            <a:ln cap="flat" cmpd="sng" w="9525">
              <a:solidFill>
                <a:schemeClr val="dk2"/>
              </a:solidFill>
              <a:prstDash val="solid"/>
              <a:round/>
              <a:headEnd len="med" w="med" type="none"/>
              <a:tailEnd len="med" w="med" type="none"/>
            </a:ln>
          </p:spPr>
        </p:sp>
        <p:sp>
          <p:nvSpPr>
            <p:cNvPr id="641" name="Google Shape;641;p66"/>
            <p:cNvSpPr/>
            <p:nvPr/>
          </p:nvSpPr>
          <p:spPr>
            <a:xfrm>
              <a:off x="3990500" y="1765550"/>
              <a:ext cx="486425" cy="828725"/>
            </a:xfrm>
            <a:custGeom>
              <a:rect b="b" l="l" r="r" t="t"/>
              <a:pathLst>
                <a:path extrusionOk="0" h="33149" w="19457">
                  <a:moveTo>
                    <a:pt x="0" y="0"/>
                  </a:moveTo>
                  <a:cubicBezTo>
                    <a:pt x="3243" y="5525"/>
                    <a:pt x="16214" y="27624"/>
                    <a:pt x="19457" y="33149"/>
                  </a:cubicBezTo>
                </a:path>
              </a:pathLst>
            </a:custGeom>
            <a:noFill/>
            <a:ln cap="flat" cmpd="sng" w="9525">
              <a:solidFill>
                <a:schemeClr val="dk2"/>
              </a:solidFill>
              <a:prstDash val="solid"/>
              <a:round/>
              <a:headEnd len="med" w="med" type="none"/>
              <a:tailEnd len="med" w="med" type="none"/>
            </a:ln>
          </p:spPr>
        </p:sp>
        <p:sp>
          <p:nvSpPr>
            <p:cNvPr id="642" name="Google Shape;642;p66"/>
            <p:cNvSpPr/>
            <p:nvPr/>
          </p:nvSpPr>
          <p:spPr>
            <a:xfrm>
              <a:off x="4738150" y="2035775"/>
              <a:ext cx="963850" cy="306275"/>
            </a:xfrm>
            <a:custGeom>
              <a:rect b="b" l="l" r="r" t="t"/>
              <a:pathLst>
                <a:path extrusionOk="0" h="12251" w="38554">
                  <a:moveTo>
                    <a:pt x="0" y="12251"/>
                  </a:moveTo>
                  <a:cubicBezTo>
                    <a:pt x="6426" y="10209"/>
                    <a:pt x="32128" y="2042"/>
                    <a:pt x="38554" y="0"/>
                  </a:cubicBezTo>
                </a:path>
              </a:pathLst>
            </a:custGeom>
            <a:noFill/>
            <a:ln cap="flat" cmpd="sng" w="9525">
              <a:solidFill>
                <a:schemeClr val="dk2"/>
              </a:solidFill>
              <a:prstDash val="solid"/>
              <a:round/>
              <a:headEnd len="med" w="med" type="none"/>
              <a:tailEnd len="med" w="med" type="none"/>
            </a:ln>
          </p:spPr>
        </p:sp>
        <p:sp>
          <p:nvSpPr>
            <p:cNvPr id="643" name="Google Shape;643;p66"/>
            <p:cNvSpPr/>
            <p:nvPr/>
          </p:nvSpPr>
          <p:spPr>
            <a:xfrm>
              <a:off x="3675225" y="4332800"/>
              <a:ext cx="1044900" cy="18000"/>
            </a:xfrm>
            <a:custGeom>
              <a:rect b="b" l="l" r="r" t="t"/>
              <a:pathLst>
                <a:path extrusionOk="0" h="720" w="41796">
                  <a:moveTo>
                    <a:pt x="0" y="720"/>
                  </a:moveTo>
                  <a:cubicBezTo>
                    <a:pt x="6966" y="600"/>
                    <a:pt x="34830" y="120"/>
                    <a:pt x="41796" y="0"/>
                  </a:cubicBezTo>
                </a:path>
              </a:pathLst>
            </a:custGeom>
            <a:noFill/>
            <a:ln cap="flat" cmpd="sng" w="9525">
              <a:solidFill>
                <a:schemeClr val="dk2"/>
              </a:solidFill>
              <a:prstDash val="solid"/>
              <a:round/>
              <a:headEnd len="med" w="med" type="none"/>
              <a:tailEnd len="med" w="med" type="none"/>
            </a:ln>
          </p:spPr>
        </p:sp>
        <p:sp>
          <p:nvSpPr>
            <p:cNvPr id="644" name="Google Shape;644;p66"/>
            <p:cNvSpPr/>
            <p:nvPr/>
          </p:nvSpPr>
          <p:spPr>
            <a:xfrm>
              <a:off x="4720125" y="4062550"/>
              <a:ext cx="702625" cy="270250"/>
            </a:xfrm>
            <a:custGeom>
              <a:rect b="b" l="l" r="r" t="t"/>
              <a:pathLst>
                <a:path extrusionOk="0" h="10810" w="28105">
                  <a:moveTo>
                    <a:pt x="28105" y="0"/>
                  </a:moveTo>
                  <a:cubicBezTo>
                    <a:pt x="23421" y="1802"/>
                    <a:pt x="4684" y="9008"/>
                    <a:pt x="0" y="10810"/>
                  </a:cubicBezTo>
                </a:path>
              </a:pathLst>
            </a:custGeom>
            <a:noFill/>
            <a:ln cap="flat" cmpd="sng" w="9525">
              <a:solidFill>
                <a:schemeClr val="dk2"/>
              </a:solidFill>
              <a:prstDash val="solid"/>
              <a:round/>
              <a:headEnd len="med" w="med" type="none"/>
              <a:tailEnd len="med" w="med" type="none"/>
            </a:ln>
          </p:spPr>
        </p:sp>
        <p:sp>
          <p:nvSpPr>
            <p:cNvPr id="645" name="Google Shape;645;p66"/>
            <p:cNvSpPr/>
            <p:nvPr/>
          </p:nvSpPr>
          <p:spPr>
            <a:xfrm>
              <a:off x="5440750" y="4044550"/>
              <a:ext cx="648575" cy="18000"/>
            </a:xfrm>
            <a:custGeom>
              <a:rect b="b" l="l" r="r" t="t"/>
              <a:pathLst>
                <a:path extrusionOk="0" h="720" w="25943">
                  <a:moveTo>
                    <a:pt x="25943" y="720"/>
                  </a:moveTo>
                  <a:cubicBezTo>
                    <a:pt x="21619" y="600"/>
                    <a:pt x="4324" y="120"/>
                    <a:pt x="0" y="0"/>
                  </a:cubicBezTo>
                </a:path>
              </a:pathLst>
            </a:custGeom>
            <a:noFill/>
            <a:ln cap="flat" cmpd="sng" w="9525">
              <a:solidFill>
                <a:schemeClr val="dk2"/>
              </a:solidFill>
              <a:prstDash val="solid"/>
              <a:round/>
              <a:headEnd len="med" w="med" type="none"/>
              <a:tailEnd len="med" w="med" type="none"/>
            </a:ln>
          </p:spPr>
        </p:sp>
        <p:sp>
          <p:nvSpPr>
            <p:cNvPr id="646" name="Google Shape;646;p66"/>
            <p:cNvSpPr/>
            <p:nvPr/>
          </p:nvSpPr>
          <p:spPr>
            <a:xfrm>
              <a:off x="5972225" y="3531100"/>
              <a:ext cx="126100" cy="522450"/>
            </a:xfrm>
            <a:custGeom>
              <a:rect b="b" l="l" r="r" t="t"/>
              <a:pathLst>
                <a:path extrusionOk="0" h="20898" w="5044">
                  <a:moveTo>
                    <a:pt x="0" y="0"/>
                  </a:moveTo>
                  <a:cubicBezTo>
                    <a:pt x="841" y="3483"/>
                    <a:pt x="4203" y="17415"/>
                    <a:pt x="5044" y="20898"/>
                  </a:cubicBezTo>
                </a:path>
              </a:pathLst>
            </a:custGeom>
            <a:noFill/>
            <a:ln cap="flat" cmpd="sng" w="9525">
              <a:solidFill>
                <a:schemeClr val="dk2"/>
              </a:solidFill>
              <a:prstDash val="solid"/>
              <a:round/>
              <a:headEnd len="med" w="med" type="none"/>
              <a:tailEnd len="med" w="med" type="none"/>
            </a:ln>
          </p:spPr>
        </p:sp>
        <p:sp>
          <p:nvSpPr>
            <p:cNvPr id="647" name="Google Shape;647;p66"/>
            <p:cNvSpPr/>
            <p:nvPr/>
          </p:nvSpPr>
          <p:spPr>
            <a:xfrm>
              <a:off x="5990250" y="3242825"/>
              <a:ext cx="351300" cy="279250"/>
            </a:xfrm>
            <a:custGeom>
              <a:rect b="b" l="l" r="r" t="t"/>
              <a:pathLst>
                <a:path extrusionOk="0" h="11170" w="14052">
                  <a:moveTo>
                    <a:pt x="14052" y="0"/>
                  </a:moveTo>
                  <a:cubicBezTo>
                    <a:pt x="11710" y="1862"/>
                    <a:pt x="2342" y="9308"/>
                    <a:pt x="0" y="11170"/>
                  </a:cubicBezTo>
                </a:path>
              </a:pathLst>
            </a:custGeom>
            <a:noFill/>
            <a:ln cap="flat" cmpd="sng" w="9525">
              <a:solidFill>
                <a:schemeClr val="dk2"/>
              </a:solidFill>
              <a:prstDash val="solid"/>
              <a:round/>
              <a:headEnd len="med" w="med" type="none"/>
              <a:tailEnd len="med" w="med" type="none"/>
            </a:ln>
          </p:spPr>
        </p:sp>
        <p:sp>
          <p:nvSpPr>
            <p:cNvPr id="648" name="Google Shape;648;p66"/>
            <p:cNvSpPr/>
            <p:nvPr/>
          </p:nvSpPr>
          <p:spPr>
            <a:xfrm>
              <a:off x="5792075" y="2927550"/>
              <a:ext cx="558475" cy="324300"/>
            </a:xfrm>
            <a:custGeom>
              <a:rect b="b" l="l" r="r" t="t"/>
              <a:pathLst>
                <a:path extrusionOk="0" h="12972" w="22339">
                  <a:moveTo>
                    <a:pt x="0" y="0"/>
                  </a:moveTo>
                  <a:cubicBezTo>
                    <a:pt x="3723" y="2162"/>
                    <a:pt x="18616" y="10810"/>
                    <a:pt x="22339" y="12972"/>
                  </a:cubicBezTo>
                </a:path>
              </a:pathLst>
            </a:custGeom>
            <a:noFill/>
            <a:ln cap="flat" cmpd="sng" w="9525">
              <a:solidFill>
                <a:schemeClr val="dk2"/>
              </a:solidFill>
              <a:prstDash val="solid"/>
              <a:round/>
              <a:headEnd len="med" w="med" type="none"/>
              <a:tailEnd len="med" w="med" type="none"/>
            </a:ln>
          </p:spPr>
        </p:sp>
        <p:sp>
          <p:nvSpPr>
            <p:cNvPr id="649" name="Google Shape;649;p66"/>
            <p:cNvSpPr/>
            <p:nvPr/>
          </p:nvSpPr>
          <p:spPr>
            <a:xfrm>
              <a:off x="4494925" y="2585250"/>
              <a:ext cx="1297150" cy="360325"/>
            </a:xfrm>
            <a:custGeom>
              <a:rect b="b" l="l" r="r" t="t"/>
              <a:pathLst>
                <a:path extrusionOk="0" h="14413" w="51886">
                  <a:moveTo>
                    <a:pt x="0" y="0"/>
                  </a:moveTo>
                  <a:cubicBezTo>
                    <a:pt x="8648" y="2402"/>
                    <a:pt x="43238" y="12011"/>
                    <a:pt x="51886" y="14413"/>
                  </a:cubicBezTo>
                </a:path>
              </a:pathLst>
            </a:custGeom>
            <a:noFill/>
            <a:ln cap="flat" cmpd="sng" w="9525">
              <a:solidFill>
                <a:schemeClr val="dk2"/>
              </a:solidFill>
              <a:prstDash val="solid"/>
              <a:round/>
              <a:headEnd len="med" w="med" type="none"/>
              <a:tailEnd len="med" w="med" type="none"/>
            </a:ln>
          </p:spPr>
        </p:sp>
        <p:sp>
          <p:nvSpPr>
            <p:cNvPr id="650" name="Google Shape;650;p66"/>
            <p:cNvSpPr/>
            <p:nvPr/>
          </p:nvSpPr>
          <p:spPr>
            <a:xfrm>
              <a:off x="4467900" y="2900550"/>
              <a:ext cx="117100" cy="927800"/>
            </a:xfrm>
            <a:custGeom>
              <a:rect b="b" l="l" r="r" t="t"/>
              <a:pathLst>
                <a:path extrusionOk="0" h="37112" w="4684">
                  <a:moveTo>
                    <a:pt x="0" y="0"/>
                  </a:moveTo>
                  <a:cubicBezTo>
                    <a:pt x="781" y="6185"/>
                    <a:pt x="3903" y="30927"/>
                    <a:pt x="4684" y="37112"/>
                  </a:cubicBezTo>
                </a:path>
              </a:pathLst>
            </a:custGeom>
            <a:noFill/>
            <a:ln cap="flat" cmpd="sng" w="9525">
              <a:solidFill>
                <a:schemeClr val="dk2"/>
              </a:solidFill>
              <a:prstDash val="solid"/>
              <a:round/>
              <a:headEnd len="med" w="med" type="none"/>
              <a:tailEnd len="med" w="med" type="none"/>
            </a:ln>
          </p:spPr>
        </p:sp>
        <p:sp>
          <p:nvSpPr>
            <p:cNvPr id="651" name="Google Shape;651;p66"/>
            <p:cNvSpPr/>
            <p:nvPr/>
          </p:nvSpPr>
          <p:spPr>
            <a:xfrm>
              <a:off x="4576000" y="3792325"/>
              <a:ext cx="135125" cy="558475"/>
            </a:xfrm>
            <a:custGeom>
              <a:rect b="b" l="l" r="r" t="t"/>
              <a:pathLst>
                <a:path extrusionOk="0" h="22339" w="5405">
                  <a:moveTo>
                    <a:pt x="0" y="0"/>
                  </a:moveTo>
                  <a:cubicBezTo>
                    <a:pt x="901" y="3723"/>
                    <a:pt x="4504" y="18616"/>
                    <a:pt x="5405" y="22339"/>
                  </a:cubicBezTo>
                </a:path>
              </a:pathLst>
            </a:custGeom>
            <a:noFill/>
            <a:ln cap="flat" cmpd="sng" w="9525">
              <a:solidFill>
                <a:schemeClr val="dk2"/>
              </a:solidFill>
              <a:prstDash val="solid"/>
              <a:round/>
              <a:headEnd len="med" w="med" type="none"/>
              <a:tailEnd len="med" w="med" type="none"/>
            </a:ln>
          </p:spPr>
        </p:sp>
        <p:sp>
          <p:nvSpPr>
            <p:cNvPr id="652" name="Google Shape;652;p66"/>
            <p:cNvSpPr/>
            <p:nvPr/>
          </p:nvSpPr>
          <p:spPr>
            <a:xfrm>
              <a:off x="4089575" y="3675225"/>
              <a:ext cx="504450" cy="108075"/>
            </a:xfrm>
            <a:custGeom>
              <a:rect b="b" l="l" r="r" t="t"/>
              <a:pathLst>
                <a:path extrusionOk="0" h="4323" w="20178">
                  <a:moveTo>
                    <a:pt x="20178" y="4323"/>
                  </a:moveTo>
                  <a:cubicBezTo>
                    <a:pt x="16815" y="3603"/>
                    <a:pt x="3363" y="721"/>
                    <a:pt x="0" y="0"/>
                  </a:cubicBezTo>
                </a:path>
              </a:pathLst>
            </a:custGeom>
            <a:noFill/>
            <a:ln cap="flat" cmpd="sng" w="9525">
              <a:solidFill>
                <a:schemeClr val="dk2"/>
              </a:solidFill>
              <a:prstDash val="solid"/>
              <a:round/>
              <a:headEnd len="med" w="med" type="none"/>
              <a:tailEnd len="med" w="med" type="none"/>
            </a:ln>
          </p:spPr>
        </p:sp>
        <p:sp>
          <p:nvSpPr>
            <p:cNvPr id="653" name="Google Shape;653;p66"/>
            <p:cNvSpPr/>
            <p:nvPr/>
          </p:nvSpPr>
          <p:spPr>
            <a:xfrm>
              <a:off x="4503950" y="2900550"/>
              <a:ext cx="513450" cy="405350"/>
            </a:xfrm>
            <a:custGeom>
              <a:rect b="b" l="l" r="r" t="t"/>
              <a:pathLst>
                <a:path extrusionOk="0" h="16214" w="20538">
                  <a:moveTo>
                    <a:pt x="0" y="0"/>
                  </a:moveTo>
                  <a:cubicBezTo>
                    <a:pt x="3423" y="2702"/>
                    <a:pt x="17115" y="13512"/>
                    <a:pt x="20538" y="16214"/>
                  </a:cubicBezTo>
                </a:path>
              </a:pathLst>
            </a:custGeom>
            <a:noFill/>
            <a:ln cap="flat" cmpd="sng" w="9525">
              <a:solidFill>
                <a:schemeClr val="dk2"/>
              </a:solidFill>
              <a:prstDash val="solid"/>
              <a:round/>
              <a:headEnd len="med" w="med" type="none"/>
              <a:tailEnd len="med" w="med" type="none"/>
            </a:ln>
          </p:spPr>
        </p:sp>
        <p:sp>
          <p:nvSpPr>
            <p:cNvPr id="654" name="Google Shape;654;p66"/>
            <p:cNvSpPr/>
            <p:nvPr/>
          </p:nvSpPr>
          <p:spPr>
            <a:xfrm>
              <a:off x="5044425" y="3305900"/>
              <a:ext cx="927800" cy="261225"/>
            </a:xfrm>
            <a:custGeom>
              <a:rect b="b" l="l" r="r" t="t"/>
              <a:pathLst>
                <a:path extrusionOk="0" h="10449" w="37112">
                  <a:moveTo>
                    <a:pt x="0" y="0"/>
                  </a:moveTo>
                  <a:cubicBezTo>
                    <a:pt x="6185" y="1742"/>
                    <a:pt x="30927" y="8708"/>
                    <a:pt x="37112" y="10449"/>
                  </a:cubicBezTo>
                </a:path>
              </a:pathLst>
            </a:custGeom>
            <a:noFill/>
            <a:ln cap="flat" cmpd="sng" w="9525">
              <a:solidFill>
                <a:schemeClr val="dk2"/>
              </a:solidFill>
              <a:prstDash val="solid"/>
              <a:round/>
              <a:headEnd len="med" w="med" type="none"/>
              <a:tailEnd len="med" w="med" type="none"/>
            </a:ln>
          </p:spPr>
        </p:sp>
        <p:sp>
          <p:nvSpPr>
            <p:cNvPr id="655" name="Google Shape;655;p66"/>
            <p:cNvSpPr/>
            <p:nvPr/>
          </p:nvSpPr>
          <p:spPr>
            <a:xfrm>
              <a:off x="3486050" y="2837475"/>
              <a:ext cx="639550" cy="882775"/>
            </a:xfrm>
            <a:custGeom>
              <a:rect b="b" l="l" r="r" t="t"/>
              <a:pathLst>
                <a:path extrusionOk="0" h="35311" w="25582">
                  <a:moveTo>
                    <a:pt x="0" y="0"/>
                  </a:moveTo>
                  <a:cubicBezTo>
                    <a:pt x="4264" y="5885"/>
                    <a:pt x="21318" y="29426"/>
                    <a:pt x="25582" y="35311"/>
                  </a:cubicBezTo>
                </a:path>
              </a:pathLst>
            </a:custGeom>
            <a:noFill/>
            <a:ln cap="flat" cmpd="sng" w="9525">
              <a:solidFill>
                <a:schemeClr val="dk2"/>
              </a:solidFill>
              <a:prstDash val="solid"/>
              <a:round/>
              <a:headEnd len="med" w="med" type="none"/>
              <a:tailEnd len="med" w="med" type="none"/>
            </a:ln>
          </p:spPr>
        </p:sp>
        <p:sp>
          <p:nvSpPr>
            <p:cNvPr id="656" name="Google Shape;656;p66"/>
            <p:cNvSpPr/>
            <p:nvPr/>
          </p:nvSpPr>
          <p:spPr>
            <a:xfrm>
              <a:off x="5711000" y="2035775"/>
              <a:ext cx="54050" cy="891775"/>
            </a:xfrm>
            <a:custGeom>
              <a:rect b="b" l="l" r="r" t="t"/>
              <a:pathLst>
                <a:path extrusionOk="0" h="35671" w="2162">
                  <a:moveTo>
                    <a:pt x="0" y="0"/>
                  </a:moveTo>
                  <a:cubicBezTo>
                    <a:pt x="360" y="5945"/>
                    <a:pt x="1802" y="29726"/>
                    <a:pt x="2162" y="35671"/>
                  </a:cubicBezTo>
                </a:path>
              </a:pathLst>
            </a:custGeom>
            <a:noFill/>
            <a:ln cap="flat" cmpd="sng" w="9525">
              <a:solidFill>
                <a:schemeClr val="dk2"/>
              </a:solidFill>
              <a:prstDash val="solid"/>
              <a:round/>
              <a:headEnd len="med" w="med" type="none"/>
              <a:tailEnd len="med" w="med" type="none"/>
            </a:ln>
          </p:spPr>
        </p:sp>
        <p:sp>
          <p:nvSpPr>
            <p:cNvPr id="657" name="Google Shape;657;p66"/>
            <p:cNvSpPr/>
            <p:nvPr/>
          </p:nvSpPr>
          <p:spPr>
            <a:xfrm>
              <a:off x="3240434" y="123261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66"/>
            <p:cNvSpPr/>
            <p:nvPr/>
          </p:nvSpPr>
          <p:spPr>
            <a:xfrm>
              <a:off x="3392100" y="22945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66"/>
            <p:cNvSpPr/>
            <p:nvPr/>
          </p:nvSpPr>
          <p:spPr>
            <a:xfrm>
              <a:off x="3392100" y="2751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66"/>
            <p:cNvSpPr/>
            <p:nvPr/>
          </p:nvSpPr>
          <p:spPr>
            <a:xfrm>
              <a:off x="5667425" y="2829223"/>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66"/>
            <p:cNvSpPr/>
            <p:nvPr/>
          </p:nvSpPr>
          <p:spPr>
            <a:xfrm>
              <a:off x="4874000" y="31922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66"/>
            <p:cNvSpPr/>
            <p:nvPr/>
          </p:nvSpPr>
          <p:spPr>
            <a:xfrm>
              <a:off x="6233475" y="3134023"/>
              <a:ext cx="188700" cy="1887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66"/>
            <p:cNvSpPr/>
            <p:nvPr/>
          </p:nvSpPr>
          <p:spPr>
            <a:xfrm>
              <a:off x="59888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66"/>
            <p:cNvSpPr/>
            <p:nvPr/>
          </p:nvSpPr>
          <p:spPr>
            <a:xfrm>
              <a:off x="53200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66"/>
            <p:cNvSpPr/>
            <p:nvPr/>
          </p:nvSpPr>
          <p:spPr>
            <a:xfrm>
              <a:off x="4612025" y="42402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66"/>
            <p:cNvSpPr/>
            <p:nvPr/>
          </p:nvSpPr>
          <p:spPr>
            <a:xfrm>
              <a:off x="3580800" y="424025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66"/>
            <p:cNvSpPr/>
            <p:nvPr/>
          </p:nvSpPr>
          <p:spPr>
            <a:xfrm>
              <a:off x="4612034" y="9368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66"/>
            <p:cNvSpPr/>
            <p:nvPr/>
          </p:nvSpPr>
          <p:spPr>
            <a:xfrm>
              <a:off x="4566995" y="14702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66"/>
            <p:cNvSpPr/>
            <p:nvPr/>
          </p:nvSpPr>
          <p:spPr>
            <a:xfrm>
              <a:off x="5589325" y="19148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66"/>
            <p:cNvSpPr/>
            <p:nvPr/>
          </p:nvSpPr>
          <p:spPr>
            <a:xfrm>
              <a:off x="4612025" y="22583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66"/>
            <p:cNvSpPr/>
            <p:nvPr/>
          </p:nvSpPr>
          <p:spPr>
            <a:xfrm>
              <a:off x="4378300" y="24773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66"/>
            <p:cNvSpPr/>
            <p:nvPr/>
          </p:nvSpPr>
          <p:spPr>
            <a:xfrm>
              <a:off x="4378300" y="27929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66"/>
            <p:cNvSpPr/>
            <p:nvPr/>
          </p:nvSpPr>
          <p:spPr>
            <a:xfrm>
              <a:off x="5856125" y="3424948"/>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66"/>
            <p:cNvSpPr/>
            <p:nvPr/>
          </p:nvSpPr>
          <p:spPr>
            <a:xfrm>
              <a:off x="3988300" y="3576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66"/>
            <p:cNvSpPr/>
            <p:nvPr/>
          </p:nvSpPr>
          <p:spPr>
            <a:xfrm>
              <a:off x="4477650" y="3687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66"/>
            <p:cNvSpPr/>
            <p:nvPr/>
          </p:nvSpPr>
          <p:spPr>
            <a:xfrm>
              <a:off x="3881195" y="165378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66"/>
            <p:cNvSpPr/>
            <p:nvPr/>
          </p:nvSpPr>
          <p:spPr>
            <a:xfrm>
              <a:off x="3576395" y="1989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66"/>
            <p:cNvSpPr txBox="1"/>
            <p:nvPr/>
          </p:nvSpPr>
          <p:spPr>
            <a:xfrm>
              <a:off x="3424000" y="15833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t>Atlanta</a:t>
              </a:r>
              <a:endParaRPr b="1" sz="800"/>
            </a:p>
          </p:txBody>
        </p:sp>
        <p:sp>
          <p:nvSpPr>
            <p:cNvPr id="679" name="Google Shape;679;p66"/>
            <p:cNvSpPr txBox="1"/>
            <p:nvPr/>
          </p:nvSpPr>
          <p:spPr>
            <a:xfrm>
              <a:off x="4742550" y="8812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Toccoa</a:t>
              </a:r>
              <a:endParaRPr sz="800"/>
            </a:p>
          </p:txBody>
        </p:sp>
        <p:sp>
          <p:nvSpPr>
            <p:cNvPr id="680" name="Google Shape;680;p66"/>
            <p:cNvSpPr txBox="1"/>
            <p:nvPr/>
          </p:nvSpPr>
          <p:spPr>
            <a:xfrm>
              <a:off x="2846768" y="1156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Rome</a:t>
              </a:r>
              <a:endParaRPr sz="800"/>
            </a:p>
          </p:txBody>
        </p:sp>
        <p:sp>
          <p:nvSpPr>
            <p:cNvPr id="681" name="Google Shape;681;p66"/>
            <p:cNvSpPr txBox="1"/>
            <p:nvPr/>
          </p:nvSpPr>
          <p:spPr>
            <a:xfrm>
              <a:off x="4688966" y="13905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Athens</a:t>
              </a:r>
              <a:endParaRPr sz="800"/>
            </a:p>
          </p:txBody>
        </p:sp>
        <p:sp>
          <p:nvSpPr>
            <p:cNvPr id="682" name="Google Shape;682;p66"/>
            <p:cNvSpPr txBox="1"/>
            <p:nvPr/>
          </p:nvSpPr>
          <p:spPr>
            <a:xfrm>
              <a:off x="3062699" y="190291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Newnan</a:t>
              </a:r>
              <a:endParaRPr sz="800"/>
            </a:p>
          </p:txBody>
        </p:sp>
        <p:sp>
          <p:nvSpPr>
            <p:cNvPr id="683" name="Google Shape;683;p66"/>
            <p:cNvSpPr txBox="1"/>
            <p:nvPr/>
          </p:nvSpPr>
          <p:spPr>
            <a:xfrm>
              <a:off x="5725609" y="1818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Augusta</a:t>
              </a:r>
              <a:endParaRPr sz="800"/>
            </a:p>
          </p:txBody>
        </p:sp>
        <p:sp>
          <p:nvSpPr>
            <p:cNvPr id="684" name="Google Shape;684;p66"/>
            <p:cNvSpPr txBox="1"/>
            <p:nvPr/>
          </p:nvSpPr>
          <p:spPr>
            <a:xfrm>
              <a:off x="2819751" y="223499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LaGrange</a:t>
              </a:r>
              <a:endParaRPr sz="800"/>
            </a:p>
          </p:txBody>
        </p:sp>
        <p:sp>
          <p:nvSpPr>
            <p:cNvPr id="685" name="Google Shape;685;p66"/>
            <p:cNvSpPr txBox="1"/>
            <p:nvPr/>
          </p:nvSpPr>
          <p:spPr>
            <a:xfrm>
              <a:off x="2819750" y="269232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Columbus</a:t>
              </a:r>
              <a:endParaRPr sz="800"/>
            </a:p>
          </p:txBody>
        </p:sp>
        <p:sp>
          <p:nvSpPr>
            <p:cNvPr id="686" name="Google Shape;686;p66"/>
            <p:cNvSpPr txBox="1"/>
            <p:nvPr/>
          </p:nvSpPr>
          <p:spPr>
            <a:xfrm>
              <a:off x="3566025" y="351257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Albany</a:t>
              </a:r>
              <a:endParaRPr sz="800"/>
            </a:p>
          </p:txBody>
        </p:sp>
        <p:sp>
          <p:nvSpPr>
            <p:cNvPr id="687" name="Google Shape;687;p66"/>
            <p:cNvSpPr txBox="1"/>
            <p:nvPr/>
          </p:nvSpPr>
          <p:spPr>
            <a:xfrm>
              <a:off x="2981625" y="42279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Bainbridge</a:t>
              </a:r>
              <a:endParaRPr sz="800"/>
            </a:p>
          </p:txBody>
        </p:sp>
        <p:sp>
          <p:nvSpPr>
            <p:cNvPr id="688" name="Google Shape;688;p66"/>
            <p:cNvSpPr txBox="1"/>
            <p:nvPr/>
          </p:nvSpPr>
          <p:spPr>
            <a:xfrm>
              <a:off x="4593293" y="3611772"/>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Tifton</a:t>
              </a:r>
              <a:endParaRPr sz="800"/>
            </a:p>
          </p:txBody>
        </p:sp>
        <p:sp>
          <p:nvSpPr>
            <p:cNvPr id="689" name="Google Shape;689;p66"/>
            <p:cNvSpPr txBox="1"/>
            <p:nvPr/>
          </p:nvSpPr>
          <p:spPr>
            <a:xfrm>
              <a:off x="4301400" y="43417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Valdosta</a:t>
              </a:r>
              <a:endParaRPr sz="800"/>
            </a:p>
          </p:txBody>
        </p:sp>
        <p:sp>
          <p:nvSpPr>
            <p:cNvPr id="690" name="Google Shape;690;p66"/>
            <p:cNvSpPr txBox="1"/>
            <p:nvPr/>
          </p:nvSpPr>
          <p:spPr>
            <a:xfrm>
              <a:off x="4499815" y="2021622"/>
              <a:ext cx="846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Milledgeville</a:t>
              </a:r>
              <a:endParaRPr sz="800"/>
            </a:p>
          </p:txBody>
        </p:sp>
        <p:sp>
          <p:nvSpPr>
            <p:cNvPr id="691" name="Google Shape;691;p66"/>
            <p:cNvSpPr txBox="1"/>
            <p:nvPr/>
          </p:nvSpPr>
          <p:spPr>
            <a:xfrm>
              <a:off x="6133425" y="39647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Brunswick</a:t>
              </a:r>
              <a:endParaRPr sz="800"/>
            </a:p>
          </p:txBody>
        </p:sp>
        <p:sp>
          <p:nvSpPr>
            <p:cNvPr id="692" name="Google Shape;692;p66"/>
            <p:cNvSpPr txBox="1"/>
            <p:nvPr/>
          </p:nvSpPr>
          <p:spPr>
            <a:xfrm>
              <a:off x="5161525" y="40518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Waycross</a:t>
              </a:r>
              <a:endParaRPr sz="800"/>
            </a:p>
          </p:txBody>
        </p:sp>
        <p:sp>
          <p:nvSpPr>
            <p:cNvPr id="693" name="Google Shape;693;p66"/>
            <p:cNvSpPr txBox="1"/>
            <p:nvPr/>
          </p:nvSpPr>
          <p:spPr>
            <a:xfrm>
              <a:off x="4017513" y="2833374"/>
              <a:ext cx="69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Warner Robins</a:t>
              </a:r>
              <a:endParaRPr sz="800"/>
            </a:p>
          </p:txBody>
        </p:sp>
        <p:sp>
          <p:nvSpPr>
            <p:cNvPr id="694" name="Google Shape;694;p66"/>
            <p:cNvSpPr txBox="1"/>
            <p:nvPr/>
          </p:nvSpPr>
          <p:spPr>
            <a:xfrm>
              <a:off x="4972849" y="30797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McRae</a:t>
              </a:r>
              <a:endParaRPr sz="800"/>
            </a:p>
          </p:txBody>
        </p:sp>
        <p:sp>
          <p:nvSpPr>
            <p:cNvPr id="695" name="Google Shape;695;p66"/>
            <p:cNvSpPr txBox="1"/>
            <p:nvPr/>
          </p:nvSpPr>
          <p:spPr>
            <a:xfrm>
              <a:off x="5950282" y="3445378"/>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Hinesville</a:t>
              </a:r>
              <a:endParaRPr sz="800"/>
            </a:p>
          </p:txBody>
        </p:sp>
        <p:sp>
          <p:nvSpPr>
            <p:cNvPr id="696" name="Google Shape;696;p66"/>
            <p:cNvSpPr txBox="1"/>
            <p:nvPr/>
          </p:nvSpPr>
          <p:spPr>
            <a:xfrm>
              <a:off x="5754366" y="267493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Statesboro</a:t>
              </a:r>
              <a:endParaRPr sz="800"/>
            </a:p>
          </p:txBody>
        </p:sp>
        <p:sp>
          <p:nvSpPr>
            <p:cNvPr id="697" name="Google Shape;697;p66"/>
            <p:cNvSpPr txBox="1"/>
            <p:nvPr/>
          </p:nvSpPr>
          <p:spPr>
            <a:xfrm>
              <a:off x="6359575" y="30744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Savannah</a:t>
              </a:r>
              <a:endParaRPr sz="800"/>
            </a:p>
          </p:txBody>
        </p:sp>
        <p:sp>
          <p:nvSpPr>
            <p:cNvPr id="698" name="Google Shape;698;p66"/>
            <p:cNvSpPr txBox="1"/>
            <p:nvPr/>
          </p:nvSpPr>
          <p:spPr>
            <a:xfrm>
              <a:off x="3941313" y="24072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Macon</a:t>
              </a:r>
              <a:endParaRPr sz="800"/>
            </a:p>
          </p:txBody>
        </p:sp>
      </p:grpSp>
      <p:sp>
        <p:nvSpPr>
          <p:cNvPr id="699" name="Google Shape;699;p66"/>
          <p:cNvSpPr txBox="1"/>
          <p:nvPr/>
        </p:nvSpPr>
        <p:spPr>
          <a:xfrm>
            <a:off x="7377900" y="1305600"/>
            <a:ext cx="6483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0</a:t>
            </a:r>
            <a:endParaRPr sz="1000"/>
          </a:p>
        </p:txBody>
      </p:sp>
      <p:sp>
        <p:nvSpPr>
          <p:cNvPr id="700" name="Google Shape;700;p66"/>
          <p:cNvSpPr txBox="1"/>
          <p:nvPr/>
        </p:nvSpPr>
        <p:spPr>
          <a:xfrm>
            <a:off x="7377900" y="1762800"/>
            <a:ext cx="648300" cy="3387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1</a:t>
            </a:r>
            <a:endParaRPr sz="1000"/>
          </a:p>
        </p:txBody>
      </p:sp>
      <p:sp>
        <p:nvSpPr>
          <p:cNvPr id="701" name="Google Shape;701;p66"/>
          <p:cNvSpPr txBox="1"/>
          <p:nvPr/>
        </p:nvSpPr>
        <p:spPr>
          <a:xfrm>
            <a:off x="5375550" y="4644475"/>
            <a:ext cx="3456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t>Which cities will be               cities?</a:t>
            </a:r>
            <a:endParaRPr sz="1600"/>
          </a:p>
        </p:txBody>
      </p:sp>
      <p:sp>
        <p:nvSpPr>
          <p:cNvPr id="702" name="Google Shape;702;p66"/>
          <p:cNvSpPr txBox="1"/>
          <p:nvPr/>
        </p:nvSpPr>
        <p:spPr>
          <a:xfrm>
            <a:off x="7292425" y="4690675"/>
            <a:ext cx="6483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2</a:t>
            </a:r>
            <a:endParaRPr sz="10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p67"/>
          <p:cNvSpPr txBox="1"/>
          <p:nvPr>
            <p:ph idx="1" type="body"/>
          </p:nvPr>
        </p:nvSpPr>
        <p:spPr>
          <a:xfrm>
            <a:off x="311700" y="1152475"/>
            <a:ext cx="24717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Color the uncolored neighbors of level 1 cities as level 2.</a:t>
            </a:r>
            <a:endParaRPr/>
          </a:p>
        </p:txBody>
      </p:sp>
      <p:sp>
        <p:nvSpPr>
          <p:cNvPr id="708" name="Google Shape;708;p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get from Savannah to Valdosta: Level 2</a:t>
            </a:r>
            <a:endParaRPr/>
          </a:p>
        </p:txBody>
      </p:sp>
      <p:sp>
        <p:nvSpPr>
          <p:cNvPr id="709" name="Google Shape;709;p6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710" name="Google Shape;710;p67"/>
          <p:cNvGrpSpPr/>
          <p:nvPr/>
        </p:nvGrpSpPr>
        <p:grpSpPr>
          <a:xfrm>
            <a:off x="2819750" y="881249"/>
            <a:ext cx="4233425" cy="3768338"/>
            <a:chOff x="2819750" y="881249"/>
            <a:chExt cx="4233425" cy="3768338"/>
          </a:xfrm>
        </p:grpSpPr>
        <p:sp>
          <p:nvSpPr>
            <p:cNvPr id="711" name="Google Shape;711;p67"/>
            <p:cNvSpPr/>
            <p:nvPr/>
          </p:nvSpPr>
          <p:spPr>
            <a:xfrm>
              <a:off x="3486050" y="2846500"/>
              <a:ext cx="189175" cy="1513325"/>
            </a:xfrm>
            <a:custGeom>
              <a:rect b="b" l="l" r="r" t="t"/>
              <a:pathLst>
                <a:path extrusionOk="0" h="60533" w="7567">
                  <a:moveTo>
                    <a:pt x="0" y="0"/>
                  </a:moveTo>
                  <a:cubicBezTo>
                    <a:pt x="1261" y="10089"/>
                    <a:pt x="6306" y="50444"/>
                    <a:pt x="7567" y="60533"/>
                  </a:cubicBezTo>
                </a:path>
              </a:pathLst>
            </a:custGeom>
            <a:noFill/>
            <a:ln cap="flat" cmpd="sng" w="9525">
              <a:solidFill>
                <a:schemeClr val="dk2"/>
              </a:solidFill>
              <a:prstDash val="solid"/>
              <a:round/>
              <a:headEnd len="med" w="med" type="none"/>
              <a:tailEnd len="med" w="med" type="none"/>
            </a:ln>
          </p:spPr>
        </p:sp>
        <p:sp>
          <p:nvSpPr>
            <p:cNvPr id="712" name="Google Shape;712;p67"/>
            <p:cNvSpPr/>
            <p:nvPr/>
          </p:nvSpPr>
          <p:spPr>
            <a:xfrm>
              <a:off x="3981475" y="1558375"/>
              <a:ext cx="693625" cy="198150"/>
            </a:xfrm>
            <a:custGeom>
              <a:rect b="b" l="l" r="r" t="t"/>
              <a:pathLst>
                <a:path extrusionOk="0" h="7926" w="27745">
                  <a:moveTo>
                    <a:pt x="27745" y="0"/>
                  </a:moveTo>
                  <a:cubicBezTo>
                    <a:pt x="23121" y="1321"/>
                    <a:pt x="4624" y="6605"/>
                    <a:pt x="0" y="7926"/>
                  </a:cubicBezTo>
                </a:path>
              </a:pathLst>
            </a:custGeom>
            <a:noFill/>
            <a:ln cap="flat" cmpd="sng" w="9525">
              <a:solidFill>
                <a:schemeClr val="dk2"/>
              </a:solidFill>
              <a:prstDash val="solid"/>
              <a:round/>
              <a:headEnd len="med" w="med" type="none"/>
              <a:tailEnd len="med" w="med" type="none"/>
            </a:ln>
          </p:spPr>
        </p:sp>
        <p:sp>
          <p:nvSpPr>
            <p:cNvPr id="713" name="Google Shape;713;p67"/>
            <p:cNvSpPr/>
            <p:nvPr/>
          </p:nvSpPr>
          <p:spPr>
            <a:xfrm>
              <a:off x="3332925" y="1342175"/>
              <a:ext cx="648550" cy="414350"/>
            </a:xfrm>
            <a:custGeom>
              <a:rect b="b" l="l" r="r" t="t"/>
              <a:pathLst>
                <a:path extrusionOk="0" h="16574" w="25942">
                  <a:moveTo>
                    <a:pt x="0" y="0"/>
                  </a:moveTo>
                  <a:cubicBezTo>
                    <a:pt x="4324" y="2762"/>
                    <a:pt x="21618" y="13812"/>
                    <a:pt x="25942" y="16574"/>
                  </a:cubicBezTo>
                </a:path>
              </a:pathLst>
            </a:custGeom>
            <a:noFill/>
            <a:ln cap="flat" cmpd="sng" w="9525">
              <a:solidFill>
                <a:schemeClr val="dk2"/>
              </a:solidFill>
              <a:prstDash val="solid"/>
              <a:round/>
              <a:headEnd len="med" w="med" type="none"/>
              <a:tailEnd len="med" w="med" type="none"/>
            </a:ln>
          </p:spPr>
        </p:sp>
        <p:sp>
          <p:nvSpPr>
            <p:cNvPr id="714" name="Google Shape;714;p67"/>
            <p:cNvSpPr/>
            <p:nvPr/>
          </p:nvSpPr>
          <p:spPr>
            <a:xfrm>
              <a:off x="4675100" y="1044925"/>
              <a:ext cx="45025" cy="531450"/>
            </a:xfrm>
            <a:custGeom>
              <a:rect b="b" l="l" r="r" t="t"/>
              <a:pathLst>
                <a:path extrusionOk="0" h="21258" w="1801">
                  <a:moveTo>
                    <a:pt x="1801" y="0"/>
                  </a:moveTo>
                  <a:cubicBezTo>
                    <a:pt x="1501" y="3543"/>
                    <a:pt x="300" y="17715"/>
                    <a:pt x="0" y="21258"/>
                  </a:cubicBezTo>
                </a:path>
              </a:pathLst>
            </a:custGeom>
            <a:noFill/>
            <a:ln cap="flat" cmpd="sng" w="9525">
              <a:solidFill>
                <a:schemeClr val="dk2"/>
              </a:solidFill>
              <a:prstDash val="solid"/>
              <a:round/>
              <a:headEnd len="med" w="med" type="none"/>
              <a:tailEnd len="med" w="med" type="none"/>
            </a:ln>
          </p:spPr>
        </p:sp>
        <p:sp>
          <p:nvSpPr>
            <p:cNvPr id="715" name="Google Shape;715;p67"/>
            <p:cNvSpPr/>
            <p:nvPr/>
          </p:nvSpPr>
          <p:spPr>
            <a:xfrm>
              <a:off x="3999500" y="1053925"/>
              <a:ext cx="729625" cy="711625"/>
            </a:xfrm>
            <a:custGeom>
              <a:rect b="b" l="l" r="r" t="t"/>
              <a:pathLst>
                <a:path extrusionOk="0" h="28465" w="29185">
                  <a:moveTo>
                    <a:pt x="29185" y="0"/>
                  </a:moveTo>
                  <a:cubicBezTo>
                    <a:pt x="24321" y="4744"/>
                    <a:pt x="4864" y="23721"/>
                    <a:pt x="0" y="28465"/>
                  </a:cubicBezTo>
                </a:path>
              </a:pathLst>
            </a:custGeom>
            <a:noFill/>
            <a:ln cap="flat" cmpd="sng" w="9525">
              <a:solidFill>
                <a:schemeClr val="dk2"/>
              </a:solidFill>
              <a:prstDash val="solid"/>
              <a:round/>
              <a:headEnd len="med" w="med" type="none"/>
              <a:tailEnd len="med" w="med" type="none"/>
            </a:ln>
          </p:spPr>
        </p:sp>
        <p:sp>
          <p:nvSpPr>
            <p:cNvPr id="716" name="Google Shape;716;p67"/>
            <p:cNvSpPr/>
            <p:nvPr/>
          </p:nvSpPr>
          <p:spPr>
            <a:xfrm>
              <a:off x="3693225" y="1756525"/>
              <a:ext cx="315275" cy="342300"/>
            </a:xfrm>
            <a:custGeom>
              <a:rect b="b" l="l" r="r" t="t"/>
              <a:pathLst>
                <a:path extrusionOk="0" h="13692" w="12611">
                  <a:moveTo>
                    <a:pt x="0" y="13692"/>
                  </a:moveTo>
                  <a:cubicBezTo>
                    <a:pt x="2102" y="11410"/>
                    <a:pt x="10509" y="2282"/>
                    <a:pt x="12611" y="0"/>
                  </a:cubicBezTo>
                </a:path>
              </a:pathLst>
            </a:custGeom>
            <a:noFill/>
            <a:ln cap="flat" cmpd="sng" w="9525">
              <a:solidFill>
                <a:schemeClr val="dk2"/>
              </a:solidFill>
              <a:prstDash val="solid"/>
              <a:round/>
              <a:headEnd len="med" w="med" type="none"/>
              <a:tailEnd len="med" w="med" type="none"/>
            </a:ln>
          </p:spPr>
        </p:sp>
        <p:sp>
          <p:nvSpPr>
            <p:cNvPr id="717" name="Google Shape;717;p67"/>
            <p:cNvSpPr/>
            <p:nvPr/>
          </p:nvSpPr>
          <p:spPr>
            <a:xfrm>
              <a:off x="3486050" y="2098825"/>
              <a:ext cx="207175" cy="306275"/>
            </a:xfrm>
            <a:custGeom>
              <a:rect b="b" l="l" r="r" t="t"/>
              <a:pathLst>
                <a:path extrusionOk="0" h="12251" w="8287">
                  <a:moveTo>
                    <a:pt x="0" y="12251"/>
                  </a:moveTo>
                  <a:cubicBezTo>
                    <a:pt x="1381" y="10209"/>
                    <a:pt x="6906" y="2042"/>
                    <a:pt x="8287" y="0"/>
                  </a:cubicBezTo>
                </a:path>
              </a:pathLst>
            </a:custGeom>
            <a:noFill/>
            <a:ln cap="flat" cmpd="sng" w="9525">
              <a:solidFill>
                <a:schemeClr val="dk2"/>
              </a:solidFill>
              <a:prstDash val="solid"/>
              <a:round/>
              <a:headEnd len="med" w="med" type="none"/>
              <a:tailEnd len="med" w="med" type="none"/>
            </a:ln>
          </p:spPr>
        </p:sp>
        <p:sp>
          <p:nvSpPr>
            <p:cNvPr id="718" name="Google Shape;718;p67"/>
            <p:cNvSpPr/>
            <p:nvPr/>
          </p:nvSpPr>
          <p:spPr>
            <a:xfrm>
              <a:off x="3486050" y="2423125"/>
              <a:ext cx="9000" cy="432375"/>
            </a:xfrm>
            <a:custGeom>
              <a:rect b="b" l="l" r="r" t="t"/>
              <a:pathLst>
                <a:path extrusionOk="0" h="17295" w="360">
                  <a:moveTo>
                    <a:pt x="360" y="17295"/>
                  </a:moveTo>
                  <a:cubicBezTo>
                    <a:pt x="300" y="14413"/>
                    <a:pt x="60" y="2883"/>
                    <a:pt x="0" y="0"/>
                  </a:cubicBezTo>
                </a:path>
              </a:pathLst>
            </a:custGeom>
            <a:noFill/>
            <a:ln cap="flat" cmpd="sng" w="9525">
              <a:solidFill>
                <a:schemeClr val="dk2"/>
              </a:solidFill>
              <a:prstDash val="solid"/>
              <a:round/>
              <a:headEnd len="med" w="med" type="none"/>
              <a:tailEnd len="med" w="med" type="none"/>
            </a:ln>
          </p:spPr>
        </p:sp>
        <p:sp>
          <p:nvSpPr>
            <p:cNvPr id="719" name="Google Shape;719;p67"/>
            <p:cNvSpPr/>
            <p:nvPr/>
          </p:nvSpPr>
          <p:spPr>
            <a:xfrm>
              <a:off x="4026525" y="1747525"/>
              <a:ext cx="1684475" cy="279250"/>
            </a:xfrm>
            <a:custGeom>
              <a:rect b="b" l="l" r="r" t="t"/>
              <a:pathLst>
                <a:path extrusionOk="0" h="11170" w="67379">
                  <a:moveTo>
                    <a:pt x="0" y="0"/>
                  </a:moveTo>
                  <a:cubicBezTo>
                    <a:pt x="11230" y="1862"/>
                    <a:pt x="56149" y="9308"/>
                    <a:pt x="67379" y="11170"/>
                  </a:cubicBezTo>
                </a:path>
              </a:pathLst>
            </a:custGeom>
            <a:noFill/>
            <a:ln cap="flat" cmpd="sng" w="9525">
              <a:solidFill>
                <a:schemeClr val="dk2"/>
              </a:solidFill>
              <a:prstDash val="solid"/>
              <a:round/>
              <a:headEnd len="med" w="med" type="none"/>
              <a:tailEnd len="med" w="med" type="none"/>
            </a:ln>
          </p:spPr>
        </p:sp>
        <p:sp>
          <p:nvSpPr>
            <p:cNvPr id="720" name="Google Shape;720;p67"/>
            <p:cNvSpPr/>
            <p:nvPr/>
          </p:nvSpPr>
          <p:spPr>
            <a:xfrm>
              <a:off x="4485925" y="2351050"/>
              <a:ext cx="234200" cy="234200"/>
            </a:xfrm>
            <a:custGeom>
              <a:rect b="b" l="l" r="r" t="t"/>
              <a:pathLst>
                <a:path extrusionOk="0" h="9368" w="9368">
                  <a:moveTo>
                    <a:pt x="9368" y="0"/>
                  </a:moveTo>
                  <a:cubicBezTo>
                    <a:pt x="7807" y="1561"/>
                    <a:pt x="1561" y="7807"/>
                    <a:pt x="0" y="9368"/>
                  </a:cubicBezTo>
                </a:path>
              </a:pathLst>
            </a:custGeom>
            <a:noFill/>
            <a:ln cap="flat" cmpd="sng" w="9525">
              <a:solidFill>
                <a:schemeClr val="dk2"/>
              </a:solidFill>
              <a:prstDash val="solid"/>
              <a:round/>
              <a:headEnd len="med" w="med" type="none"/>
              <a:tailEnd len="med" w="med" type="none"/>
            </a:ln>
          </p:spPr>
        </p:sp>
        <p:sp>
          <p:nvSpPr>
            <p:cNvPr id="721" name="Google Shape;721;p67"/>
            <p:cNvSpPr/>
            <p:nvPr/>
          </p:nvSpPr>
          <p:spPr>
            <a:xfrm>
              <a:off x="4476925" y="2576250"/>
              <a:ext cx="18000" cy="333300"/>
            </a:xfrm>
            <a:custGeom>
              <a:rect b="b" l="l" r="r" t="t"/>
              <a:pathLst>
                <a:path extrusionOk="0" h="13332" w="720">
                  <a:moveTo>
                    <a:pt x="0" y="0"/>
                  </a:moveTo>
                  <a:cubicBezTo>
                    <a:pt x="120" y="2222"/>
                    <a:pt x="600" y="11110"/>
                    <a:pt x="720" y="13332"/>
                  </a:cubicBezTo>
                </a:path>
              </a:pathLst>
            </a:custGeom>
            <a:noFill/>
            <a:ln cap="flat" cmpd="sng" w="9525">
              <a:solidFill>
                <a:schemeClr val="dk2"/>
              </a:solidFill>
              <a:prstDash val="solid"/>
              <a:round/>
              <a:headEnd len="med" w="med" type="none"/>
              <a:tailEnd len="med" w="med" type="none"/>
            </a:ln>
          </p:spPr>
        </p:sp>
        <p:sp>
          <p:nvSpPr>
            <p:cNvPr id="722" name="Google Shape;722;p67"/>
            <p:cNvSpPr/>
            <p:nvPr/>
          </p:nvSpPr>
          <p:spPr>
            <a:xfrm>
              <a:off x="3495050" y="2855500"/>
              <a:ext cx="1026900" cy="54050"/>
            </a:xfrm>
            <a:custGeom>
              <a:rect b="b" l="l" r="r" t="t"/>
              <a:pathLst>
                <a:path extrusionOk="0" h="2162" w="41076">
                  <a:moveTo>
                    <a:pt x="0" y="0"/>
                  </a:moveTo>
                  <a:cubicBezTo>
                    <a:pt x="6846" y="360"/>
                    <a:pt x="34230" y="1802"/>
                    <a:pt x="41076" y="2162"/>
                  </a:cubicBezTo>
                </a:path>
              </a:pathLst>
            </a:custGeom>
            <a:noFill/>
            <a:ln cap="flat" cmpd="sng" w="9525">
              <a:solidFill>
                <a:schemeClr val="dk2"/>
              </a:solidFill>
              <a:prstDash val="solid"/>
              <a:round/>
              <a:headEnd len="med" w="med" type="none"/>
              <a:tailEnd len="med" w="med" type="none"/>
            </a:ln>
          </p:spPr>
        </p:sp>
        <p:sp>
          <p:nvSpPr>
            <p:cNvPr id="723" name="Google Shape;723;p67"/>
            <p:cNvSpPr/>
            <p:nvPr/>
          </p:nvSpPr>
          <p:spPr>
            <a:xfrm>
              <a:off x="3990500" y="1765550"/>
              <a:ext cx="486425" cy="828725"/>
            </a:xfrm>
            <a:custGeom>
              <a:rect b="b" l="l" r="r" t="t"/>
              <a:pathLst>
                <a:path extrusionOk="0" h="33149" w="19457">
                  <a:moveTo>
                    <a:pt x="0" y="0"/>
                  </a:moveTo>
                  <a:cubicBezTo>
                    <a:pt x="3243" y="5525"/>
                    <a:pt x="16214" y="27624"/>
                    <a:pt x="19457" y="33149"/>
                  </a:cubicBezTo>
                </a:path>
              </a:pathLst>
            </a:custGeom>
            <a:noFill/>
            <a:ln cap="flat" cmpd="sng" w="9525">
              <a:solidFill>
                <a:schemeClr val="dk2"/>
              </a:solidFill>
              <a:prstDash val="solid"/>
              <a:round/>
              <a:headEnd len="med" w="med" type="none"/>
              <a:tailEnd len="med" w="med" type="none"/>
            </a:ln>
          </p:spPr>
        </p:sp>
        <p:sp>
          <p:nvSpPr>
            <p:cNvPr id="724" name="Google Shape;724;p67"/>
            <p:cNvSpPr/>
            <p:nvPr/>
          </p:nvSpPr>
          <p:spPr>
            <a:xfrm>
              <a:off x="4738150" y="2035775"/>
              <a:ext cx="963850" cy="306275"/>
            </a:xfrm>
            <a:custGeom>
              <a:rect b="b" l="l" r="r" t="t"/>
              <a:pathLst>
                <a:path extrusionOk="0" h="12251" w="38554">
                  <a:moveTo>
                    <a:pt x="0" y="12251"/>
                  </a:moveTo>
                  <a:cubicBezTo>
                    <a:pt x="6426" y="10209"/>
                    <a:pt x="32128" y="2042"/>
                    <a:pt x="38554" y="0"/>
                  </a:cubicBezTo>
                </a:path>
              </a:pathLst>
            </a:custGeom>
            <a:noFill/>
            <a:ln cap="flat" cmpd="sng" w="9525">
              <a:solidFill>
                <a:schemeClr val="dk2"/>
              </a:solidFill>
              <a:prstDash val="solid"/>
              <a:round/>
              <a:headEnd len="med" w="med" type="none"/>
              <a:tailEnd len="med" w="med" type="none"/>
            </a:ln>
          </p:spPr>
        </p:sp>
        <p:sp>
          <p:nvSpPr>
            <p:cNvPr id="725" name="Google Shape;725;p67"/>
            <p:cNvSpPr/>
            <p:nvPr/>
          </p:nvSpPr>
          <p:spPr>
            <a:xfrm>
              <a:off x="3675225" y="4332800"/>
              <a:ext cx="1044900" cy="18000"/>
            </a:xfrm>
            <a:custGeom>
              <a:rect b="b" l="l" r="r" t="t"/>
              <a:pathLst>
                <a:path extrusionOk="0" h="720" w="41796">
                  <a:moveTo>
                    <a:pt x="0" y="720"/>
                  </a:moveTo>
                  <a:cubicBezTo>
                    <a:pt x="6966" y="600"/>
                    <a:pt x="34830" y="120"/>
                    <a:pt x="41796" y="0"/>
                  </a:cubicBezTo>
                </a:path>
              </a:pathLst>
            </a:custGeom>
            <a:noFill/>
            <a:ln cap="flat" cmpd="sng" w="9525">
              <a:solidFill>
                <a:schemeClr val="dk2"/>
              </a:solidFill>
              <a:prstDash val="solid"/>
              <a:round/>
              <a:headEnd len="med" w="med" type="none"/>
              <a:tailEnd len="med" w="med" type="none"/>
            </a:ln>
          </p:spPr>
        </p:sp>
        <p:sp>
          <p:nvSpPr>
            <p:cNvPr id="726" name="Google Shape;726;p67"/>
            <p:cNvSpPr/>
            <p:nvPr/>
          </p:nvSpPr>
          <p:spPr>
            <a:xfrm>
              <a:off x="4720125" y="4062550"/>
              <a:ext cx="702625" cy="270250"/>
            </a:xfrm>
            <a:custGeom>
              <a:rect b="b" l="l" r="r" t="t"/>
              <a:pathLst>
                <a:path extrusionOk="0" h="10810" w="28105">
                  <a:moveTo>
                    <a:pt x="28105" y="0"/>
                  </a:moveTo>
                  <a:cubicBezTo>
                    <a:pt x="23421" y="1802"/>
                    <a:pt x="4684" y="9008"/>
                    <a:pt x="0" y="10810"/>
                  </a:cubicBezTo>
                </a:path>
              </a:pathLst>
            </a:custGeom>
            <a:noFill/>
            <a:ln cap="flat" cmpd="sng" w="9525">
              <a:solidFill>
                <a:schemeClr val="dk2"/>
              </a:solidFill>
              <a:prstDash val="solid"/>
              <a:round/>
              <a:headEnd len="med" w="med" type="none"/>
              <a:tailEnd len="med" w="med" type="none"/>
            </a:ln>
          </p:spPr>
        </p:sp>
        <p:sp>
          <p:nvSpPr>
            <p:cNvPr id="727" name="Google Shape;727;p67"/>
            <p:cNvSpPr/>
            <p:nvPr/>
          </p:nvSpPr>
          <p:spPr>
            <a:xfrm>
              <a:off x="5440750" y="4044550"/>
              <a:ext cx="648575" cy="18000"/>
            </a:xfrm>
            <a:custGeom>
              <a:rect b="b" l="l" r="r" t="t"/>
              <a:pathLst>
                <a:path extrusionOk="0" h="720" w="25943">
                  <a:moveTo>
                    <a:pt x="25943" y="720"/>
                  </a:moveTo>
                  <a:cubicBezTo>
                    <a:pt x="21619" y="600"/>
                    <a:pt x="4324" y="120"/>
                    <a:pt x="0" y="0"/>
                  </a:cubicBezTo>
                </a:path>
              </a:pathLst>
            </a:custGeom>
            <a:noFill/>
            <a:ln cap="flat" cmpd="sng" w="9525">
              <a:solidFill>
                <a:schemeClr val="dk2"/>
              </a:solidFill>
              <a:prstDash val="solid"/>
              <a:round/>
              <a:headEnd len="med" w="med" type="none"/>
              <a:tailEnd len="med" w="med" type="none"/>
            </a:ln>
          </p:spPr>
        </p:sp>
        <p:sp>
          <p:nvSpPr>
            <p:cNvPr id="728" name="Google Shape;728;p67"/>
            <p:cNvSpPr/>
            <p:nvPr/>
          </p:nvSpPr>
          <p:spPr>
            <a:xfrm>
              <a:off x="5972225" y="3531100"/>
              <a:ext cx="126100" cy="522450"/>
            </a:xfrm>
            <a:custGeom>
              <a:rect b="b" l="l" r="r" t="t"/>
              <a:pathLst>
                <a:path extrusionOk="0" h="20898" w="5044">
                  <a:moveTo>
                    <a:pt x="0" y="0"/>
                  </a:moveTo>
                  <a:cubicBezTo>
                    <a:pt x="841" y="3483"/>
                    <a:pt x="4203" y="17415"/>
                    <a:pt x="5044" y="20898"/>
                  </a:cubicBezTo>
                </a:path>
              </a:pathLst>
            </a:custGeom>
            <a:noFill/>
            <a:ln cap="flat" cmpd="sng" w="9525">
              <a:solidFill>
                <a:schemeClr val="dk2"/>
              </a:solidFill>
              <a:prstDash val="solid"/>
              <a:round/>
              <a:headEnd len="med" w="med" type="none"/>
              <a:tailEnd len="med" w="med" type="none"/>
            </a:ln>
          </p:spPr>
        </p:sp>
        <p:sp>
          <p:nvSpPr>
            <p:cNvPr id="729" name="Google Shape;729;p67"/>
            <p:cNvSpPr/>
            <p:nvPr/>
          </p:nvSpPr>
          <p:spPr>
            <a:xfrm>
              <a:off x="5990250" y="3242825"/>
              <a:ext cx="351300" cy="279250"/>
            </a:xfrm>
            <a:custGeom>
              <a:rect b="b" l="l" r="r" t="t"/>
              <a:pathLst>
                <a:path extrusionOk="0" h="11170" w="14052">
                  <a:moveTo>
                    <a:pt x="14052" y="0"/>
                  </a:moveTo>
                  <a:cubicBezTo>
                    <a:pt x="11710" y="1862"/>
                    <a:pt x="2342" y="9308"/>
                    <a:pt x="0" y="11170"/>
                  </a:cubicBezTo>
                </a:path>
              </a:pathLst>
            </a:custGeom>
            <a:noFill/>
            <a:ln cap="flat" cmpd="sng" w="9525">
              <a:solidFill>
                <a:schemeClr val="dk2"/>
              </a:solidFill>
              <a:prstDash val="solid"/>
              <a:round/>
              <a:headEnd len="med" w="med" type="none"/>
              <a:tailEnd len="med" w="med" type="none"/>
            </a:ln>
          </p:spPr>
        </p:sp>
        <p:sp>
          <p:nvSpPr>
            <p:cNvPr id="730" name="Google Shape;730;p67"/>
            <p:cNvSpPr/>
            <p:nvPr/>
          </p:nvSpPr>
          <p:spPr>
            <a:xfrm>
              <a:off x="5792075" y="2927550"/>
              <a:ext cx="558475" cy="324300"/>
            </a:xfrm>
            <a:custGeom>
              <a:rect b="b" l="l" r="r" t="t"/>
              <a:pathLst>
                <a:path extrusionOk="0" h="12972" w="22339">
                  <a:moveTo>
                    <a:pt x="0" y="0"/>
                  </a:moveTo>
                  <a:cubicBezTo>
                    <a:pt x="3723" y="2162"/>
                    <a:pt x="18616" y="10810"/>
                    <a:pt x="22339" y="12972"/>
                  </a:cubicBezTo>
                </a:path>
              </a:pathLst>
            </a:custGeom>
            <a:noFill/>
            <a:ln cap="flat" cmpd="sng" w="9525">
              <a:solidFill>
                <a:schemeClr val="dk2"/>
              </a:solidFill>
              <a:prstDash val="solid"/>
              <a:round/>
              <a:headEnd len="med" w="med" type="none"/>
              <a:tailEnd len="med" w="med" type="none"/>
            </a:ln>
          </p:spPr>
        </p:sp>
        <p:sp>
          <p:nvSpPr>
            <p:cNvPr id="731" name="Google Shape;731;p67"/>
            <p:cNvSpPr/>
            <p:nvPr/>
          </p:nvSpPr>
          <p:spPr>
            <a:xfrm>
              <a:off x="4494925" y="2585250"/>
              <a:ext cx="1297150" cy="360325"/>
            </a:xfrm>
            <a:custGeom>
              <a:rect b="b" l="l" r="r" t="t"/>
              <a:pathLst>
                <a:path extrusionOk="0" h="14413" w="51886">
                  <a:moveTo>
                    <a:pt x="0" y="0"/>
                  </a:moveTo>
                  <a:cubicBezTo>
                    <a:pt x="8648" y="2402"/>
                    <a:pt x="43238" y="12011"/>
                    <a:pt x="51886" y="14413"/>
                  </a:cubicBezTo>
                </a:path>
              </a:pathLst>
            </a:custGeom>
            <a:noFill/>
            <a:ln cap="flat" cmpd="sng" w="9525">
              <a:solidFill>
                <a:schemeClr val="dk2"/>
              </a:solidFill>
              <a:prstDash val="solid"/>
              <a:round/>
              <a:headEnd len="med" w="med" type="none"/>
              <a:tailEnd len="med" w="med" type="none"/>
            </a:ln>
          </p:spPr>
        </p:sp>
        <p:sp>
          <p:nvSpPr>
            <p:cNvPr id="732" name="Google Shape;732;p67"/>
            <p:cNvSpPr/>
            <p:nvPr/>
          </p:nvSpPr>
          <p:spPr>
            <a:xfrm>
              <a:off x="4467900" y="2900550"/>
              <a:ext cx="117100" cy="927800"/>
            </a:xfrm>
            <a:custGeom>
              <a:rect b="b" l="l" r="r" t="t"/>
              <a:pathLst>
                <a:path extrusionOk="0" h="37112" w="4684">
                  <a:moveTo>
                    <a:pt x="0" y="0"/>
                  </a:moveTo>
                  <a:cubicBezTo>
                    <a:pt x="781" y="6185"/>
                    <a:pt x="3903" y="30927"/>
                    <a:pt x="4684" y="37112"/>
                  </a:cubicBezTo>
                </a:path>
              </a:pathLst>
            </a:custGeom>
            <a:noFill/>
            <a:ln cap="flat" cmpd="sng" w="9525">
              <a:solidFill>
                <a:schemeClr val="dk2"/>
              </a:solidFill>
              <a:prstDash val="solid"/>
              <a:round/>
              <a:headEnd len="med" w="med" type="none"/>
              <a:tailEnd len="med" w="med" type="none"/>
            </a:ln>
          </p:spPr>
        </p:sp>
        <p:sp>
          <p:nvSpPr>
            <p:cNvPr id="733" name="Google Shape;733;p67"/>
            <p:cNvSpPr/>
            <p:nvPr/>
          </p:nvSpPr>
          <p:spPr>
            <a:xfrm>
              <a:off x="4576000" y="3792325"/>
              <a:ext cx="135125" cy="558475"/>
            </a:xfrm>
            <a:custGeom>
              <a:rect b="b" l="l" r="r" t="t"/>
              <a:pathLst>
                <a:path extrusionOk="0" h="22339" w="5405">
                  <a:moveTo>
                    <a:pt x="0" y="0"/>
                  </a:moveTo>
                  <a:cubicBezTo>
                    <a:pt x="901" y="3723"/>
                    <a:pt x="4504" y="18616"/>
                    <a:pt x="5405" y="22339"/>
                  </a:cubicBezTo>
                </a:path>
              </a:pathLst>
            </a:custGeom>
            <a:noFill/>
            <a:ln cap="flat" cmpd="sng" w="9525">
              <a:solidFill>
                <a:schemeClr val="dk2"/>
              </a:solidFill>
              <a:prstDash val="solid"/>
              <a:round/>
              <a:headEnd len="med" w="med" type="none"/>
              <a:tailEnd len="med" w="med" type="none"/>
            </a:ln>
          </p:spPr>
        </p:sp>
        <p:sp>
          <p:nvSpPr>
            <p:cNvPr id="734" name="Google Shape;734;p67"/>
            <p:cNvSpPr/>
            <p:nvPr/>
          </p:nvSpPr>
          <p:spPr>
            <a:xfrm>
              <a:off x="4089575" y="3675225"/>
              <a:ext cx="504450" cy="108075"/>
            </a:xfrm>
            <a:custGeom>
              <a:rect b="b" l="l" r="r" t="t"/>
              <a:pathLst>
                <a:path extrusionOk="0" h="4323" w="20178">
                  <a:moveTo>
                    <a:pt x="20178" y="4323"/>
                  </a:moveTo>
                  <a:cubicBezTo>
                    <a:pt x="16815" y="3603"/>
                    <a:pt x="3363" y="721"/>
                    <a:pt x="0" y="0"/>
                  </a:cubicBezTo>
                </a:path>
              </a:pathLst>
            </a:custGeom>
            <a:noFill/>
            <a:ln cap="flat" cmpd="sng" w="9525">
              <a:solidFill>
                <a:schemeClr val="dk2"/>
              </a:solidFill>
              <a:prstDash val="solid"/>
              <a:round/>
              <a:headEnd len="med" w="med" type="none"/>
              <a:tailEnd len="med" w="med" type="none"/>
            </a:ln>
          </p:spPr>
        </p:sp>
        <p:sp>
          <p:nvSpPr>
            <p:cNvPr id="735" name="Google Shape;735;p67"/>
            <p:cNvSpPr/>
            <p:nvPr/>
          </p:nvSpPr>
          <p:spPr>
            <a:xfrm>
              <a:off x="4503950" y="2900550"/>
              <a:ext cx="513450" cy="405350"/>
            </a:xfrm>
            <a:custGeom>
              <a:rect b="b" l="l" r="r" t="t"/>
              <a:pathLst>
                <a:path extrusionOk="0" h="16214" w="20538">
                  <a:moveTo>
                    <a:pt x="0" y="0"/>
                  </a:moveTo>
                  <a:cubicBezTo>
                    <a:pt x="3423" y="2702"/>
                    <a:pt x="17115" y="13512"/>
                    <a:pt x="20538" y="16214"/>
                  </a:cubicBezTo>
                </a:path>
              </a:pathLst>
            </a:custGeom>
            <a:noFill/>
            <a:ln cap="flat" cmpd="sng" w="9525">
              <a:solidFill>
                <a:schemeClr val="dk2"/>
              </a:solidFill>
              <a:prstDash val="solid"/>
              <a:round/>
              <a:headEnd len="med" w="med" type="none"/>
              <a:tailEnd len="med" w="med" type="none"/>
            </a:ln>
          </p:spPr>
        </p:sp>
        <p:sp>
          <p:nvSpPr>
            <p:cNvPr id="736" name="Google Shape;736;p67"/>
            <p:cNvSpPr/>
            <p:nvPr/>
          </p:nvSpPr>
          <p:spPr>
            <a:xfrm>
              <a:off x="5044425" y="3305900"/>
              <a:ext cx="927800" cy="261225"/>
            </a:xfrm>
            <a:custGeom>
              <a:rect b="b" l="l" r="r" t="t"/>
              <a:pathLst>
                <a:path extrusionOk="0" h="10449" w="37112">
                  <a:moveTo>
                    <a:pt x="0" y="0"/>
                  </a:moveTo>
                  <a:cubicBezTo>
                    <a:pt x="6185" y="1742"/>
                    <a:pt x="30927" y="8708"/>
                    <a:pt x="37112" y="10449"/>
                  </a:cubicBezTo>
                </a:path>
              </a:pathLst>
            </a:custGeom>
            <a:noFill/>
            <a:ln cap="flat" cmpd="sng" w="9525">
              <a:solidFill>
                <a:schemeClr val="dk2"/>
              </a:solidFill>
              <a:prstDash val="solid"/>
              <a:round/>
              <a:headEnd len="med" w="med" type="none"/>
              <a:tailEnd len="med" w="med" type="none"/>
            </a:ln>
          </p:spPr>
        </p:sp>
        <p:sp>
          <p:nvSpPr>
            <p:cNvPr id="737" name="Google Shape;737;p67"/>
            <p:cNvSpPr/>
            <p:nvPr/>
          </p:nvSpPr>
          <p:spPr>
            <a:xfrm>
              <a:off x="3486050" y="2837475"/>
              <a:ext cx="639550" cy="882775"/>
            </a:xfrm>
            <a:custGeom>
              <a:rect b="b" l="l" r="r" t="t"/>
              <a:pathLst>
                <a:path extrusionOk="0" h="35311" w="25582">
                  <a:moveTo>
                    <a:pt x="0" y="0"/>
                  </a:moveTo>
                  <a:cubicBezTo>
                    <a:pt x="4264" y="5885"/>
                    <a:pt x="21318" y="29426"/>
                    <a:pt x="25582" y="35311"/>
                  </a:cubicBezTo>
                </a:path>
              </a:pathLst>
            </a:custGeom>
            <a:noFill/>
            <a:ln cap="flat" cmpd="sng" w="9525">
              <a:solidFill>
                <a:schemeClr val="dk2"/>
              </a:solidFill>
              <a:prstDash val="solid"/>
              <a:round/>
              <a:headEnd len="med" w="med" type="none"/>
              <a:tailEnd len="med" w="med" type="none"/>
            </a:ln>
          </p:spPr>
        </p:sp>
        <p:sp>
          <p:nvSpPr>
            <p:cNvPr id="738" name="Google Shape;738;p67"/>
            <p:cNvSpPr/>
            <p:nvPr/>
          </p:nvSpPr>
          <p:spPr>
            <a:xfrm>
              <a:off x="5711000" y="2035775"/>
              <a:ext cx="54050" cy="891775"/>
            </a:xfrm>
            <a:custGeom>
              <a:rect b="b" l="l" r="r" t="t"/>
              <a:pathLst>
                <a:path extrusionOk="0" h="35671" w="2162">
                  <a:moveTo>
                    <a:pt x="0" y="0"/>
                  </a:moveTo>
                  <a:cubicBezTo>
                    <a:pt x="360" y="5945"/>
                    <a:pt x="1802" y="29726"/>
                    <a:pt x="2162" y="35671"/>
                  </a:cubicBezTo>
                </a:path>
              </a:pathLst>
            </a:custGeom>
            <a:noFill/>
            <a:ln cap="flat" cmpd="sng" w="9525">
              <a:solidFill>
                <a:schemeClr val="dk2"/>
              </a:solidFill>
              <a:prstDash val="solid"/>
              <a:round/>
              <a:headEnd len="med" w="med" type="none"/>
              <a:tailEnd len="med" w="med" type="none"/>
            </a:ln>
          </p:spPr>
        </p:sp>
        <p:sp>
          <p:nvSpPr>
            <p:cNvPr id="739" name="Google Shape;739;p67"/>
            <p:cNvSpPr/>
            <p:nvPr/>
          </p:nvSpPr>
          <p:spPr>
            <a:xfrm>
              <a:off x="3240434" y="123261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67"/>
            <p:cNvSpPr/>
            <p:nvPr/>
          </p:nvSpPr>
          <p:spPr>
            <a:xfrm>
              <a:off x="3392100" y="22945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67"/>
            <p:cNvSpPr/>
            <p:nvPr/>
          </p:nvSpPr>
          <p:spPr>
            <a:xfrm>
              <a:off x="3392100" y="2751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67"/>
            <p:cNvSpPr/>
            <p:nvPr/>
          </p:nvSpPr>
          <p:spPr>
            <a:xfrm>
              <a:off x="5667425" y="2829223"/>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67"/>
            <p:cNvSpPr/>
            <p:nvPr/>
          </p:nvSpPr>
          <p:spPr>
            <a:xfrm>
              <a:off x="4874000" y="3192223"/>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67"/>
            <p:cNvSpPr/>
            <p:nvPr/>
          </p:nvSpPr>
          <p:spPr>
            <a:xfrm>
              <a:off x="6233475" y="3134023"/>
              <a:ext cx="188700" cy="1887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67"/>
            <p:cNvSpPr/>
            <p:nvPr/>
          </p:nvSpPr>
          <p:spPr>
            <a:xfrm>
              <a:off x="5988800" y="3964698"/>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67"/>
            <p:cNvSpPr/>
            <p:nvPr/>
          </p:nvSpPr>
          <p:spPr>
            <a:xfrm>
              <a:off x="53200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67"/>
            <p:cNvSpPr/>
            <p:nvPr/>
          </p:nvSpPr>
          <p:spPr>
            <a:xfrm>
              <a:off x="4612025" y="42402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67"/>
            <p:cNvSpPr/>
            <p:nvPr/>
          </p:nvSpPr>
          <p:spPr>
            <a:xfrm>
              <a:off x="3580800" y="424025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67"/>
            <p:cNvSpPr/>
            <p:nvPr/>
          </p:nvSpPr>
          <p:spPr>
            <a:xfrm>
              <a:off x="4612034" y="9368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67"/>
            <p:cNvSpPr/>
            <p:nvPr/>
          </p:nvSpPr>
          <p:spPr>
            <a:xfrm>
              <a:off x="4566995" y="14702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67"/>
            <p:cNvSpPr/>
            <p:nvPr/>
          </p:nvSpPr>
          <p:spPr>
            <a:xfrm>
              <a:off x="5589325" y="1914823"/>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67"/>
            <p:cNvSpPr/>
            <p:nvPr/>
          </p:nvSpPr>
          <p:spPr>
            <a:xfrm>
              <a:off x="4612025" y="22583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67"/>
            <p:cNvSpPr/>
            <p:nvPr/>
          </p:nvSpPr>
          <p:spPr>
            <a:xfrm>
              <a:off x="4378300" y="2477398"/>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67"/>
            <p:cNvSpPr/>
            <p:nvPr/>
          </p:nvSpPr>
          <p:spPr>
            <a:xfrm>
              <a:off x="4378300" y="27929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67"/>
            <p:cNvSpPr/>
            <p:nvPr/>
          </p:nvSpPr>
          <p:spPr>
            <a:xfrm>
              <a:off x="5856125" y="3424948"/>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67"/>
            <p:cNvSpPr/>
            <p:nvPr/>
          </p:nvSpPr>
          <p:spPr>
            <a:xfrm>
              <a:off x="3988300" y="3576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67"/>
            <p:cNvSpPr/>
            <p:nvPr/>
          </p:nvSpPr>
          <p:spPr>
            <a:xfrm>
              <a:off x="4477650" y="3687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67"/>
            <p:cNvSpPr/>
            <p:nvPr/>
          </p:nvSpPr>
          <p:spPr>
            <a:xfrm>
              <a:off x="3881195" y="165378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67"/>
            <p:cNvSpPr/>
            <p:nvPr/>
          </p:nvSpPr>
          <p:spPr>
            <a:xfrm>
              <a:off x="3576395" y="1989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67"/>
            <p:cNvSpPr txBox="1"/>
            <p:nvPr/>
          </p:nvSpPr>
          <p:spPr>
            <a:xfrm>
              <a:off x="3424000" y="15833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t>Atlanta</a:t>
              </a:r>
              <a:endParaRPr b="1" sz="800"/>
            </a:p>
          </p:txBody>
        </p:sp>
        <p:sp>
          <p:nvSpPr>
            <p:cNvPr id="761" name="Google Shape;761;p67"/>
            <p:cNvSpPr txBox="1"/>
            <p:nvPr/>
          </p:nvSpPr>
          <p:spPr>
            <a:xfrm>
              <a:off x="4742550" y="8812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Toccoa</a:t>
              </a:r>
              <a:endParaRPr sz="800"/>
            </a:p>
          </p:txBody>
        </p:sp>
        <p:sp>
          <p:nvSpPr>
            <p:cNvPr id="762" name="Google Shape;762;p67"/>
            <p:cNvSpPr txBox="1"/>
            <p:nvPr/>
          </p:nvSpPr>
          <p:spPr>
            <a:xfrm>
              <a:off x="2846768" y="1156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Rome</a:t>
              </a:r>
              <a:endParaRPr sz="800"/>
            </a:p>
          </p:txBody>
        </p:sp>
        <p:sp>
          <p:nvSpPr>
            <p:cNvPr id="763" name="Google Shape;763;p67"/>
            <p:cNvSpPr txBox="1"/>
            <p:nvPr/>
          </p:nvSpPr>
          <p:spPr>
            <a:xfrm>
              <a:off x="4688966" y="13905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Athens</a:t>
              </a:r>
              <a:endParaRPr sz="800"/>
            </a:p>
          </p:txBody>
        </p:sp>
        <p:sp>
          <p:nvSpPr>
            <p:cNvPr id="764" name="Google Shape;764;p67"/>
            <p:cNvSpPr txBox="1"/>
            <p:nvPr/>
          </p:nvSpPr>
          <p:spPr>
            <a:xfrm>
              <a:off x="3062699" y="190291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Newnan</a:t>
              </a:r>
              <a:endParaRPr sz="800"/>
            </a:p>
          </p:txBody>
        </p:sp>
        <p:sp>
          <p:nvSpPr>
            <p:cNvPr id="765" name="Google Shape;765;p67"/>
            <p:cNvSpPr txBox="1"/>
            <p:nvPr/>
          </p:nvSpPr>
          <p:spPr>
            <a:xfrm>
              <a:off x="5725609" y="1818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Augusta</a:t>
              </a:r>
              <a:endParaRPr sz="800"/>
            </a:p>
          </p:txBody>
        </p:sp>
        <p:sp>
          <p:nvSpPr>
            <p:cNvPr id="766" name="Google Shape;766;p67"/>
            <p:cNvSpPr txBox="1"/>
            <p:nvPr/>
          </p:nvSpPr>
          <p:spPr>
            <a:xfrm>
              <a:off x="2819751" y="223499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LaGrange</a:t>
              </a:r>
              <a:endParaRPr sz="800"/>
            </a:p>
          </p:txBody>
        </p:sp>
        <p:sp>
          <p:nvSpPr>
            <p:cNvPr id="767" name="Google Shape;767;p67"/>
            <p:cNvSpPr txBox="1"/>
            <p:nvPr/>
          </p:nvSpPr>
          <p:spPr>
            <a:xfrm>
              <a:off x="2819750" y="269232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Columbus</a:t>
              </a:r>
              <a:endParaRPr sz="800"/>
            </a:p>
          </p:txBody>
        </p:sp>
        <p:sp>
          <p:nvSpPr>
            <p:cNvPr id="768" name="Google Shape;768;p67"/>
            <p:cNvSpPr txBox="1"/>
            <p:nvPr/>
          </p:nvSpPr>
          <p:spPr>
            <a:xfrm>
              <a:off x="3566025" y="351257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Albany</a:t>
              </a:r>
              <a:endParaRPr sz="800"/>
            </a:p>
          </p:txBody>
        </p:sp>
        <p:sp>
          <p:nvSpPr>
            <p:cNvPr id="769" name="Google Shape;769;p67"/>
            <p:cNvSpPr txBox="1"/>
            <p:nvPr/>
          </p:nvSpPr>
          <p:spPr>
            <a:xfrm>
              <a:off x="2981625" y="42279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Bainbridge</a:t>
              </a:r>
              <a:endParaRPr sz="800"/>
            </a:p>
          </p:txBody>
        </p:sp>
        <p:sp>
          <p:nvSpPr>
            <p:cNvPr id="770" name="Google Shape;770;p67"/>
            <p:cNvSpPr txBox="1"/>
            <p:nvPr/>
          </p:nvSpPr>
          <p:spPr>
            <a:xfrm>
              <a:off x="4593293" y="3611772"/>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Tifton</a:t>
              </a:r>
              <a:endParaRPr sz="800"/>
            </a:p>
          </p:txBody>
        </p:sp>
        <p:sp>
          <p:nvSpPr>
            <p:cNvPr id="771" name="Google Shape;771;p67"/>
            <p:cNvSpPr txBox="1"/>
            <p:nvPr/>
          </p:nvSpPr>
          <p:spPr>
            <a:xfrm>
              <a:off x="4301400" y="43417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Valdosta</a:t>
              </a:r>
              <a:endParaRPr sz="800"/>
            </a:p>
          </p:txBody>
        </p:sp>
        <p:sp>
          <p:nvSpPr>
            <p:cNvPr id="772" name="Google Shape;772;p67"/>
            <p:cNvSpPr txBox="1"/>
            <p:nvPr/>
          </p:nvSpPr>
          <p:spPr>
            <a:xfrm>
              <a:off x="4499815" y="2021622"/>
              <a:ext cx="846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Milledgeville</a:t>
              </a:r>
              <a:endParaRPr sz="800"/>
            </a:p>
          </p:txBody>
        </p:sp>
        <p:sp>
          <p:nvSpPr>
            <p:cNvPr id="773" name="Google Shape;773;p67"/>
            <p:cNvSpPr txBox="1"/>
            <p:nvPr/>
          </p:nvSpPr>
          <p:spPr>
            <a:xfrm>
              <a:off x="6133425" y="39647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Brunswick</a:t>
              </a:r>
              <a:endParaRPr sz="800"/>
            </a:p>
          </p:txBody>
        </p:sp>
        <p:sp>
          <p:nvSpPr>
            <p:cNvPr id="774" name="Google Shape;774;p67"/>
            <p:cNvSpPr txBox="1"/>
            <p:nvPr/>
          </p:nvSpPr>
          <p:spPr>
            <a:xfrm>
              <a:off x="5161525" y="40518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Waycross</a:t>
              </a:r>
              <a:endParaRPr sz="800"/>
            </a:p>
          </p:txBody>
        </p:sp>
        <p:sp>
          <p:nvSpPr>
            <p:cNvPr id="775" name="Google Shape;775;p67"/>
            <p:cNvSpPr txBox="1"/>
            <p:nvPr/>
          </p:nvSpPr>
          <p:spPr>
            <a:xfrm>
              <a:off x="4017513" y="2833374"/>
              <a:ext cx="69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Warner Robins</a:t>
              </a:r>
              <a:endParaRPr sz="800"/>
            </a:p>
          </p:txBody>
        </p:sp>
        <p:sp>
          <p:nvSpPr>
            <p:cNvPr id="776" name="Google Shape;776;p67"/>
            <p:cNvSpPr txBox="1"/>
            <p:nvPr/>
          </p:nvSpPr>
          <p:spPr>
            <a:xfrm>
              <a:off x="4972849" y="30797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McRae</a:t>
              </a:r>
              <a:endParaRPr sz="800"/>
            </a:p>
          </p:txBody>
        </p:sp>
        <p:sp>
          <p:nvSpPr>
            <p:cNvPr id="777" name="Google Shape;777;p67"/>
            <p:cNvSpPr txBox="1"/>
            <p:nvPr/>
          </p:nvSpPr>
          <p:spPr>
            <a:xfrm>
              <a:off x="5950282" y="3445378"/>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Hinesville</a:t>
              </a:r>
              <a:endParaRPr sz="800"/>
            </a:p>
          </p:txBody>
        </p:sp>
        <p:sp>
          <p:nvSpPr>
            <p:cNvPr id="778" name="Google Shape;778;p67"/>
            <p:cNvSpPr txBox="1"/>
            <p:nvPr/>
          </p:nvSpPr>
          <p:spPr>
            <a:xfrm>
              <a:off x="5754366" y="267493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Statesboro</a:t>
              </a:r>
              <a:endParaRPr sz="800"/>
            </a:p>
          </p:txBody>
        </p:sp>
        <p:sp>
          <p:nvSpPr>
            <p:cNvPr id="779" name="Google Shape;779;p67"/>
            <p:cNvSpPr txBox="1"/>
            <p:nvPr/>
          </p:nvSpPr>
          <p:spPr>
            <a:xfrm>
              <a:off x="6359575" y="30744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Savannah</a:t>
              </a:r>
              <a:endParaRPr sz="800"/>
            </a:p>
          </p:txBody>
        </p:sp>
      </p:grpSp>
      <p:sp>
        <p:nvSpPr>
          <p:cNvPr id="780" name="Google Shape;780;p67"/>
          <p:cNvSpPr txBox="1"/>
          <p:nvPr/>
        </p:nvSpPr>
        <p:spPr>
          <a:xfrm>
            <a:off x="3941313" y="24072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Macon</a:t>
            </a:r>
            <a:endParaRPr sz="800"/>
          </a:p>
        </p:txBody>
      </p:sp>
      <p:sp>
        <p:nvSpPr>
          <p:cNvPr id="781" name="Google Shape;781;p67"/>
          <p:cNvSpPr txBox="1"/>
          <p:nvPr/>
        </p:nvSpPr>
        <p:spPr>
          <a:xfrm>
            <a:off x="7377900" y="1305600"/>
            <a:ext cx="6483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0</a:t>
            </a:r>
            <a:endParaRPr sz="1000"/>
          </a:p>
        </p:txBody>
      </p:sp>
      <p:sp>
        <p:nvSpPr>
          <p:cNvPr id="782" name="Google Shape;782;p67"/>
          <p:cNvSpPr txBox="1"/>
          <p:nvPr/>
        </p:nvSpPr>
        <p:spPr>
          <a:xfrm>
            <a:off x="7377900" y="1762800"/>
            <a:ext cx="648300" cy="3387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1</a:t>
            </a:r>
            <a:endParaRPr sz="1000"/>
          </a:p>
        </p:txBody>
      </p:sp>
      <p:sp>
        <p:nvSpPr>
          <p:cNvPr id="783" name="Google Shape;783;p67"/>
          <p:cNvSpPr txBox="1"/>
          <p:nvPr/>
        </p:nvSpPr>
        <p:spPr>
          <a:xfrm>
            <a:off x="7377900" y="2220000"/>
            <a:ext cx="6483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2</a:t>
            </a:r>
            <a:endParaRPr sz="1000"/>
          </a:p>
        </p:txBody>
      </p:sp>
      <p:sp>
        <p:nvSpPr>
          <p:cNvPr id="784" name="Google Shape;784;p67"/>
          <p:cNvSpPr txBox="1"/>
          <p:nvPr/>
        </p:nvSpPr>
        <p:spPr>
          <a:xfrm>
            <a:off x="5375550" y="4644475"/>
            <a:ext cx="3456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t>Which cities will be               cities?</a:t>
            </a:r>
            <a:endParaRPr sz="1600"/>
          </a:p>
        </p:txBody>
      </p:sp>
      <p:sp>
        <p:nvSpPr>
          <p:cNvPr id="785" name="Google Shape;785;p67"/>
          <p:cNvSpPr txBox="1"/>
          <p:nvPr/>
        </p:nvSpPr>
        <p:spPr>
          <a:xfrm>
            <a:off x="7281750" y="4690675"/>
            <a:ext cx="6483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3</a:t>
            </a:r>
            <a:endParaRPr sz="10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68"/>
          <p:cNvSpPr txBox="1"/>
          <p:nvPr>
            <p:ph idx="1" type="body"/>
          </p:nvPr>
        </p:nvSpPr>
        <p:spPr>
          <a:xfrm>
            <a:off x="311700" y="1152475"/>
            <a:ext cx="29655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Color the uncolored neighbors of level 2 cities as level 3.</a:t>
            </a:r>
            <a:endParaRPr/>
          </a:p>
        </p:txBody>
      </p:sp>
      <p:sp>
        <p:nvSpPr>
          <p:cNvPr id="791" name="Google Shape;791;p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get from Savannah to Valdosta: Level 3</a:t>
            </a:r>
            <a:endParaRPr/>
          </a:p>
        </p:txBody>
      </p:sp>
      <p:sp>
        <p:nvSpPr>
          <p:cNvPr id="792" name="Google Shape;792;p6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793" name="Google Shape;793;p68"/>
          <p:cNvGrpSpPr/>
          <p:nvPr/>
        </p:nvGrpSpPr>
        <p:grpSpPr>
          <a:xfrm>
            <a:off x="2819750" y="881249"/>
            <a:ext cx="4233425" cy="3768338"/>
            <a:chOff x="2819750" y="881249"/>
            <a:chExt cx="4233425" cy="3768338"/>
          </a:xfrm>
        </p:grpSpPr>
        <p:sp>
          <p:nvSpPr>
            <p:cNvPr id="794" name="Google Shape;794;p68"/>
            <p:cNvSpPr/>
            <p:nvPr/>
          </p:nvSpPr>
          <p:spPr>
            <a:xfrm>
              <a:off x="3486050" y="2846500"/>
              <a:ext cx="189175" cy="1513325"/>
            </a:xfrm>
            <a:custGeom>
              <a:rect b="b" l="l" r="r" t="t"/>
              <a:pathLst>
                <a:path extrusionOk="0" h="60533" w="7567">
                  <a:moveTo>
                    <a:pt x="0" y="0"/>
                  </a:moveTo>
                  <a:cubicBezTo>
                    <a:pt x="1261" y="10089"/>
                    <a:pt x="6306" y="50444"/>
                    <a:pt x="7567" y="60533"/>
                  </a:cubicBezTo>
                </a:path>
              </a:pathLst>
            </a:custGeom>
            <a:noFill/>
            <a:ln cap="flat" cmpd="sng" w="9525">
              <a:solidFill>
                <a:schemeClr val="dk2"/>
              </a:solidFill>
              <a:prstDash val="solid"/>
              <a:round/>
              <a:headEnd len="med" w="med" type="none"/>
              <a:tailEnd len="med" w="med" type="none"/>
            </a:ln>
          </p:spPr>
        </p:sp>
        <p:sp>
          <p:nvSpPr>
            <p:cNvPr id="795" name="Google Shape;795;p68"/>
            <p:cNvSpPr/>
            <p:nvPr/>
          </p:nvSpPr>
          <p:spPr>
            <a:xfrm>
              <a:off x="3981475" y="1558375"/>
              <a:ext cx="693625" cy="198150"/>
            </a:xfrm>
            <a:custGeom>
              <a:rect b="b" l="l" r="r" t="t"/>
              <a:pathLst>
                <a:path extrusionOk="0" h="7926" w="27745">
                  <a:moveTo>
                    <a:pt x="27745" y="0"/>
                  </a:moveTo>
                  <a:cubicBezTo>
                    <a:pt x="23121" y="1321"/>
                    <a:pt x="4624" y="6605"/>
                    <a:pt x="0" y="7926"/>
                  </a:cubicBezTo>
                </a:path>
              </a:pathLst>
            </a:custGeom>
            <a:noFill/>
            <a:ln cap="flat" cmpd="sng" w="9525">
              <a:solidFill>
                <a:schemeClr val="dk2"/>
              </a:solidFill>
              <a:prstDash val="solid"/>
              <a:round/>
              <a:headEnd len="med" w="med" type="none"/>
              <a:tailEnd len="med" w="med" type="none"/>
            </a:ln>
          </p:spPr>
        </p:sp>
        <p:sp>
          <p:nvSpPr>
            <p:cNvPr id="796" name="Google Shape;796;p68"/>
            <p:cNvSpPr/>
            <p:nvPr/>
          </p:nvSpPr>
          <p:spPr>
            <a:xfrm>
              <a:off x="3332925" y="1342175"/>
              <a:ext cx="648550" cy="414350"/>
            </a:xfrm>
            <a:custGeom>
              <a:rect b="b" l="l" r="r" t="t"/>
              <a:pathLst>
                <a:path extrusionOk="0" h="16574" w="25942">
                  <a:moveTo>
                    <a:pt x="0" y="0"/>
                  </a:moveTo>
                  <a:cubicBezTo>
                    <a:pt x="4324" y="2762"/>
                    <a:pt x="21618" y="13812"/>
                    <a:pt x="25942" y="16574"/>
                  </a:cubicBezTo>
                </a:path>
              </a:pathLst>
            </a:custGeom>
            <a:noFill/>
            <a:ln cap="flat" cmpd="sng" w="9525">
              <a:solidFill>
                <a:schemeClr val="dk2"/>
              </a:solidFill>
              <a:prstDash val="solid"/>
              <a:round/>
              <a:headEnd len="med" w="med" type="none"/>
              <a:tailEnd len="med" w="med" type="none"/>
            </a:ln>
          </p:spPr>
        </p:sp>
        <p:sp>
          <p:nvSpPr>
            <p:cNvPr id="797" name="Google Shape;797;p68"/>
            <p:cNvSpPr/>
            <p:nvPr/>
          </p:nvSpPr>
          <p:spPr>
            <a:xfrm>
              <a:off x="4675100" y="1044925"/>
              <a:ext cx="45025" cy="531450"/>
            </a:xfrm>
            <a:custGeom>
              <a:rect b="b" l="l" r="r" t="t"/>
              <a:pathLst>
                <a:path extrusionOk="0" h="21258" w="1801">
                  <a:moveTo>
                    <a:pt x="1801" y="0"/>
                  </a:moveTo>
                  <a:cubicBezTo>
                    <a:pt x="1501" y="3543"/>
                    <a:pt x="300" y="17715"/>
                    <a:pt x="0" y="21258"/>
                  </a:cubicBezTo>
                </a:path>
              </a:pathLst>
            </a:custGeom>
            <a:noFill/>
            <a:ln cap="flat" cmpd="sng" w="9525">
              <a:solidFill>
                <a:schemeClr val="dk2"/>
              </a:solidFill>
              <a:prstDash val="solid"/>
              <a:round/>
              <a:headEnd len="med" w="med" type="none"/>
              <a:tailEnd len="med" w="med" type="none"/>
            </a:ln>
          </p:spPr>
        </p:sp>
        <p:sp>
          <p:nvSpPr>
            <p:cNvPr id="798" name="Google Shape;798;p68"/>
            <p:cNvSpPr/>
            <p:nvPr/>
          </p:nvSpPr>
          <p:spPr>
            <a:xfrm>
              <a:off x="3999500" y="1053925"/>
              <a:ext cx="729625" cy="711625"/>
            </a:xfrm>
            <a:custGeom>
              <a:rect b="b" l="l" r="r" t="t"/>
              <a:pathLst>
                <a:path extrusionOk="0" h="28465" w="29185">
                  <a:moveTo>
                    <a:pt x="29185" y="0"/>
                  </a:moveTo>
                  <a:cubicBezTo>
                    <a:pt x="24321" y="4744"/>
                    <a:pt x="4864" y="23721"/>
                    <a:pt x="0" y="28465"/>
                  </a:cubicBezTo>
                </a:path>
              </a:pathLst>
            </a:custGeom>
            <a:noFill/>
            <a:ln cap="flat" cmpd="sng" w="9525">
              <a:solidFill>
                <a:schemeClr val="dk2"/>
              </a:solidFill>
              <a:prstDash val="solid"/>
              <a:round/>
              <a:headEnd len="med" w="med" type="none"/>
              <a:tailEnd len="med" w="med" type="none"/>
            </a:ln>
          </p:spPr>
        </p:sp>
        <p:sp>
          <p:nvSpPr>
            <p:cNvPr id="799" name="Google Shape;799;p68"/>
            <p:cNvSpPr/>
            <p:nvPr/>
          </p:nvSpPr>
          <p:spPr>
            <a:xfrm>
              <a:off x="3693225" y="1756525"/>
              <a:ext cx="315275" cy="342300"/>
            </a:xfrm>
            <a:custGeom>
              <a:rect b="b" l="l" r="r" t="t"/>
              <a:pathLst>
                <a:path extrusionOk="0" h="13692" w="12611">
                  <a:moveTo>
                    <a:pt x="0" y="13692"/>
                  </a:moveTo>
                  <a:cubicBezTo>
                    <a:pt x="2102" y="11410"/>
                    <a:pt x="10509" y="2282"/>
                    <a:pt x="12611" y="0"/>
                  </a:cubicBezTo>
                </a:path>
              </a:pathLst>
            </a:custGeom>
            <a:noFill/>
            <a:ln cap="flat" cmpd="sng" w="9525">
              <a:solidFill>
                <a:schemeClr val="dk2"/>
              </a:solidFill>
              <a:prstDash val="solid"/>
              <a:round/>
              <a:headEnd len="med" w="med" type="none"/>
              <a:tailEnd len="med" w="med" type="none"/>
            </a:ln>
          </p:spPr>
        </p:sp>
        <p:sp>
          <p:nvSpPr>
            <p:cNvPr id="800" name="Google Shape;800;p68"/>
            <p:cNvSpPr/>
            <p:nvPr/>
          </p:nvSpPr>
          <p:spPr>
            <a:xfrm>
              <a:off x="3486050" y="2098825"/>
              <a:ext cx="207175" cy="306275"/>
            </a:xfrm>
            <a:custGeom>
              <a:rect b="b" l="l" r="r" t="t"/>
              <a:pathLst>
                <a:path extrusionOk="0" h="12251" w="8287">
                  <a:moveTo>
                    <a:pt x="0" y="12251"/>
                  </a:moveTo>
                  <a:cubicBezTo>
                    <a:pt x="1381" y="10209"/>
                    <a:pt x="6906" y="2042"/>
                    <a:pt x="8287" y="0"/>
                  </a:cubicBezTo>
                </a:path>
              </a:pathLst>
            </a:custGeom>
            <a:noFill/>
            <a:ln cap="flat" cmpd="sng" w="9525">
              <a:solidFill>
                <a:schemeClr val="dk2"/>
              </a:solidFill>
              <a:prstDash val="solid"/>
              <a:round/>
              <a:headEnd len="med" w="med" type="none"/>
              <a:tailEnd len="med" w="med" type="none"/>
            </a:ln>
          </p:spPr>
        </p:sp>
        <p:sp>
          <p:nvSpPr>
            <p:cNvPr id="801" name="Google Shape;801;p68"/>
            <p:cNvSpPr/>
            <p:nvPr/>
          </p:nvSpPr>
          <p:spPr>
            <a:xfrm>
              <a:off x="3486050" y="2423125"/>
              <a:ext cx="9000" cy="432375"/>
            </a:xfrm>
            <a:custGeom>
              <a:rect b="b" l="l" r="r" t="t"/>
              <a:pathLst>
                <a:path extrusionOk="0" h="17295" w="360">
                  <a:moveTo>
                    <a:pt x="360" y="17295"/>
                  </a:moveTo>
                  <a:cubicBezTo>
                    <a:pt x="300" y="14413"/>
                    <a:pt x="60" y="2883"/>
                    <a:pt x="0" y="0"/>
                  </a:cubicBezTo>
                </a:path>
              </a:pathLst>
            </a:custGeom>
            <a:noFill/>
            <a:ln cap="flat" cmpd="sng" w="9525">
              <a:solidFill>
                <a:schemeClr val="dk2"/>
              </a:solidFill>
              <a:prstDash val="solid"/>
              <a:round/>
              <a:headEnd len="med" w="med" type="none"/>
              <a:tailEnd len="med" w="med" type="none"/>
            </a:ln>
          </p:spPr>
        </p:sp>
        <p:sp>
          <p:nvSpPr>
            <p:cNvPr id="802" name="Google Shape;802;p68"/>
            <p:cNvSpPr/>
            <p:nvPr/>
          </p:nvSpPr>
          <p:spPr>
            <a:xfrm>
              <a:off x="4026525" y="1747525"/>
              <a:ext cx="1684475" cy="279250"/>
            </a:xfrm>
            <a:custGeom>
              <a:rect b="b" l="l" r="r" t="t"/>
              <a:pathLst>
                <a:path extrusionOk="0" h="11170" w="67379">
                  <a:moveTo>
                    <a:pt x="0" y="0"/>
                  </a:moveTo>
                  <a:cubicBezTo>
                    <a:pt x="11230" y="1862"/>
                    <a:pt x="56149" y="9308"/>
                    <a:pt x="67379" y="11170"/>
                  </a:cubicBezTo>
                </a:path>
              </a:pathLst>
            </a:custGeom>
            <a:noFill/>
            <a:ln cap="flat" cmpd="sng" w="9525">
              <a:solidFill>
                <a:schemeClr val="dk2"/>
              </a:solidFill>
              <a:prstDash val="solid"/>
              <a:round/>
              <a:headEnd len="med" w="med" type="none"/>
              <a:tailEnd len="med" w="med" type="none"/>
            </a:ln>
          </p:spPr>
        </p:sp>
        <p:sp>
          <p:nvSpPr>
            <p:cNvPr id="803" name="Google Shape;803;p68"/>
            <p:cNvSpPr/>
            <p:nvPr/>
          </p:nvSpPr>
          <p:spPr>
            <a:xfrm>
              <a:off x="4485925" y="2351050"/>
              <a:ext cx="234200" cy="234200"/>
            </a:xfrm>
            <a:custGeom>
              <a:rect b="b" l="l" r="r" t="t"/>
              <a:pathLst>
                <a:path extrusionOk="0" h="9368" w="9368">
                  <a:moveTo>
                    <a:pt x="9368" y="0"/>
                  </a:moveTo>
                  <a:cubicBezTo>
                    <a:pt x="7807" y="1561"/>
                    <a:pt x="1561" y="7807"/>
                    <a:pt x="0" y="9368"/>
                  </a:cubicBezTo>
                </a:path>
              </a:pathLst>
            </a:custGeom>
            <a:noFill/>
            <a:ln cap="flat" cmpd="sng" w="9525">
              <a:solidFill>
                <a:schemeClr val="dk2"/>
              </a:solidFill>
              <a:prstDash val="solid"/>
              <a:round/>
              <a:headEnd len="med" w="med" type="none"/>
              <a:tailEnd len="med" w="med" type="none"/>
            </a:ln>
          </p:spPr>
        </p:sp>
        <p:sp>
          <p:nvSpPr>
            <p:cNvPr id="804" name="Google Shape;804;p68"/>
            <p:cNvSpPr/>
            <p:nvPr/>
          </p:nvSpPr>
          <p:spPr>
            <a:xfrm>
              <a:off x="4476925" y="2576250"/>
              <a:ext cx="18000" cy="333300"/>
            </a:xfrm>
            <a:custGeom>
              <a:rect b="b" l="l" r="r" t="t"/>
              <a:pathLst>
                <a:path extrusionOk="0" h="13332" w="720">
                  <a:moveTo>
                    <a:pt x="0" y="0"/>
                  </a:moveTo>
                  <a:cubicBezTo>
                    <a:pt x="120" y="2222"/>
                    <a:pt x="600" y="11110"/>
                    <a:pt x="720" y="13332"/>
                  </a:cubicBezTo>
                </a:path>
              </a:pathLst>
            </a:custGeom>
            <a:noFill/>
            <a:ln cap="flat" cmpd="sng" w="9525">
              <a:solidFill>
                <a:schemeClr val="dk2"/>
              </a:solidFill>
              <a:prstDash val="solid"/>
              <a:round/>
              <a:headEnd len="med" w="med" type="none"/>
              <a:tailEnd len="med" w="med" type="none"/>
            </a:ln>
          </p:spPr>
        </p:sp>
        <p:sp>
          <p:nvSpPr>
            <p:cNvPr id="805" name="Google Shape;805;p68"/>
            <p:cNvSpPr/>
            <p:nvPr/>
          </p:nvSpPr>
          <p:spPr>
            <a:xfrm>
              <a:off x="3495050" y="2855500"/>
              <a:ext cx="1026900" cy="54050"/>
            </a:xfrm>
            <a:custGeom>
              <a:rect b="b" l="l" r="r" t="t"/>
              <a:pathLst>
                <a:path extrusionOk="0" h="2162" w="41076">
                  <a:moveTo>
                    <a:pt x="0" y="0"/>
                  </a:moveTo>
                  <a:cubicBezTo>
                    <a:pt x="6846" y="360"/>
                    <a:pt x="34230" y="1802"/>
                    <a:pt x="41076" y="2162"/>
                  </a:cubicBezTo>
                </a:path>
              </a:pathLst>
            </a:custGeom>
            <a:noFill/>
            <a:ln cap="flat" cmpd="sng" w="9525">
              <a:solidFill>
                <a:schemeClr val="dk2"/>
              </a:solidFill>
              <a:prstDash val="solid"/>
              <a:round/>
              <a:headEnd len="med" w="med" type="none"/>
              <a:tailEnd len="med" w="med" type="none"/>
            </a:ln>
          </p:spPr>
        </p:sp>
        <p:sp>
          <p:nvSpPr>
            <p:cNvPr id="806" name="Google Shape;806;p68"/>
            <p:cNvSpPr/>
            <p:nvPr/>
          </p:nvSpPr>
          <p:spPr>
            <a:xfrm>
              <a:off x="3990500" y="1765550"/>
              <a:ext cx="486425" cy="828725"/>
            </a:xfrm>
            <a:custGeom>
              <a:rect b="b" l="l" r="r" t="t"/>
              <a:pathLst>
                <a:path extrusionOk="0" h="33149" w="19457">
                  <a:moveTo>
                    <a:pt x="0" y="0"/>
                  </a:moveTo>
                  <a:cubicBezTo>
                    <a:pt x="3243" y="5525"/>
                    <a:pt x="16214" y="27624"/>
                    <a:pt x="19457" y="33149"/>
                  </a:cubicBezTo>
                </a:path>
              </a:pathLst>
            </a:custGeom>
            <a:noFill/>
            <a:ln cap="flat" cmpd="sng" w="9525">
              <a:solidFill>
                <a:schemeClr val="dk2"/>
              </a:solidFill>
              <a:prstDash val="solid"/>
              <a:round/>
              <a:headEnd len="med" w="med" type="none"/>
              <a:tailEnd len="med" w="med" type="none"/>
            </a:ln>
          </p:spPr>
        </p:sp>
        <p:sp>
          <p:nvSpPr>
            <p:cNvPr id="807" name="Google Shape;807;p68"/>
            <p:cNvSpPr/>
            <p:nvPr/>
          </p:nvSpPr>
          <p:spPr>
            <a:xfrm>
              <a:off x="4738150" y="2035775"/>
              <a:ext cx="963850" cy="306275"/>
            </a:xfrm>
            <a:custGeom>
              <a:rect b="b" l="l" r="r" t="t"/>
              <a:pathLst>
                <a:path extrusionOk="0" h="12251" w="38554">
                  <a:moveTo>
                    <a:pt x="0" y="12251"/>
                  </a:moveTo>
                  <a:cubicBezTo>
                    <a:pt x="6426" y="10209"/>
                    <a:pt x="32128" y="2042"/>
                    <a:pt x="38554" y="0"/>
                  </a:cubicBezTo>
                </a:path>
              </a:pathLst>
            </a:custGeom>
            <a:noFill/>
            <a:ln cap="flat" cmpd="sng" w="9525">
              <a:solidFill>
                <a:schemeClr val="dk2"/>
              </a:solidFill>
              <a:prstDash val="solid"/>
              <a:round/>
              <a:headEnd len="med" w="med" type="none"/>
              <a:tailEnd len="med" w="med" type="none"/>
            </a:ln>
          </p:spPr>
        </p:sp>
        <p:sp>
          <p:nvSpPr>
            <p:cNvPr id="808" name="Google Shape;808;p68"/>
            <p:cNvSpPr/>
            <p:nvPr/>
          </p:nvSpPr>
          <p:spPr>
            <a:xfrm>
              <a:off x="3675225" y="4332800"/>
              <a:ext cx="1044900" cy="18000"/>
            </a:xfrm>
            <a:custGeom>
              <a:rect b="b" l="l" r="r" t="t"/>
              <a:pathLst>
                <a:path extrusionOk="0" h="720" w="41796">
                  <a:moveTo>
                    <a:pt x="0" y="720"/>
                  </a:moveTo>
                  <a:cubicBezTo>
                    <a:pt x="6966" y="600"/>
                    <a:pt x="34830" y="120"/>
                    <a:pt x="41796" y="0"/>
                  </a:cubicBezTo>
                </a:path>
              </a:pathLst>
            </a:custGeom>
            <a:noFill/>
            <a:ln cap="flat" cmpd="sng" w="9525">
              <a:solidFill>
                <a:schemeClr val="dk2"/>
              </a:solidFill>
              <a:prstDash val="solid"/>
              <a:round/>
              <a:headEnd len="med" w="med" type="none"/>
              <a:tailEnd len="med" w="med" type="none"/>
            </a:ln>
          </p:spPr>
        </p:sp>
        <p:sp>
          <p:nvSpPr>
            <p:cNvPr id="809" name="Google Shape;809;p68"/>
            <p:cNvSpPr/>
            <p:nvPr/>
          </p:nvSpPr>
          <p:spPr>
            <a:xfrm>
              <a:off x="4720125" y="4062550"/>
              <a:ext cx="702625" cy="270250"/>
            </a:xfrm>
            <a:custGeom>
              <a:rect b="b" l="l" r="r" t="t"/>
              <a:pathLst>
                <a:path extrusionOk="0" h="10810" w="28105">
                  <a:moveTo>
                    <a:pt x="28105" y="0"/>
                  </a:moveTo>
                  <a:cubicBezTo>
                    <a:pt x="23421" y="1802"/>
                    <a:pt x="4684" y="9008"/>
                    <a:pt x="0" y="10810"/>
                  </a:cubicBezTo>
                </a:path>
              </a:pathLst>
            </a:custGeom>
            <a:noFill/>
            <a:ln cap="flat" cmpd="sng" w="9525">
              <a:solidFill>
                <a:schemeClr val="dk2"/>
              </a:solidFill>
              <a:prstDash val="solid"/>
              <a:round/>
              <a:headEnd len="med" w="med" type="none"/>
              <a:tailEnd len="med" w="med" type="none"/>
            </a:ln>
          </p:spPr>
        </p:sp>
        <p:sp>
          <p:nvSpPr>
            <p:cNvPr id="810" name="Google Shape;810;p68"/>
            <p:cNvSpPr/>
            <p:nvPr/>
          </p:nvSpPr>
          <p:spPr>
            <a:xfrm>
              <a:off x="5440750" y="4044550"/>
              <a:ext cx="648575" cy="18000"/>
            </a:xfrm>
            <a:custGeom>
              <a:rect b="b" l="l" r="r" t="t"/>
              <a:pathLst>
                <a:path extrusionOk="0" h="720" w="25943">
                  <a:moveTo>
                    <a:pt x="25943" y="720"/>
                  </a:moveTo>
                  <a:cubicBezTo>
                    <a:pt x="21619" y="600"/>
                    <a:pt x="4324" y="120"/>
                    <a:pt x="0" y="0"/>
                  </a:cubicBezTo>
                </a:path>
              </a:pathLst>
            </a:custGeom>
            <a:noFill/>
            <a:ln cap="flat" cmpd="sng" w="9525">
              <a:solidFill>
                <a:schemeClr val="dk2"/>
              </a:solidFill>
              <a:prstDash val="solid"/>
              <a:round/>
              <a:headEnd len="med" w="med" type="none"/>
              <a:tailEnd len="med" w="med" type="none"/>
            </a:ln>
          </p:spPr>
        </p:sp>
        <p:sp>
          <p:nvSpPr>
            <p:cNvPr id="811" name="Google Shape;811;p68"/>
            <p:cNvSpPr/>
            <p:nvPr/>
          </p:nvSpPr>
          <p:spPr>
            <a:xfrm>
              <a:off x="5972225" y="3531100"/>
              <a:ext cx="126100" cy="522450"/>
            </a:xfrm>
            <a:custGeom>
              <a:rect b="b" l="l" r="r" t="t"/>
              <a:pathLst>
                <a:path extrusionOk="0" h="20898" w="5044">
                  <a:moveTo>
                    <a:pt x="0" y="0"/>
                  </a:moveTo>
                  <a:cubicBezTo>
                    <a:pt x="841" y="3483"/>
                    <a:pt x="4203" y="17415"/>
                    <a:pt x="5044" y="20898"/>
                  </a:cubicBezTo>
                </a:path>
              </a:pathLst>
            </a:custGeom>
            <a:noFill/>
            <a:ln cap="flat" cmpd="sng" w="9525">
              <a:solidFill>
                <a:schemeClr val="dk2"/>
              </a:solidFill>
              <a:prstDash val="solid"/>
              <a:round/>
              <a:headEnd len="med" w="med" type="none"/>
              <a:tailEnd len="med" w="med" type="none"/>
            </a:ln>
          </p:spPr>
        </p:sp>
        <p:sp>
          <p:nvSpPr>
            <p:cNvPr id="812" name="Google Shape;812;p68"/>
            <p:cNvSpPr/>
            <p:nvPr/>
          </p:nvSpPr>
          <p:spPr>
            <a:xfrm>
              <a:off x="5990250" y="3242825"/>
              <a:ext cx="351300" cy="279250"/>
            </a:xfrm>
            <a:custGeom>
              <a:rect b="b" l="l" r="r" t="t"/>
              <a:pathLst>
                <a:path extrusionOk="0" h="11170" w="14052">
                  <a:moveTo>
                    <a:pt x="14052" y="0"/>
                  </a:moveTo>
                  <a:cubicBezTo>
                    <a:pt x="11710" y="1862"/>
                    <a:pt x="2342" y="9308"/>
                    <a:pt x="0" y="11170"/>
                  </a:cubicBezTo>
                </a:path>
              </a:pathLst>
            </a:custGeom>
            <a:noFill/>
            <a:ln cap="flat" cmpd="sng" w="9525">
              <a:solidFill>
                <a:schemeClr val="dk2"/>
              </a:solidFill>
              <a:prstDash val="solid"/>
              <a:round/>
              <a:headEnd len="med" w="med" type="none"/>
              <a:tailEnd len="med" w="med" type="none"/>
            </a:ln>
          </p:spPr>
        </p:sp>
        <p:sp>
          <p:nvSpPr>
            <p:cNvPr id="813" name="Google Shape;813;p68"/>
            <p:cNvSpPr/>
            <p:nvPr/>
          </p:nvSpPr>
          <p:spPr>
            <a:xfrm>
              <a:off x="5792075" y="2927550"/>
              <a:ext cx="558475" cy="324300"/>
            </a:xfrm>
            <a:custGeom>
              <a:rect b="b" l="l" r="r" t="t"/>
              <a:pathLst>
                <a:path extrusionOk="0" h="12972" w="22339">
                  <a:moveTo>
                    <a:pt x="0" y="0"/>
                  </a:moveTo>
                  <a:cubicBezTo>
                    <a:pt x="3723" y="2162"/>
                    <a:pt x="18616" y="10810"/>
                    <a:pt x="22339" y="12972"/>
                  </a:cubicBezTo>
                </a:path>
              </a:pathLst>
            </a:custGeom>
            <a:noFill/>
            <a:ln cap="flat" cmpd="sng" w="9525">
              <a:solidFill>
                <a:schemeClr val="dk2"/>
              </a:solidFill>
              <a:prstDash val="solid"/>
              <a:round/>
              <a:headEnd len="med" w="med" type="none"/>
              <a:tailEnd len="med" w="med" type="none"/>
            </a:ln>
          </p:spPr>
        </p:sp>
        <p:sp>
          <p:nvSpPr>
            <p:cNvPr id="814" name="Google Shape;814;p68"/>
            <p:cNvSpPr/>
            <p:nvPr/>
          </p:nvSpPr>
          <p:spPr>
            <a:xfrm>
              <a:off x="4494925" y="2585250"/>
              <a:ext cx="1297150" cy="360325"/>
            </a:xfrm>
            <a:custGeom>
              <a:rect b="b" l="l" r="r" t="t"/>
              <a:pathLst>
                <a:path extrusionOk="0" h="14413" w="51886">
                  <a:moveTo>
                    <a:pt x="0" y="0"/>
                  </a:moveTo>
                  <a:cubicBezTo>
                    <a:pt x="8648" y="2402"/>
                    <a:pt x="43238" y="12011"/>
                    <a:pt x="51886" y="14413"/>
                  </a:cubicBezTo>
                </a:path>
              </a:pathLst>
            </a:custGeom>
            <a:noFill/>
            <a:ln cap="flat" cmpd="sng" w="9525">
              <a:solidFill>
                <a:schemeClr val="dk2"/>
              </a:solidFill>
              <a:prstDash val="solid"/>
              <a:round/>
              <a:headEnd len="med" w="med" type="none"/>
              <a:tailEnd len="med" w="med" type="none"/>
            </a:ln>
          </p:spPr>
        </p:sp>
        <p:sp>
          <p:nvSpPr>
            <p:cNvPr id="815" name="Google Shape;815;p68"/>
            <p:cNvSpPr/>
            <p:nvPr/>
          </p:nvSpPr>
          <p:spPr>
            <a:xfrm>
              <a:off x="4467900" y="2900550"/>
              <a:ext cx="117100" cy="927800"/>
            </a:xfrm>
            <a:custGeom>
              <a:rect b="b" l="l" r="r" t="t"/>
              <a:pathLst>
                <a:path extrusionOk="0" h="37112" w="4684">
                  <a:moveTo>
                    <a:pt x="0" y="0"/>
                  </a:moveTo>
                  <a:cubicBezTo>
                    <a:pt x="781" y="6185"/>
                    <a:pt x="3903" y="30927"/>
                    <a:pt x="4684" y="37112"/>
                  </a:cubicBezTo>
                </a:path>
              </a:pathLst>
            </a:custGeom>
            <a:noFill/>
            <a:ln cap="flat" cmpd="sng" w="9525">
              <a:solidFill>
                <a:schemeClr val="dk2"/>
              </a:solidFill>
              <a:prstDash val="solid"/>
              <a:round/>
              <a:headEnd len="med" w="med" type="none"/>
              <a:tailEnd len="med" w="med" type="none"/>
            </a:ln>
          </p:spPr>
        </p:sp>
        <p:sp>
          <p:nvSpPr>
            <p:cNvPr id="816" name="Google Shape;816;p68"/>
            <p:cNvSpPr/>
            <p:nvPr/>
          </p:nvSpPr>
          <p:spPr>
            <a:xfrm>
              <a:off x="4576000" y="3792325"/>
              <a:ext cx="135125" cy="558475"/>
            </a:xfrm>
            <a:custGeom>
              <a:rect b="b" l="l" r="r" t="t"/>
              <a:pathLst>
                <a:path extrusionOk="0" h="22339" w="5405">
                  <a:moveTo>
                    <a:pt x="0" y="0"/>
                  </a:moveTo>
                  <a:cubicBezTo>
                    <a:pt x="901" y="3723"/>
                    <a:pt x="4504" y="18616"/>
                    <a:pt x="5405" y="22339"/>
                  </a:cubicBezTo>
                </a:path>
              </a:pathLst>
            </a:custGeom>
            <a:noFill/>
            <a:ln cap="flat" cmpd="sng" w="9525">
              <a:solidFill>
                <a:schemeClr val="dk2"/>
              </a:solidFill>
              <a:prstDash val="solid"/>
              <a:round/>
              <a:headEnd len="med" w="med" type="none"/>
              <a:tailEnd len="med" w="med" type="none"/>
            </a:ln>
          </p:spPr>
        </p:sp>
        <p:sp>
          <p:nvSpPr>
            <p:cNvPr id="817" name="Google Shape;817;p68"/>
            <p:cNvSpPr/>
            <p:nvPr/>
          </p:nvSpPr>
          <p:spPr>
            <a:xfrm>
              <a:off x="4089575" y="3675225"/>
              <a:ext cx="504450" cy="108075"/>
            </a:xfrm>
            <a:custGeom>
              <a:rect b="b" l="l" r="r" t="t"/>
              <a:pathLst>
                <a:path extrusionOk="0" h="4323" w="20178">
                  <a:moveTo>
                    <a:pt x="20178" y="4323"/>
                  </a:moveTo>
                  <a:cubicBezTo>
                    <a:pt x="16815" y="3603"/>
                    <a:pt x="3363" y="721"/>
                    <a:pt x="0" y="0"/>
                  </a:cubicBezTo>
                </a:path>
              </a:pathLst>
            </a:custGeom>
            <a:noFill/>
            <a:ln cap="flat" cmpd="sng" w="9525">
              <a:solidFill>
                <a:schemeClr val="dk2"/>
              </a:solidFill>
              <a:prstDash val="solid"/>
              <a:round/>
              <a:headEnd len="med" w="med" type="none"/>
              <a:tailEnd len="med" w="med" type="none"/>
            </a:ln>
          </p:spPr>
        </p:sp>
        <p:sp>
          <p:nvSpPr>
            <p:cNvPr id="818" name="Google Shape;818;p68"/>
            <p:cNvSpPr/>
            <p:nvPr/>
          </p:nvSpPr>
          <p:spPr>
            <a:xfrm>
              <a:off x="4503950" y="2900550"/>
              <a:ext cx="513450" cy="405350"/>
            </a:xfrm>
            <a:custGeom>
              <a:rect b="b" l="l" r="r" t="t"/>
              <a:pathLst>
                <a:path extrusionOk="0" h="16214" w="20538">
                  <a:moveTo>
                    <a:pt x="0" y="0"/>
                  </a:moveTo>
                  <a:cubicBezTo>
                    <a:pt x="3423" y="2702"/>
                    <a:pt x="17115" y="13512"/>
                    <a:pt x="20538" y="16214"/>
                  </a:cubicBezTo>
                </a:path>
              </a:pathLst>
            </a:custGeom>
            <a:noFill/>
            <a:ln cap="flat" cmpd="sng" w="9525">
              <a:solidFill>
                <a:schemeClr val="dk2"/>
              </a:solidFill>
              <a:prstDash val="solid"/>
              <a:round/>
              <a:headEnd len="med" w="med" type="none"/>
              <a:tailEnd len="med" w="med" type="none"/>
            </a:ln>
          </p:spPr>
        </p:sp>
        <p:sp>
          <p:nvSpPr>
            <p:cNvPr id="819" name="Google Shape;819;p68"/>
            <p:cNvSpPr/>
            <p:nvPr/>
          </p:nvSpPr>
          <p:spPr>
            <a:xfrm>
              <a:off x="5044425" y="3305900"/>
              <a:ext cx="927800" cy="261225"/>
            </a:xfrm>
            <a:custGeom>
              <a:rect b="b" l="l" r="r" t="t"/>
              <a:pathLst>
                <a:path extrusionOk="0" h="10449" w="37112">
                  <a:moveTo>
                    <a:pt x="0" y="0"/>
                  </a:moveTo>
                  <a:cubicBezTo>
                    <a:pt x="6185" y="1742"/>
                    <a:pt x="30927" y="8708"/>
                    <a:pt x="37112" y="10449"/>
                  </a:cubicBezTo>
                </a:path>
              </a:pathLst>
            </a:custGeom>
            <a:noFill/>
            <a:ln cap="flat" cmpd="sng" w="9525">
              <a:solidFill>
                <a:schemeClr val="dk2"/>
              </a:solidFill>
              <a:prstDash val="solid"/>
              <a:round/>
              <a:headEnd len="med" w="med" type="none"/>
              <a:tailEnd len="med" w="med" type="none"/>
            </a:ln>
          </p:spPr>
        </p:sp>
        <p:sp>
          <p:nvSpPr>
            <p:cNvPr id="820" name="Google Shape;820;p68"/>
            <p:cNvSpPr/>
            <p:nvPr/>
          </p:nvSpPr>
          <p:spPr>
            <a:xfrm>
              <a:off x="3486050" y="2837475"/>
              <a:ext cx="639550" cy="882775"/>
            </a:xfrm>
            <a:custGeom>
              <a:rect b="b" l="l" r="r" t="t"/>
              <a:pathLst>
                <a:path extrusionOk="0" h="35311" w="25582">
                  <a:moveTo>
                    <a:pt x="0" y="0"/>
                  </a:moveTo>
                  <a:cubicBezTo>
                    <a:pt x="4264" y="5885"/>
                    <a:pt x="21318" y="29426"/>
                    <a:pt x="25582" y="35311"/>
                  </a:cubicBezTo>
                </a:path>
              </a:pathLst>
            </a:custGeom>
            <a:noFill/>
            <a:ln cap="flat" cmpd="sng" w="9525">
              <a:solidFill>
                <a:schemeClr val="dk2"/>
              </a:solidFill>
              <a:prstDash val="solid"/>
              <a:round/>
              <a:headEnd len="med" w="med" type="none"/>
              <a:tailEnd len="med" w="med" type="none"/>
            </a:ln>
          </p:spPr>
        </p:sp>
        <p:sp>
          <p:nvSpPr>
            <p:cNvPr id="821" name="Google Shape;821;p68"/>
            <p:cNvSpPr/>
            <p:nvPr/>
          </p:nvSpPr>
          <p:spPr>
            <a:xfrm>
              <a:off x="5711000" y="2035775"/>
              <a:ext cx="54050" cy="891775"/>
            </a:xfrm>
            <a:custGeom>
              <a:rect b="b" l="l" r="r" t="t"/>
              <a:pathLst>
                <a:path extrusionOk="0" h="35671" w="2162">
                  <a:moveTo>
                    <a:pt x="0" y="0"/>
                  </a:moveTo>
                  <a:cubicBezTo>
                    <a:pt x="360" y="5945"/>
                    <a:pt x="1802" y="29726"/>
                    <a:pt x="2162" y="35671"/>
                  </a:cubicBezTo>
                </a:path>
              </a:pathLst>
            </a:custGeom>
            <a:noFill/>
            <a:ln cap="flat" cmpd="sng" w="9525">
              <a:solidFill>
                <a:schemeClr val="dk2"/>
              </a:solidFill>
              <a:prstDash val="solid"/>
              <a:round/>
              <a:headEnd len="med" w="med" type="none"/>
              <a:tailEnd len="med" w="med" type="none"/>
            </a:ln>
          </p:spPr>
        </p:sp>
        <p:sp>
          <p:nvSpPr>
            <p:cNvPr id="822" name="Google Shape;822;p68"/>
            <p:cNvSpPr/>
            <p:nvPr/>
          </p:nvSpPr>
          <p:spPr>
            <a:xfrm>
              <a:off x="3240434" y="123261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68"/>
            <p:cNvSpPr/>
            <p:nvPr/>
          </p:nvSpPr>
          <p:spPr>
            <a:xfrm>
              <a:off x="3392100" y="22945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68"/>
            <p:cNvSpPr/>
            <p:nvPr/>
          </p:nvSpPr>
          <p:spPr>
            <a:xfrm>
              <a:off x="3392100" y="2751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68"/>
            <p:cNvSpPr/>
            <p:nvPr/>
          </p:nvSpPr>
          <p:spPr>
            <a:xfrm>
              <a:off x="5667425" y="2829223"/>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68"/>
            <p:cNvSpPr/>
            <p:nvPr/>
          </p:nvSpPr>
          <p:spPr>
            <a:xfrm>
              <a:off x="4874000" y="3192223"/>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68"/>
            <p:cNvSpPr/>
            <p:nvPr/>
          </p:nvSpPr>
          <p:spPr>
            <a:xfrm>
              <a:off x="6233475" y="3134023"/>
              <a:ext cx="188700" cy="1887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68"/>
            <p:cNvSpPr/>
            <p:nvPr/>
          </p:nvSpPr>
          <p:spPr>
            <a:xfrm>
              <a:off x="5988800" y="3964698"/>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68"/>
            <p:cNvSpPr/>
            <p:nvPr/>
          </p:nvSpPr>
          <p:spPr>
            <a:xfrm>
              <a:off x="5320000" y="3964698"/>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68"/>
            <p:cNvSpPr/>
            <p:nvPr/>
          </p:nvSpPr>
          <p:spPr>
            <a:xfrm>
              <a:off x="4612025" y="42402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68"/>
            <p:cNvSpPr/>
            <p:nvPr/>
          </p:nvSpPr>
          <p:spPr>
            <a:xfrm>
              <a:off x="3580800" y="424025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68"/>
            <p:cNvSpPr/>
            <p:nvPr/>
          </p:nvSpPr>
          <p:spPr>
            <a:xfrm>
              <a:off x="4612034" y="9368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68"/>
            <p:cNvSpPr/>
            <p:nvPr/>
          </p:nvSpPr>
          <p:spPr>
            <a:xfrm>
              <a:off x="4566995" y="14702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68"/>
            <p:cNvSpPr/>
            <p:nvPr/>
          </p:nvSpPr>
          <p:spPr>
            <a:xfrm>
              <a:off x="5589325" y="1914823"/>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68"/>
            <p:cNvSpPr/>
            <p:nvPr/>
          </p:nvSpPr>
          <p:spPr>
            <a:xfrm>
              <a:off x="4612025" y="2258323"/>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68"/>
            <p:cNvSpPr/>
            <p:nvPr/>
          </p:nvSpPr>
          <p:spPr>
            <a:xfrm>
              <a:off x="4378300" y="2477398"/>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68"/>
            <p:cNvSpPr/>
            <p:nvPr/>
          </p:nvSpPr>
          <p:spPr>
            <a:xfrm>
              <a:off x="4378300" y="2792923"/>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68"/>
            <p:cNvSpPr/>
            <p:nvPr/>
          </p:nvSpPr>
          <p:spPr>
            <a:xfrm>
              <a:off x="5856125" y="3424948"/>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68"/>
            <p:cNvSpPr/>
            <p:nvPr/>
          </p:nvSpPr>
          <p:spPr>
            <a:xfrm>
              <a:off x="3988300" y="3576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68"/>
            <p:cNvSpPr/>
            <p:nvPr/>
          </p:nvSpPr>
          <p:spPr>
            <a:xfrm>
              <a:off x="4477650" y="3687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68"/>
            <p:cNvSpPr/>
            <p:nvPr/>
          </p:nvSpPr>
          <p:spPr>
            <a:xfrm>
              <a:off x="3881195" y="1653787"/>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68"/>
            <p:cNvSpPr/>
            <p:nvPr/>
          </p:nvSpPr>
          <p:spPr>
            <a:xfrm>
              <a:off x="3576395" y="1989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68"/>
            <p:cNvSpPr txBox="1"/>
            <p:nvPr/>
          </p:nvSpPr>
          <p:spPr>
            <a:xfrm>
              <a:off x="4742550" y="8812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Toccoa</a:t>
              </a:r>
              <a:endParaRPr sz="800"/>
            </a:p>
          </p:txBody>
        </p:sp>
        <p:sp>
          <p:nvSpPr>
            <p:cNvPr id="844" name="Google Shape;844;p68"/>
            <p:cNvSpPr txBox="1"/>
            <p:nvPr/>
          </p:nvSpPr>
          <p:spPr>
            <a:xfrm>
              <a:off x="2846768" y="1156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Rome</a:t>
              </a:r>
              <a:endParaRPr sz="800"/>
            </a:p>
          </p:txBody>
        </p:sp>
        <p:sp>
          <p:nvSpPr>
            <p:cNvPr id="845" name="Google Shape;845;p68"/>
            <p:cNvSpPr txBox="1"/>
            <p:nvPr/>
          </p:nvSpPr>
          <p:spPr>
            <a:xfrm>
              <a:off x="4688966" y="13905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Athens</a:t>
              </a:r>
              <a:endParaRPr sz="800"/>
            </a:p>
          </p:txBody>
        </p:sp>
        <p:sp>
          <p:nvSpPr>
            <p:cNvPr id="846" name="Google Shape;846;p68"/>
            <p:cNvSpPr txBox="1"/>
            <p:nvPr/>
          </p:nvSpPr>
          <p:spPr>
            <a:xfrm>
              <a:off x="3062699" y="190291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Newnan</a:t>
              </a:r>
              <a:endParaRPr sz="800"/>
            </a:p>
          </p:txBody>
        </p:sp>
        <p:sp>
          <p:nvSpPr>
            <p:cNvPr id="847" name="Google Shape;847;p68"/>
            <p:cNvSpPr txBox="1"/>
            <p:nvPr/>
          </p:nvSpPr>
          <p:spPr>
            <a:xfrm>
              <a:off x="5725609" y="1818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Augusta</a:t>
              </a:r>
              <a:endParaRPr sz="800"/>
            </a:p>
          </p:txBody>
        </p:sp>
        <p:sp>
          <p:nvSpPr>
            <p:cNvPr id="848" name="Google Shape;848;p68"/>
            <p:cNvSpPr txBox="1"/>
            <p:nvPr/>
          </p:nvSpPr>
          <p:spPr>
            <a:xfrm>
              <a:off x="2819751" y="223499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LaGrange</a:t>
              </a:r>
              <a:endParaRPr sz="800"/>
            </a:p>
          </p:txBody>
        </p:sp>
        <p:sp>
          <p:nvSpPr>
            <p:cNvPr id="849" name="Google Shape;849;p68"/>
            <p:cNvSpPr txBox="1"/>
            <p:nvPr/>
          </p:nvSpPr>
          <p:spPr>
            <a:xfrm>
              <a:off x="2819750" y="269232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Columbus</a:t>
              </a:r>
              <a:endParaRPr sz="800"/>
            </a:p>
          </p:txBody>
        </p:sp>
        <p:sp>
          <p:nvSpPr>
            <p:cNvPr id="850" name="Google Shape;850;p68"/>
            <p:cNvSpPr txBox="1"/>
            <p:nvPr/>
          </p:nvSpPr>
          <p:spPr>
            <a:xfrm>
              <a:off x="3566025" y="351257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Albany</a:t>
              </a:r>
              <a:endParaRPr sz="800"/>
            </a:p>
          </p:txBody>
        </p:sp>
        <p:sp>
          <p:nvSpPr>
            <p:cNvPr id="851" name="Google Shape;851;p68"/>
            <p:cNvSpPr txBox="1"/>
            <p:nvPr/>
          </p:nvSpPr>
          <p:spPr>
            <a:xfrm>
              <a:off x="2981625" y="42279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Bainbridge</a:t>
              </a:r>
              <a:endParaRPr sz="800"/>
            </a:p>
          </p:txBody>
        </p:sp>
        <p:sp>
          <p:nvSpPr>
            <p:cNvPr id="852" name="Google Shape;852;p68"/>
            <p:cNvSpPr txBox="1"/>
            <p:nvPr/>
          </p:nvSpPr>
          <p:spPr>
            <a:xfrm>
              <a:off x="4593293" y="3611772"/>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Tifton</a:t>
              </a:r>
              <a:endParaRPr sz="800"/>
            </a:p>
          </p:txBody>
        </p:sp>
        <p:sp>
          <p:nvSpPr>
            <p:cNvPr id="853" name="Google Shape;853;p68"/>
            <p:cNvSpPr txBox="1"/>
            <p:nvPr/>
          </p:nvSpPr>
          <p:spPr>
            <a:xfrm>
              <a:off x="4301400" y="43417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Valdosta</a:t>
              </a:r>
              <a:endParaRPr sz="800"/>
            </a:p>
          </p:txBody>
        </p:sp>
        <p:sp>
          <p:nvSpPr>
            <p:cNvPr id="854" name="Google Shape;854;p68"/>
            <p:cNvSpPr txBox="1"/>
            <p:nvPr/>
          </p:nvSpPr>
          <p:spPr>
            <a:xfrm>
              <a:off x="4499815" y="2021622"/>
              <a:ext cx="846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Milledgeville</a:t>
              </a:r>
              <a:endParaRPr sz="800"/>
            </a:p>
          </p:txBody>
        </p:sp>
        <p:sp>
          <p:nvSpPr>
            <p:cNvPr id="855" name="Google Shape;855;p68"/>
            <p:cNvSpPr txBox="1"/>
            <p:nvPr/>
          </p:nvSpPr>
          <p:spPr>
            <a:xfrm>
              <a:off x="6133425" y="39647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Brunswick</a:t>
              </a:r>
              <a:endParaRPr sz="800"/>
            </a:p>
          </p:txBody>
        </p:sp>
        <p:sp>
          <p:nvSpPr>
            <p:cNvPr id="856" name="Google Shape;856;p68"/>
            <p:cNvSpPr txBox="1"/>
            <p:nvPr/>
          </p:nvSpPr>
          <p:spPr>
            <a:xfrm>
              <a:off x="5161525" y="40518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Waycross</a:t>
              </a:r>
              <a:endParaRPr sz="800"/>
            </a:p>
          </p:txBody>
        </p:sp>
        <p:sp>
          <p:nvSpPr>
            <p:cNvPr id="857" name="Google Shape;857;p68"/>
            <p:cNvSpPr txBox="1"/>
            <p:nvPr/>
          </p:nvSpPr>
          <p:spPr>
            <a:xfrm>
              <a:off x="4017513" y="2833374"/>
              <a:ext cx="69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Warner Robins</a:t>
              </a:r>
              <a:endParaRPr sz="800"/>
            </a:p>
          </p:txBody>
        </p:sp>
        <p:sp>
          <p:nvSpPr>
            <p:cNvPr id="858" name="Google Shape;858;p68"/>
            <p:cNvSpPr txBox="1"/>
            <p:nvPr/>
          </p:nvSpPr>
          <p:spPr>
            <a:xfrm>
              <a:off x="4972849" y="30797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McRae</a:t>
              </a:r>
              <a:endParaRPr sz="800"/>
            </a:p>
          </p:txBody>
        </p:sp>
        <p:sp>
          <p:nvSpPr>
            <p:cNvPr id="859" name="Google Shape;859;p68"/>
            <p:cNvSpPr txBox="1"/>
            <p:nvPr/>
          </p:nvSpPr>
          <p:spPr>
            <a:xfrm>
              <a:off x="5950282" y="3445378"/>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Hinesville</a:t>
              </a:r>
              <a:endParaRPr sz="800"/>
            </a:p>
          </p:txBody>
        </p:sp>
        <p:sp>
          <p:nvSpPr>
            <p:cNvPr id="860" name="Google Shape;860;p68"/>
            <p:cNvSpPr txBox="1"/>
            <p:nvPr/>
          </p:nvSpPr>
          <p:spPr>
            <a:xfrm>
              <a:off x="5754366" y="267493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Statesboro</a:t>
              </a:r>
              <a:endParaRPr sz="800"/>
            </a:p>
          </p:txBody>
        </p:sp>
        <p:sp>
          <p:nvSpPr>
            <p:cNvPr id="861" name="Google Shape;861;p68"/>
            <p:cNvSpPr txBox="1"/>
            <p:nvPr/>
          </p:nvSpPr>
          <p:spPr>
            <a:xfrm>
              <a:off x="6359575" y="30744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Savannah</a:t>
              </a:r>
              <a:endParaRPr sz="800"/>
            </a:p>
          </p:txBody>
        </p:sp>
      </p:grpSp>
      <p:sp>
        <p:nvSpPr>
          <p:cNvPr id="862" name="Google Shape;862;p68"/>
          <p:cNvSpPr txBox="1"/>
          <p:nvPr/>
        </p:nvSpPr>
        <p:spPr>
          <a:xfrm>
            <a:off x="3941313" y="24072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Macon</a:t>
            </a:r>
            <a:endParaRPr sz="800"/>
          </a:p>
        </p:txBody>
      </p:sp>
      <p:sp>
        <p:nvSpPr>
          <p:cNvPr id="863" name="Google Shape;863;p68"/>
          <p:cNvSpPr txBox="1"/>
          <p:nvPr/>
        </p:nvSpPr>
        <p:spPr>
          <a:xfrm>
            <a:off x="3424000" y="15833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t>Atlanta</a:t>
            </a:r>
            <a:endParaRPr b="1" sz="800"/>
          </a:p>
        </p:txBody>
      </p:sp>
      <p:sp>
        <p:nvSpPr>
          <p:cNvPr id="864" name="Google Shape;864;p68"/>
          <p:cNvSpPr txBox="1"/>
          <p:nvPr/>
        </p:nvSpPr>
        <p:spPr>
          <a:xfrm>
            <a:off x="7377900" y="1305600"/>
            <a:ext cx="6483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0</a:t>
            </a:r>
            <a:endParaRPr sz="1000"/>
          </a:p>
        </p:txBody>
      </p:sp>
      <p:sp>
        <p:nvSpPr>
          <p:cNvPr id="865" name="Google Shape;865;p68"/>
          <p:cNvSpPr txBox="1"/>
          <p:nvPr/>
        </p:nvSpPr>
        <p:spPr>
          <a:xfrm>
            <a:off x="7377900" y="1762800"/>
            <a:ext cx="648300" cy="3387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1</a:t>
            </a:r>
            <a:endParaRPr sz="1000"/>
          </a:p>
        </p:txBody>
      </p:sp>
      <p:sp>
        <p:nvSpPr>
          <p:cNvPr id="866" name="Google Shape;866;p68"/>
          <p:cNvSpPr txBox="1"/>
          <p:nvPr/>
        </p:nvSpPr>
        <p:spPr>
          <a:xfrm>
            <a:off x="7377900" y="2220000"/>
            <a:ext cx="6483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2</a:t>
            </a:r>
            <a:endParaRPr sz="1000"/>
          </a:p>
        </p:txBody>
      </p:sp>
      <p:sp>
        <p:nvSpPr>
          <p:cNvPr id="867" name="Google Shape;867;p68"/>
          <p:cNvSpPr txBox="1"/>
          <p:nvPr/>
        </p:nvSpPr>
        <p:spPr>
          <a:xfrm>
            <a:off x="7377900" y="2677200"/>
            <a:ext cx="6483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3</a:t>
            </a:r>
            <a:endParaRPr sz="1000"/>
          </a:p>
        </p:txBody>
      </p:sp>
      <p:sp>
        <p:nvSpPr>
          <p:cNvPr id="868" name="Google Shape;868;p68"/>
          <p:cNvSpPr txBox="1"/>
          <p:nvPr/>
        </p:nvSpPr>
        <p:spPr>
          <a:xfrm>
            <a:off x="5375550" y="4644475"/>
            <a:ext cx="3456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t>Which cities will be               cities?</a:t>
            </a:r>
            <a:endParaRPr sz="1600"/>
          </a:p>
        </p:txBody>
      </p:sp>
      <p:sp>
        <p:nvSpPr>
          <p:cNvPr id="869" name="Google Shape;869;p68"/>
          <p:cNvSpPr txBox="1"/>
          <p:nvPr/>
        </p:nvSpPr>
        <p:spPr>
          <a:xfrm>
            <a:off x="7271075" y="4675375"/>
            <a:ext cx="648300" cy="338700"/>
          </a:xfrm>
          <a:prstGeom prst="rect">
            <a:avLst/>
          </a:prstGeom>
          <a:solidFill>
            <a:srgbClr val="3D85C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4</a:t>
            </a:r>
            <a:endParaRPr sz="10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69"/>
          <p:cNvSpPr txBox="1"/>
          <p:nvPr>
            <p:ph idx="1" type="body"/>
          </p:nvPr>
        </p:nvSpPr>
        <p:spPr>
          <a:xfrm>
            <a:off x="311700" y="1152475"/>
            <a:ext cx="2688900" cy="3416400"/>
          </a:xfrm>
          <a:prstGeom prst="rect">
            <a:avLst/>
          </a:prstGeom>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a:t>Color the uncolored neighbors of level 3 cities as level 4.</a:t>
            </a:r>
            <a:br>
              <a:rPr lang="en"/>
            </a:br>
            <a:br>
              <a:rPr lang="en"/>
            </a:br>
            <a:r>
              <a:rPr b="1" lang="en" sz="2100">
                <a:solidFill>
                  <a:srgbClr val="00D9AD"/>
                </a:solidFill>
              </a:rPr>
              <a:t>This includes our destination city, </a:t>
            </a:r>
            <a:r>
              <a:rPr b="1" lang="en" sz="2100">
                <a:solidFill>
                  <a:srgbClr val="FF0000"/>
                </a:solidFill>
              </a:rPr>
              <a:t>Valdosta</a:t>
            </a:r>
            <a:r>
              <a:rPr b="1" lang="en" sz="2100">
                <a:solidFill>
                  <a:srgbClr val="00D9AD"/>
                </a:solidFill>
              </a:rPr>
              <a:t>.</a:t>
            </a:r>
            <a:endParaRPr b="1" sz="2100">
              <a:solidFill>
                <a:srgbClr val="00D9AD"/>
              </a:solidFill>
            </a:endParaRPr>
          </a:p>
          <a:p>
            <a:pPr indent="0" lvl="0" marL="0" rtl="0" algn="ctr">
              <a:spcBef>
                <a:spcPts val="1200"/>
              </a:spcBef>
              <a:spcAft>
                <a:spcPts val="1200"/>
              </a:spcAft>
              <a:buNone/>
            </a:pPr>
            <a:r>
              <a:rPr lang="en">
                <a:solidFill>
                  <a:schemeClr val="dk1"/>
                </a:solidFill>
              </a:rPr>
              <a:t>Yay!</a:t>
            </a:r>
            <a:endParaRPr>
              <a:solidFill>
                <a:schemeClr val="dk1"/>
              </a:solidFill>
            </a:endParaRPr>
          </a:p>
        </p:txBody>
      </p:sp>
      <p:sp>
        <p:nvSpPr>
          <p:cNvPr id="875" name="Google Shape;875;p6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get from Savannah to Valdosta: Level 4</a:t>
            </a:r>
            <a:endParaRPr/>
          </a:p>
        </p:txBody>
      </p:sp>
      <p:sp>
        <p:nvSpPr>
          <p:cNvPr id="876" name="Google Shape;876;p6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877" name="Google Shape;877;p69"/>
          <p:cNvGrpSpPr/>
          <p:nvPr/>
        </p:nvGrpSpPr>
        <p:grpSpPr>
          <a:xfrm>
            <a:off x="2819750" y="881249"/>
            <a:ext cx="4233425" cy="3845426"/>
            <a:chOff x="2819750" y="881249"/>
            <a:chExt cx="4233425" cy="3845426"/>
          </a:xfrm>
        </p:grpSpPr>
        <p:sp>
          <p:nvSpPr>
            <p:cNvPr id="878" name="Google Shape;878;p69"/>
            <p:cNvSpPr/>
            <p:nvPr/>
          </p:nvSpPr>
          <p:spPr>
            <a:xfrm>
              <a:off x="3486050" y="2846500"/>
              <a:ext cx="189175" cy="1513325"/>
            </a:xfrm>
            <a:custGeom>
              <a:rect b="b" l="l" r="r" t="t"/>
              <a:pathLst>
                <a:path extrusionOk="0" h="60533" w="7567">
                  <a:moveTo>
                    <a:pt x="0" y="0"/>
                  </a:moveTo>
                  <a:cubicBezTo>
                    <a:pt x="1261" y="10089"/>
                    <a:pt x="6306" y="50444"/>
                    <a:pt x="7567" y="60533"/>
                  </a:cubicBezTo>
                </a:path>
              </a:pathLst>
            </a:custGeom>
            <a:noFill/>
            <a:ln cap="flat" cmpd="sng" w="9525">
              <a:solidFill>
                <a:schemeClr val="dk2"/>
              </a:solidFill>
              <a:prstDash val="solid"/>
              <a:round/>
              <a:headEnd len="med" w="med" type="none"/>
              <a:tailEnd len="med" w="med" type="none"/>
            </a:ln>
          </p:spPr>
        </p:sp>
        <p:sp>
          <p:nvSpPr>
            <p:cNvPr id="879" name="Google Shape;879;p69"/>
            <p:cNvSpPr/>
            <p:nvPr/>
          </p:nvSpPr>
          <p:spPr>
            <a:xfrm>
              <a:off x="3981475" y="1558375"/>
              <a:ext cx="693625" cy="198150"/>
            </a:xfrm>
            <a:custGeom>
              <a:rect b="b" l="l" r="r" t="t"/>
              <a:pathLst>
                <a:path extrusionOk="0" h="7926" w="27745">
                  <a:moveTo>
                    <a:pt x="27745" y="0"/>
                  </a:moveTo>
                  <a:cubicBezTo>
                    <a:pt x="23121" y="1321"/>
                    <a:pt x="4624" y="6605"/>
                    <a:pt x="0" y="7926"/>
                  </a:cubicBezTo>
                </a:path>
              </a:pathLst>
            </a:custGeom>
            <a:noFill/>
            <a:ln cap="flat" cmpd="sng" w="9525">
              <a:solidFill>
                <a:schemeClr val="dk2"/>
              </a:solidFill>
              <a:prstDash val="solid"/>
              <a:round/>
              <a:headEnd len="med" w="med" type="none"/>
              <a:tailEnd len="med" w="med" type="none"/>
            </a:ln>
          </p:spPr>
        </p:sp>
        <p:sp>
          <p:nvSpPr>
            <p:cNvPr id="880" name="Google Shape;880;p69"/>
            <p:cNvSpPr/>
            <p:nvPr/>
          </p:nvSpPr>
          <p:spPr>
            <a:xfrm>
              <a:off x="3332925" y="1342175"/>
              <a:ext cx="648550" cy="414350"/>
            </a:xfrm>
            <a:custGeom>
              <a:rect b="b" l="l" r="r" t="t"/>
              <a:pathLst>
                <a:path extrusionOk="0" h="16574" w="25942">
                  <a:moveTo>
                    <a:pt x="0" y="0"/>
                  </a:moveTo>
                  <a:cubicBezTo>
                    <a:pt x="4324" y="2762"/>
                    <a:pt x="21618" y="13812"/>
                    <a:pt x="25942" y="16574"/>
                  </a:cubicBezTo>
                </a:path>
              </a:pathLst>
            </a:custGeom>
            <a:noFill/>
            <a:ln cap="flat" cmpd="sng" w="9525">
              <a:solidFill>
                <a:schemeClr val="dk2"/>
              </a:solidFill>
              <a:prstDash val="solid"/>
              <a:round/>
              <a:headEnd len="med" w="med" type="none"/>
              <a:tailEnd len="med" w="med" type="none"/>
            </a:ln>
          </p:spPr>
        </p:sp>
        <p:sp>
          <p:nvSpPr>
            <p:cNvPr id="881" name="Google Shape;881;p69"/>
            <p:cNvSpPr/>
            <p:nvPr/>
          </p:nvSpPr>
          <p:spPr>
            <a:xfrm>
              <a:off x="4675100" y="1044925"/>
              <a:ext cx="45025" cy="531450"/>
            </a:xfrm>
            <a:custGeom>
              <a:rect b="b" l="l" r="r" t="t"/>
              <a:pathLst>
                <a:path extrusionOk="0" h="21258" w="1801">
                  <a:moveTo>
                    <a:pt x="1801" y="0"/>
                  </a:moveTo>
                  <a:cubicBezTo>
                    <a:pt x="1501" y="3543"/>
                    <a:pt x="300" y="17715"/>
                    <a:pt x="0" y="21258"/>
                  </a:cubicBezTo>
                </a:path>
              </a:pathLst>
            </a:custGeom>
            <a:noFill/>
            <a:ln cap="flat" cmpd="sng" w="9525">
              <a:solidFill>
                <a:schemeClr val="dk2"/>
              </a:solidFill>
              <a:prstDash val="solid"/>
              <a:round/>
              <a:headEnd len="med" w="med" type="none"/>
              <a:tailEnd len="med" w="med" type="none"/>
            </a:ln>
          </p:spPr>
        </p:sp>
        <p:sp>
          <p:nvSpPr>
            <p:cNvPr id="882" name="Google Shape;882;p69"/>
            <p:cNvSpPr/>
            <p:nvPr/>
          </p:nvSpPr>
          <p:spPr>
            <a:xfrm>
              <a:off x="3999500" y="1053925"/>
              <a:ext cx="729625" cy="711625"/>
            </a:xfrm>
            <a:custGeom>
              <a:rect b="b" l="l" r="r" t="t"/>
              <a:pathLst>
                <a:path extrusionOk="0" h="28465" w="29185">
                  <a:moveTo>
                    <a:pt x="29185" y="0"/>
                  </a:moveTo>
                  <a:cubicBezTo>
                    <a:pt x="24321" y="4744"/>
                    <a:pt x="4864" y="23721"/>
                    <a:pt x="0" y="28465"/>
                  </a:cubicBezTo>
                </a:path>
              </a:pathLst>
            </a:custGeom>
            <a:noFill/>
            <a:ln cap="flat" cmpd="sng" w="9525">
              <a:solidFill>
                <a:schemeClr val="dk2"/>
              </a:solidFill>
              <a:prstDash val="solid"/>
              <a:round/>
              <a:headEnd len="med" w="med" type="none"/>
              <a:tailEnd len="med" w="med" type="none"/>
            </a:ln>
          </p:spPr>
        </p:sp>
        <p:sp>
          <p:nvSpPr>
            <p:cNvPr id="883" name="Google Shape;883;p69"/>
            <p:cNvSpPr/>
            <p:nvPr/>
          </p:nvSpPr>
          <p:spPr>
            <a:xfrm>
              <a:off x="3693225" y="1756525"/>
              <a:ext cx="315275" cy="342300"/>
            </a:xfrm>
            <a:custGeom>
              <a:rect b="b" l="l" r="r" t="t"/>
              <a:pathLst>
                <a:path extrusionOk="0" h="13692" w="12611">
                  <a:moveTo>
                    <a:pt x="0" y="13692"/>
                  </a:moveTo>
                  <a:cubicBezTo>
                    <a:pt x="2102" y="11410"/>
                    <a:pt x="10509" y="2282"/>
                    <a:pt x="12611" y="0"/>
                  </a:cubicBezTo>
                </a:path>
              </a:pathLst>
            </a:custGeom>
            <a:noFill/>
            <a:ln cap="flat" cmpd="sng" w="9525">
              <a:solidFill>
                <a:schemeClr val="dk2"/>
              </a:solidFill>
              <a:prstDash val="solid"/>
              <a:round/>
              <a:headEnd len="med" w="med" type="none"/>
              <a:tailEnd len="med" w="med" type="none"/>
            </a:ln>
          </p:spPr>
        </p:sp>
        <p:sp>
          <p:nvSpPr>
            <p:cNvPr id="884" name="Google Shape;884;p69"/>
            <p:cNvSpPr/>
            <p:nvPr/>
          </p:nvSpPr>
          <p:spPr>
            <a:xfrm>
              <a:off x="3486050" y="2098825"/>
              <a:ext cx="207175" cy="306275"/>
            </a:xfrm>
            <a:custGeom>
              <a:rect b="b" l="l" r="r" t="t"/>
              <a:pathLst>
                <a:path extrusionOk="0" h="12251" w="8287">
                  <a:moveTo>
                    <a:pt x="0" y="12251"/>
                  </a:moveTo>
                  <a:cubicBezTo>
                    <a:pt x="1381" y="10209"/>
                    <a:pt x="6906" y="2042"/>
                    <a:pt x="8287" y="0"/>
                  </a:cubicBezTo>
                </a:path>
              </a:pathLst>
            </a:custGeom>
            <a:noFill/>
            <a:ln cap="flat" cmpd="sng" w="9525">
              <a:solidFill>
                <a:schemeClr val="dk2"/>
              </a:solidFill>
              <a:prstDash val="solid"/>
              <a:round/>
              <a:headEnd len="med" w="med" type="none"/>
              <a:tailEnd len="med" w="med" type="none"/>
            </a:ln>
          </p:spPr>
        </p:sp>
        <p:sp>
          <p:nvSpPr>
            <p:cNvPr id="885" name="Google Shape;885;p69"/>
            <p:cNvSpPr/>
            <p:nvPr/>
          </p:nvSpPr>
          <p:spPr>
            <a:xfrm>
              <a:off x="3486050" y="2423125"/>
              <a:ext cx="9000" cy="432375"/>
            </a:xfrm>
            <a:custGeom>
              <a:rect b="b" l="l" r="r" t="t"/>
              <a:pathLst>
                <a:path extrusionOk="0" h="17295" w="360">
                  <a:moveTo>
                    <a:pt x="360" y="17295"/>
                  </a:moveTo>
                  <a:cubicBezTo>
                    <a:pt x="300" y="14413"/>
                    <a:pt x="60" y="2883"/>
                    <a:pt x="0" y="0"/>
                  </a:cubicBezTo>
                </a:path>
              </a:pathLst>
            </a:custGeom>
            <a:noFill/>
            <a:ln cap="flat" cmpd="sng" w="9525">
              <a:solidFill>
                <a:schemeClr val="dk2"/>
              </a:solidFill>
              <a:prstDash val="solid"/>
              <a:round/>
              <a:headEnd len="med" w="med" type="none"/>
              <a:tailEnd len="med" w="med" type="none"/>
            </a:ln>
          </p:spPr>
        </p:sp>
        <p:sp>
          <p:nvSpPr>
            <p:cNvPr id="886" name="Google Shape;886;p69"/>
            <p:cNvSpPr/>
            <p:nvPr/>
          </p:nvSpPr>
          <p:spPr>
            <a:xfrm>
              <a:off x="4026525" y="1747525"/>
              <a:ext cx="1684475" cy="279250"/>
            </a:xfrm>
            <a:custGeom>
              <a:rect b="b" l="l" r="r" t="t"/>
              <a:pathLst>
                <a:path extrusionOk="0" h="11170" w="67379">
                  <a:moveTo>
                    <a:pt x="0" y="0"/>
                  </a:moveTo>
                  <a:cubicBezTo>
                    <a:pt x="11230" y="1862"/>
                    <a:pt x="56149" y="9308"/>
                    <a:pt x="67379" y="11170"/>
                  </a:cubicBezTo>
                </a:path>
              </a:pathLst>
            </a:custGeom>
            <a:noFill/>
            <a:ln cap="flat" cmpd="sng" w="9525">
              <a:solidFill>
                <a:schemeClr val="dk2"/>
              </a:solidFill>
              <a:prstDash val="solid"/>
              <a:round/>
              <a:headEnd len="med" w="med" type="none"/>
              <a:tailEnd len="med" w="med" type="none"/>
            </a:ln>
          </p:spPr>
        </p:sp>
        <p:sp>
          <p:nvSpPr>
            <p:cNvPr id="887" name="Google Shape;887;p69"/>
            <p:cNvSpPr/>
            <p:nvPr/>
          </p:nvSpPr>
          <p:spPr>
            <a:xfrm>
              <a:off x="4485925" y="2351050"/>
              <a:ext cx="234200" cy="234200"/>
            </a:xfrm>
            <a:custGeom>
              <a:rect b="b" l="l" r="r" t="t"/>
              <a:pathLst>
                <a:path extrusionOk="0" h="9368" w="9368">
                  <a:moveTo>
                    <a:pt x="9368" y="0"/>
                  </a:moveTo>
                  <a:cubicBezTo>
                    <a:pt x="7807" y="1561"/>
                    <a:pt x="1561" y="7807"/>
                    <a:pt x="0" y="9368"/>
                  </a:cubicBezTo>
                </a:path>
              </a:pathLst>
            </a:custGeom>
            <a:noFill/>
            <a:ln cap="flat" cmpd="sng" w="9525">
              <a:solidFill>
                <a:schemeClr val="dk2"/>
              </a:solidFill>
              <a:prstDash val="solid"/>
              <a:round/>
              <a:headEnd len="med" w="med" type="none"/>
              <a:tailEnd len="med" w="med" type="none"/>
            </a:ln>
          </p:spPr>
        </p:sp>
        <p:sp>
          <p:nvSpPr>
            <p:cNvPr id="888" name="Google Shape;888;p69"/>
            <p:cNvSpPr/>
            <p:nvPr/>
          </p:nvSpPr>
          <p:spPr>
            <a:xfrm>
              <a:off x="4476925" y="2576250"/>
              <a:ext cx="18000" cy="333300"/>
            </a:xfrm>
            <a:custGeom>
              <a:rect b="b" l="l" r="r" t="t"/>
              <a:pathLst>
                <a:path extrusionOk="0" h="13332" w="720">
                  <a:moveTo>
                    <a:pt x="0" y="0"/>
                  </a:moveTo>
                  <a:cubicBezTo>
                    <a:pt x="120" y="2222"/>
                    <a:pt x="600" y="11110"/>
                    <a:pt x="720" y="13332"/>
                  </a:cubicBezTo>
                </a:path>
              </a:pathLst>
            </a:custGeom>
            <a:noFill/>
            <a:ln cap="flat" cmpd="sng" w="9525">
              <a:solidFill>
                <a:schemeClr val="dk2"/>
              </a:solidFill>
              <a:prstDash val="solid"/>
              <a:round/>
              <a:headEnd len="med" w="med" type="none"/>
              <a:tailEnd len="med" w="med" type="none"/>
            </a:ln>
          </p:spPr>
        </p:sp>
        <p:sp>
          <p:nvSpPr>
            <p:cNvPr id="889" name="Google Shape;889;p69"/>
            <p:cNvSpPr/>
            <p:nvPr/>
          </p:nvSpPr>
          <p:spPr>
            <a:xfrm>
              <a:off x="3495050" y="2855500"/>
              <a:ext cx="1026900" cy="54050"/>
            </a:xfrm>
            <a:custGeom>
              <a:rect b="b" l="l" r="r" t="t"/>
              <a:pathLst>
                <a:path extrusionOk="0" h="2162" w="41076">
                  <a:moveTo>
                    <a:pt x="0" y="0"/>
                  </a:moveTo>
                  <a:cubicBezTo>
                    <a:pt x="6846" y="360"/>
                    <a:pt x="34230" y="1802"/>
                    <a:pt x="41076" y="2162"/>
                  </a:cubicBezTo>
                </a:path>
              </a:pathLst>
            </a:custGeom>
            <a:noFill/>
            <a:ln cap="flat" cmpd="sng" w="9525">
              <a:solidFill>
                <a:schemeClr val="dk2"/>
              </a:solidFill>
              <a:prstDash val="solid"/>
              <a:round/>
              <a:headEnd len="med" w="med" type="none"/>
              <a:tailEnd len="med" w="med" type="none"/>
            </a:ln>
          </p:spPr>
        </p:sp>
        <p:sp>
          <p:nvSpPr>
            <p:cNvPr id="890" name="Google Shape;890;p69"/>
            <p:cNvSpPr/>
            <p:nvPr/>
          </p:nvSpPr>
          <p:spPr>
            <a:xfrm>
              <a:off x="3990500" y="1765550"/>
              <a:ext cx="486425" cy="828725"/>
            </a:xfrm>
            <a:custGeom>
              <a:rect b="b" l="l" r="r" t="t"/>
              <a:pathLst>
                <a:path extrusionOk="0" h="33149" w="19457">
                  <a:moveTo>
                    <a:pt x="0" y="0"/>
                  </a:moveTo>
                  <a:cubicBezTo>
                    <a:pt x="3243" y="5525"/>
                    <a:pt x="16214" y="27624"/>
                    <a:pt x="19457" y="33149"/>
                  </a:cubicBezTo>
                </a:path>
              </a:pathLst>
            </a:custGeom>
            <a:noFill/>
            <a:ln cap="flat" cmpd="sng" w="9525">
              <a:solidFill>
                <a:schemeClr val="dk2"/>
              </a:solidFill>
              <a:prstDash val="solid"/>
              <a:round/>
              <a:headEnd len="med" w="med" type="none"/>
              <a:tailEnd len="med" w="med" type="none"/>
            </a:ln>
          </p:spPr>
        </p:sp>
        <p:sp>
          <p:nvSpPr>
            <p:cNvPr id="891" name="Google Shape;891;p69"/>
            <p:cNvSpPr/>
            <p:nvPr/>
          </p:nvSpPr>
          <p:spPr>
            <a:xfrm>
              <a:off x="4738150" y="2035775"/>
              <a:ext cx="963850" cy="306275"/>
            </a:xfrm>
            <a:custGeom>
              <a:rect b="b" l="l" r="r" t="t"/>
              <a:pathLst>
                <a:path extrusionOk="0" h="12251" w="38554">
                  <a:moveTo>
                    <a:pt x="0" y="12251"/>
                  </a:moveTo>
                  <a:cubicBezTo>
                    <a:pt x="6426" y="10209"/>
                    <a:pt x="32128" y="2042"/>
                    <a:pt x="38554" y="0"/>
                  </a:cubicBezTo>
                </a:path>
              </a:pathLst>
            </a:custGeom>
            <a:noFill/>
            <a:ln cap="flat" cmpd="sng" w="9525">
              <a:solidFill>
                <a:schemeClr val="dk2"/>
              </a:solidFill>
              <a:prstDash val="solid"/>
              <a:round/>
              <a:headEnd len="med" w="med" type="none"/>
              <a:tailEnd len="med" w="med" type="none"/>
            </a:ln>
          </p:spPr>
        </p:sp>
        <p:sp>
          <p:nvSpPr>
            <p:cNvPr id="892" name="Google Shape;892;p69"/>
            <p:cNvSpPr/>
            <p:nvPr/>
          </p:nvSpPr>
          <p:spPr>
            <a:xfrm>
              <a:off x="3675225" y="4332800"/>
              <a:ext cx="1044900" cy="18000"/>
            </a:xfrm>
            <a:custGeom>
              <a:rect b="b" l="l" r="r" t="t"/>
              <a:pathLst>
                <a:path extrusionOk="0" h="720" w="41796">
                  <a:moveTo>
                    <a:pt x="0" y="720"/>
                  </a:moveTo>
                  <a:cubicBezTo>
                    <a:pt x="6966" y="600"/>
                    <a:pt x="34830" y="120"/>
                    <a:pt x="41796" y="0"/>
                  </a:cubicBezTo>
                </a:path>
              </a:pathLst>
            </a:custGeom>
            <a:noFill/>
            <a:ln cap="flat" cmpd="sng" w="9525">
              <a:solidFill>
                <a:schemeClr val="dk2"/>
              </a:solidFill>
              <a:prstDash val="solid"/>
              <a:round/>
              <a:headEnd len="med" w="med" type="none"/>
              <a:tailEnd len="med" w="med" type="none"/>
            </a:ln>
          </p:spPr>
        </p:sp>
        <p:sp>
          <p:nvSpPr>
            <p:cNvPr id="893" name="Google Shape;893;p69"/>
            <p:cNvSpPr/>
            <p:nvPr/>
          </p:nvSpPr>
          <p:spPr>
            <a:xfrm>
              <a:off x="4720125" y="4062550"/>
              <a:ext cx="702625" cy="270250"/>
            </a:xfrm>
            <a:custGeom>
              <a:rect b="b" l="l" r="r" t="t"/>
              <a:pathLst>
                <a:path extrusionOk="0" h="10810" w="28105">
                  <a:moveTo>
                    <a:pt x="28105" y="0"/>
                  </a:moveTo>
                  <a:cubicBezTo>
                    <a:pt x="23421" y="1802"/>
                    <a:pt x="4684" y="9008"/>
                    <a:pt x="0" y="10810"/>
                  </a:cubicBezTo>
                </a:path>
              </a:pathLst>
            </a:custGeom>
            <a:noFill/>
            <a:ln cap="flat" cmpd="sng" w="9525">
              <a:solidFill>
                <a:schemeClr val="dk2"/>
              </a:solidFill>
              <a:prstDash val="solid"/>
              <a:round/>
              <a:headEnd len="med" w="med" type="none"/>
              <a:tailEnd len="med" w="med" type="none"/>
            </a:ln>
          </p:spPr>
        </p:sp>
        <p:sp>
          <p:nvSpPr>
            <p:cNvPr id="894" name="Google Shape;894;p69"/>
            <p:cNvSpPr/>
            <p:nvPr/>
          </p:nvSpPr>
          <p:spPr>
            <a:xfrm>
              <a:off x="5440750" y="4044550"/>
              <a:ext cx="648575" cy="18000"/>
            </a:xfrm>
            <a:custGeom>
              <a:rect b="b" l="l" r="r" t="t"/>
              <a:pathLst>
                <a:path extrusionOk="0" h="720" w="25943">
                  <a:moveTo>
                    <a:pt x="25943" y="720"/>
                  </a:moveTo>
                  <a:cubicBezTo>
                    <a:pt x="21619" y="600"/>
                    <a:pt x="4324" y="120"/>
                    <a:pt x="0" y="0"/>
                  </a:cubicBezTo>
                </a:path>
              </a:pathLst>
            </a:custGeom>
            <a:noFill/>
            <a:ln cap="flat" cmpd="sng" w="9525">
              <a:solidFill>
                <a:schemeClr val="dk2"/>
              </a:solidFill>
              <a:prstDash val="solid"/>
              <a:round/>
              <a:headEnd len="med" w="med" type="none"/>
              <a:tailEnd len="med" w="med" type="none"/>
            </a:ln>
          </p:spPr>
        </p:sp>
        <p:sp>
          <p:nvSpPr>
            <p:cNvPr id="895" name="Google Shape;895;p69"/>
            <p:cNvSpPr/>
            <p:nvPr/>
          </p:nvSpPr>
          <p:spPr>
            <a:xfrm>
              <a:off x="5972225" y="3531100"/>
              <a:ext cx="126100" cy="522450"/>
            </a:xfrm>
            <a:custGeom>
              <a:rect b="b" l="l" r="r" t="t"/>
              <a:pathLst>
                <a:path extrusionOk="0" h="20898" w="5044">
                  <a:moveTo>
                    <a:pt x="0" y="0"/>
                  </a:moveTo>
                  <a:cubicBezTo>
                    <a:pt x="841" y="3483"/>
                    <a:pt x="4203" y="17415"/>
                    <a:pt x="5044" y="20898"/>
                  </a:cubicBezTo>
                </a:path>
              </a:pathLst>
            </a:custGeom>
            <a:noFill/>
            <a:ln cap="flat" cmpd="sng" w="9525">
              <a:solidFill>
                <a:schemeClr val="dk2"/>
              </a:solidFill>
              <a:prstDash val="solid"/>
              <a:round/>
              <a:headEnd len="med" w="med" type="none"/>
              <a:tailEnd len="med" w="med" type="none"/>
            </a:ln>
          </p:spPr>
        </p:sp>
        <p:sp>
          <p:nvSpPr>
            <p:cNvPr id="896" name="Google Shape;896;p69"/>
            <p:cNvSpPr/>
            <p:nvPr/>
          </p:nvSpPr>
          <p:spPr>
            <a:xfrm>
              <a:off x="5990250" y="3242825"/>
              <a:ext cx="351300" cy="279250"/>
            </a:xfrm>
            <a:custGeom>
              <a:rect b="b" l="l" r="r" t="t"/>
              <a:pathLst>
                <a:path extrusionOk="0" h="11170" w="14052">
                  <a:moveTo>
                    <a:pt x="14052" y="0"/>
                  </a:moveTo>
                  <a:cubicBezTo>
                    <a:pt x="11710" y="1862"/>
                    <a:pt x="2342" y="9308"/>
                    <a:pt x="0" y="11170"/>
                  </a:cubicBezTo>
                </a:path>
              </a:pathLst>
            </a:custGeom>
            <a:noFill/>
            <a:ln cap="flat" cmpd="sng" w="9525">
              <a:solidFill>
                <a:schemeClr val="dk2"/>
              </a:solidFill>
              <a:prstDash val="solid"/>
              <a:round/>
              <a:headEnd len="med" w="med" type="none"/>
              <a:tailEnd len="med" w="med" type="none"/>
            </a:ln>
          </p:spPr>
        </p:sp>
        <p:sp>
          <p:nvSpPr>
            <p:cNvPr id="897" name="Google Shape;897;p69"/>
            <p:cNvSpPr/>
            <p:nvPr/>
          </p:nvSpPr>
          <p:spPr>
            <a:xfrm>
              <a:off x="5792075" y="2927550"/>
              <a:ext cx="558475" cy="324300"/>
            </a:xfrm>
            <a:custGeom>
              <a:rect b="b" l="l" r="r" t="t"/>
              <a:pathLst>
                <a:path extrusionOk="0" h="12972" w="22339">
                  <a:moveTo>
                    <a:pt x="0" y="0"/>
                  </a:moveTo>
                  <a:cubicBezTo>
                    <a:pt x="3723" y="2162"/>
                    <a:pt x="18616" y="10810"/>
                    <a:pt x="22339" y="12972"/>
                  </a:cubicBezTo>
                </a:path>
              </a:pathLst>
            </a:custGeom>
            <a:noFill/>
            <a:ln cap="flat" cmpd="sng" w="9525">
              <a:solidFill>
                <a:schemeClr val="dk2"/>
              </a:solidFill>
              <a:prstDash val="solid"/>
              <a:round/>
              <a:headEnd len="med" w="med" type="none"/>
              <a:tailEnd len="med" w="med" type="none"/>
            </a:ln>
          </p:spPr>
        </p:sp>
        <p:sp>
          <p:nvSpPr>
            <p:cNvPr id="898" name="Google Shape;898;p69"/>
            <p:cNvSpPr/>
            <p:nvPr/>
          </p:nvSpPr>
          <p:spPr>
            <a:xfrm>
              <a:off x="4494925" y="2585250"/>
              <a:ext cx="1297150" cy="360325"/>
            </a:xfrm>
            <a:custGeom>
              <a:rect b="b" l="l" r="r" t="t"/>
              <a:pathLst>
                <a:path extrusionOk="0" h="14413" w="51886">
                  <a:moveTo>
                    <a:pt x="0" y="0"/>
                  </a:moveTo>
                  <a:cubicBezTo>
                    <a:pt x="8648" y="2402"/>
                    <a:pt x="43238" y="12011"/>
                    <a:pt x="51886" y="14413"/>
                  </a:cubicBezTo>
                </a:path>
              </a:pathLst>
            </a:custGeom>
            <a:noFill/>
            <a:ln cap="flat" cmpd="sng" w="9525">
              <a:solidFill>
                <a:schemeClr val="dk2"/>
              </a:solidFill>
              <a:prstDash val="solid"/>
              <a:round/>
              <a:headEnd len="med" w="med" type="none"/>
              <a:tailEnd len="med" w="med" type="none"/>
            </a:ln>
          </p:spPr>
        </p:sp>
        <p:sp>
          <p:nvSpPr>
            <p:cNvPr id="899" name="Google Shape;899;p69"/>
            <p:cNvSpPr/>
            <p:nvPr/>
          </p:nvSpPr>
          <p:spPr>
            <a:xfrm>
              <a:off x="4467900" y="2900550"/>
              <a:ext cx="117100" cy="927800"/>
            </a:xfrm>
            <a:custGeom>
              <a:rect b="b" l="l" r="r" t="t"/>
              <a:pathLst>
                <a:path extrusionOk="0" h="37112" w="4684">
                  <a:moveTo>
                    <a:pt x="0" y="0"/>
                  </a:moveTo>
                  <a:cubicBezTo>
                    <a:pt x="781" y="6185"/>
                    <a:pt x="3903" y="30927"/>
                    <a:pt x="4684" y="37112"/>
                  </a:cubicBezTo>
                </a:path>
              </a:pathLst>
            </a:custGeom>
            <a:noFill/>
            <a:ln cap="flat" cmpd="sng" w="9525">
              <a:solidFill>
                <a:schemeClr val="dk2"/>
              </a:solidFill>
              <a:prstDash val="solid"/>
              <a:round/>
              <a:headEnd len="med" w="med" type="none"/>
              <a:tailEnd len="med" w="med" type="none"/>
            </a:ln>
          </p:spPr>
        </p:sp>
        <p:sp>
          <p:nvSpPr>
            <p:cNvPr id="900" name="Google Shape;900;p69"/>
            <p:cNvSpPr/>
            <p:nvPr/>
          </p:nvSpPr>
          <p:spPr>
            <a:xfrm>
              <a:off x="4576000" y="3792325"/>
              <a:ext cx="135125" cy="558475"/>
            </a:xfrm>
            <a:custGeom>
              <a:rect b="b" l="l" r="r" t="t"/>
              <a:pathLst>
                <a:path extrusionOk="0" h="22339" w="5405">
                  <a:moveTo>
                    <a:pt x="0" y="0"/>
                  </a:moveTo>
                  <a:cubicBezTo>
                    <a:pt x="901" y="3723"/>
                    <a:pt x="4504" y="18616"/>
                    <a:pt x="5405" y="22339"/>
                  </a:cubicBezTo>
                </a:path>
              </a:pathLst>
            </a:custGeom>
            <a:noFill/>
            <a:ln cap="flat" cmpd="sng" w="9525">
              <a:solidFill>
                <a:schemeClr val="dk2"/>
              </a:solidFill>
              <a:prstDash val="solid"/>
              <a:round/>
              <a:headEnd len="med" w="med" type="none"/>
              <a:tailEnd len="med" w="med" type="none"/>
            </a:ln>
          </p:spPr>
        </p:sp>
        <p:sp>
          <p:nvSpPr>
            <p:cNvPr id="901" name="Google Shape;901;p69"/>
            <p:cNvSpPr/>
            <p:nvPr/>
          </p:nvSpPr>
          <p:spPr>
            <a:xfrm>
              <a:off x="4089575" y="3675225"/>
              <a:ext cx="504450" cy="108075"/>
            </a:xfrm>
            <a:custGeom>
              <a:rect b="b" l="l" r="r" t="t"/>
              <a:pathLst>
                <a:path extrusionOk="0" h="4323" w="20178">
                  <a:moveTo>
                    <a:pt x="20178" y="4323"/>
                  </a:moveTo>
                  <a:cubicBezTo>
                    <a:pt x="16815" y="3603"/>
                    <a:pt x="3363" y="721"/>
                    <a:pt x="0" y="0"/>
                  </a:cubicBezTo>
                </a:path>
              </a:pathLst>
            </a:custGeom>
            <a:noFill/>
            <a:ln cap="flat" cmpd="sng" w="9525">
              <a:solidFill>
                <a:schemeClr val="dk2"/>
              </a:solidFill>
              <a:prstDash val="solid"/>
              <a:round/>
              <a:headEnd len="med" w="med" type="none"/>
              <a:tailEnd len="med" w="med" type="none"/>
            </a:ln>
          </p:spPr>
        </p:sp>
        <p:sp>
          <p:nvSpPr>
            <p:cNvPr id="902" name="Google Shape;902;p69"/>
            <p:cNvSpPr/>
            <p:nvPr/>
          </p:nvSpPr>
          <p:spPr>
            <a:xfrm>
              <a:off x="4503950" y="2900550"/>
              <a:ext cx="513450" cy="405350"/>
            </a:xfrm>
            <a:custGeom>
              <a:rect b="b" l="l" r="r" t="t"/>
              <a:pathLst>
                <a:path extrusionOk="0" h="16214" w="20538">
                  <a:moveTo>
                    <a:pt x="0" y="0"/>
                  </a:moveTo>
                  <a:cubicBezTo>
                    <a:pt x="3423" y="2702"/>
                    <a:pt x="17115" y="13512"/>
                    <a:pt x="20538" y="16214"/>
                  </a:cubicBezTo>
                </a:path>
              </a:pathLst>
            </a:custGeom>
            <a:noFill/>
            <a:ln cap="flat" cmpd="sng" w="9525">
              <a:solidFill>
                <a:schemeClr val="dk2"/>
              </a:solidFill>
              <a:prstDash val="solid"/>
              <a:round/>
              <a:headEnd len="med" w="med" type="none"/>
              <a:tailEnd len="med" w="med" type="none"/>
            </a:ln>
          </p:spPr>
        </p:sp>
        <p:sp>
          <p:nvSpPr>
            <p:cNvPr id="903" name="Google Shape;903;p69"/>
            <p:cNvSpPr/>
            <p:nvPr/>
          </p:nvSpPr>
          <p:spPr>
            <a:xfrm>
              <a:off x="5044425" y="3305900"/>
              <a:ext cx="927800" cy="261225"/>
            </a:xfrm>
            <a:custGeom>
              <a:rect b="b" l="l" r="r" t="t"/>
              <a:pathLst>
                <a:path extrusionOk="0" h="10449" w="37112">
                  <a:moveTo>
                    <a:pt x="0" y="0"/>
                  </a:moveTo>
                  <a:cubicBezTo>
                    <a:pt x="6185" y="1742"/>
                    <a:pt x="30927" y="8708"/>
                    <a:pt x="37112" y="10449"/>
                  </a:cubicBezTo>
                </a:path>
              </a:pathLst>
            </a:custGeom>
            <a:noFill/>
            <a:ln cap="flat" cmpd="sng" w="9525">
              <a:solidFill>
                <a:schemeClr val="dk2"/>
              </a:solidFill>
              <a:prstDash val="solid"/>
              <a:round/>
              <a:headEnd len="med" w="med" type="none"/>
              <a:tailEnd len="med" w="med" type="none"/>
            </a:ln>
          </p:spPr>
        </p:sp>
        <p:sp>
          <p:nvSpPr>
            <p:cNvPr id="904" name="Google Shape;904;p69"/>
            <p:cNvSpPr/>
            <p:nvPr/>
          </p:nvSpPr>
          <p:spPr>
            <a:xfrm>
              <a:off x="3486050" y="2837475"/>
              <a:ext cx="639550" cy="882775"/>
            </a:xfrm>
            <a:custGeom>
              <a:rect b="b" l="l" r="r" t="t"/>
              <a:pathLst>
                <a:path extrusionOk="0" h="35311" w="25582">
                  <a:moveTo>
                    <a:pt x="0" y="0"/>
                  </a:moveTo>
                  <a:cubicBezTo>
                    <a:pt x="4264" y="5885"/>
                    <a:pt x="21318" y="29426"/>
                    <a:pt x="25582" y="35311"/>
                  </a:cubicBezTo>
                </a:path>
              </a:pathLst>
            </a:custGeom>
            <a:noFill/>
            <a:ln cap="flat" cmpd="sng" w="9525">
              <a:solidFill>
                <a:schemeClr val="dk2"/>
              </a:solidFill>
              <a:prstDash val="solid"/>
              <a:round/>
              <a:headEnd len="med" w="med" type="none"/>
              <a:tailEnd len="med" w="med" type="none"/>
            </a:ln>
          </p:spPr>
        </p:sp>
        <p:sp>
          <p:nvSpPr>
            <p:cNvPr id="905" name="Google Shape;905;p69"/>
            <p:cNvSpPr/>
            <p:nvPr/>
          </p:nvSpPr>
          <p:spPr>
            <a:xfrm>
              <a:off x="5711000" y="2035775"/>
              <a:ext cx="54050" cy="891775"/>
            </a:xfrm>
            <a:custGeom>
              <a:rect b="b" l="l" r="r" t="t"/>
              <a:pathLst>
                <a:path extrusionOk="0" h="35671" w="2162">
                  <a:moveTo>
                    <a:pt x="0" y="0"/>
                  </a:moveTo>
                  <a:cubicBezTo>
                    <a:pt x="360" y="5945"/>
                    <a:pt x="1802" y="29726"/>
                    <a:pt x="2162" y="35671"/>
                  </a:cubicBezTo>
                </a:path>
              </a:pathLst>
            </a:custGeom>
            <a:noFill/>
            <a:ln cap="flat" cmpd="sng" w="9525">
              <a:solidFill>
                <a:schemeClr val="dk2"/>
              </a:solidFill>
              <a:prstDash val="solid"/>
              <a:round/>
              <a:headEnd len="med" w="med" type="none"/>
              <a:tailEnd len="med" w="med" type="none"/>
            </a:ln>
          </p:spPr>
        </p:sp>
        <p:sp>
          <p:nvSpPr>
            <p:cNvPr id="906" name="Google Shape;906;p69"/>
            <p:cNvSpPr/>
            <p:nvPr/>
          </p:nvSpPr>
          <p:spPr>
            <a:xfrm>
              <a:off x="3240434" y="1232618"/>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69"/>
            <p:cNvSpPr/>
            <p:nvPr/>
          </p:nvSpPr>
          <p:spPr>
            <a:xfrm>
              <a:off x="3392100" y="22945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69"/>
            <p:cNvSpPr/>
            <p:nvPr/>
          </p:nvSpPr>
          <p:spPr>
            <a:xfrm>
              <a:off x="3392100" y="2751748"/>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69"/>
            <p:cNvSpPr/>
            <p:nvPr/>
          </p:nvSpPr>
          <p:spPr>
            <a:xfrm>
              <a:off x="5667425" y="2829223"/>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69"/>
            <p:cNvSpPr/>
            <p:nvPr/>
          </p:nvSpPr>
          <p:spPr>
            <a:xfrm>
              <a:off x="4874000" y="3192223"/>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69"/>
            <p:cNvSpPr/>
            <p:nvPr/>
          </p:nvSpPr>
          <p:spPr>
            <a:xfrm>
              <a:off x="6233475" y="3134023"/>
              <a:ext cx="188700" cy="1887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69"/>
            <p:cNvSpPr/>
            <p:nvPr/>
          </p:nvSpPr>
          <p:spPr>
            <a:xfrm>
              <a:off x="5988800" y="3964698"/>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69"/>
            <p:cNvSpPr/>
            <p:nvPr/>
          </p:nvSpPr>
          <p:spPr>
            <a:xfrm>
              <a:off x="5320000" y="3964698"/>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69"/>
            <p:cNvSpPr/>
            <p:nvPr/>
          </p:nvSpPr>
          <p:spPr>
            <a:xfrm>
              <a:off x="4612025" y="4240248"/>
              <a:ext cx="188700" cy="188700"/>
            </a:xfrm>
            <a:prstGeom prst="ellipse">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69"/>
            <p:cNvSpPr/>
            <p:nvPr/>
          </p:nvSpPr>
          <p:spPr>
            <a:xfrm>
              <a:off x="3580800" y="424025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69"/>
            <p:cNvSpPr/>
            <p:nvPr/>
          </p:nvSpPr>
          <p:spPr>
            <a:xfrm>
              <a:off x="4612034" y="936826"/>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69"/>
            <p:cNvSpPr/>
            <p:nvPr/>
          </p:nvSpPr>
          <p:spPr>
            <a:xfrm>
              <a:off x="4566995" y="1470226"/>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69"/>
            <p:cNvSpPr/>
            <p:nvPr/>
          </p:nvSpPr>
          <p:spPr>
            <a:xfrm>
              <a:off x="5589325" y="1914823"/>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69"/>
            <p:cNvSpPr/>
            <p:nvPr/>
          </p:nvSpPr>
          <p:spPr>
            <a:xfrm>
              <a:off x="4612025" y="2258323"/>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69"/>
            <p:cNvSpPr/>
            <p:nvPr/>
          </p:nvSpPr>
          <p:spPr>
            <a:xfrm>
              <a:off x="4378300" y="2477398"/>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69"/>
            <p:cNvSpPr/>
            <p:nvPr/>
          </p:nvSpPr>
          <p:spPr>
            <a:xfrm>
              <a:off x="4378300" y="2792923"/>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69"/>
            <p:cNvSpPr/>
            <p:nvPr/>
          </p:nvSpPr>
          <p:spPr>
            <a:xfrm>
              <a:off x="5856125" y="3424948"/>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69"/>
            <p:cNvSpPr/>
            <p:nvPr/>
          </p:nvSpPr>
          <p:spPr>
            <a:xfrm>
              <a:off x="3988300" y="3576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69"/>
            <p:cNvSpPr/>
            <p:nvPr/>
          </p:nvSpPr>
          <p:spPr>
            <a:xfrm>
              <a:off x="4477650" y="3687623"/>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69"/>
            <p:cNvSpPr/>
            <p:nvPr/>
          </p:nvSpPr>
          <p:spPr>
            <a:xfrm>
              <a:off x="3881195" y="1653787"/>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69"/>
            <p:cNvSpPr/>
            <p:nvPr/>
          </p:nvSpPr>
          <p:spPr>
            <a:xfrm>
              <a:off x="3576395" y="1989748"/>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69"/>
            <p:cNvSpPr txBox="1"/>
            <p:nvPr/>
          </p:nvSpPr>
          <p:spPr>
            <a:xfrm>
              <a:off x="4742550" y="8812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Toccoa</a:t>
              </a:r>
              <a:endParaRPr sz="800"/>
            </a:p>
          </p:txBody>
        </p:sp>
        <p:sp>
          <p:nvSpPr>
            <p:cNvPr id="928" name="Google Shape;928;p69"/>
            <p:cNvSpPr txBox="1"/>
            <p:nvPr/>
          </p:nvSpPr>
          <p:spPr>
            <a:xfrm>
              <a:off x="4688966" y="13905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Athens</a:t>
              </a:r>
              <a:endParaRPr sz="800"/>
            </a:p>
          </p:txBody>
        </p:sp>
        <p:sp>
          <p:nvSpPr>
            <p:cNvPr id="929" name="Google Shape;929;p69"/>
            <p:cNvSpPr txBox="1"/>
            <p:nvPr/>
          </p:nvSpPr>
          <p:spPr>
            <a:xfrm>
              <a:off x="5725609" y="1818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Augusta</a:t>
              </a:r>
              <a:endParaRPr sz="800"/>
            </a:p>
          </p:txBody>
        </p:sp>
        <p:sp>
          <p:nvSpPr>
            <p:cNvPr id="930" name="Google Shape;930;p69"/>
            <p:cNvSpPr txBox="1"/>
            <p:nvPr/>
          </p:nvSpPr>
          <p:spPr>
            <a:xfrm>
              <a:off x="2819751" y="223499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LaGrange</a:t>
              </a:r>
              <a:endParaRPr sz="800"/>
            </a:p>
          </p:txBody>
        </p:sp>
        <p:sp>
          <p:nvSpPr>
            <p:cNvPr id="931" name="Google Shape;931;p69"/>
            <p:cNvSpPr txBox="1"/>
            <p:nvPr/>
          </p:nvSpPr>
          <p:spPr>
            <a:xfrm>
              <a:off x="2819750" y="269232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Columbus</a:t>
              </a:r>
              <a:endParaRPr sz="800"/>
            </a:p>
          </p:txBody>
        </p:sp>
        <p:sp>
          <p:nvSpPr>
            <p:cNvPr id="932" name="Google Shape;932;p69"/>
            <p:cNvSpPr txBox="1"/>
            <p:nvPr/>
          </p:nvSpPr>
          <p:spPr>
            <a:xfrm>
              <a:off x="3566025" y="351257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Albany</a:t>
              </a:r>
              <a:endParaRPr sz="800"/>
            </a:p>
          </p:txBody>
        </p:sp>
        <p:sp>
          <p:nvSpPr>
            <p:cNvPr id="933" name="Google Shape;933;p69"/>
            <p:cNvSpPr txBox="1"/>
            <p:nvPr/>
          </p:nvSpPr>
          <p:spPr>
            <a:xfrm>
              <a:off x="2981625" y="42279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Bainbridge</a:t>
              </a:r>
              <a:endParaRPr sz="800"/>
            </a:p>
          </p:txBody>
        </p:sp>
        <p:sp>
          <p:nvSpPr>
            <p:cNvPr id="934" name="Google Shape;934;p69"/>
            <p:cNvSpPr txBox="1"/>
            <p:nvPr/>
          </p:nvSpPr>
          <p:spPr>
            <a:xfrm>
              <a:off x="4593293" y="3611772"/>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Tifton</a:t>
              </a:r>
              <a:endParaRPr sz="800"/>
            </a:p>
          </p:txBody>
        </p:sp>
        <p:sp>
          <p:nvSpPr>
            <p:cNvPr id="935" name="Google Shape;935;p69"/>
            <p:cNvSpPr txBox="1"/>
            <p:nvPr/>
          </p:nvSpPr>
          <p:spPr>
            <a:xfrm>
              <a:off x="4301400" y="4341775"/>
              <a:ext cx="9279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rgbClr val="FF0000"/>
                  </a:solidFill>
                </a:rPr>
                <a:t>Valdosta</a:t>
              </a:r>
              <a:endParaRPr b="1" sz="1300">
                <a:solidFill>
                  <a:srgbClr val="FF0000"/>
                </a:solidFill>
              </a:endParaRPr>
            </a:p>
          </p:txBody>
        </p:sp>
        <p:sp>
          <p:nvSpPr>
            <p:cNvPr id="936" name="Google Shape;936;p69"/>
            <p:cNvSpPr txBox="1"/>
            <p:nvPr/>
          </p:nvSpPr>
          <p:spPr>
            <a:xfrm>
              <a:off x="4499815" y="2021622"/>
              <a:ext cx="846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Milledgeville</a:t>
              </a:r>
              <a:endParaRPr sz="800"/>
            </a:p>
          </p:txBody>
        </p:sp>
        <p:sp>
          <p:nvSpPr>
            <p:cNvPr id="937" name="Google Shape;937;p69"/>
            <p:cNvSpPr txBox="1"/>
            <p:nvPr/>
          </p:nvSpPr>
          <p:spPr>
            <a:xfrm>
              <a:off x="6133425" y="39647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Brunswick</a:t>
              </a:r>
              <a:endParaRPr sz="800"/>
            </a:p>
          </p:txBody>
        </p:sp>
        <p:sp>
          <p:nvSpPr>
            <p:cNvPr id="938" name="Google Shape;938;p69"/>
            <p:cNvSpPr txBox="1"/>
            <p:nvPr/>
          </p:nvSpPr>
          <p:spPr>
            <a:xfrm>
              <a:off x="5161525" y="40518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Waycross</a:t>
              </a:r>
              <a:endParaRPr sz="800"/>
            </a:p>
          </p:txBody>
        </p:sp>
        <p:sp>
          <p:nvSpPr>
            <p:cNvPr id="939" name="Google Shape;939;p69"/>
            <p:cNvSpPr txBox="1"/>
            <p:nvPr/>
          </p:nvSpPr>
          <p:spPr>
            <a:xfrm>
              <a:off x="4017513" y="2833374"/>
              <a:ext cx="69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Warner Robins</a:t>
              </a:r>
              <a:endParaRPr sz="800"/>
            </a:p>
          </p:txBody>
        </p:sp>
        <p:sp>
          <p:nvSpPr>
            <p:cNvPr id="940" name="Google Shape;940;p69"/>
            <p:cNvSpPr txBox="1"/>
            <p:nvPr/>
          </p:nvSpPr>
          <p:spPr>
            <a:xfrm>
              <a:off x="4972849" y="30797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McRae</a:t>
              </a:r>
              <a:endParaRPr sz="800"/>
            </a:p>
          </p:txBody>
        </p:sp>
        <p:sp>
          <p:nvSpPr>
            <p:cNvPr id="941" name="Google Shape;941;p69"/>
            <p:cNvSpPr txBox="1"/>
            <p:nvPr/>
          </p:nvSpPr>
          <p:spPr>
            <a:xfrm>
              <a:off x="5950282" y="3445378"/>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Hinesville</a:t>
              </a:r>
              <a:endParaRPr sz="800"/>
            </a:p>
          </p:txBody>
        </p:sp>
        <p:sp>
          <p:nvSpPr>
            <p:cNvPr id="942" name="Google Shape;942;p69"/>
            <p:cNvSpPr txBox="1"/>
            <p:nvPr/>
          </p:nvSpPr>
          <p:spPr>
            <a:xfrm>
              <a:off x="5754366" y="267493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Statesboro</a:t>
              </a:r>
              <a:endParaRPr sz="800"/>
            </a:p>
          </p:txBody>
        </p:sp>
        <p:sp>
          <p:nvSpPr>
            <p:cNvPr id="943" name="Google Shape;943;p69"/>
            <p:cNvSpPr txBox="1"/>
            <p:nvPr/>
          </p:nvSpPr>
          <p:spPr>
            <a:xfrm>
              <a:off x="6359575" y="30744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Savannah</a:t>
              </a:r>
              <a:endParaRPr sz="800"/>
            </a:p>
          </p:txBody>
        </p:sp>
      </p:grpSp>
      <p:sp>
        <p:nvSpPr>
          <p:cNvPr id="944" name="Google Shape;944;p69"/>
          <p:cNvSpPr txBox="1"/>
          <p:nvPr/>
        </p:nvSpPr>
        <p:spPr>
          <a:xfrm>
            <a:off x="3941313" y="24072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Macon</a:t>
            </a:r>
            <a:endParaRPr sz="800"/>
          </a:p>
        </p:txBody>
      </p:sp>
      <p:sp>
        <p:nvSpPr>
          <p:cNvPr id="945" name="Google Shape;945;p69"/>
          <p:cNvSpPr txBox="1"/>
          <p:nvPr/>
        </p:nvSpPr>
        <p:spPr>
          <a:xfrm>
            <a:off x="3424000" y="15833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t>Atlanta</a:t>
            </a:r>
            <a:endParaRPr b="1" sz="800"/>
          </a:p>
        </p:txBody>
      </p:sp>
      <p:sp>
        <p:nvSpPr>
          <p:cNvPr id="946" name="Google Shape;946;p69"/>
          <p:cNvSpPr txBox="1"/>
          <p:nvPr/>
        </p:nvSpPr>
        <p:spPr>
          <a:xfrm>
            <a:off x="2846768" y="1156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Rome</a:t>
            </a:r>
            <a:endParaRPr sz="800"/>
          </a:p>
        </p:txBody>
      </p:sp>
      <p:sp>
        <p:nvSpPr>
          <p:cNvPr id="947" name="Google Shape;947;p69"/>
          <p:cNvSpPr txBox="1"/>
          <p:nvPr/>
        </p:nvSpPr>
        <p:spPr>
          <a:xfrm>
            <a:off x="3062699" y="190291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Newnan</a:t>
            </a:r>
            <a:endParaRPr sz="800"/>
          </a:p>
        </p:txBody>
      </p:sp>
      <p:sp>
        <p:nvSpPr>
          <p:cNvPr id="948" name="Google Shape;948;p69"/>
          <p:cNvSpPr txBox="1"/>
          <p:nvPr/>
        </p:nvSpPr>
        <p:spPr>
          <a:xfrm>
            <a:off x="7377900" y="1305600"/>
            <a:ext cx="6483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0</a:t>
            </a:r>
            <a:endParaRPr sz="1000"/>
          </a:p>
        </p:txBody>
      </p:sp>
      <p:sp>
        <p:nvSpPr>
          <p:cNvPr id="949" name="Google Shape;949;p69"/>
          <p:cNvSpPr txBox="1"/>
          <p:nvPr/>
        </p:nvSpPr>
        <p:spPr>
          <a:xfrm>
            <a:off x="7377900" y="1762800"/>
            <a:ext cx="648300" cy="3387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1</a:t>
            </a:r>
            <a:endParaRPr sz="1000"/>
          </a:p>
        </p:txBody>
      </p:sp>
      <p:sp>
        <p:nvSpPr>
          <p:cNvPr id="950" name="Google Shape;950;p69"/>
          <p:cNvSpPr txBox="1"/>
          <p:nvPr/>
        </p:nvSpPr>
        <p:spPr>
          <a:xfrm>
            <a:off x="7377900" y="2220000"/>
            <a:ext cx="6483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2</a:t>
            </a:r>
            <a:endParaRPr sz="1000"/>
          </a:p>
        </p:txBody>
      </p:sp>
      <p:sp>
        <p:nvSpPr>
          <p:cNvPr id="951" name="Google Shape;951;p69"/>
          <p:cNvSpPr txBox="1"/>
          <p:nvPr/>
        </p:nvSpPr>
        <p:spPr>
          <a:xfrm>
            <a:off x="7377900" y="2677200"/>
            <a:ext cx="6483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3</a:t>
            </a:r>
            <a:endParaRPr sz="1000"/>
          </a:p>
        </p:txBody>
      </p:sp>
      <p:sp>
        <p:nvSpPr>
          <p:cNvPr id="952" name="Google Shape;952;p69"/>
          <p:cNvSpPr txBox="1"/>
          <p:nvPr/>
        </p:nvSpPr>
        <p:spPr>
          <a:xfrm>
            <a:off x="7377900" y="3134400"/>
            <a:ext cx="648300" cy="338700"/>
          </a:xfrm>
          <a:prstGeom prst="rect">
            <a:avLst/>
          </a:prstGeom>
          <a:solidFill>
            <a:srgbClr val="3D85C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4</a:t>
            </a:r>
            <a:endParaRPr sz="1000"/>
          </a:p>
        </p:txBody>
      </p:sp>
      <p:sp>
        <p:nvSpPr>
          <p:cNvPr id="953" name="Google Shape;953;p69"/>
          <p:cNvSpPr txBox="1"/>
          <p:nvPr/>
        </p:nvSpPr>
        <p:spPr>
          <a:xfrm>
            <a:off x="5208150" y="4552225"/>
            <a:ext cx="35742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There are still some cities left uncolored. Do we need to go to level 5?</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7" name="Shape 957"/>
        <p:cNvGrpSpPr/>
        <p:nvPr/>
      </p:nvGrpSpPr>
      <p:grpSpPr>
        <a:xfrm>
          <a:off x="0" y="0"/>
          <a:ext cx="0" cy="0"/>
          <a:chOff x="0" y="0"/>
          <a:chExt cx="0" cy="0"/>
        </a:xfrm>
      </p:grpSpPr>
      <p:sp>
        <p:nvSpPr>
          <p:cNvPr id="958" name="Google Shape;958;p7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do you recover the solution path?</a:t>
            </a:r>
            <a:endParaRPr/>
          </a:p>
        </p:txBody>
      </p:sp>
      <p:sp>
        <p:nvSpPr>
          <p:cNvPr id="959" name="Google Shape;959;p70"/>
          <p:cNvSpPr txBox="1"/>
          <p:nvPr>
            <p:ph idx="1" type="body"/>
          </p:nvPr>
        </p:nvSpPr>
        <p:spPr>
          <a:xfrm>
            <a:off x="311700" y="1152475"/>
            <a:ext cx="38844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AutoNum type="arabicPeriod"/>
            </a:pPr>
            <a:r>
              <a:rPr lang="en"/>
              <a:t>Start at the goal: Valdosta. It is at level 4. Write down the label of that node.</a:t>
            </a:r>
            <a:br>
              <a:rPr lang="en"/>
            </a:br>
            <a:endParaRPr/>
          </a:p>
          <a:p>
            <a:pPr indent="-342900" lvl="0" marL="457200" rtl="0" algn="l">
              <a:spcBef>
                <a:spcPts val="0"/>
              </a:spcBef>
              <a:spcAft>
                <a:spcPts val="0"/>
              </a:spcAft>
              <a:buSzPts val="1800"/>
              <a:buAutoNum type="arabicPeriod"/>
            </a:pPr>
            <a:r>
              <a:rPr lang="en"/>
              <a:t>Find a neighbor one level below. Write down its label and move to that node.</a:t>
            </a:r>
            <a:br>
              <a:rPr lang="en"/>
            </a:br>
            <a:endParaRPr/>
          </a:p>
          <a:p>
            <a:pPr indent="-342900" lvl="0" marL="457200" rtl="0" algn="l">
              <a:spcBef>
                <a:spcPts val="0"/>
              </a:spcBef>
              <a:spcAft>
                <a:spcPts val="0"/>
              </a:spcAft>
              <a:buSzPts val="1800"/>
              <a:buAutoNum type="arabicPeriod"/>
            </a:pPr>
            <a:r>
              <a:rPr lang="en"/>
              <a:t>Repeat step 2 until you reach the starting point (Savannah), at level 0.</a:t>
            </a:r>
            <a:endParaRPr/>
          </a:p>
        </p:txBody>
      </p:sp>
      <p:sp>
        <p:nvSpPr>
          <p:cNvPr id="960" name="Google Shape;960;p7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961" name="Google Shape;961;p70"/>
          <p:cNvGrpSpPr/>
          <p:nvPr/>
        </p:nvGrpSpPr>
        <p:grpSpPr>
          <a:xfrm>
            <a:off x="4648550" y="881249"/>
            <a:ext cx="4233425" cy="3799226"/>
            <a:chOff x="2819750" y="881249"/>
            <a:chExt cx="4233425" cy="3799226"/>
          </a:xfrm>
        </p:grpSpPr>
        <p:sp>
          <p:nvSpPr>
            <p:cNvPr id="962" name="Google Shape;962;p70"/>
            <p:cNvSpPr/>
            <p:nvPr/>
          </p:nvSpPr>
          <p:spPr>
            <a:xfrm>
              <a:off x="3486050" y="2846500"/>
              <a:ext cx="189175" cy="1513325"/>
            </a:xfrm>
            <a:custGeom>
              <a:rect b="b" l="l" r="r" t="t"/>
              <a:pathLst>
                <a:path extrusionOk="0" h="60533" w="7567">
                  <a:moveTo>
                    <a:pt x="0" y="0"/>
                  </a:moveTo>
                  <a:cubicBezTo>
                    <a:pt x="1261" y="10089"/>
                    <a:pt x="6306" y="50444"/>
                    <a:pt x="7567" y="60533"/>
                  </a:cubicBezTo>
                </a:path>
              </a:pathLst>
            </a:custGeom>
            <a:noFill/>
            <a:ln cap="flat" cmpd="sng" w="9525">
              <a:solidFill>
                <a:schemeClr val="dk2"/>
              </a:solidFill>
              <a:prstDash val="solid"/>
              <a:round/>
              <a:headEnd len="med" w="med" type="none"/>
              <a:tailEnd len="med" w="med" type="none"/>
            </a:ln>
          </p:spPr>
        </p:sp>
        <p:sp>
          <p:nvSpPr>
            <p:cNvPr id="963" name="Google Shape;963;p70"/>
            <p:cNvSpPr/>
            <p:nvPr/>
          </p:nvSpPr>
          <p:spPr>
            <a:xfrm>
              <a:off x="3981475" y="1558375"/>
              <a:ext cx="693625" cy="198150"/>
            </a:xfrm>
            <a:custGeom>
              <a:rect b="b" l="l" r="r" t="t"/>
              <a:pathLst>
                <a:path extrusionOk="0" h="7926" w="27745">
                  <a:moveTo>
                    <a:pt x="27745" y="0"/>
                  </a:moveTo>
                  <a:cubicBezTo>
                    <a:pt x="23121" y="1321"/>
                    <a:pt x="4624" y="6605"/>
                    <a:pt x="0" y="7926"/>
                  </a:cubicBezTo>
                </a:path>
              </a:pathLst>
            </a:custGeom>
            <a:noFill/>
            <a:ln cap="flat" cmpd="sng" w="9525">
              <a:solidFill>
                <a:schemeClr val="dk2"/>
              </a:solidFill>
              <a:prstDash val="solid"/>
              <a:round/>
              <a:headEnd len="med" w="med" type="none"/>
              <a:tailEnd len="med" w="med" type="none"/>
            </a:ln>
          </p:spPr>
        </p:sp>
        <p:sp>
          <p:nvSpPr>
            <p:cNvPr id="964" name="Google Shape;964;p70"/>
            <p:cNvSpPr/>
            <p:nvPr/>
          </p:nvSpPr>
          <p:spPr>
            <a:xfrm>
              <a:off x="3332925" y="1342175"/>
              <a:ext cx="648550" cy="414350"/>
            </a:xfrm>
            <a:custGeom>
              <a:rect b="b" l="l" r="r" t="t"/>
              <a:pathLst>
                <a:path extrusionOk="0" h="16574" w="25942">
                  <a:moveTo>
                    <a:pt x="0" y="0"/>
                  </a:moveTo>
                  <a:cubicBezTo>
                    <a:pt x="4324" y="2762"/>
                    <a:pt x="21618" y="13812"/>
                    <a:pt x="25942" y="16574"/>
                  </a:cubicBezTo>
                </a:path>
              </a:pathLst>
            </a:custGeom>
            <a:noFill/>
            <a:ln cap="flat" cmpd="sng" w="9525">
              <a:solidFill>
                <a:schemeClr val="dk2"/>
              </a:solidFill>
              <a:prstDash val="solid"/>
              <a:round/>
              <a:headEnd len="med" w="med" type="none"/>
              <a:tailEnd len="med" w="med" type="none"/>
            </a:ln>
          </p:spPr>
        </p:sp>
        <p:sp>
          <p:nvSpPr>
            <p:cNvPr id="965" name="Google Shape;965;p70"/>
            <p:cNvSpPr/>
            <p:nvPr/>
          </p:nvSpPr>
          <p:spPr>
            <a:xfrm>
              <a:off x="4675100" y="1044925"/>
              <a:ext cx="45025" cy="531450"/>
            </a:xfrm>
            <a:custGeom>
              <a:rect b="b" l="l" r="r" t="t"/>
              <a:pathLst>
                <a:path extrusionOk="0" h="21258" w="1801">
                  <a:moveTo>
                    <a:pt x="1801" y="0"/>
                  </a:moveTo>
                  <a:cubicBezTo>
                    <a:pt x="1501" y="3543"/>
                    <a:pt x="300" y="17715"/>
                    <a:pt x="0" y="21258"/>
                  </a:cubicBezTo>
                </a:path>
              </a:pathLst>
            </a:custGeom>
            <a:noFill/>
            <a:ln cap="flat" cmpd="sng" w="9525">
              <a:solidFill>
                <a:schemeClr val="dk2"/>
              </a:solidFill>
              <a:prstDash val="solid"/>
              <a:round/>
              <a:headEnd len="med" w="med" type="none"/>
              <a:tailEnd len="med" w="med" type="none"/>
            </a:ln>
          </p:spPr>
        </p:sp>
        <p:sp>
          <p:nvSpPr>
            <p:cNvPr id="966" name="Google Shape;966;p70"/>
            <p:cNvSpPr/>
            <p:nvPr/>
          </p:nvSpPr>
          <p:spPr>
            <a:xfrm>
              <a:off x="3999500" y="1053925"/>
              <a:ext cx="729625" cy="711625"/>
            </a:xfrm>
            <a:custGeom>
              <a:rect b="b" l="l" r="r" t="t"/>
              <a:pathLst>
                <a:path extrusionOk="0" h="28465" w="29185">
                  <a:moveTo>
                    <a:pt x="29185" y="0"/>
                  </a:moveTo>
                  <a:cubicBezTo>
                    <a:pt x="24321" y="4744"/>
                    <a:pt x="4864" y="23721"/>
                    <a:pt x="0" y="28465"/>
                  </a:cubicBezTo>
                </a:path>
              </a:pathLst>
            </a:custGeom>
            <a:noFill/>
            <a:ln cap="flat" cmpd="sng" w="9525">
              <a:solidFill>
                <a:schemeClr val="dk2"/>
              </a:solidFill>
              <a:prstDash val="solid"/>
              <a:round/>
              <a:headEnd len="med" w="med" type="none"/>
              <a:tailEnd len="med" w="med" type="none"/>
            </a:ln>
          </p:spPr>
        </p:sp>
        <p:sp>
          <p:nvSpPr>
            <p:cNvPr id="967" name="Google Shape;967;p70"/>
            <p:cNvSpPr/>
            <p:nvPr/>
          </p:nvSpPr>
          <p:spPr>
            <a:xfrm>
              <a:off x="3693225" y="1756525"/>
              <a:ext cx="315275" cy="342300"/>
            </a:xfrm>
            <a:custGeom>
              <a:rect b="b" l="l" r="r" t="t"/>
              <a:pathLst>
                <a:path extrusionOk="0" h="13692" w="12611">
                  <a:moveTo>
                    <a:pt x="0" y="13692"/>
                  </a:moveTo>
                  <a:cubicBezTo>
                    <a:pt x="2102" y="11410"/>
                    <a:pt x="10509" y="2282"/>
                    <a:pt x="12611" y="0"/>
                  </a:cubicBezTo>
                </a:path>
              </a:pathLst>
            </a:custGeom>
            <a:noFill/>
            <a:ln cap="flat" cmpd="sng" w="9525">
              <a:solidFill>
                <a:schemeClr val="dk2"/>
              </a:solidFill>
              <a:prstDash val="solid"/>
              <a:round/>
              <a:headEnd len="med" w="med" type="none"/>
              <a:tailEnd len="med" w="med" type="none"/>
            </a:ln>
          </p:spPr>
        </p:sp>
        <p:sp>
          <p:nvSpPr>
            <p:cNvPr id="968" name="Google Shape;968;p70"/>
            <p:cNvSpPr/>
            <p:nvPr/>
          </p:nvSpPr>
          <p:spPr>
            <a:xfrm>
              <a:off x="3486050" y="2098825"/>
              <a:ext cx="207175" cy="306275"/>
            </a:xfrm>
            <a:custGeom>
              <a:rect b="b" l="l" r="r" t="t"/>
              <a:pathLst>
                <a:path extrusionOk="0" h="12251" w="8287">
                  <a:moveTo>
                    <a:pt x="0" y="12251"/>
                  </a:moveTo>
                  <a:cubicBezTo>
                    <a:pt x="1381" y="10209"/>
                    <a:pt x="6906" y="2042"/>
                    <a:pt x="8287" y="0"/>
                  </a:cubicBezTo>
                </a:path>
              </a:pathLst>
            </a:custGeom>
            <a:noFill/>
            <a:ln cap="flat" cmpd="sng" w="9525">
              <a:solidFill>
                <a:schemeClr val="dk2"/>
              </a:solidFill>
              <a:prstDash val="solid"/>
              <a:round/>
              <a:headEnd len="med" w="med" type="none"/>
              <a:tailEnd len="med" w="med" type="none"/>
            </a:ln>
          </p:spPr>
        </p:sp>
        <p:sp>
          <p:nvSpPr>
            <p:cNvPr id="969" name="Google Shape;969;p70"/>
            <p:cNvSpPr/>
            <p:nvPr/>
          </p:nvSpPr>
          <p:spPr>
            <a:xfrm>
              <a:off x="3486050" y="2423125"/>
              <a:ext cx="9000" cy="432375"/>
            </a:xfrm>
            <a:custGeom>
              <a:rect b="b" l="l" r="r" t="t"/>
              <a:pathLst>
                <a:path extrusionOk="0" h="17295" w="360">
                  <a:moveTo>
                    <a:pt x="360" y="17295"/>
                  </a:moveTo>
                  <a:cubicBezTo>
                    <a:pt x="300" y="14413"/>
                    <a:pt x="60" y="2883"/>
                    <a:pt x="0" y="0"/>
                  </a:cubicBezTo>
                </a:path>
              </a:pathLst>
            </a:custGeom>
            <a:noFill/>
            <a:ln cap="flat" cmpd="sng" w="9525">
              <a:solidFill>
                <a:schemeClr val="dk2"/>
              </a:solidFill>
              <a:prstDash val="solid"/>
              <a:round/>
              <a:headEnd len="med" w="med" type="none"/>
              <a:tailEnd len="med" w="med" type="none"/>
            </a:ln>
          </p:spPr>
        </p:sp>
        <p:sp>
          <p:nvSpPr>
            <p:cNvPr id="970" name="Google Shape;970;p70"/>
            <p:cNvSpPr/>
            <p:nvPr/>
          </p:nvSpPr>
          <p:spPr>
            <a:xfrm>
              <a:off x="4026525" y="1747525"/>
              <a:ext cx="1684475" cy="279250"/>
            </a:xfrm>
            <a:custGeom>
              <a:rect b="b" l="l" r="r" t="t"/>
              <a:pathLst>
                <a:path extrusionOk="0" h="11170" w="67379">
                  <a:moveTo>
                    <a:pt x="0" y="0"/>
                  </a:moveTo>
                  <a:cubicBezTo>
                    <a:pt x="11230" y="1862"/>
                    <a:pt x="56149" y="9308"/>
                    <a:pt x="67379" y="11170"/>
                  </a:cubicBezTo>
                </a:path>
              </a:pathLst>
            </a:custGeom>
            <a:noFill/>
            <a:ln cap="flat" cmpd="sng" w="9525">
              <a:solidFill>
                <a:schemeClr val="dk2"/>
              </a:solidFill>
              <a:prstDash val="solid"/>
              <a:round/>
              <a:headEnd len="med" w="med" type="none"/>
              <a:tailEnd len="med" w="med" type="none"/>
            </a:ln>
          </p:spPr>
        </p:sp>
        <p:sp>
          <p:nvSpPr>
            <p:cNvPr id="971" name="Google Shape;971;p70"/>
            <p:cNvSpPr/>
            <p:nvPr/>
          </p:nvSpPr>
          <p:spPr>
            <a:xfrm>
              <a:off x="4485925" y="2351050"/>
              <a:ext cx="234200" cy="234200"/>
            </a:xfrm>
            <a:custGeom>
              <a:rect b="b" l="l" r="r" t="t"/>
              <a:pathLst>
                <a:path extrusionOk="0" h="9368" w="9368">
                  <a:moveTo>
                    <a:pt x="9368" y="0"/>
                  </a:moveTo>
                  <a:cubicBezTo>
                    <a:pt x="7807" y="1561"/>
                    <a:pt x="1561" y="7807"/>
                    <a:pt x="0" y="9368"/>
                  </a:cubicBezTo>
                </a:path>
              </a:pathLst>
            </a:custGeom>
            <a:noFill/>
            <a:ln cap="flat" cmpd="sng" w="9525">
              <a:solidFill>
                <a:schemeClr val="dk2"/>
              </a:solidFill>
              <a:prstDash val="solid"/>
              <a:round/>
              <a:headEnd len="med" w="med" type="none"/>
              <a:tailEnd len="med" w="med" type="none"/>
            </a:ln>
          </p:spPr>
        </p:sp>
        <p:sp>
          <p:nvSpPr>
            <p:cNvPr id="972" name="Google Shape;972;p70"/>
            <p:cNvSpPr/>
            <p:nvPr/>
          </p:nvSpPr>
          <p:spPr>
            <a:xfrm>
              <a:off x="4476925" y="2576250"/>
              <a:ext cx="18000" cy="333300"/>
            </a:xfrm>
            <a:custGeom>
              <a:rect b="b" l="l" r="r" t="t"/>
              <a:pathLst>
                <a:path extrusionOk="0" h="13332" w="720">
                  <a:moveTo>
                    <a:pt x="0" y="0"/>
                  </a:moveTo>
                  <a:cubicBezTo>
                    <a:pt x="120" y="2222"/>
                    <a:pt x="600" y="11110"/>
                    <a:pt x="720" y="13332"/>
                  </a:cubicBezTo>
                </a:path>
              </a:pathLst>
            </a:custGeom>
            <a:noFill/>
            <a:ln cap="flat" cmpd="sng" w="9525">
              <a:solidFill>
                <a:schemeClr val="dk2"/>
              </a:solidFill>
              <a:prstDash val="solid"/>
              <a:round/>
              <a:headEnd len="med" w="med" type="none"/>
              <a:tailEnd len="med" w="med" type="none"/>
            </a:ln>
          </p:spPr>
        </p:sp>
        <p:sp>
          <p:nvSpPr>
            <p:cNvPr id="973" name="Google Shape;973;p70"/>
            <p:cNvSpPr/>
            <p:nvPr/>
          </p:nvSpPr>
          <p:spPr>
            <a:xfrm>
              <a:off x="3495050" y="2855500"/>
              <a:ext cx="1026900" cy="54050"/>
            </a:xfrm>
            <a:custGeom>
              <a:rect b="b" l="l" r="r" t="t"/>
              <a:pathLst>
                <a:path extrusionOk="0" h="2162" w="41076">
                  <a:moveTo>
                    <a:pt x="0" y="0"/>
                  </a:moveTo>
                  <a:cubicBezTo>
                    <a:pt x="6846" y="360"/>
                    <a:pt x="34230" y="1802"/>
                    <a:pt x="41076" y="2162"/>
                  </a:cubicBezTo>
                </a:path>
              </a:pathLst>
            </a:custGeom>
            <a:noFill/>
            <a:ln cap="flat" cmpd="sng" w="9525">
              <a:solidFill>
                <a:schemeClr val="dk2"/>
              </a:solidFill>
              <a:prstDash val="solid"/>
              <a:round/>
              <a:headEnd len="med" w="med" type="none"/>
              <a:tailEnd len="med" w="med" type="none"/>
            </a:ln>
          </p:spPr>
        </p:sp>
        <p:sp>
          <p:nvSpPr>
            <p:cNvPr id="974" name="Google Shape;974;p70"/>
            <p:cNvSpPr/>
            <p:nvPr/>
          </p:nvSpPr>
          <p:spPr>
            <a:xfrm>
              <a:off x="3990500" y="1765550"/>
              <a:ext cx="486425" cy="828725"/>
            </a:xfrm>
            <a:custGeom>
              <a:rect b="b" l="l" r="r" t="t"/>
              <a:pathLst>
                <a:path extrusionOk="0" h="33149" w="19457">
                  <a:moveTo>
                    <a:pt x="0" y="0"/>
                  </a:moveTo>
                  <a:cubicBezTo>
                    <a:pt x="3243" y="5525"/>
                    <a:pt x="16214" y="27624"/>
                    <a:pt x="19457" y="33149"/>
                  </a:cubicBezTo>
                </a:path>
              </a:pathLst>
            </a:custGeom>
            <a:noFill/>
            <a:ln cap="flat" cmpd="sng" w="9525">
              <a:solidFill>
                <a:schemeClr val="dk2"/>
              </a:solidFill>
              <a:prstDash val="solid"/>
              <a:round/>
              <a:headEnd len="med" w="med" type="none"/>
              <a:tailEnd len="med" w="med" type="none"/>
            </a:ln>
          </p:spPr>
        </p:sp>
        <p:sp>
          <p:nvSpPr>
            <p:cNvPr id="975" name="Google Shape;975;p70"/>
            <p:cNvSpPr/>
            <p:nvPr/>
          </p:nvSpPr>
          <p:spPr>
            <a:xfrm>
              <a:off x="4738150" y="2035775"/>
              <a:ext cx="963850" cy="306275"/>
            </a:xfrm>
            <a:custGeom>
              <a:rect b="b" l="l" r="r" t="t"/>
              <a:pathLst>
                <a:path extrusionOk="0" h="12251" w="38554">
                  <a:moveTo>
                    <a:pt x="0" y="12251"/>
                  </a:moveTo>
                  <a:cubicBezTo>
                    <a:pt x="6426" y="10209"/>
                    <a:pt x="32128" y="2042"/>
                    <a:pt x="38554" y="0"/>
                  </a:cubicBezTo>
                </a:path>
              </a:pathLst>
            </a:custGeom>
            <a:noFill/>
            <a:ln cap="flat" cmpd="sng" w="9525">
              <a:solidFill>
                <a:schemeClr val="dk2"/>
              </a:solidFill>
              <a:prstDash val="solid"/>
              <a:round/>
              <a:headEnd len="med" w="med" type="none"/>
              <a:tailEnd len="med" w="med" type="none"/>
            </a:ln>
          </p:spPr>
        </p:sp>
        <p:sp>
          <p:nvSpPr>
            <p:cNvPr id="976" name="Google Shape;976;p70"/>
            <p:cNvSpPr/>
            <p:nvPr/>
          </p:nvSpPr>
          <p:spPr>
            <a:xfrm>
              <a:off x="3675225" y="4332800"/>
              <a:ext cx="1044900" cy="18000"/>
            </a:xfrm>
            <a:custGeom>
              <a:rect b="b" l="l" r="r" t="t"/>
              <a:pathLst>
                <a:path extrusionOk="0" h="720" w="41796">
                  <a:moveTo>
                    <a:pt x="0" y="720"/>
                  </a:moveTo>
                  <a:cubicBezTo>
                    <a:pt x="6966" y="600"/>
                    <a:pt x="34830" y="120"/>
                    <a:pt x="41796" y="0"/>
                  </a:cubicBezTo>
                </a:path>
              </a:pathLst>
            </a:custGeom>
            <a:noFill/>
            <a:ln cap="flat" cmpd="sng" w="9525">
              <a:solidFill>
                <a:schemeClr val="dk2"/>
              </a:solidFill>
              <a:prstDash val="solid"/>
              <a:round/>
              <a:headEnd len="med" w="med" type="none"/>
              <a:tailEnd len="med" w="med" type="none"/>
            </a:ln>
          </p:spPr>
        </p:sp>
        <p:sp>
          <p:nvSpPr>
            <p:cNvPr id="977" name="Google Shape;977;p70"/>
            <p:cNvSpPr/>
            <p:nvPr/>
          </p:nvSpPr>
          <p:spPr>
            <a:xfrm>
              <a:off x="4720125" y="4062550"/>
              <a:ext cx="702625" cy="270250"/>
            </a:xfrm>
            <a:custGeom>
              <a:rect b="b" l="l" r="r" t="t"/>
              <a:pathLst>
                <a:path extrusionOk="0" h="10810" w="28105">
                  <a:moveTo>
                    <a:pt x="28105" y="0"/>
                  </a:moveTo>
                  <a:cubicBezTo>
                    <a:pt x="23421" y="1802"/>
                    <a:pt x="4684" y="9008"/>
                    <a:pt x="0" y="10810"/>
                  </a:cubicBezTo>
                </a:path>
              </a:pathLst>
            </a:custGeom>
            <a:noFill/>
            <a:ln cap="flat" cmpd="sng" w="9525">
              <a:solidFill>
                <a:schemeClr val="dk2"/>
              </a:solidFill>
              <a:prstDash val="solid"/>
              <a:round/>
              <a:headEnd len="med" w="med" type="none"/>
              <a:tailEnd len="med" w="med" type="none"/>
            </a:ln>
          </p:spPr>
        </p:sp>
        <p:sp>
          <p:nvSpPr>
            <p:cNvPr id="978" name="Google Shape;978;p70"/>
            <p:cNvSpPr/>
            <p:nvPr/>
          </p:nvSpPr>
          <p:spPr>
            <a:xfrm>
              <a:off x="5440750" y="4044550"/>
              <a:ext cx="648575" cy="18000"/>
            </a:xfrm>
            <a:custGeom>
              <a:rect b="b" l="l" r="r" t="t"/>
              <a:pathLst>
                <a:path extrusionOk="0" h="720" w="25943">
                  <a:moveTo>
                    <a:pt x="25943" y="720"/>
                  </a:moveTo>
                  <a:cubicBezTo>
                    <a:pt x="21619" y="600"/>
                    <a:pt x="4324" y="120"/>
                    <a:pt x="0" y="0"/>
                  </a:cubicBezTo>
                </a:path>
              </a:pathLst>
            </a:custGeom>
            <a:noFill/>
            <a:ln cap="flat" cmpd="sng" w="9525">
              <a:solidFill>
                <a:schemeClr val="dk2"/>
              </a:solidFill>
              <a:prstDash val="solid"/>
              <a:round/>
              <a:headEnd len="med" w="med" type="none"/>
              <a:tailEnd len="med" w="med" type="none"/>
            </a:ln>
          </p:spPr>
        </p:sp>
        <p:sp>
          <p:nvSpPr>
            <p:cNvPr id="979" name="Google Shape;979;p70"/>
            <p:cNvSpPr/>
            <p:nvPr/>
          </p:nvSpPr>
          <p:spPr>
            <a:xfrm>
              <a:off x="5972225" y="3531100"/>
              <a:ext cx="126100" cy="522450"/>
            </a:xfrm>
            <a:custGeom>
              <a:rect b="b" l="l" r="r" t="t"/>
              <a:pathLst>
                <a:path extrusionOk="0" h="20898" w="5044">
                  <a:moveTo>
                    <a:pt x="0" y="0"/>
                  </a:moveTo>
                  <a:cubicBezTo>
                    <a:pt x="841" y="3483"/>
                    <a:pt x="4203" y="17415"/>
                    <a:pt x="5044" y="20898"/>
                  </a:cubicBezTo>
                </a:path>
              </a:pathLst>
            </a:custGeom>
            <a:noFill/>
            <a:ln cap="flat" cmpd="sng" w="9525">
              <a:solidFill>
                <a:schemeClr val="dk2"/>
              </a:solidFill>
              <a:prstDash val="solid"/>
              <a:round/>
              <a:headEnd len="med" w="med" type="none"/>
              <a:tailEnd len="med" w="med" type="none"/>
            </a:ln>
          </p:spPr>
        </p:sp>
        <p:sp>
          <p:nvSpPr>
            <p:cNvPr id="980" name="Google Shape;980;p70"/>
            <p:cNvSpPr/>
            <p:nvPr/>
          </p:nvSpPr>
          <p:spPr>
            <a:xfrm>
              <a:off x="5990250" y="3242825"/>
              <a:ext cx="351300" cy="279250"/>
            </a:xfrm>
            <a:custGeom>
              <a:rect b="b" l="l" r="r" t="t"/>
              <a:pathLst>
                <a:path extrusionOk="0" h="11170" w="14052">
                  <a:moveTo>
                    <a:pt x="14052" y="0"/>
                  </a:moveTo>
                  <a:cubicBezTo>
                    <a:pt x="11710" y="1862"/>
                    <a:pt x="2342" y="9308"/>
                    <a:pt x="0" y="11170"/>
                  </a:cubicBezTo>
                </a:path>
              </a:pathLst>
            </a:custGeom>
            <a:noFill/>
            <a:ln cap="flat" cmpd="sng" w="9525">
              <a:solidFill>
                <a:schemeClr val="dk2"/>
              </a:solidFill>
              <a:prstDash val="solid"/>
              <a:round/>
              <a:headEnd len="med" w="med" type="none"/>
              <a:tailEnd len="med" w="med" type="none"/>
            </a:ln>
          </p:spPr>
        </p:sp>
        <p:sp>
          <p:nvSpPr>
            <p:cNvPr id="981" name="Google Shape;981;p70"/>
            <p:cNvSpPr/>
            <p:nvPr/>
          </p:nvSpPr>
          <p:spPr>
            <a:xfrm>
              <a:off x="5792075" y="2927550"/>
              <a:ext cx="558475" cy="324300"/>
            </a:xfrm>
            <a:custGeom>
              <a:rect b="b" l="l" r="r" t="t"/>
              <a:pathLst>
                <a:path extrusionOk="0" h="12972" w="22339">
                  <a:moveTo>
                    <a:pt x="0" y="0"/>
                  </a:moveTo>
                  <a:cubicBezTo>
                    <a:pt x="3723" y="2162"/>
                    <a:pt x="18616" y="10810"/>
                    <a:pt x="22339" y="12972"/>
                  </a:cubicBezTo>
                </a:path>
              </a:pathLst>
            </a:custGeom>
            <a:noFill/>
            <a:ln cap="flat" cmpd="sng" w="9525">
              <a:solidFill>
                <a:schemeClr val="dk2"/>
              </a:solidFill>
              <a:prstDash val="solid"/>
              <a:round/>
              <a:headEnd len="med" w="med" type="none"/>
              <a:tailEnd len="med" w="med" type="none"/>
            </a:ln>
          </p:spPr>
        </p:sp>
        <p:sp>
          <p:nvSpPr>
            <p:cNvPr id="982" name="Google Shape;982;p70"/>
            <p:cNvSpPr/>
            <p:nvPr/>
          </p:nvSpPr>
          <p:spPr>
            <a:xfrm>
              <a:off x="4494925" y="2585250"/>
              <a:ext cx="1297150" cy="360325"/>
            </a:xfrm>
            <a:custGeom>
              <a:rect b="b" l="l" r="r" t="t"/>
              <a:pathLst>
                <a:path extrusionOk="0" h="14413" w="51886">
                  <a:moveTo>
                    <a:pt x="0" y="0"/>
                  </a:moveTo>
                  <a:cubicBezTo>
                    <a:pt x="8648" y="2402"/>
                    <a:pt x="43238" y="12011"/>
                    <a:pt x="51886" y="14413"/>
                  </a:cubicBezTo>
                </a:path>
              </a:pathLst>
            </a:custGeom>
            <a:noFill/>
            <a:ln cap="flat" cmpd="sng" w="9525">
              <a:solidFill>
                <a:schemeClr val="dk2"/>
              </a:solidFill>
              <a:prstDash val="solid"/>
              <a:round/>
              <a:headEnd len="med" w="med" type="none"/>
              <a:tailEnd len="med" w="med" type="none"/>
            </a:ln>
          </p:spPr>
        </p:sp>
        <p:sp>
          <p:nvSpPr>
            <p:cNvPr id="983" name="Google Shape;983;p70"/>
            <p:cNvSpPr/>
            <p:nvPr/>
          </p:nvSpPr>
          <p:spPr>
            <a:xfrm>
              <a:off x="4467900" y="2900550"/>
              <a:ext cx="117100" cy="927800"/>
            </a:xfrm>
            <a:custGeom>
              <a:rect b="b" l="l" r="r" t="t"/>
              <a:pathLst>
                <a:path extrusionOk="0" h="37112" w="4684">
                  <a:moveTo>
                    <a:pt x="0" y="0"/>
                  </a:moveTo>
                  <a:cubicBezTo>
                    <a:pt x="781" y="6185"/>
                    <a:pt x="3903" y="30927"/>
                    <a:pt x="4684" y="37112"/>
                  </a:cubicBezTo>
                </a:path>
              </a:pathLst>
            </a:custGeom>
            <a:noFill/>
            <a:ln cap="flat" cmpd="sng" w="9525">
              <a:solidFill>
                <a:schemeClr val="dk2"/>
              </a:solidFill>
              <a:prstDash val="solid"/>
              <a:round/>
              <a:headEnd len="med" w="med" type="none"/>
              <a:tailEnd len="med" w="med" type="none"/>
            </a:ln>
          </p:spPr>
        </p:sp>
        <p:sp>
          <p:nvSpPr>
            <p:cNvPr id="984" name="Google Shape;984;p70"/>
            <p:cNvSpPr/>
            <p:nvPr/>
          </p:nvSpPr>
          <p:spPr>
            <a:xfrm>
              <a:off x="4576000" y="3792325"/>
              <a:ext cx="135125" cy="558475"/>
            </a:xfrm>
            <a:custGeom>
              <a:rect b="b" l="l" r="r" t="t"/>
              <a:pathLst>
                <a:path extrusionOk="0" h="22339" w="5405">
                  <a:moveTo>
                    <a:pt x="0" y="0"/>
                  </a:moveTo>
                  <a:cubicBezTo>
                    <a:pt x="901" y="3723"/>
                    <a:pt x="4504" y="18616"/>
                    <a:pt x="5405" y="22339"/>
                  </a:cubicBezTo>
                </a:path>
              </a:pathLst>
            </a:custGeom>
            <a:noFill/>
            <a:ln cap="flat" cmpd="sng" w="9525">
              <a:solidFill>
                <a:schemeClr val="dk2"/>
              </a:solidFill>
              <a:prstDash val="solid"/>
              <a:round/>
              <a:headEnd len="med" w="med" type="none"/>
              <a:tailEnd len="med" w="med" type="none"/>
            </a:ln>
          </p:spPr>
        </p:sp>
        <p:sp>
          <p:nvSpPr>
            <p:cNvPr id="985" name="Google Shape;985;p70"/>
            <p:cNvSpPr/>
            <p:nvPr/>
          </p:nvSpPr>
          <p:spPr>
            <a:xfrm>
              <a:off x="4089575" y="3675225"/>
              <a:ext cx="504450" cy="108075"/>
            </a:xfrm>
            <a:custGeom>
              <a:rect b="b" l="l" r="r" t="t"/>
              <a:pathLst>
                <a:path extrusionOk="0" h="4323" w="20178">
                  <a:moveTo>
                    <a:pt x="20178" y="4323"/>
                  </a:moveTo>
                  <a:cubicBezTo>
                    <a:pt x="16815" y="3603"/>
                    <a:pt x="3363" y="721"/>
                    <a:pt x="0" y="0"/>
                  </a:cubicBezTo>
                </a:path>
              </a:pathLst>
            </a:custGeom>
            <a:noFill/>
            <a:ln cap="flat" cmpd="sng" w="9525">
              <a:solidFill>
                <a:schemeClr val="dk2"/>
              </a:solidFill>
              <a:prstDash val="solid"/>
              <a:round/>
              <a:headEnd len="med" w="med" type="none"/>
              <a:tailEnd len="med" w="med" type="none"/>
            </a:ln>
          </p:spPr>
        </p:sp>
        <p:sp>
          <p:nvSpPr>
            <p:cNvPr id="986" name="Google Shape;986;p70"/>
            <p:cNvSpPr/>
            <p:nvPr/>
          </p:nvSpPr>
          <p:spPr>
            <a:xfrm>
              <a:off x="4503950" y="2900550"/>
              <a:ext cx="513450" cy="405350"/>
            </a:xfrm>
            <a:custGeom>
              <a:rect b="b" l="l" r="r" t="t"/>
              <a:pathLst>
                <a:path extrusionOk="0" h="16214" w="20538">
                  <a:moveTo>
                    <a:pt x="0" y="0"/>
                  </a:moveTo>
                  <a:cubicBezTo>
                    <a:pt x="3423" y="2702"/>
                    <a:pt x="17115" y="13512"/>
                    <a:pt x="20538" y="16214"/>
                  </a:cubicBezTo>
                </a:path>
              </a:pathLst>
            </a:custGeom>
            <a:noFill/>
            <a:ln cap="flat" cmpd="sng" w="9525">
              <a:solidFill>
                <a:schemeClr val="dk2"/>
              </a:solidFill>
              <a:prstDash val="solid"/>
              <a:round/>
              <a:headEnd len="med" w="med" type="none"/>
              <a:tailEnd len="med" w="med" type="none"/>
            </a:ln>
          </p:spPr>
        </p:sp>
        <p:sp>
          <p:nvSpPr>
            <p:cNvPr id="987" name="Google Shape;987;p70"/>
            <p:cNvSpPr/>
            <p:nvPr/>
          </p:nvSpPr>
          <p:spPr>
            <a:xfrm>
              <a:off x="5044425" y="3305900"/>
              <a:ext cx="927800" cy="261225"/>
            </a:xfrm>
            <a:custGeom>
              <a:rect b="b" l="l" r="r" t="t"/>
              <a:pathLst>
                <a:path extrusionOk="0" h="10449" w="37112">
                  <a:moveTo>
                    <a:pt x="0" y="0"/>
                  </a:moveTo>
                  <a:cubicBezTo>
                    <a:pt x="6185" y="1742"/>
                    <a:pt x="30927" y="8708"/>
                    <a:pt x="37112" y="10449"/>
                  </a:cubicBezTo>
                </a:path>
              </a:pathLst>
            </a:custGeom>
            <a:noFill/>
            <a:ln cap="flat" cmpd="sng" w="9525">
              <a:solidFill>
                <a:schemeClr val="dk2"/>
              </a:solidFill>
              <a:prstDash val="solid"/>
              <a:round/>
              <a:headEnd len="med" w="med" type="none"/>
              <a:tailEnd len="med" w="med" type="none"/>
            </a:ln>
          </p:spPr>
        </p:sp>
        <p:sp>
          <p:nvSpPr>
            <p:cNvPr id="988" name="Google Shape;988;p70"/>
            <p:cNvSpPr/>
            <p:nvPr/>
          </p:nvSpPr>
          <p:spPr>
            <a:xfrm>
              <a:off x="3486050" y="2837475"/>
              <a:ext cx="639550" cy="882775"/>
            </a:xfrm>
            <a:custGeom>
              <a:rect b="b" l="l" r="r" t="t"/>
              <a:pathLst>
                <a:path extrusionOk="0" h="35311" w="25582">
                  <a:moveTo>
                    <a:pt x="0" y="0"/>
                  </a:moveTo>
                  <a:cubicBezTo>
                    <a:pt x="4264" y="5885"/>
                    <a:pt x="21318" y="29426"/>
                    <a:pt x="25582" y="35311"/>
                  </a:cubicBezTo>
                </a:path>
              </a:pathLst>
            </a:custGeom>
            <a:noFill/>
            <a:ln cap="flat" cmpd="sng" w="9525">
              <a:solidFill>
                <a:schemeClr val="dk2"/>
              </a:solidFill>
              <a:prstDash val="solid"/>
              <a:round/>
              <a:headEnd len="med" w="med" type="none"/>
              <a:tailEnd len="med" w="med" type="none"/>
            </a:ln>
          </p:spPr>
        </p:sp>
        <p:sp>
          <p:nvSpPr>
            <p:cNvPr id="989" name="Google Shape;989;p70"/>
            <p:cNvSpPr/>
            <p:nvPr/>
          </p:nvSpPr>
          <p:spPr>
            <a:xfrm>
              <a:off x="5711000" y="2035775"/>
              <a:ext cx="54050" cy="891775"/>
            </a:xfrm>
            <a:custGeom>
              <a:rect b="b" l="l" r="r" t="t"/>
              <a:pathLst>
                <a:path extrusionOk="0" h="35671" w="2162">
                  <a:moveTo>
                    <a:pt x="0" y="0"/>
                  </a:moveTo>
                  <a:cubicBezTo>
                    <a:pt x="360" y="5945"/>
                    <a:pt x="1802" y="29726"/>
                    <a:pt x="2162" y="35671"/>
                  </a:cubicBezTo>
                </a:path>
              </a:pathLst>
            </a:custGeom>
            <a:noFill/>
            <a:ln cap="flat" cmpd="sng" w="9525">
              <a:solidFill>
                <a:schemeClr val="dk2"/>
              </a:solidFill>
              <a:prstDash val="solid"/>
              <a:round/>
              <a:headEnd len="med" w="med" type="none"/>
              <a:tailEnd len="med" w="med" type="none"/>
            </a:ln>
          </p:spPr>
        </p:sp>
        <p:sp>
          <p:nvSpPr>
            <p:cNvPr id="990" name="Google Shape;990;p70"/>
            <p:cNvSpPr/>
            <p:nvPr/>
          </p:nvSpPr>
          <p:spPr>
            <a:xfrm>
              <a:off x="3240434" y="1232618"/>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70"/>
            <p:cNvSpPr/>
            <p:nvPr/>
          </p:nvSpPr>
          <p:spPr>
            <a:xfrm>
              <a:off x="3392100" y="22945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70"/>
            <p:cNvSpPr/>
            <p:nvPr/>
          </p:nvSpPr>
          <p:spPr>
            <a:xfrm>
              <a:off x="3392100" y="2751748"/>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70"/>
            <p:cNvSpPr/>
            <p:nvPr/>
          </p:nvSpPr>
          <p:spPr>
            <a:xfrm>
              <a:off x="5667425" y="2829223"/>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70"/>
            <p:cNvSpPr/>
            <p:nvPr/>
          </p:nvSpPr>
          <p:spPr>
            <a:xfrm>
              <a:off x="4874000" y="3192223"/>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70"/>
            <p:cNvSpPr/>
            <p:nvPr/>
          </p:nvSpPr>
          <p:spPr>
            <a:xfrm>
              <a:off x="6233475" y="3134023"/>
              <a:ext cx="188700" cy="1887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70"/>
            <p:cNvSpPr/>
            <p:nvPr/>
          </p:nvSpPr>
          <p:spPr>
            <a:xfrm>
              <a:off x="5988800" y="3964698"/>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70"/>
            <p:cNvSpPr/>
            <p:nvPr/>
          </p:nvSpPr>
          <p:spPr>
            <a:xfrm>
              <a:off x="5320000" y="3964698"/>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70"/>
            <p:cNvSpPr/>
            <p:nvPr/>
          </p:nvSpPr>
          <p:spPr>
            <a:xfrm>
              <a:off x="4612025" y="4240248"/>
              <a:ext cx="188700" cy="188700"/>
            </a:xfrm>
            <a:prstGeom prst="ellipse">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70"/>
            <p:cNvSpPr/>
            <p:nvPr/>
          </p:nvSpPr>
          <p:spPr>
            <a:xfrm>
              <a:off x="3580800" y="424025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70"/>
            <p:cNvSpPr/>
            <p:nvPr/>
          </p:nvSpPr>
          <p:spPr>
            <a:xfrm>
              <a:off x="4612034" y="936826"/>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70"/>
            <p:cNvSpPr/>
            <p:nvPr/>
          </p:nvSpPr>
          <p:spPr>
            <a:xfrm>
              <a:off x="4566995" y="1470226"/>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70"/>
            <p:cNvSpPr/>
            <p:nvPr/>
          </p:nvSpPr>
          <p:spPr>
            <a:xfrm>
              <a:off x="5589325" y="1914823"/>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70"/>
            <p:cNvSpPr/>
            <p:nvPr/>
          </p:nvSpPr>
          <p:spPr>
            <a:xfrm>
              <a:off x="4612025" y="2258323"/>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70"/>
            <p:cNvSpPr/>
            <p:nvPr/>
          </p:nvSpPr>
          <p:spPr>
            <a:xfrm>
              <a:off x="4378300" y="2477398"/>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70"/>
            <p:cNvSpPr/>
            <p:nvPr/>
          </p:nvSpPr>
          <p:spPr>
            <a:xfrm>
              <a:off x="4378300" y="2792923"/>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70"/>
            <p:cNvSpPr/>
            <p:nvPr/>
          </p:nvSpPr>
          <p:spPr>
            <a:xfrm>
              <a:off x="5856125" y="3424948"/>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70"/>
            <p:cNvSpPr/>
            <p:nvPr/>
          </p:nvSpPr>
          <p:spPr>
            <a:xfrm>
              <a:off x="3988300" y="3576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70"/>
            <p:cNvSpPr/>
            <p:nvPr/>
          </p:nvSpPr>
          <p:spPr>
            <a:xfrm>
              <a:off x="4477650" y="3687623"/>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70"/>
            <p:cNvSpPr/>
            <p:nvPr/>
          </p:nvSpPr>
          <p:spPr>
            <a:xfrm>
              <a:off x="3881195" y="1653787"/>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70"/>
            <p:cNvSpPr/>
            <p:nvPr/>
          </p:nvSpPr>
          <p:spPr>
            <a:xfrm>
              <a:off x="3576395" y="1989748"/>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70"/>
            <p:cNvSpPr txBox="1"/>
            <p:nvPr/>
          </p:nvSpPr>
          <p:spPr>
            <a:xfrm>
              <a:off x="4742550" y="8812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Toccoa</a:t>
              </a:r>
              <a:endParaRPr sz="800"/>
            </a:p>
          </p:txBody>
        </p:sp>
        <p:sp>
          <p:nvSpPr>
            <p:cNvPr id="1012" name="Google Shape;1012;p70"/>
            <p:cNvSpPr txBox="1"/>
            <p:nvPr/>
          </p:nvSpPr>
          <p:spPr>
            <a:xfrm>
              <a:off x="4688966" y="13905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Athens</a:t>
              </a:r>
              <a:endParaRPr sz="800"/>
            </a:p>
          </p:txBody>
        </p:sp>
        <p:sp>
          <p:nvSpPr>
            <p:cNvPr id="1013" name="Google Shape;1013;p70"/>
            <p:cNvSpPr txBox="1"/>
            <p:nvPr/>
          </p:nvSpPr>
          <p:spPr>
            <a:xfrm>
              <a:off x="5725609" y="1818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Augusta</a:t>
              </a:r>
              <a:endParaRPr sz="800"/>
            </a:p>
          </p:txBody>
        </p:sp>
        <p:sp>
          <p:nvSpPr>
            <p:cNvPr id="1014" name="Google Shape;1014;p70"/>
            <p:cNvSpPr txBox="1"/>
            <p:nvPr/>
          </p:nvSpPr>
          <p:spPr>
            <a:xfrm>
              <a:off x="2819751" y="223499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LaGrange</a:t>
              </a:r>
              <a:endParaRPr sz="800"/>
            </a:p>
          </p:txBody>
        </p:sp>
        <p:sp>
          <p:nvSpPr>
            <p:cNvPr id="1015" name="Google Shape;1015;p70"/>
            <p:cNvSpPr txBox="1"/>
            <p:nvPr/>
          </p:nvSpPr>
          <p:spPr>
            <a:xfrm>
              <a:off x="2819750" y="269232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Columbus</a:t>
              </a:r>
              <a:endParaRPr sz="800"/>
            </a:p>
          </p:txBody>
        </p:sp>
        <p:sp>
          <p:nvSpPr>
            <p:cNvPr id="1016" name="Google Shape;1016;p70"/>
            <p:cNvSpPr txBox="1"/>
            <p:nvPr/>
          </p:nvSpPr>
          <p:spPr>
            <a:xfrm>
              <a:off x="3566025" y="351257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Albany</a:t>
              </a:r>
              <a:endParaRPr sz="800"/>
            </a:p>
          </p:txBody>
        </p:sp>
        <p:sp>
          <p:nvSpPr>
            <p:cNvPr id="1017" name="Google Shape;1017;p70"/>
            <p:cNvSpPr txBox="1"/>
            <p:nvPr/>
          </p:nvSpPr>
          <p:spPr>
            <a:xfrm>
              <a:off x="2981625" y="42279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Bainbridge</a:t>
              </a:r>
              <a:endParaRPr sz="800"/>
            </a:p>
          </p:txBody>
        </p:sp>
        <p:sp>
          <p:nvSpPr>
            <p:cNvPr id="1018" name="Google Shape;1018;p70"/>
            <p:cNvSpPr txBox="1"/>
            <p:nvPr/>
          </p:nvSpPr>
          <p:spPr>
            <a:xfrm>
              <a:off x="4593293" y="3611772"/>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Tifton</a:t>
              </a:r>
              <a:endParaRPr sz="800"/>
            </a:p>
          </p:txBody>
        </p:sp>
        <p:sp>
          <p:nvSpPr>
            <p:cNvPr id="1019" name="Google Shape;1019;p70"/>
            <p:cNvSpPr txBox="1"/>
            <p:nvPr/>
          </p:nvSpPr>
          <p:spPr>
            <a:xfrm>
              <a:off x="4301400" y="4341775"/>
              <a:ext cx="729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rgbClr val="FF0000"/>
                  </a:solidFill>
                </a:rPr>
                <a:t>Valdosta</a:t>
              </a:r>
              <a:endParaRPr b="1" sz="1000">
                <a:solidFill>
                  <a:srgbClr val="FF0000"/>
                </a:solidFill>
              </a:endParaRPr>
            </a:p>
          </p:txBody>
        </p:sp>
        <p:sp>
          <p:nvSpPr>
            <p:cNvPr id="1020" name="Google Shape;1020;p70"/>
            <p:cNvSpPr txBox="1"/>
            <p:nvPr/>
          </p:nvSpPr>
          <p:spPr>
            <a:xfrm>
              <a:off x="4499815" y="2021622"/>
              <a:ext cx="846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Milledgeville</a:t>
              </a:r>
              <a:endParaRPr sz="800"/>
            </a:p>
          </p:txBody>
        </p:sp>
        <p:sp>
          <p:nvSpPr>
            <p:cNvPr id="1021" name="Google Shape;1021;p70"/>
            <p:cNvSpPr txBox="1"/>
            <p:nvPr/>
          </p:nvSpPr>
          <p:spPr>
            <a:xfrm>
              <a:off x="6133425" y="39647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Brunswick</a:t>
              </a:r>
              <a:endParaRPr sz="800"/>
            </a:p>
          </p:txBody>
        </p:sp>
        <p:sp>
          <p:nvSpPr>
            <p:cNvPr id="1022" name="Google Shape;1022;p70"/>
            <p:cNvSpPr txBox="1"/>
            <p:nvPr/>
          </p:nvSpPr>
          <p:spPr>
            <a:xfrm>
              <a:off x="5161525" y="40518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Waycross</a:t>
              </a:r>
              <a:endParaRPr sz="800"/>
            </a:p>
          </p:txBody>
        </p:sp>
        <p:sp>
          <p:nvSpPr>
            <p:cNvPr id="1023" name="Google Shape;1023;p70"/>
            <p:cNvSpPr txBox="1"/>
            <p:nvPr/>
          </p:nvSpPr>
          <p:spPr>
            <a:xfrm>
              <a:off x="4017513" y="2833374"/>
              <a:ext cx="69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Warner Robins</a:t>
              </a:r>
              <a:endParaRPr sz="800"/>
            </a:p>
          </p:txBody>
        </p:sp>
        <p:sp>
          <p:nvSpPr>
            <p:cNvPr id="1024" name="Google Shape;1024;p70"/>
            <p:cNvSpPr txBox="1"/>
            <p:nvPr/>
          </p:nvSpPr>
          <p:spPr>
            <a:xfrm>
              <a:off x="4972849" y="30797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McRae</a:t>
              </a:r>
              <a:endParaRPr sz="800"/>
            </a:p>
          </p:txBody>
        </p:sp>
        <p:sp>
          <p:nvSpPr>
            <p:cNvPr id="1025" name="Google Shape;1025;p70"/>
            <p:cNvSpPr txBox="1"/>
            <p:nvPr/>
          </p:nvSpPr>
          <p:spPr>
            <a:xfrm>
              <a:off x="5950282" y="3445378"/>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Hinesville</a:t>
              </a:r>
              <a:endParaRPr sz="800"/>
            </a:p>
          </p:txBody>
        </p:sp>
        <p:sp>
          <p:nvSpPr>
            <p:cNvPr id="1026" name="Google Shape;1026;p70"/>
            <p:cNvSpPr txBox="1"/>
            <p:nvPr/>
          </p:nvSpPr>
          <p:spPr>
            <a:xfrm>
              <a:off x="5754366" y="267493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Statesboro</a:t>
              </a:r>
              <a:endParaRPr sz="800"/>
            </a:p>
          </p:txBody>
        </p:sp>
        <p:sp>
          <p:nvSpPr>
            <p:cNvPr id="1027" name="Google Shape;1027;p70"/>
            <p:cNvSpPr txBox="1"/>
            <p:nvPr/>
          </p:nvSpPr>
          <p:spPr>
            <a:xfrm>
              <a:off x="6359575" y="30744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t>Savannah</a:t>
              </a:r>
              <a:endParaRPr b="1" sz="800"/>
            </a:p>
          </p:txBody>
        </p:sp>
      </p:grpSp>
      <p:sp>
        <p:nvSpPr>
          <p:cNvPr id="1028" name="Google Shape;1028;p70"/>
          <p:cNvSpPr txBox="1"/>
          <p:nvPr/>
        </p:nvSpPr>
        <p:spPr>
          <a:xfrm>
            <a:off x="8422650" y="117475"/>
            <a:ext cx="6483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0</a:t>
            </a:r>
            <a:endParaRPr sz="1000"/>
          </a:p>
        </p:txBody>
      </p:sp>
      <p:sp>
        <p:nvSpPr>
          <p:cNvPr id="1029" name="Google Shape;1029;p70"/>
          <p:cNvSpPr txBox="1"/>
          <p:nvPr/>
        </p:nvSpPr>
        <p:spPr>
          <a:xfrm>
            <a:off x="8422650" y="574675"/>
            <a:ext cx="648300" cy="3387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1</a:t>
            </a:r>
            <a:endParaRPr sz="1000"/>
          </a:p>
        </p:txBody>
      </p:sp>
      <p:sp>
        <p:nvSpPr>
          <p:cNvPr id="1030" name="Google Shape;1030;p70"/>
          <p:cNvSpPr txBox="1"/>
          <p:nvPr/>
        </p:nvSpPr>
        <p:spPr>
          <a:xfrm>
            <a:off x="8422650" y="1031875"/>
            <a:ext cx="6483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2</a:t>
            </a:r>
            <a:endParaRPr sz="1000"/>
          </a:p>
        </p:txBody>
      </p:sp>
      <p:sp>
        <p:nvSpPr>
          <p:cNvPr id="1031" name="Google Shape;1031;p70"/>
          <p:cNvSpPr txBox="1"/>
          <p:nvPr/>
        </p:nvSpPr>
        <p:spPr>
          <a:xfrm>
            <a:off x="8422650" y="1489075"/>
            <a:ext cx="6483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3</a:t>
            </a:r>
            <a:endParaRPr sz="1000"/>
          </a:p>
        </p:txBody>
      </p:sp>
      <p:sp>
        <p:nvSpPr>
          <p:cNvPr id="1032" name="Google Shape;1032;p70"/>
          <p:cNvSpPr txBox="1"/>
          <p:nvPr/>
        </p:nvSpPr>
        <p:spPr>
          <a:xfrm>
            <a:off x="8422650" y="1946275"/>
            <a:ext cx="648300" cy="338700"/>
          </a:xfrm>
          <a:prstGeom prst="rect">
            <a:avLst/>
          </a:prstGeom>
          <a:solidFill>
            <a:srgbClr val="3D85C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4</a:t>
            </a:r>
            <a:endParaRPr sz="1000"/>
          </a:p>
        </p:txBody>
      </p:sp>
      <p:sp>
        <p:nvSpPr>
          <p:cNvPr id="1033" name="Google Shape;1033;p70"/>
          <p:cNvSpPr txBox="1"/>
          <p:nvPr/>
        </p:nvSpPr>
        <p:spPr>
          <a:xfrm>
            <a:off x="410450" y="4568875"/>
            <a:ext cx="1422000" cy="3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rgbClr val="595959"/>
              </a:solidFill>
            </a:endParaRPr>
          </a:p>
        </p:txBody>
      </p:sp>
      <p:cxnSp>
        <p:nvCxnSpPr>
          <p:cNvPr id="1034" name="Google Shape;1034;p70"/>
          <p:cNvCxnSpPr/>
          <p:nvPr/>
        </p:nvCxnSpPr>
        <p:spPr>
          <a:xfrm>
            <a:off x="3792775" y="4936213"/>
            <a:ext cx="1422000" cy="0"/>
          </a:xfrm>
          <a:prstGeom prst="straightConnector1">
            <a:avLst/>
          </a:prstGeom>
          <a:noFill/>
          <a:ln cap="flat" cmpd="sng" w="9525">
            <a:solidFill>
              <a:srgbClr val="595959"/>
            </a:solidFill>
            <a:prstDash val="solid"/>
            <a:round/>
            <a:headEnd len="med" w="med" type="none"/>
            <a:tailEnd len="med" w="med" type="none"/>
          </a:ln>
        </p:spPr>
      </p:cxnSp>
      <p:sp>
        <p:nvSpPr>
          <p:cNvPr id="1035" name="Google Shape;1035;p70"/>
          <p:cNvSpPr txBox="1"/>
          <p:nvPr/>
        </p:nvSpPr>
        <p:spPr>
          <a:xfrm>
            <a:off x="1918550" y="4539175"/>
            <a:ext cx="1530000" cy="7941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t/>
            </a:r>
            <a:endParaRPr sz="1800">
              <a:solidFill>
                <a:srgbClr val="595959"/>
              </a:solidFill>
            </a:endParaRPr>
          </a:p>
          <a:p>
            <a:pPr indent="0" lvl="0" marL="0" rtl="0" algn="l">
              <a:lnSpc>
                <a:spcPct val="115000"/>
              </a:lnSpc>
              <a:spcBef>
                <a:spcPts val="0"/>
              </a:spcBef>
              <a:spcAft>
                <a:spcPts val="0"/>
              </a:spcAft>
              <a:buNone/>
            </a:pPr>
            <a:r>
              <a:t/>
            </a:r>
            <a:endParaRPr sz="1800">
              <a:solidFill>
                <a:srgbClr val="595959"/>
              </a:solidFill>
            </a:endParaRPr>
          </a:p>
        </p:txBody>
      </p:sp>
      <p:cxnSp>
        <p:nvCxnSpPr>
          <p:cNvPr id="1036" name="Google Shape;1036;p70"/>
          <p:cNvCxnSpPr/>
          <p:nvPr/>
        </p:nvCxnSpPr>
        <p:spPr>
          <a:xfrm>
            <a:off x="410450" y="4936213"/>
            <a:ext cx="1422000" cy="0"/>
          </a:xfrm>
          <a:prstGeom prst="straightConnector1">
            <a:avLst/>
          </a:prstGeom>
          <a:noFill/>
          <a:ln cap="flat" cmpd="sng" w="9525">
            <a:solidFill>
              <a:srgbClr val="595959"/>
            </a:solidFill>
            <a:prstDash val="solid"/>
            <a:round/>
            <a:headEnd len="med" w="med" type="none"/>
            <a:tailEnd len="med" w="med" type="none"/>
          </a:ln>
        </p:spPr>
      </p:cxnSp>
      <p:cxnSp>
        <p:nvCxnSpPr>
          <p:cNvPr id="1037" name="Google Shape;1037;p70"/>
          <p:cNvCxnSpPr/>
          <p:nvPr/>
        </p:nvCxnSpPr>
        <p:spPr>
          <a:xfrm>
            <a:off x="7175100" y="4936213"/>
            <a:ext cx="1422000" cy="0"/>
          </a:xfrm>
          <a:prstGeom prst="straightConnector1">
            <a:avLst/>
          </a:prstGeom>
          <a:noFill/>
          <a:ln cap="flat" cmpd="sng" w="9525">
            <a:solidFill>
              <a:srgbClr val="595959"/>
            </a:solidFill>
            <a:prstDash val="solid"/>
            <a:round/>
            <a:headEnd len="med" w="med" type="none"/>
            <a:tailEnd len="med" w="med" type="none"/>
          </a:ln>
        </p:spPr>
      </p:cxnSp>
      <p:cxnSp>
        <p:nvCxnSpPr>
          <p:cNvPr id="1038" name="Google Shape;1038;p70"/>
          <p:cNvCxnSpPr/>
          <p:nvPr/>
        </p:nvCxnSpPr>
        <p:spPr>
          <a:xfrm>
            <a:off x="5483938" y="4936213"/>
            <a:ext cx="1422000" cy="0"/>
          </a:xfrm>
          <a:prstGeom prst="straightConnector1">
            <a:avLst/>
          </a:prstGeom>
          <a:noFill/>
          <a:ln cap="flat" cmpd="sng" w="9525">
            <a:solidFill>
              <a:srgbClr val="595959"/>
            </a:solidFill>
            <a:prstDash val="solid"/>
            <a:round/>
            <a:headEnd len="med" w="med" type="none"/>
            <a:tailEnd len="med" w="med" type="none"/>
          </a:ln>
        </p:spPr>
      </p:cxnSp>
      <p:cxnSp>
        <p:nvCxnSpPr>
          <p:cNvPr id="1039" name="Google Shape;1039;p70"/>
          <p:cNvCxnSpPr/>
          <p:nvPr/>
        </p:nvCxnSpPr>
        <p:spPr>
          <a:xfrm>
            <a:off x="2101613" y="4936213"/>
            <a:ext cx="1422000" cy="0"/>
          </a:xfrm>
          <a:prstGeom prst="straightConnector1">
            <a:avLst/>
          </a:prstGeom>
          <a:noFill/>
          <a:ln cap="flat" cmpd="sng" w="9525">
            <a:solidFill>
              <a:srgbClr val="595959"/>
            </a:solidFill>
            <a:prstDash val="solid"/>
            <a:round/>
            <a:headEnd len="med" w="med" type="none"/>
            <a:tailEnd len="med" w="med" type="non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3" name="Shape 1043"/>
        <p:cNvGrpSpPr/>
        <p:nvPr/>
      </p:nvGrpSpPr>
      <p:grpSpPr>
        <a:xfrm>
          <a:off x="0" y="0"/>
          <a:ext cx="0" cy="0"/>
          <a:chOff x="0" y="0"/>
          <a:chExt cx="0" cy="0"/>
        </a:xfrm>
      </p:grpSpPr>
      <p:sp>
        <p:nvSpPr>
          <p:cNvPr id="1044" name="Google Shape;1044;p71"/>
          <p:cNvSpPr txBox="1"/>
          <p:nvPr>
            <p:ph idx="1" type="body"/>
          </p:nvPr>
        </p:nvSpPr>
        <p:spPr>
          <a:xfrm>
            <a:off x="311700" y="1152475"/>
            <a:ext cx="2634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Begin at the</a:t>
            </a:r>
            <a:br>
              <a:rPr lang="en"/>
            </a:br>
            <a:r>
              <a:rPr lang="en"/>
              <a:t>d</a:t>
            </a:r>
            <a:r>
              <a:rPr lang="en"/>
              <a:t>estination (Valdosta) and </a:t>
            </a:r>
            <a:r>
              <a:rPr lang="en"/>
              <a:t>w</a:t>
            </a:r>
            <a:r>
              <a:rPr lang="en"/>
              <a:t>ork backwards</a:t>
            </a:r>
            <a:br>
              <a:rPr lang="en"/>
            </a:br>
            <a:r>
              <a:rPr lang="en"/>
              <a:t>t</a:t>
            </a:r>
            <a:r>
              <a:rPr lang="en"/>
              <a:t>oward the start (Savannah).</a:t>
            </a:r>
            <a:br>
              <a:rPr lang="en"/>
            </a:br>
            <a:endParaRPr/>
          </a:p>
          <a:p>
            <a:pPr indent="0" lvl="0" marL="0" rtl="0" algn="l">
              <a:spcBef>
                <a:spcPts val="1200"/>
              </a:spcBef>
              <a:spcAft>
                <a:spcPts val="1200"/>
              </a:spcAft>
              <a:buNone/>
            </a:pPr>
            <a:r>
              <a:rPr lang="en"/>
              <a:t>Then reverse the result.</a:t>
            </a:r>
            <a:endParaRPr/>
          </a:p>
        </p:txBody>
      </p:sp>
      <p:sp>
        <p:nvSpPr>
          <p:cNvPr id="1045" name="Google Shape;1045;p7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Recovering the solution path</a:t>
            </a:r>
            <a:endParaRPr/>
          </a:p>
        </p:txBody>
      </p:sp>
      <p:sp>
        <p:nvSpPr>
          <p:cNvPr id="1046" name="Google Shape;1046;p7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1047" name="Google Shape;1047;p71"/>
          <p:cNvGrpSpPr/>
          <p:nvPr/>
        </p:nvGrpSpPr>
        <p:grpSpPr>
          <a:xfrm>
            <a:off x="2819750" y="881249"/>
            <a:ext cx="4233425" cy="3799226"/>
            <a:chOff x="2819750" y="881249"/>
            <a:chExt cx="4233425" cy="3799226"/>
          </a:xfrm>
        </p:grpSpPr>
        <p:sp>
          <p:nvSpPr>
            <p:cNvPr id="1048" name="Google Shape;1048;p71"/>
            <p:cNvSpPr/>
            <p:nvPr/>
          </p:nvSpPr>
          <p:spPr>
            <a:xfrm>
              <a:off x="3486050" y="2846500"/>
              <a:ext cx="189175" cy="1513325"/>
            </a:xfrm>
            <a:custGeom>
              <a:rect b="b" l="l" r="r" t="t"/>
              <a:pathLst>
                <a:path extrusionOk="0" h="60533" w="7567">
                  <a:moveTo>
                    <a:pt x="0" y="0"/>
                  </a:moveTo>
                  <a:cubicBezTo>
                    <a:pt x="1261" y="10089"/>
                    <a:pt x="6306" y="50444"/>
                    <a:pt x="7567" y="60533"/>
                  </a:cubicBezTo>
                </a:path>
              </a:pathLst>
            </a:custGeom>
            <a:noFill/>
            <a:ln cap="flat" cmpd="sng" w="9525">
              <a:solidFill>
                <a:schemeClr val="dk2"/>
              </a:solidFill>
              <a:prstDash val="solid"/>
              <a:round/>
              <a:headEnd len="med" w="med" type="none"/>
              <a:tailEnd len="med" w="med" type="none"/>
            </a:ln>
          </p:spPr>
        </p:sp>
        <p:sp>
          <p:nvSpPr>
            <p:cNvPr id="1049" name="Google Shape;1049;p71"/>
            <p:cNvSpPr/>
            <p:nvPr/>
          </p:nvSpPr>
          <p:spPr>
            <a:xfrm>
              <a:off x="3981475" y="1558375"/>
              <a:ext cx="693625" cy="198150"/>
            </a:xfrm>
            <a:custGeom>
              <a:rect b="b" l="l" r="r" t="t"/>
              <a:pathLst>
                <a:path extrusionOk="0" h="7926" w="27745">
                  <a:moveTo>
                    <a:pt x="27745" y="0"/>
                  </a:moveTo>
                  <a:cubicBezTo>
                    <a:pt x="23121" y="1321"/>
                    <a:pt x="4624" y="6605"/>
                    <a:pt x="0" y="7926"/>
                  </a:cubicBezTo>
                </a:path>
              </a:pathLst>
            </a:custGeom>
            <a:noFill/>
            <a:ln cap="flat" cmpd="sng" w="9525">
              <a:solidFill>
                <a:schemeClr val="dk2"/>
              </a:solidFill>
              <a:prstDash val="solid"/>
              <a:round/>
              <a:headEnd len="med" w="med" type="none"/>
              <a:tailEnd len="med" w="med" type="none"/>
            </a:ln>
          </p:spPr>
        </p:sp>
        <p:sp>
          <p:nvSpPr>
            <p:cNvPr id="1050" name="Google Shape;1050;p71"/>
            <p:cNvSpPr/>
            <p:nvPr/>
          </p:nvSpPr>
          <p:spPr>
            <a:xfrm>
              <a:off x="3332925" y="1342175"/>
              <a:ext cx="648550" cy="414350"/>
            </a:xfrm>
            <a:custGeom>
              <a:rect b="b" l="l" r="r" t="t"/>
              <a:pathLst>
                <a:path extrusionOk="0" h="16574" w="25942">
                  <a:moveTo>
                    <a:pt x="0" y="0"/>
                  </a:moveTo>
                  <a:cubicBezTo>
                    <a:pt x="4324" y="2762"/>
                    <a:pt x="21618" y="13812"/>
                    <a:pt x="25942" y="16574"/>
                  </a:cubicBezTo>
                </a:path>
              </a:pathLst>
            </a:custGeom>
            <a:noFill/>
            <a:ln cap="flat" cmpd="sng" w="9525">
              <a:solidFill>
                <a:schemeClr val="dk2"/>
              </a:solidFill>
              <a:prstDash val="solid"/>
              <a:round/>
              <a:headEnd len="med" w="med" type="none"/>
              <a:tailEnd len="med" w="med" type="none"/>
            </a:ln>
          </p:spPr>
        </p:sp>
        <p:sp>
          <p:nvSpPr>
            <p:cNvPr id="1051" name="Google Shape;1051;p71"/>
            <p:cNvSpPr/>
            <p:nvPr/>
          </p:nvSpPr>
          <p:spPr>
            <a:xfrm>
              <a:off x="4675100" y="1044925"/>
              <a:ext cx="45025" cy="531450"/>
            </a:xfrm>
            <a:custGeom>
              <a:rect b="b" l="l" r="r" t="t"/>
              <a:pathLst>
                <a:path extrusionOk="0" h="21258" w="1801">
                  <a:moveTo>
                    <a:pt x="1801" y="0"/>
                  </a:moveTo>
                  <a:cubicBezTo>
                    <a:pt x="1501" y="3543"/>
                    <a:pt x="300" y="17715"/>
                    <a:pt x="0" y="21258"/>
                  </a:cubicBezTo>
                </a:path>
              </a:pathLst>
            </a:custGeom>
            <a:noFill/>
            <a:ln cap="flat" cmpd="sng" w="9525">
              <a:solidFill>
                <a:schemeClr val="dk2"/>
              </a:solidFill>
              <a:prstDash val="solid"/>
              <a:round/>
              <a:headEnd len="med" w="med" type="none"/>
              <a:tailEnd len="med" w="med" type="none"/>
            </a:ln>
          </p:spPr>
        </p:sp>
        <p:sp>
          <p:nvSpPr>
            <p:cNvPr id="1052" name="Google Shape;1052;p71"/>
            <p:cNvSpPr/>
            <p:nvPr/>
          </p:nvSpPr>
          <p:spPr>
            <a:xfrm>
              <a:off x="3999500" y="1053925"/>
              <a:ext cx="729625" cy="711625"/>
            </a:xfrm>
            <a:custGeom>
              <a:rect b="b" l="l" r="r" t="t"/>
              <a:pathLst>
                <a:path extrusionOk="0" h="28465" w="29185">
                  <a:moveTo>
                    <a:pt x="29185" y="0"/>
                  </a:moveTo>
                  <a:cubicBezTo>
                    <a:pt x="24321" y="4744"/>
                    <a:pt x="4864" y="23721"/>
                    <a:pt x="0" y="28465"/>
                  </a:cubicBezTo>
                </a:path>
              </a:pathLst>
            </a:custGeom>
            <a:noFill/>
            <a:ln cap="flat" cmpd="sng" w="9525">
              <a:solidFill>
                <a:schemeClr val="dk2"/>
              </a:solidFill>
              <a:prstDash val="solid"/>
              <a:round/>
              <a:headEnd len="med" w="med" type="none"/>
              <a:tailEnd len="med" w="med" type="none"/>
            </a:ln>
          </p:spPr>
        </p:sp>
        <p:sp>
          <p:nvSpPr>
            <p:cNvPr id="1053" name="Google Shape;1053;p71"/>
            <p:cNvSpPr/>
            <p:nvPr/>
          </p:nvSpPr>
          <p:spPr>
            <a:xfrm>
              <a:off x="3693225" y="1756525"/>
              <a:ext cx="315275" cy="342300"/>
            </a:xfrm>
            <a:custGeom>
              <a:rect b="b" l="l" r="r" t="t"/>
              <a:pathLst>
                <a:path extrusionOk="0" h="13692" w="12611">
                  <a:moveTo>
                    <a:pt x="0" y="13692"/>
                  </a:moveTo>
                  <a:cubicBezTo>
                    <a:pt x="2102" y="11410"/>
                    <a:pt x="10509" y="2282"/>
                    <a:pt x="12611" y="0"/>
                  </a:cubicBezTo>
                </a:path>
              </a:pathLst>
            </a:custGeom>
            <a:noFill/>
            <a:ln cap="flat" cmpd="sng" w="9525">
              <a:solidFill>
                <a:schemeClr val="dk2"/>
              </a:solidFill>
              <a:prstDash val="solid"/>
              <a:round/>
              <a:headEnd len="med" w="med" type="none"/>
              <a:tailEnd len="med" w="med" type="none"/>
            </a:ln>
          </p:spPr>
        </p:sp>
        <p:sp>
          <p:nvSpPr>
            <p:cNvPr id="1054" name="Google Shape;1054;p71"/>
            <p:cNvSpPr/>
            <p:nvPr/>
          </p:nvSpPr>
          <p:spPr>
            <a:xfrm>
              <a:off x="3486050" y="2098825"/>
              <a:ext cx="207175" cy="306275"/>
            </a:xfrm>
            <a:custGeom>
              <a:rect b="b" l="l" r="r" t="t"/>
              <a:pathLst>
                <a:path extrusionOk="0" h="12251" w="8287">
                  <a:moveTo>
                    <a:pt x="0" y="12251"/>
                  </a:moveTo>
                  <a:cubicBezTo>
                    <a:pt x="1381" y="10209"/>
                    <a:pt x="6906" y="2042"/>
                    <a:pt x="8287" y="0"/>
                  </a:cubicBezTo>
                </a:path>
              </a:pathLst>
            </a:custGeom>
            <a:noFill/>
            <a:ln cap="flat" cmpd="sng" w="9525">
              <a:solidFill>
                <a:schemeClr val="dk2"/>
              </a:solidFill>
              <a:prstDash val="solid"/>
              <a:round/>
              <a:headEnd len="med" w="med" type="none"/>
              <a:tailEnd len="med" w="med" type="none"/>
            </a:ln>
          </p:spPr>
        </p:sp>
        <p:sp>
          <p:nvSpPr>
            <p:cNvPr id="1055" name="Google Shape;1055;p71"/>
            <p:cNvSpPr/>
            <p:nvPr/>
          </p:nvSpPr>
          <p:spPr>
            <a:xfrm>
              <a:off x="3486050" y="2423125"/>
              <a:ext cx="9000" cy="432375"/>
            </a:xfrm>
            <a:custGeom>
              <a:rect b="b" l="l" r="r" t="t"/>
              <a:pathLst>
                <a:path extrusionOk="0" h="17295" w="360">
                  <a:moveTo>
                    <a:pt x="360" y="17295"/>
                  </a:moveTo>
                  <a:cubicBezTo>
                    <a:pt x="300" y="14413"/>
                    <a:pt x="60" y="2883"/>
                    <a:pt x="0" y="0"/>
                  </a:cubicBezTo>
                </a:path>
              </a:pathLst>
            </a:custGeom>
            <a:noFill/>
            <a:ln cap="flat" cmpd="sng" w="9525">
              <a:solidFill>
                <a:schemeClr val="dk2"/>
              </a:solidFill>
              <a:prstDash val="solid"/>
              <a:round/>
              <a:headEnd len="med" w="med" type="none"/>
              <a:tailEnd len="med" w="med" type="none"/>
            </a:ln>
          </p:spPr>
        </p:sp>
        <p:sp>
          <p:nvSpPr>
            <p:cNvPr id="1056" name="Google Shape;1056;p71"/>
            <p:cNvSpPr/>
            <p:nvPr/>
          </p:nvSpPr>
          <p:spPr>
            <a:xfrm>
              <a:off x="4026525" y="1747525"/>
              <a:ext cx="1684475" cy="279250"/>
            </a:xfrm>
            <a:custGeom>
              <a:rect b="b" l="l" r="r" t="t"/>
              <a:pathLst>
                <a:path extrusionOk="0" h="11170" w="67379">
                  <a:moveTo>
                    <a:pt x="0" y="0"/>
                  </a:moveTo>
                  <a:cubicBezTo>
                    <a:pt x="11230" y="1862"/>
                    <a:pt x="56149" y="9308"/>
                    <a:pt x="67379" y="11170"/>
                  </a:cubicBezTo>
                </a:path>
              </a:pathLst>
            </a:custGeom>
            <a:noFill/>
            <a:ln cap="flat" cmpd="sng" w="9525">
              <a:solidFill>
                <a:schemeClr val="dk2"/>
              </a:solidFill>
              <a:prstDash val="solid"/>
              <a:round/>
              <a:headEnd len="med" w="med" type="none"/>
              <a:tailEnd len="med" w="med" type="none"/>
            </a:ln>
          </p:spPr>
        </p:sp>
        <p:sp>
          <p:nvSpPr>
            <p:cNvPr id="1057" name="Google Shape;1057;p71"/>
            <p:cNvSpPr/>
            <p:nvPr/>
          </p:nvSpPr>
          <p:spPr>
            <a:xfrm>
              <a:off x="4485925" y="2351050"/>
              <a:ext cx="234200" cy="234200"/>
            </a:xfrm>
            <a:custGeom>
              <a:rect b="b" l="l" r="r" t="t"/>
              <a:pathLst>
                <a:path extrusionOk="0" h="9368" w="9368">
                  <a:moveTo>
                    <a:pt x="9368" y="0"/>
                  </a:moveTo>
                  <a:cubicBezTo>
                    <a:pt x="7807" y="1561"/>
                    <a:pt x="1561" y="7807"/>
                    <a:pt x="0" y="9368"/>
                  </a:cubicBezTo>
                </a:path>
              </a:pathLst>
            </a:custGeom>
            <a:noFill/>
            <a:ln cap="flat" cmpd="sng" w="9525">
              <a:solidFill>
                <a:schemeClr val="dk2"/>
              </a:solidFill>
              <a:prstDash val="solid"/>
              <a:round/>
              <a:headEnd len="med" w="med" type="none"/>
              <a:tailEnd len="med" w="med" type="none"/>
            </a:ln>
          </p:spPr>
        </p:sp>
        <p:sp>
          <p:nvSpPr>
            <p:cNvPr id="1058" name="Google Shape;1058;p71"/>
            <p:cNvSpPr/>
            <p:nvPr/>
          </p:nvSpPr>
          <p:spPr>
            <a:xfrm>
              <a:off x="4476925" y="2576250"/>
              <a:ext cx="18000" cy="333300"/>
            </a:xfrm>
            <a:custGeom>
              <a:rect b="b" l="l" r="r" t="t"/>
              <a:pathLst>
                <a:path extrusionOk="0" h="13332" w="720">
                  <a:moveTo>
                    <a:pt x="0" y="0"/>
                  </a:moveTo>
                  <a:cubicBezTo>
                    <a:pt x="120" y="2222"/>
                    <a:pt x="600" y="11110"/>
                    <a:pt x="720" y="13332"/>
                  </a:cubicBezTo>
                </a:path>
              </a:pathLst>
            </a:custGeom>
            <a:noFill/>
            <a:ln cap="flat" cmpd="sng" w="9525">
              <a:solidFill>
                <a:schemeClr val="dk2"/>
              </a:solidFill>
              <a:prstDash val="solid"/>
              <a:round/>
              <a:headEnd len="med" w="med" type="none"/>
              <a:tailEnd len="med" w="med" type="none"/>
            </a:ln>
          </p:spPr>
        </p:sp>
        <p:sp>
          <p:nvSpPr>
            <p:cNvPr id="1059" name="Google Shape;1059;p71"/>
            <p:cNvSpPr/>
            <p:nvPr/>
          </p:nvSpPr>
          <p:spPr>
            <a:xfrm>
              <a:off x="3495050" y="2855500"/>
              <a:ext cx="1026900" cy="54050"/>
            </a:xfrm>
            <a:custGeom>
              <a:rect b="b" l="l" r="r" t="t"/>
              <a:pathLst>
                <a:path extrusionOk="0" h="2162" w="41076">
                  <a:moveTo>
                    <a:pt x="0" y="0"/>
                  </a:moveTo>
                  <a:cubicBezTo>
                    <a:pt x="6846" y="360"/>
                    <a:pt x="34230" y="1802"/>
                    <a:pt x="41076" y="2162"/>
                  </a:cubicBezTo>
                </a:path>
              </a:pathLst>
            </a:custGeom>
            <a:noFill/>
            <a:ln cap="flat" cmpd="sng" w="9525">
              <a:solidFill>
                <a:schemeClr val="dk2"/>
              </a:solidFill>
              <a:prstDash val="solid"/>
              <a:round/>
              <a:headEnd len="med" w="med" type="none"/>
              <a:tailEnd len="med" w="med" type="none"/>
            </a:ln>
          </p:spPr>
        </p:sp>
        <p:sp>
          <p:nvSpPr>
            <p:cNvPr id="1060" name="Google Shape;1060;p71"/>
            <p:cNvSpPr/>
            <p:nvPr/>
          </p:nvSpPr>
          <p:spPr>
            <a:xfrm>
              <a:off x="3990500" y="1765550"/>
              <a:ext cx="486425" cy="828725"/>
            </a:xfrm>
            <a:custGeom>
              <a:rect b="b" l="l" r="r" t="t"/>
              <a:pathLst>
                <a:path extrusionOk="0" h="33149" w="19457">
                  <a:moveTo>
                    <a:pt x="0" y="0"/>
                  </a:moveTo>
                  <a:cubicBezTo>
                    <a:pt x="3243" y="5525"/>
                    <a:pt x="16214" y="27624"/>
                    <a:pt x="19457" y="33149"/>
                  </a:cubicBezTo>
                </a:path>
              </a:pathLst>
            </a:custGeom>
            <a:noFill/>
            <a:ln cap="flat" cmpd="sng" w="9525">
              <a:solidFill>
                <a:schemeClr val="dk2"/>
              </a:solidFill>
              <a:prstDash val="solid"/>
              <a:round/>
              <a:headEnd len="med" w="med" type="none"/>
              <a:tailEnd len="med" w="med" type="none"/>
            </a:ln>
          </p:spPr>
        </p:sp>
        <p:sp>
          <p:nvSpPr>
            <p:cNvPr id="1061" name="Google Shape;1061;p71"/>
            <p:cNvSpPr/>
            <p:nvPr/>
          </p:nvSpPr>
          <p:spPr>
            <a:xfrm>
              <a:off x="4738150" y="2035775"/>
              <a:ext cx="963850" cy="306275"/>
            </a:xfrm>
            <a:custGeom>
              <a:rect b="b" l="l" r="r" t="t"/>
              <a:pathLst>
                <a:path extrusionOk="0" h="12251" w="38554">
                  <a:moveTo>
                    <a:pt x="0" y="12251"/>
                  </a:moveTo>
                  <a:cubicBezTo>
                    <a:pt x="6426" y="10209"/>
                    <a:pt x="32128" y="2042"/>
                    <a:pt x="38554" y="0"/>
                  </a:cubicBezTo>
                </a:path>
              </a:pathLst>
            </a:custGeom>
            <a:noFill/>
            <a:ln cap="flat" cmpd="sng" w="9525">
              <a:solidFill>
                <a:schemeClr val="dk2"/>
              </a:solidFill>
              <a:prstDash val="solid"/>
              <a:round/>
              <a:headEnd len="med" w="med" type="none"/>
              <a:tailEnd len="med" w="med" type="none"/>
            </a:ln>
          </p:spPr>
        </p:sp>
        <p:sp>
          <p:nvSpPr>
            <p:cNvPr id="1062" name="Google Shape;1062;p71"/>
            <p:cNvSpPr/>
            <p:nvPr/>
          </p:nvSpPr>
          <p:spPr>
            <a:xfrm>
              <a:off x="3675225" y="4332800"/>
              <a:ext cx="1044900" cy="18000"/>
            </a:xfrm>
            <a:custGeom>
              <a:rect b="b" l="l" r="r" t="t"/>
              <a:pathLst>
                <a:path extrusionOk="0" h="720" w="41796">
                  <a:moveTo>
                    <a:pt x="0" y="720"/>
                  </a:moveTo>
                  <a:cubicBezTo>
                    <a:pt x="6966" y="600"/>
                    <a:pt x="34830" y="120"/>
                    <a:pt x="41796" y="0"/>
                  </a:cubicBezTo>
                </a:path>
              </a:pathLst>
            </a:custGeom>
            <a:noFill/>
            <a:ln cap="flat" cmpd="sng" w="9525">
              <a:solidFill>
                <a:schemeClr val="dk2"/>
              </a:solidFill>
              <a:prstDash val="solid"/>
              <a:round/>
              <a:headEnd len="med" w="med" type="none"/>
              <a:tailEnd len="med" w="med" type="none"/>
            </a:ln>
          </p:spPr>
        </p:sp>
        <p:sp>
          <p:nvSpPr>
            <p:cNvPr id="1063" name="Google Shape;1063;p71"/>
            <p:cNvSpPr/>
            <p:nvPr/>
          </p:nvSpPr>
          <p:spPr>
            <a:xfrm>
              <a:off x="4720125" y="4062550"/>
              <a:ext cx="702625" cy="270250"/>
            </a:xfrm>
            <a:custGeom>
              <a:rect b="b" l="l" r="r" t="t"/>
              <a:pathLst>
                <a:path extrusionOk="0" h="10810" w="28105">
                  <a:moveTo>
                    <a:pt x="28105" y="0"/>
                  </a:moveTo>
                  <a:cubicBezTo>
                    <a:pt x="23421" y="1802"/>
                    <a:pt x="4684" y="9008"/>
                    <a:pt x="0" y="10810"/>
                  </a:cubicBezTo>
                </a:path>
              </a:pathLst>
            </a:custGeom>
            <a:noFill/>
            <a:ln cap="flat" cmpd="sng" w="9525">
              <a:solidFill>
                <a:schemeClr val="dk2"/>
              </a:solidFill>
              <a:prstDash val="solid"/>
              <a:round/>
              <a:headEnd len="med" w="med" type="none"/>
              <a:tailEnd len="med" w="med" type="none"/>
            </a:ln>
          </p:spPr>
        </p:sp>
        <p:sp>
          <p:nvSpPr>
            <p:cNvPr id="1064" name="Google Shape;1064;p71"/>
            <p:cNvSpPr/>
            <p:nvPr/>
          </p:nvSpPr>
          <p:spPr>
            <a:xfrm>
              <a:off x="5440750" y="4044550"/>
              <a:ext cx="648575" cy="18000"/>
            </a:xfrm>
            <a:custGeom>
              <a:rect b="b" l="l" r="r" t="t"/>
              <a:pathLst>
                <a:path extrusionOk="0" h="720" w="25943">
                  <a:moveTo>
                    <a:pt x="25943" y="720"/>
                  </a:moveTo>
                  <a:cubicBezTo>
                    <a:pt x="21619" y="600"/>
                    <a:pt x="4324" y="120"/>
                    <a:pt x="0" y="0"/>
                  </a:cubicBezTo>
                </a:path>
              </a:pathLst>
            </a:custGeom>
            <a:noFill/>
            <a:ln cap="flat" cmpd="sng" w="9525">
              <a:solidFill>
                <a:schemeClr val="dk2"/>
              </a:solidFill>
              <a:prstDash val="solid"/>
              <a:round/>
              <a:headEnd len="med" w="med" type="none"/>
              <a:tailEnd len="med" w="med" type="none"/>
            </a:ln>
          </p:spPr>
        </p:sp>
        <p:sp>
          <p:nvSpPr>
            <p:cNvPr id="1065" name="Google Shape;1065;p71"/>
            <p:cNvSpPr/>
            <p:nvPr/>
          </p:nvSpPr>
          <p:spPr>
            <a:xfrm>
              <a:off x="5972225" y="3531100"/>
              <a:ext cx="126100" cy="522450"/>
            </a:xfrm>
            <a:custGeom>
              <a:rect b="b" l="l" r="r" t="t"/>
              <a:pathLst>
                <a:path extrusionOk="0" h="20898" w="5044">
                  <a:moveTo>
                    <a:pt x="0" y="0"/>
                  </a:moveTo>
                  <a:cubicBezTo>
                    <a:pt x="841" y="3483"/>
                    <a:pt x="4203" y="17415"/>
                    <a:pt x="5044" y="20898"/>
                  </a:cubicBezTo>
                </a:path>
              </a:pathLst>
            </a:custGeom>
            <a:noFill/>
            <a:ln cap="flat" cmpd="sng" w="9525">
              <a:solidFill>
                <a:schemeClr val="dk2"/>
              </a:solidFill>
              <a:prstDash val="solid"/>
              <a:round/>
              <a:headEnd len="med" w="med" type="none"/>
              <a:tailEnd len="med" w="med" type="none"/>
            </a:ln>
          </p:spPr>
        </p:sp>
        <p:sp>
          <p:nvSpPr>
            <p:cNvPr id="1066" name="Google Shape;1066;p71"/>
            <p:cNvSpPr/>
            <p:nvPr/>
          </p:nvSpPr>
          <p:spPr>
            <a:xfrm>
              <a:off x="5990250" y="3242825"/>
              <a:ext cx="351300" cy="279250"/>
            </a:xfrm>
            <a:custGeom>
              <a:rect b="b" l="l" r="r" t="t"/>
              <a:pathLst>
                <a:path extrusionOk="0" h="11170" w="14052">
                  <a:moveTo>
                    <a:pt x="14052" y="0"/>
                  </a:moveTo>
                  <a:cubicBezTo>
                    <a:pt x="11710" y="1862"/>
                    <a:pt x="2342" y="9308"/>
                    <a:pt x="0" y="11170"/>
                  </a:cubicBezTo>
                </a:path>
              </a:pathLst>
            </a:custGeom>
            <a:noFill/>
            <a:ln cap="flat" cmpd="sng" w="9525">
              <a:solidFill>
                <a:schemeClr val="dk2"/>
              </a:solidFill>
              <a:prstDash val="solid"/>
              <a:round/>
              <a:headEnd len="med" w="med" type="none"/>
              <a:tailEnd len="med" w="med" type="none"/>
            </a:ln>
          </p:spPr>
        </p:sp>
        <p:sp>
          <p:nvSpPr>
            <p:cNvPr id="1067" name="Google Shape;1067;p71"/>
            <p:cNvSpPr/>
            <p:nvPr/>
          </p:nvSpPr>
          <p:spPr>
            <a:xfrm>
              <a:off x="5792075" y="2927550"/>
              <a:ext cx="558475" cy="324300"/>
            </a:xfrm>
            <a:custGeom>
              <a:rect b="b" l="l" r="r" t="t"/>
              <a:pathLst>
                <a:path extrusionOk="0" h="12972" w="22339">
                  <a:moveTo>
                    <a:pt x="0" y="0"/>
                  </a:moveTo>
                  <a:cubicBezTo>
                    <a:pt x="3723" y="2162"/>
                    <a:pt x="18616" y="10810"/>
                    <a:pt x="22339" y="12972"/>
                  </a:cubicBezTo>
                </a:path>
              </a:pathLst>
            </a:custGeom>
            <a:noFill/>
            <a:ln cap="flat" cmpd="sng" w="9525">
              <a:solidFill>
                <a:schemeClr val="dk2"/>
              </a:solidFill>
              <a:prstDash val="solid"/>
              <a:round/>
              <a:headEnd len="med" w="med" type="none"/>
              <a:tailEnd len="med" w="med" type="none"/>
            </a:ln>
          </p:spPr>
        </p:sp>
        <p:sp>
          <p:nvSpPr>
            <p:cNvPr id="1068" name="Google Shape;1068;p71"/>
            <p:cNvSpPr/>
            <p:nvPr/>
          </p:nvSpPr>
          <p:spPr>
            <a:xfrm>
              <a:off x="4494925" y="2585250"/>
              <a:ext cx="1297150" cy="360325"/>
            </a:xfrm>
            <a:custGeom>
              <a:rect b="b" l="l" r="r" t="t"/>
              <a:pathLst>
                <a:path extrusionOk="0" h="14413" w="51886">
                  <a:moveTo>
                    <a:pt x="0" y="0"/>
                  </a:moveTo>
                  <a:cubicBezTo>
                    <a:pt x="8648" y="2402"/>
                    <a:pt x="43238" y="12011"/>
                    <a:pt x="51886" y="14413"/>
                  </a:cubicBezTo>
                </a:path>
              </a:pathLst>
            </a:custGeom>
            <a:noFill/>
            <a:ln cap="flat" cmpd="sng" w="9525">
              <a:solidFill>
                <a:schemeClr val="dk2"/>
              </a:solidFill>
              <a:prstDash val="solid"/>
              <a:round/>
              <a:headEnd len="med" w="med" type="none"/>
              <a:tailEnd len="med" w="med" type="none"/>
            </a:ln>
          </p:spPr>
        </p:sp>
        <p:sp>
          <p:nvSpPr>
            <p:cNvPr id="1069" name="Google Shape;1069;p71"/>
            <p:cNvSpPr/>
            <p:nvPr/>
          </p:nvSpPr>
          <p:spPr>
            <a:xfrm>
              <a:off x="4467900" y="2900550"/>
              <a:ext cx="117100" cy="927800"/>
            </a:xfrm>
            <a:custGeom>
              <a:rect b="b" l="l" r="r" t="t"/>
              <a:pathLst>
                <a:path extrusionOk="0" h="37112" w="4684">
                  <a:moveTo>
                    <a:pt x="0" y="0"/>
                  </a:moveTo>
                  <a:cubicBezTo>
                    <a:pt x="781" y="6185"/>
                    <a:pt x="3903" y="30927"/>
                    <a:pt x="4684" y="37112"/>
                  </a:cubicBezTo>
                </a:path>
              </a:pathLst>
            </a:custGeom>
            <a:noFill/>
            <a:ln cap="flat" cmpd="sng" w="9525">
              <a:solidFill>
                <a:schemeClr val="dk2"/>
              </a:solidFill>
              <a:prstDash val="solid"/>
              <a:round/>
              <a:headEnd len="med" w="med" type="none"/>
              <a:tailEnd len="med" w="med" type="none"/>
            </a:ln>
          </p:spPr>
        </p:sp>
        <p:sp>
          <p:nvSpPr>
            <p:cNvPr id="1070" name="Google Shape;1070;p71"/>
            <p:cNvSpPr/>
            <p:nvPr/>
          </p:nvSpPr>
          <p:spPr>
            <a:xfrm>
              <a:off x="4576000" y="3792325"/>
              <a:ext cx="135125" cy="558475"/>
            </a:xfrm>
            <a:custGeom>
              <a:rect b="b" l="l" r="r" t="t"/>
              <a:pathLst>
                <a:path extrusionOk="0" h="22339" w="5405">
                  <a:moveTo>
                    <a:pt x="0" y="0"/>
                  </a:moveTo>
                  <a:cubicBezTo>
                    <a:pt x="901" y="3723"/>
                    <a:pt x="4504" y="18616"/>
                    <a:pt x="5405" y="22339"/>
                  </a:cubicBezTo>
                </a:path>
              </a:pathLst>
            </a:custGeom>
            <a:noFill/>
            <a:ln cap="flat" cmpd="sng" w="9525">
              <a:solidFill>
                <a:schemeClr val="dk2"/>
              </a:solidFill>
              <a:prstDash val="solid"/>
              <a:round/>
              <a:headEnd len="med" w="med" type="none"/>
              <a:tailEnd len="med" w="med" type="none"/>
            </a:ln>
          </p:spPr>
        </p:sp>
        <p:sp>
          <p:nvSpPr>
            <p:cNvPr id="1071" name="Google Shape;1071;p71"/>
            <p:cNvSpPr/>
            <p:nvPr/>
          </p:nvSpPr>
          <p:spPr>
            <a:xfrm>
              <a:off x="4089575" y="3675225"/>
              <a:ext cx="504450" cy="108075"/>
            </a:xfrm>
            <a:custGeom>
              <a:rect b="b" l="l" r="r" t="t"/>
              <a:pathLst>
                <a:path extrusionOk="0" h="4323" w="20178">
                  <a:moveTo>
                    <a:pt x="20178" y="4323"/>
                  </a:moveTo>
                  <a:cubicBezTo>
                    <a:pt x="16815" y="3603"/>
                    <a:pt x="3363" y="721"/>
                    <a:pt x="0" y="0"/>
                  </a:cubicBezTo>
                </a:path>
              </a:pathLst>
            </a:custGeom>
            <a:noFill/>
            <a:ln cap="flat" cmpd="sng" w="9525">
              <a:solidFill>
                <a:schemeClr val="dk2"/>
              </a:solidFill>
              <a:prstDash val="solid"/>
              <a:round/>
              <a:headEnd len="med" w="med" type="none"/>
              <a:tailEnd len="med" w="med" type="none"/>
            </a:ln>
          </p:spPr>
        </p:sp>
        <p:sp>
          <p:nvSpPr>
            <p:cNvPr id="1072" name="Google Shape;1072;p71"/>
            <p:cNvSpPr/>
            <p:nvPr/>
          </p:nvSpPr>
          <p:spPr>
            <a:xfrm>
              <a:off x="4503950" y="2900550"/>
              <a:ext cx="513450" cy="405350"/>
            </a:xfrm>
            <a:custGeom>
              <a:rect b="b" l="l" r="r" t="t"/>
              <a:pathLst>
                <a:path extrusionOk="0" h="16214" w="20538">
                  <a:moveTo>
                    <a:pt x="0" y="0"/>
                  </a:moveTo>
                  <a:cubicBezTo>
                    <a:pt x="3423" y="2702"/>
                    <a:pt x="17115" y="13512"/>
                    <a:pt x="20538" y="16214"/>
                  </a:cubicBezTo>
                </a:path>
              </a:pathLst>
            </a:custGeom>
            <a:noFill/>
            <a:ln cap="flat" cmpd="sng" w="9525">
              <a:solidFill>
                <a:schemeClr val="dk2"/>
              </a:solidFill>
              <a:prstDash val="solid"/>
              <a:round/>
              <a:headEnd len="med" w="med" type="none"/>
              <a:tailEnd len="med" w="med" type="none"/>
            </a:ln>
          </p:spPr>
        </p:sp>
        <p:sp>
          <p:nvSpPr>
            <p:cNvPr id="1073" name="Google Shape;1073;p71"/>
            <p:cNvSpPr/>
            <p:nvPr/>
          </p:nvSpPr>
          <p:spPr>
            <a:xfrm>
              <a:off x="5044425" y="3305900"/>
              <a:ext cx="927800" cy="261225"/>
            </a:xfrm>
            <a:custGeom>
              <a:rect b="b" l="l" r="r" t="t"/>
              <a:pathLst>
                <a:path extrusionOk="0" h="10449" w="37112">
                  <a:moveTo>
                    <a:pt x="0" y="0"/>
                  </a:moveTo>
                  <a:cubicBezTo>
                    <a:pt x="6185" y="1742"/>
                    <a:pt x="30927" y="8708"/>
                    <a:pt x="37112" y="10449"/>
                  </a:cubicBezTo>
                </a:path>
              </a:pathLst>
            </a:custGeom>
            <a:noFill/>
            <a:ln cap="flat" cmpd="sng" w="9525">
              <a:solidFill>
                <a:schemeClr val="dk2"/>
              </a:solidFill>
              <a:prstDash val="solid"/>
              <a:round/>
              <a:headEnd len="med" w="med" type="none"/>
              <a:tailEnd len="med" w="med" type="none"/>
            </a:ln>
          </p:spPr>
        </p:sp>
        <p:sp>
          <p:nvSpPr>
            <p:cNvPr id="1074" name="Google Shape;1074;p71"/>
            <p:cNvSpPr/>
            <p:nvPr/>
          </p:nvSpPr>
          <p:spPr>
            <a:xfrm>
              <a:off x="3486050" y="2837475"/>
              <a:ext cx="639550" cy="882775"/>
            </a:xfrm>
            <a:custGeom>
              <a:rect b="b" l="l" r="r" t="t"/>
              <a:pathLst>
                <a:path extrusionOk="0" h="35311" w="25582">
                  <a:moveTo>
                    <a:pt x="0" y="0"/>
                  </a:moveTo>
                  <a:cubicBezTo>
                    <a:pt x="4264" y="5885"/>
                    <a:pt x="21318" y="29426"/>
                    <a:pt x="25582" y="35311"/>
                  </a:cubicBezTo>
                </a:path>
              </a:pathLst>
            </a:custGeom>
            <a:noFill/>
            <a:ln cap="flat" cmpd="sng" w="9525">
              <a:solidFill>
                <a:schemeClr val="dk2"/>
              </a:solidFill>
              <a:prstDash val="solid"/>
              <a:round/>
              <a:headEnd len="med" w="med" type="none"/>
              <a:tailEnd len="med" w="med" type="none"/>
            </a:ln>
          </p:spPr>
        </p:sp>
        <p:sp>
          <p:nvSpPr>
            <p:cNvPr id="1075" name="Google Shape;1075;p71"/>
            <p:cNvSpPr/>
            <p:nvPr/>
          </p:nvSpPr>
          <p:spPr>
            <a:xfrm>
              <a:off x="5711000" y="2035775"/>
              <a:ext cx="54050" cy="891775"/>
            </a:xfrm>
            <a:custGeom>
              <a:rect b="b" l="l" r="r" t="t"/>
              <a:pathLst>
                <a:path extrusionOk="0" h="35671" w="2162">
                  <a:moveTo>
                    <a:pt x="0" y="0"/>
                  </a:moveTo>
                  <a:cubicBezTo>
                    <a:pt x="360" y="5945"/>
                    <a:pt x="1802" y="29726"/>
                    <a:pt x="2162" y="35671"/>
                  </a:cubicBezTo>
                </a:path>
              </a:pathLst>
            </a:custGeom>
            <a:noFill/>
            <a:ln cap="flat" cmpd="sng" w="9525">
              <a:solidFill>
                <a:schemeClr val="dk2"/>
              </a:solidFill>
              <a:prstDash val="solid"/>
              <a:round/>
              <a:headEnd len="med" w="med" type="none"/>
              <a:tailEnd len="med" w="med" type="none"/>
            </a:ln>
          </p:spPr>
        </p:sp>
        <p:sp>
          <p:nvSpPr>
            <p:cNvPr id="1076" name="Google Shape;1076;p71"/>
            <p:cNvSpPr/>
            <p:nvPr/>
          </p:nvSpPr>
          <p:spPr>
            <a:xfrm>
              <a:off x="3240434" y="1232618"/>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71"/>
            <p:cNvSpPr/>
            <p:nvPr/>
          </p:nvSpPr>
          <p:spPr>
            <a:xfrm>
              <a:off x="3392100" y="22945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71"/>
            <p:cNvSpPr/>
            <p:nvPr/>
          </p:nvSpPr>
          <p:spPr>
            <a:xfrm>
              <a:off x="3392100" y="2751748"/>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71"/>
            <p:cNvSpPr/>
            <p:nvPr/>
          </p:nvSpPr>
          <p:spPr>
            <a:xfrm>
              <a:off x="5667425" y="2829223"/>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71"/>
            <p:cNvSpPr/>
            <p:nvPr/>
          </p:nvSpPr>
          <p:spPr>
            <a:xfrm>
              <a:off x="4874000" y="3192223"/>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71"/>
            <p:cNvSpPr/>
            <p:nvPr/>
          </p:nvSpPr>
          <p:spPr>
            <a:xfrm>
              <a:off x="6233475" y="3134023"/>
              <a:ext cx="188700" cy="1887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71"/>
            <p:cNvSpPr/>
            <p:nvPr/>
          </p:nvSpPr>
          <p:spPr>
            <a:xfrm>
              <a:off x="5988800" y="3964698"/>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71"/>
            <p:cNvSpPr/>
            <p:nvPr/>
          </p:nvSpPr>
          <p:spPr>
            <a:xfrm>
              <a:off x="5320000" y="3964698"/>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71"/>
            <p:cNvSpPr/>
            <p:nvPr/>
          </p:nvSpPr>
          <p:spPr>
            <a:xfrm>
              <a:off x="4612025" y="4240248"/>
              <a:ext cx="188700" cy="188700"/>
            </a:xfrm>
            <a:prstGeom prst="ellipse">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71"/>
            <p:cNvSpPr/>
            <p:nvPr/>
          </p:nvSpPr>
          <p:spPr>
            <a:xfrm>
              <a:off x="3580800" y="424025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71"/>
            <p:cNvSpPr/>
            <p:nvPr/>
          </p:nvSpPr>
          <p:spPr>
            <a:xfrm>
              <a:off x="4612034" y="936826"/>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71"/>
            <p:cNvSpPr/>
            <p:nvPr/>
          </p:nvSpPr>
          <p:spPr>
            <a:xfrm>
              <a:off x="4566995" y="1470226"/>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71"/>
            <p:cNvSpPr/>
            <p:nvPr/>
          </p:nvSpPr>
          <p:spPr>
            <a:xfrm>
              <a:off x="5589325" y="1914823"/>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71"/>
            <p:cNvSpPr/>
            <p:nvPr/>
          </p:nvSpPr>
          <p:spPr>
            <a:xfrm>
              <a:off x="4612025" y="2258323"/>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71"/>
            <p:cNvSpPr/>
            <p:nvPr/>
          </p:nvSpPr>
          <p:spPr>
            <a:xfrm>
              <a:off x="4378300" y="2477398"/>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71"/>
            <p:cNvSpPr/>
            <p:nvPr/>
          </p:nvSpPr>
          <p:spPr>
            <a:xfrm>
              <a:off x="4378300" y="2792923"/>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71"/>
            <p:cNvSpPr/>
            <p:nvPr/>
          </p:nvSpPr>
          <p:spPr>
            <a:xfrm>
              <a:off x="5856125" y="3424948"/>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71"/>
            <p:cNvSpPr/>
            <p:nvPr/>
          </p:nvSpPr>
          <p:spPr>
            <a:xfrm>
              <a:off x="3988300" y="3576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71"/>
            <p:cNvSpPr/>
            <p:nvPr/>
          </p:nvSpPr>
          <p:spPr>
            <a:xfrm>
              <a:off x="4477650" y="3687623"/>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71"/>
            <p:cNvSpPr/>
            <p:nvPr/>
          </p:nvSpPr>
          <p:spPr>
            <a:xfrm>
              <a:off x="3881195" y="1653787"/>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71"/>
            <p:cNvSpPr/>
            <p:nvPr/>
          </p:nvSpPr>
          <p:spPr>
            <a:xfrm>
              <a:off x="3576395" y="1989748"/>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71"/>
            <p:cNvSpPr txBox="1"/>
            <p:nvPr/>
          </p:nvSpPr>
          <p:spPr>
            <a:xfrm>
              <a:off x="4742550" y="8812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Toccoa</a:t>
              </a:r>
              <a:endParaRPr sz="800"/>
            </a:p>
          </p:txBody>
        </p:sp>
        <p:sp>
          <p:nvSpPr>
            <p:cNvPr id="1098" name="Google Shape;1098;p71"/>
            <p:cNvSpPr txBox="1"/>
            <p:nvPr/>
          </p:nvSpPr>
          <p:spPr>
            <a:xfrm>
              <a:off x="4688966" y="13905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Athens</a:t>
              </a:r>
              <a:endParaRPr sz="800"/>
            </a:p>
          </p:txBody>
        </p:sp>
        <p:sp>
          <p:nvSpPr>
            <p:cNvPr id="1099" name="Google Shape;1099;p71"/>
            <p:cNvSpPr txBox="1"/>
            <p:nvPr/>
          </p:nvSpPr>
          <p:spPr>
            <a:xfrm>
              <a:off x="5725609" y="1818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Augusta</a:t>
              </a:r>
              <a:endParaRPr sz="800"/>
            </a:p>
          </p:txBody>
        </p:sp>
        <p:sp>
          <p:nvSpPr>
            <p:cNvPr id="1100" name="Google Shape;1100;p71"/>
            <p:cNvSpPr txBox="1"/>
            <p:nvPr/>
          </p:nvSpPr>
          <p:spPr>
            <a:xfrm>
              <a:off x="2819751" y="223499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LaGrange</a:t>
              </a:r>
              <a:endParaRPr sz="800"/>
            </a:p>
          </p:txBody>
        </p:sp>
        <p:sp>
          <p:nvSpPr>
            <p:cNvPr id="1101" name="Google Shape;1101;p71"/>
            <p:cNvSpPr txBox="1"/>
            <p:nvPr/>
          </p:nvSpPr>
          <p:spPr>
            <a:xfrm>
              <a:off x="2819750" y="269232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Columbus</a:t>
              </a:r>
              <a:endParaRPr sz="800"/>
            </a:p>
          </p:txBody>
        </p:sp>
        <p:sp>
          <p:nvSpPr>
            <p:cNvPr id="1102" name="Google Shape;1102;p71"/>
            <p:cNvSpPr txBox="1"/>
            <p:nvPr/>
          </p:nvSpPr>
          <p:spPr>
            <a:xfrm>
              <a:off x="3566025" y="351257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Albany</a:t>
              </a:r>
              <a:endParaRPr sz="800"/>
            </a:p>
          </p:txBody>
        </p:sp>
        <p:sp>
          <p:nvSpPr>
            <p:cNvPr id="1103" name="Google Shape;1103;p71"/>
            <p:cNvSpPr txBox="1"/>
            <p:nvPr/>
          </p:nvSpPr>
          <p:spPr>
            <a:xfrm>
              <a:off x="2981625" y="42279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Bainbridge</a:t>
              </a:r>
              <a:endParaRPr sz="800"/>
            </a:p>
          </p:txBody>
        </p:sp>
        <p:sp>
          <p:nvSpPr>
            <p:cNvPr id="1104" name="Google Shape;1104;p71"/>
            <p:cNvSpPr txBox="1"/>
            <p:nvPr/>
          </p:nvSpPr>
          <p:spPr>
            <a:xfrm>
              <a:off x="4593293" y="3611772"/>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Tifton</a:t>
              </a:r>
              <a:endParaRPr sz="800"/>
            </a:p>
          </p:txBody>
        </p:sp>
        <p:sp>
          <p:nvSpPr>
            <p:cNvPr id="1105" name="Google Shape;1105;p71"/>
            <p:cNvSpPr txBox="1"/>
            <p:nvPr/>
          </p:nvSpPr>
          <p:spPr>
            <a:xfrm>
              <a:off x="4301400" y="4341775"/>
              <a:ext cx="729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rgbClr val="FF0000"/>
                  </a:solidFill>
                </a:rPr>
                <a:t>Valdosta</a:t>
              </a:r>
              <a:endParaRPr b="1" sz="1000">
                <a:solidFill>
                  <a:srgbClr val="FF0000"/>
                </a:solidFill>
              </a:endParaRPr>
            </a:p>
          </p:txBody>
        </p:sp>
        <p:sp>
          <p:nvSpPr>
            <p:cNvPr id="1106" name="Google Shape;1106;p71"/>
            <p:cNvSpPr txBox="1"/>
            <p:nvPr/>
          </p:nvSpPr>
          <p:spPr>
            <a:xfrm>
              <a:off x="4499815" y="2021622"/>
              <a:ext cx="846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Milledgeville</a:t>
              </a:r>
              <a:endParaRPr sz="800"/>
            </a:p>
          </p:txBody>
        </p:sp>
        <p:sp>
          <p:nvSpPr>
            <p:cNvPr id="1107" name="Google Shape;1107;p71"/>
            <p:cNvSpPr txBox="1"/>
            <p:nvPr/>
          </p:nvSpPr>
          <p:spPr>
            <a:xfrm>
              <a:off x="6133425" y="39647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Brunswick</a:t>
              </a:r>
              <a:endParaRPr sz="800"/>
            </a:p>
          </p:txBody>
        </p:sp>
        <p:sp>
          <p:nvSpPr>
            <p:cNvPr id="1108" name="Google Shape;1108;p71"/>
            <p:cNvSpPr txBox="1"/>
            <p:nvPr/>
          </p:nvSpPr>
          <p:spPr>
            <a:xfrm>
              <a:off x="5161525" y="40518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Waycross</a:t>
              </a:r>
              <a:endParaRPr sz="800"/>
            </a:p>
          </p:txBody>
        </p:sp>
        <p:sp>
          <p:nvSpPr>
            <p:cNvPr id="1109" name="Google Shape;1109;p71"/>
            <p:cNvSpPr txBox="1"/>
            <p:nvPr/>
          </p:nvSpPr>
          <p:spPr>
            <a:xfrm>
              <a:off x="4017513" y="2833374"/>
              <a:ext cx="69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Warner Robins</a:t>
              </a:r>
              <a:endParaRPr sz="800"/>
            </a:p>
          </p:txBody>
        </p:sp>
        <p:sp>
          <p:nvSpPr>
            <p:cNvPr id="1110" name="Google Shape;1110;p71"/>
            <p:cNvSpPr txBox="1"/>
            <p:nvPr/>
          </p:nvSpPr>
          <p:spPr>
            <a:xfrm>
              <a:off x="4972849" y="30797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McRae</a:t>
              </a:r>
              <a:endParaRPr sz="800"/>
            </a:p>
          </p:txBody>
        </p:sp>
        <p:sp>
          <p:nvSpPr>
            <p:cNvPr id="1111" name="Google Shape;1111;p71"/>
            <p:cNvSpPr txBox="1"/>
            <p:nvPr/>
          </p:nvSpPr>
          <p:spPr>
            <a:xfrm>
              <a:off x="5950282" y="3445378"/>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Hinesville</a:t>
              </a:r>
              <a:endParaRPr sz="800"/>
            </a:p>
          </p:txBody>
        </p:sp>
        <p:sp>
          <p:nvSpPr>
            <p:cNvPr id="1112" name="Google Shape;1112;p71"/>
            <p:cNvSpPr txBox="1"/>
            <p:nvPr/>
          </p:nvSpPr>
          <p:spPr>
            <a:xfrm>
              <a:off x="5754366" y="267493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Statesboro</a:t>
              </a:r>
              <a:endParaRPr sz="800"/>
            </a:p>
          </p:txBody>
        </p:sp>
        <p:sp>
          <p:nvSpPr>
            <p:cNvPr id="1113" name="Google Shape;1113;p71"/>
            <p:cNvSpPr txBox="1"/>
            <p:nvPr/>
          </p:nvSpPr>
          <p:spPr>
            <a:xfrm>
              <a:off x="6359575" y="30744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Savannah</a:t>
              </a:r>
              <a:endParaRPr sz="800"/>
            </a:p>
          </p:txBody>
        </p:sp>
      </p:grpSp>
      <p:sp>
        <p:nvSpPr>
          <p:cNvPr id="1114" name="Google Shape;1114;p71"/>
          <p:cNvSpPr txBox="1"/>
          <p:nvPr/>
        </p:nvSpPr>
        <p:spPr>
          <a:xfrm>
            <a:off x="3941313" y="24072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Macon</a:t>
            </a:r>
            <a:endParaRPr sz="800"/>
          </a:p>
        </p:txBody>
      </p:sp>
      <p:sp>
        <p:nvSpPr>
          <p:cNvPr id="1115" name="Google Shape;1115;p71"/>
          <p:cNvSpPr txBox="1"/>
          <p:nvPr/>
        </p:nvSpPr>
        <p:spPr>
          <a:xfrm>
            <a:off x="3424000" y="15833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t>Atlanta</a:t>
            </a:r>
            <a:endParaRPr b="1" sz="800"/>
          </a:p>
        </p:txBody>
      </p:sp>
      <p:sp>
        <p:nvSpPr>
          <p:cNvPr id="1116" name="Google Shape;1116;p71"/>
          <p:cNvSpPr txBox="1"/>
          <p:nvPr/>
        </p:nvSpPr>
        <p:spPr>
          <a:xfrm>
            <a:off x="2846768" y="1156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Rome</a:t>
            </a:r>
            <a:endParaRPr sz="800"/>
          </a:p>
        </p:txBody>
      </p:sp>
      <p:sp>
        <p:nvSpPr>
          <p:cNvPr id="1117" name="Google Shape;1117;p71"/>
          <p:cNvSpPr txBox="1"/>
          <p:nvPr/>
        </p:nvSpPr>
        <p:spPr>
          <a:xfrm>
            <a:off x="3062699" y="190291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Newnan</a:t>
            </a:r>
            <a:endParaRPr sz="800"/>
          </a:p>
        </p:txBody>
      </p:sp>
      <p:sp>
        <p:nvSpPr>
          <p:cNvPr id="1118" name="Google Shape;1118;p71"/>
          <p:cNvSpPr/>
          <p:nvPr/>
        </p:nvSpPr>
        <p:spPr>
          <a:xfrm>
            <a:off x="4714150" y="3250825"/>
            <a:ext cx="1603500" cy="1095300"/>
          </a:xfrm>
          <a:custGeom>
            <a:rect b="b" l="l" r="r" t="t"/>
            <a:pathLst>
              <a:path extrusionOk="0" h="43812" w="64140">
                <a:moveTo>
                  <a:pt x="0" y="43812"/>
                </a:moveTo>
                <a:lnTo>
                  <a:pt x="29091" y="32596"/>
                </a:lnTo>
                <a:lnTo>
                  <a:pt x="55378" y="32947"/>
                </a:lnTo>
                <a:lnTo>
                  <a:pt x="49770" y="10866"/>
                </a:lnTo>
                <a:lnTo>
                  <a:pt x="64140" y="0"/>
                </a:lnTo>
              </a:path>
            </a:pathLst>
          </a:custGeom>
          <a:noFill/>
          <a:ln cap="flat" cmpd="sng" w="38100">
            <a:solidFill>
              <a:srgbClr val="FF0000"/>
            </a:solidFill>
            <a:prstDash val="solid"/>
            <a:round/>
            <a:headEnd len="med" w="med" type="triangle"/>
            <a:tailEnd len="med" w="med" type="none"/>
          </a:ln>
        </p:spPr>
      </p:sp>
      <p:sp>
        <p:nvSpPr>
          <p:cNvPr id="1119" name="Google Shape;1119;p71"/>
          <p:cNvSpPr txBox="1"/>
          <p:nvPr/>
        </p:nvSpPr>
        <p:spPr>
          <a:xfrm>
            <a:off x="7377900" y="1305600"/>
            <a:ext cx="6483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0</a:t>
            </a:r>
            <a:endParaRPr sz="1000"/>
          </a:p>
        </p:txBody>
      </p:sp>
      <p:sp>
        <p:nvSpPr>
          <p:cNvPr id="1120" name="Google Shape;1120;p71"/>
          <p:cNvSpPr txBox="1"/>
          <p:nvPr/>
        </p:nvSpPr>
        <p:spPr>
          <a:xfrm>
            <a:off x="7377900" y="1762800"/>
            <a:ext cx="648300" cy="3387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1</a:t>
            </a:r>
            <a:endParaRPr sz="1000"/>
          </a:p>
        </p:txBody>
      </p:sp>
      <p:sp>
        <p:nvSpPr>
          <p:cNvPr id="1121" name="Google Shape;1121;p71"/>
          <p:cNvSpPr txBox="1"/>
          <p:nvPr/>
        </p:nvSpPr>
        <p:spPr>
          <a:xfrm>
            <a:off x="7377900" y="2220000"/>
            <a:ext cx="6483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2</a:t>
            </a:r>
            <a:endParaRPr sz="1000"/>
          </a:p>
        </p:txBody>
      </p:sp>
      <p:sp>
        <p:nvSpPr>
          <p:cNvPr id="1122" name="Google Shape;1122;p71"/>
          <p:cNvSpPr txBox="1"/>
          <p:nvPr/>
        </p:nvSpPr>
        <p:spPr>
          <a:xfrm>
            <a:off x="7377900" y="2677200"/>
            <a:ext cx="6483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3</a:t>
            </a:r>
            <a:endParaRPr sz="1000"/>
          </a:p>
        </p:txBody>
      </p:sp>
      <p:sp>
        <p:nvSpPr>
          <p:cNvPr id="1123" name="Google Shape;1123;p71"/>
          <p:cNvSpPr txBox="1"/>
          <p:nvPr/>
        </p:nvSpPr>
        <p:spPr>
          <a:xfrm>
            <a:off x="7377900" y="3134400"/>
            <a:ext cx="648300" cy="338700"/>
          </a:xfrm>
          <a:prstGeom prst="rect">
            <a:avLst/>
          </a:prstGeom>
          <a:solidFill>
            <a:srgbClr val="3D85C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4</a:t>
            </a:r>
            <a:endParaRPr sz="1000"/>
          </a:p>
        </p:txBody>
      </p:sp>
      <p:sp>
        <p:nvSpPr>
          <p:cNvPr id="1124" name="Google Shape;1124;p71"/>
          <p:cNvSpPr txBox="1"/>
          <p:nvPr/>
        </p:nvSpPr>
        <p:spPr>
          <a:xfrm>
            <a:off x="7377900" y="1305600"/>
            <a:ext cx="6483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0</a:t>
            </a:r>
            <a:endParaRPr sz="1000"/>
          </a:p>
        </p:txBody>
      </p:sp>
      <p:sp>
        <p:nvSpPr>
          <p:cNvPr id="1125" name="Google Shape;1125;p71"/>
          <p:cNvSpPr txBox="1"/>
          <p:nvPr/>
        </p:nvSpPr>
        <p:spPr>
          <a:xfrm>
            <a:off x="7377900" y="1762800"/>
            <a:ext cx="648300" cy="3387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1</a:t>
            </a:r>
            <a:endParaRPr sz="1000"/>
          </a:p>
        </p:txBody>
      </p:sp>
      <p:sp>
        <p:nvSpPr>
          <p:cNvPr id="1126" name="Google Shape;1126;p71"/>
          <p:cNvSpPr txBox="1"/>
          <p:nvPr/>
        </p:nvSpPr>
        <p:spPr>
          <a:xfrm>
            <a:off x="7377900" y="2220000"/>
            <a:ext cx="6483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2</a:t>
            </a:r>
            <a:endParaRPr sz="1000"/>
          </a:p>
        </p:txBody>
      </p:sp>
      <p:sp>
        <p:nvSpPr>
          <p:cNvPr id="1127" name="Google Shape;1127;p71"/>
          <p:cNvSpPr txBox="1"/>
          <p:nvPr/>
        </p:nvSpPr>
        <p:spPr>
          <a:xfrm>
            <a:off x="7377900" y="2677200"/>
            <a:ext cx="6483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3</a:t>
            </a:r>
            <a:endParaRPr sz="1000"/>
          </a:p>
        </p:txBody>
      </p:sp>
      <p:sp>
        <p:nvSpPr>
          <p:cNvPr id="1128" name="Google Shape;1128;p71"/>
          <p:cNvSpPr txBox="1"/>
          <p:nvPr/>
        </p:nvSpPr>
        <p:spPr>
          <a:xfrm>
            <a:off x="7377900" y="3134400"/>
            <a:ext cx="648300" cy="338700"/>
          </a:xfrm>
          <a:prstGeom prst="rect">
            <a:avLst/>
          </a:prstGeom>
          <a:solidFill>
            <a:srgbClr val="3D85C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4</a:t>
            </a:r>
            <a:endParaRPr sz="1000"/>
          </a:p>
        </p:txBody>
      </p:sp>
      <p:cxnSp>
        <p:nvCxnSpPr>
          <p:cNvPr id="1129" name="Google Shape;1129;p71"/>
          <p:cNvCxnSpPr/>
          <p:nvPr/>
        </p:nvCxnSpPr>
        <p:spPr>
          <a:xfrm>
            <a:off x="3792775" y="4936213"/>
            <a:ext cx="1422000" cy="0"/>
          </a:xfrm>
          <a:prstGeom prst="straightConnector1">
            <a:avLst/>
          </a:prstGeom>
          <a:noFill/>
          <a:ln cap="flat" cmpd="sng" w="9525">
            <a:solidFill>
              <a:srgbClr val="595959"/>
            </a:solidFill>
            <a:prstDash val="solid"/>
            <a:round/>
            <a:headEnd len="med" w="med" type="none"/>
            <a:tailEnd len="med" w="med" type="none"/>
          </a:ln>
        </p:spPr>
      </p:cxnSp>
      <p:cxnSp>
        <p:nvCxnSpPr>
          <p:cNvPr id="1130" name="Google Shape;1130;p71"/>
          <p:cNvCxnSpPr/>
          <p:nvPr/>
        </p:nvCxnSpPr>
        <p:spPr>
          <a:xfrm>
            <a:off x="410450" y="4936213"/>
            <a:ext cx="1422000" cy="0"/>
          </a:xfrm>
          <a:prstGeom prst="straightConnector1">
            <a:avLst/>
          </a:prstGeom>
          <a:noFill/>
          <a:ln cap="flat" cmpd="sng" w="9525">
            <a:solidFill>
              <a:srgbClr val="595959"/>
            </a:solidFill>
            <a:prstDash val="solid"/>
            <a:round/>
            <a:headEnd len="med" w="med" type="none"/>
            <a:tailEnd len="med" w="med" type="none"/>
          </a:ln>
        </p:spPr>
      </p:cxnSp>
      <p:cxnSp>
        <p:nvCxnSpPr>
          <p:cNvPr id="1131" name="Google Shape;1131;p71"/>
          <p:cNvCxnSpPr/>
          <p:nvPr/>
        </p:nvCxnSpPr>
        <p:spPr>
          <a:xfrm>
            <a:off x="7175100" y="4936213"/>
            <a:ext cx="1422000" cy="0"/>
          </a:xfrm>
          <a:prstGeom prst="straightConnector1">
            <a:avLst/>
          </a:prstGeom>
          <a:noFill/>
          <a:ln cap="flat" cmpd="sng" w="9525">
            <a:solidFill>
              <a:srgbClr val="595959"/>
            </a:solidFill>
            <a:prstDash val="solid"/>
            <a:round/>
            <a:headEnd len="med" w="med" type="none"/>
            <a:tailEnd len="med" w="med" type="none"/>
          </a:ln>
        </p:spPr>
      </p:cxnSp>
      <p:cxnSp>
        <p:nvCxnSpPr>
          <p:cNvPr id="1132" name="Google Shape;1132;p71"/>
          <p:cNvCxnSpPr/>
          <p:nvPr/>
        </p:nvCxnSpPr>
        <p:spPr>
          <a:xfrm>
            <a:off x="5483938" y="4936213"/>
            <a:ext cx="1422000" cy="0"/>
          </a:xfrm>
          <a:prstGeom prst="straightConnector1">
            <a:avLst/>
          </a:prstGeom>
          <a:noFill/>
          <a:ln cap="flat" cmpd="sng" w="9525">
            <a:solidFill>
              <a:srgbClr val="595959"/>
            </a:solidFill>
            <a:prstDash val="solid"/>
            <a:round/>
            <a:headEnd len="med" w="med" type="none"/>
            <a:tailEnd len="med" w="med" type="none"/>
          </a:ln>
        </p:spPr>
      </p:cxnSp>
      <p:cxnSp>
        <p:nvCxnSpPr>
          <p:cNvPr id="1133" name="Google Shape;1133;p71"/>
          <p:cNvCxnSpPr/>
          <p:nvPr/>
        </p:nvCxnSpPr>
        <p:spPr>
          <a:xfrm>
            <a:off x="2101613" y="4936213"/>
            <a:ext cx="1422000" cy="0"/>
          </a:xfrm>
          <a:prstGeom prst="straightConnector1">
            <a:avLst/>
          </a:prstGeom>
          <a:noFill/>
          <a:ln cap="flat" cmpd="sng" w="9525">
            <a:solidFill>
              <a:srgbClr val="595959"/>
            </a:solidFill>
            <a:prstDash val="solid"/>
            <a:round/>
            <a:headEnd len="med" w="med" type="none"/>
            <a:tailEnd len="med" w="med" type="non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p72"/>
          <p:cNvSpPr txBox="1"/>
          <p:nvPr>
            <p:ph idx="1" type="body"/>
          </p:nvPr>
        </p:nvSpPr>
        <p:spPr>
          <a:xfrm>
            <a:off x="311700" y="1152475"/>
            <a:ext cx="2634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Begin at the</a:t>
            </a:r>
            <a:br>
              <a:rPr lang="en"/>
            </a:br>
            <a:r>
              <a:rPr lang="en"/>
              <a:t>destination (Valdosta) and </a:t>
            </a:r>
            <a:r>
              <a:rPr lang="en">
                <a:solidFill>
                  <a:srgbClr val="FF0000"/>
                </a:solidFill>
              </a:rPr>
              <a:t>work backwards (decreasing the levels)</a:t>
            </a:r>
            <a:br>
              <a:rPr lang="en">
                <a:solidFill>
                  <a:srgbClr val="FF0000"/>
                </a:solidFill>
              </a:rPr>
            </a:br>
            <a:r>
              <a:rPr lang="en"/>
              <a:t>toward the start (Savannah).</a:t>
            </a:r>
            <a:br>
              <a:rPr lang="en"/>
            </a:br>
            <a:endParaRPr/>
          </a:p>
          <a:p>
            <a:pPr indent="0" lvl="0" marL="0" rtl="0" algn="l">
              <a:spcBef>
                <a:spcPts val="1200"/>
              </a:spcBef>
              <a:spcAft>
                <a:spcPts val="1200"/>
              </a:spcAft>
              <a:buNone/>
            </a:pPr>
            <a:r>
              <a:rPr lang="en"/>
              <a:t>Then reverse the result.</a:t>
            </a:r>
            <a:endParaRPr/>
          </a:p>
        </p:txBody>
      </p:sp>
      <p:sp>
        <p:nvSpPr>
          <p:cNvPr id="1139" name="Google Shape;1139;p7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Often Forget to Recover the solution path</a:t>
            </a:r>
            <a:endParaRPr/>
          </a:p>
        </p:txBody>
      </p:sp>
      <p:sp>
        <p:nvSpPr>
          <p:cNvPr id="1140" name="Google Shape;1140;p7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1141" name="Google Shape;1141;p72"/>
          <p:cNvGrpSpPr/>
          <p:nvPr/>
        </p:nvGrpSpPr>
        <p:grpSpPr>
          <a:xfrm>
            <a:off x="2819750" y="881249"/>
            <a:ext cx="4233425" cy="3799226"/>
            <a:chOff x="2819750" y="881249"/>
            <a:chExt cx="4233425" cy="3799226"/>
          </a:xfrm>
        </p:grpSpPr>
        <p:sp>
          <p:nvSpPr>
            <p:cNvPr id="1142" name="Google Shape;1142;p72"/>
            <p:cNvSpPr/>
            <p:nvPr/>
          </p:nvSpPr>
          <p:spPr>
            <a:xfrm>
              <a:off x="3486050" y="2846500"/>
              <a:ext cx="189175" cy="1513325"/>
            </a:xfrm>
            <a:custGeom>
              <a:rect b="b" l="l" r="r" t="t"/>
              <a:pathLst>
                <a:path extrusionOk="0" h="60533" w="7567">
                  <a:moveTo>
                    <a:pt x="0" y="0"/>
                  </a:moveTo>
                  <a:cubicBezTo>
                    <a:pt x="1261" y="10089"/>
                    <a:pt x="6306" y="50444"/>
                    <a:pt x="7567" y="60533"/>
                  </a:cubicBezTo>
                </a:path>
              </a:pathLst>
            </a:custGeom>
            <a:noFill/>
            <a:ln cap="flat" cmpd="sng" w="9525">
              <a:solidFill>
                <a:schemeClr val="dk2"/>
              </a:solidFill>
              <a:prstDash val="solid"/>
              <a:round/>
              <a:headEnd len="med" w="med" type="none"/>
              <a:tailEnd len="med" w="med" type="none"/>
            </a:ln>
          </p:spPr>
        </p:sp>
        <p:sp>
          <p:nvSpPr>
            <p:cNvPr id="1143" name="Google Shape;1143;p72"/>
            <p:cNvSpPr/>
            <p:nvPr/>
          </p:nvSpPr>
          <p:spPr>
            <a:xfrm>
              <a:off x="3981475" y="1558375"/>
              <a:ext cx="693625" cy="198150"/>
            </a:xfrm>
            <a:custGeom>
              <a:rect b="b" l="l" r="r" t="t"/>
              <a:pathLst>
                <a:path extrusionOk="0" h="7926" w="27745">
                  <a:moveTo>
                    <a:pt x="27745" y="0"/>
                  </a:moveTo>
                  <a:cubicBezTo>
                    <a:pt x="23121" y="1321"/>
                    <a:pt x="4624" y="6605"/>
                    <a:pt x="0" y="7926"/>
                  </a:cubicBezTo>
                </a:path>
              </a:pathLst>
            </a:custGeom>
            <a:noFill/>
            <a:ln cap="flat" cmpd="sng" w="9525">
              <a:solidFill>
                <a:schemeClr val="dk2"/>
              </a:solidFill>
              <a:prstDash val="solid"/>
              <a:round/>
              <a:headEnd len="med" w="med" type="none"/>
              <a:tailEnd len="med" w="med" type="none"/>
            </a:ln>
          </p:spPr>
        </p:sp>
        <p:sp>
          <p:nvSpPr>
            <p:cNvPr id="1144" name="Google Shape;1144;p72"/>
            <p:cNvSpPr/>
            <p:nvPr/>
          </p:nvSpPr>
          <p:spPr>
            <a:xfrm>
              <a:off x="3332925" y="1342175"/>
              <a:ext cx="648550" cy="414350"/>
            </a:xfrm>
            <a:custGeom>
              <a:rect b="b" l="l" r="r" t="t"/>
              <a:pathLst>
                <a:path extrusionOk="0" h="16574" w="25942">
                  <a:moveTo>
                    <a:pt x="0" y="0"/>
                  </a:moveTo>
                  <a:cubicBezTo>
                    <a:pt x="4324" y="2762"/>
                    <a:pt x="21618" y="13812"/>
                    <a:pt x="25942" y="16574"/>
                  </a:cubicBezTo>
                </a:path>
              </a:pathLst>
            </a:custGeom>
            <a:noFill/>
            <a:ln cap="flat" cmpd="sng" w="9525">
              <a:solidFill>
                <a:schemeClr val="dk2"/>
              </a:solidFill>
              <a:prstDash val="solid"/>
              <a:round/>
              <a:headEnd len="med" w="med" type="none"/>
              <a:tailEnd len="med" w="med" type="none"/>
            </a:ln>
          </p:spPr>
        </p:sp>
        <p:sp>
          <p:nvSpPr>
            <p:cNvPr id="1145" name="Google Shape;1145;p72"/>
            <p:cNvSpPr/>
            <p:nvPr/>
          </p:nvSpPr>
          <p:spPr>
            <a:xfrm>
              <a:off x="4675100" y="1044925"/>
              <a:ext cx="45025" cy="531450"/>
            </a:xfrm>
            <a:custGeom>
              <a:rect b="b" l="l" r="r" t="t"/>
              <a:pathLst>
                <a:path extrusionOk="0" h="21258" w="1801">
                  <a:moveTo>
                    <a:pt x="1801" y="0"/>
                  </a:moveTo>
                  <a:cubicBezTo>
                    <a:pt x="1501" y="3543"/>
                    <a:pt x="300" y="17715"/>
                    <a:pt x="0" y="21258"/>
                  </a:cubicBezTo>
                </a:path>
              </a:pathLst>
            </a:custGeom>
            <a:noFill/>
            <a:ln cap="flat" cmpd="sng" w="9525">
              <a:solidFill>
                <a:schemeClr val="dk2"/>
              </a:solidFill>
              <a:prstDash val="solid"/>
              <a:round/>
              <a:headEnd len="med" w="med" type="none"/>
              <a:tailEnd len="med" w="med" type="none"/>
            </a:ln>
          </p:spPr>
        </p:sp>
        <p:sp>
          <p:nvSpPr>
            <p:cNvPr id="1146" name="Google Shape;1146;p72"/>
            <p:cNvSpPr/>
            <p:nvPr/>
          </p:nvSpPr>
          <p:spPr>
            <a:xfrm>
              <a:off x="3999500" y="1053925"/>
              <a:ext cx="729625" cy="711625"/>
            </a:xfrm>
            <a:custGeom>
              <a:rect b="b" l="l" r="r" t="t"/>
              <a:pathLst>
                <a:path extrusionOk="0" h="28465" w="29185">
                  <a:moveTo>
                    <a:pt x="29185" y="0"/>
                  </a:moveTo>
                  <a:cubicBezTo>
                    <a:pt x="24321" y="4744"/>
                    <a:pt x="4864" y="23721"/>
                    <a:pt x="0" y="28465"/>
                  </a:cubicBezTo>
                </a:path>
              </a:pathLst>
            </a:custGeom>
            <a:noFill/>
            <a:ln cap="flat" cmpd="sng" w="9525">
              <a:solidFill>
                <a:schemeClr val="dk2"/>
              </a:solidFill>
              <a:prstDash val="solid"/>
              <a:round/>
              <a:headEnd len="med" w="med" type="none"/>
              <a:tailEnd len="med" w="med" type="none"/>
            </a:ln>
          </p:spPr>
        </p:sp>
        <p:sp>
          <p:nvSpPr>
            <p:cNvPr id="1147" name="Google Shape;1147;p72"/>
            <p:cNvSpPr/>
            <p:nvPr/>
          </p:nvSpPr>
          <p:spPr>
            <a:xfrm>
              <a:off x="3693225" y="1756525"/>
              <a:ext cx="315275" cy="342300"/>
            </a:xfrm>
            <a:custGeom>
              <a:rect b="b" l="l" r="r" t="t"/>
              <a:pathLst>
                <a:path extrusionOk="0" h="13692" w="12611">
                  <a:moveTo>
                    <a:pt x="0" y="13692"/>
                  </a:moveTo>
                  <a:cubicBezTo>
                    <a:pt x="2102" y="11410"/>
                    <a:pt x="10509" y="2282"/>
                    <a:pt x="12611" y="0"/>
                  </a:cubicBezTo>
                </a:path>
              </a:pathLst>
            </a:custGeom>
            <a:noFill/>
            <a:ln cap="flat" cmpd="sng" w="9525">
              <a:solidFill>
                <a:schemeClr val="dk2"/>
              </a:solidFill>
              <a:prstDash val="solid"/>
              <a:round/>
              <a:headEnd len="med" w="med" type="none"/>
              <a:tailEnd len="med" w="med" type="none"/>
            </a:ln>
          </p:spPr>
        </p:sp>
        <p:sp>
          <p:nvSpPr>
            <p:cNvPr id="1148" name="Google Shape;1148;p72"/>
            <p:cNvSpPr/>
            <p:nvPr/>
          </p:nvSpPr>
          <p:spPr>
            <a:xfrm>
              <a:off x="3486050" y="2098825"/>
              <a:ext cx="207175" cy="306275"/>
            </a:xfrm>
            <a:custGeom>
              <a:rect b="b" l="l" r="r" t="t"/>
              <a:pathLst>
                <a:path extrusionOk="0" h="12251" w="8287">
                  <a:moveTo>
                    <a:pt x="0" y="12251"/>
                  </a:moveTo>
                  <a:cubicBezTo>
                    <a:pt x="1381" y="10209"/>
                    <a:pt x="6906" y="2042"/>
                    <a:pt x="8287" y="0"/>
                  </a:cubicBezTo>
                </a:path>
              </a:pathLst>
            </a:custGeom>
            <a:noFill/>
            <a:ln cap="flat" cmpd="sng" w="9525">
              <a:solidFill>
                <a:schemeClr val="dk2"/>
              </a:solidFill>
              <a:prstDash val="solid"/>
              <a:round/>
              <a:headEnd len="med" w="med" type="none"/>
              <a:tailEnd len="med" w="med" type="none"/>
            </a:ln>
          </p:spPr>
        </p:sp>
        <p:sp>
          <p:nvSpPr>
            <p:cNvPr id="1149" name="Google Shape;1149;p72"/>
            <p:cNvSpPr/>
            <p:nvPr/>
          </p:nvSpPr>
          <p:spPr>
            <a:xfrm>
              <a:off x="3486050" y="2423125"/>
              <a:ext cx="9000" cy="432375"/>
            </a:xfrm>
            <a:custGeom>
              <a:rect b="b" l="l" r="r" t="t"/>
              <a:pathLst>
                <a:path extrusionOk="0" h="17295" w="360">
                  <a:moveTo>
                    <a:pt x="360" y="17295"/>
                  </a:moveTo>
                  <a:cubicBezTo>
                    <a:pt x="300" y="14413"/>
                    <a:pt x="60" y="2883"/>
                    <a:pt x="0" y="0"/>
                  </a:cubicBezTo>
                </a:path>
              </a:pathLst>
            </a:custGeom>
            <a:noFill/>
            <a:ln cap="flat" cmpd="sng" w="9525">
              <a:solidFill>
                <a:schemeClr val="dk2"/>
              </a:solidFill>
              <a:prstDash val="solid"/>
              <a:round/>
              <a:headEnd len="med" w="med" type="none"/>
              <a:tailEnd len="med" w="med" type="none"/>
            </a:ln>
          </p:spPr>
        </p:sp>
        <p:sp>
          <p:nvSpPr>
            <p:cNvPr id="1150" name="Google Shape;1150;p72"/>
            <p:cNvSpPr/>
            <p:nvPr/>
          </p:nvSpPr>
          <p:spPr>
            <a:xfrm>
              <a:off x="4026525" y="1747525"/>
              <a:ext cx="1684475" cy="279250"/>
            </a:xfrm>
            <a:custGeom>
              <a:rect b="b" l="l" r="r" t="t"/>
              <a:pathLst>
                <a:path extrusionOk="0" h="11170" w="67379">
                  <a:moveTo>
                    <a:pt x="0" y="0"/>
                  </a:moveTo>
                  <a:cubicBezTo>
                    <a:pt x="11230" y="1862"/>
                    <a:pt x="56149" y="9308"/>
                    <a:pt x="67379" y="11170"/>
                  </a:cubicBezTo>
                </a:path>
              </a:pathLst>
            </a:custGeom>
            <a:noFill/>
            <a:ln cap="flat" cmpd="sng" w="9525">
              <a:solidFill>
                <a:schemeClr val="dk2"/>
              </a:solidFill>
              <a:prstDash val="solid"/>
              <a:round/>
              <a:headEnd len="med" w="med" type="none"/>
              <a:tailEnd len="med" w="med" type="none"/>
            </a:ln>
          </p:spPr>
        </p:sp>
        <p:sp>
          <p:nvSpPr>
            <p:cNvPr id="1151" name="Google Shape;1151;p72"/>
            <p:cNvSpPr/>
            <p:nvPr/>
          </p:nvSpPr>
          <p:spPr>
            <a:xfrm>
              <a:off x="4485925" y="2351050"/>
              <a:ext cx="234200" cy="234200"/>
            </a:xfrm>
            <a:custGeom>
              <a:rect b="b" l="l" r="r" t="t"/>
              <a:pathLst>
                <a:path extrusionOk="0" h="9368" w="9368">
                  <a:moveTo>
                    <a:pt x="9368" y="0"/>
                  </a:moveTo>
                  <a:cubicBezTo>
                    <a:pt x="7807" y="1561"/>
                    <a:pt x="1561" y="7807"/>
                    <a:pt x="0" y="9368"/>
                  </a:cubicBezTo>
                </a:path>
              </a:pathLst>
            </a:custGeom>
            <a:noFill/>
            <a:ln cap="flat" cmpd="sng" w="9525">
              <a:solidFill>
                <a:schemeClr val="dk2"/>
              </a:solidFill>
              <a:prstDash val="solid"/>
              <a:round/>
              <a:headEnd len="med" w="med" type="none"/>
              <a:tailEnd len="med" w="med" type="none"/>
            </a:ln>
          </p:spPr>
        </p:sp>
        <p:sp>
          <p:nvSpPr>
            <p:cNvPr id="1152" name="Google Shape;1152;p72"/>
            <p:cNvSpPr/>
            <p:nvPr/>
          </p:nvSpPr>
          <p:spPr>
            <a:xfrm>
              <a:off x="4476925" y="2576250"/>
              <a:ext cx="18000" cy="333300"/>
            </a:xfrm>
            <a:custGeom>
              <a:rect b="b" l="l" r="r" t="t"/>
              <a:pathLst>
                <a:path extrusionOk="0" h="13332" w="720">
                  <a:moveTo>
                    <a:pt x="0" y="0"/>
                  </a:moveTo>
                  <a:cubicBezTo>
                    <a:pt x="120" y="2222"/>
                    <a:pt x="600" y="11110"/>
                    <a:pt x="720" y="13332"/>
                  </a:cubicBezTo>
                </a:path>
              </a:pathLst>
            </a:custGeom>
            <a:noFill/>
            <a:ln cap="flat" cmpd="sng" w="9525">
              <a:solidFill>
                <a:schemeClr val="dk2"/>
              </a:solidFill>
              <a:prstDash val="solid"/>
              <a:round/>
              <a:headEnd len="med" w="med" type="none"/>
              <a:tailEnd len="med" w="med" type="none"/>
            </a:ln>
          </p:spPr>
        </p:sp>
        <p:sp>
          <p:nvSpPr>
            <p:cNvPr id="1153" name="Google Shape;1153;p72"/>
            <p:cNvSpPr/>
            <p:nvPr/>
          </p:nvSpPr>
          <p:spPr>
            <a:xfrm>
              <a:off x="3495050" y="2855500"/>
              <a:ext cx="1026900" cy="54050"/>
            </a:xfrm>
            <a:custGeom>
              <a:rect b="b" l="l" r="r" t="t"/>
              <a:pathLst>
                <a:path extrusionOk="0" h="2162" w="41076">
                  <a:moveTo>
                    <a:pt x="0" y="0"/>
                  </a:moveTo>
                  <a:cubicBezTo>
                    <a:pt x="6846" y="360"/>
                    <a:pt x="34230" y="1802"/>
                    <a:pt x="41076" y="2162"/>
                  </a:cubicBezTo>
                </a:path>
              </a:pathLst>
            </a:custGeom>
            <a:noFill/>
            <a:ln cap="flat" cmpd="sng" w="9525">
              <a:solidFill>
                <a:schemeClr val="dk2"/>
              </a:solidFill>
              <a:prstDash val="solid"/>
              <a:round/>
              <a:headEnd len="med" w="med" type="none"/>
              <a:tailEnd len="med" w="med" type="none"/>
            </a:ln>
          </p:spPr>
        </p:sp>
        <p:sp>
          <p:nvSpPr>
            <p:cNvPr id="1154" name="Google Shape;1154;p72"/>
            <p:cNvSpPr/>
            <p:nvPr/>
          </p:nvSpPr>
          <p:spPr>
            <a:xfrm>
              <a:off x="3990500" y="1765550"/>
              <a:ext cx="486425" cy="828725"/>
            </a:xfrm>
            <a:custGeom>
              <a:rect b="b" l="l" r="r" t="t"/>
              <a:pathLst>
                <a:path extrusionOk="0" h="33149" w="19457">
                  <a:moveTo>
                    <a:pt x="0" y="0"/>
                  </a:moveTo>
                  <a:cubicBezTo>
                    <a:pt x="3243" y="5525"/>
                    <a:pt x="16214" y="27624"/>
                    <a:pt x="19457" y="33149"/>
                  </a:cubicBezTo>
                </a:path>
              </a:pathLst>
            </a:custGeom>
            <a:noFill/>
            <a:ln cap="flat" cmpd="sng" w="9525">
              <a:solidFill>
                <a:schemeClr val="dk2"/>
              </a:solidFill>
              <a:prstDash val="solid"/>
              <a:round/>
              <a:headEnd len="med" w="med" type="none"/>
              <a:tailEnd len="med" w="med" type="none"/>
            </a:ln>
          </p:spPr>
        </p:sp>
        <p:sp>
          <p:nvSpPr>
            <p:cNvPr id="1155" name="Google Shape;1155;p72"/>
            <p:cNvSpPr/>
            <p:nvPr/>
          </p:nvSpPr>
          <p:spPr>
            <a:xfrm>
              <a:off x="4738150" y="2035775"/>
              <a:ext cx="963850" cy="306275"/>
            </a:xfrm>
            <a:custGeom>
              <a:rect b="b" l="l" r="r" t="t"/>
              <a:pathLst>
                <a:path extrusionOk="0" h="12251" w="38554">
                  <a:moveTo>
                    <a:pt x="0" y="12251"/>
                  </a:moveTo>
                  <a:cubicBezTo>
                    <a:pt x="6426" y="10209"/>
                    <a:pt x="32128" y="2042"/>
                    <a:pt x="38554" y="0"/>
                  </a:cubicBezTo>
                </a:path>
              </a:pathLst>
            </a:custGeom>
            <a:noFill/>
            <a:ln cap="flat" cmpd="sng" w="9525">
              <a:solidFill>
                <a:schemeClr val="dk2"/>
              </a:solidFill>
              <a:prstDash val="solid"/>
              <a:round/>
              <a:headEnd len="med" w="med" type="none"/>
              <a:tailEnd len="med" w="med" type="none"/>
            </a:ln>
          </p:spPr>
        </p:sp>
        <p:sp>
          <p:nvSpPr>
            <p:cNvPr id="1156" name="Google Shape;1156;p72"/>
            <p:cNvSpPr/>
            <p:nvPr/>
          </p:nvSpPr>
          <p:spPr>
            <a:xfrm>
              <a:off x="3675225" y="4332800"/>
              <a:ext cx="1044900" cy="18000"/>
            </a:xfrm>
            <a:custGeom>
              <a:rect b="b" l="l" r="r" t="t"/>
              <a:pathLst>
                <a:path extrusionOk="0" h="720" w="41796">
                  <a:moveTo>
                    <a:pt x="0" y="720"/>
                  </a:moveTo>
                  <a:cubicBezTo>
                    <a:pt x="6966" y="600"/>
                    <a:pt x="34830" y="120"/>
                    <a:pt x="41796" y="0"/>
                  </a:cubicBezTo>
                </a:path>
              </a:pathLst>
            </a:custGeom>
            <a:noFill/>
            <a:ln cap="flat" cmpd="sng" w="9525">
              <a:solidFill>
                <a:schemeClr val="dk2"/>
              </a:solidFill>
              <a:prstDash val="solid"/>
              <a:round/>
              <a:headEnd len="med" w="med" type="none"/>
              <a:tailEnd len="med" w="med" type="none"/>
            </a:ln>
          </p:spPr>
        </p:sp>
        <p:sp>
          <p:nvSpPr>
            <p:cNvPr id="1157" name="Google Shape;1157;p72"/>
            <p:cNvSpPr/>
            <p:nvPr/>
          </p:nvSpPr>
          <p:spPr>
            <a:xfrm>
              <a:off x="4720125" y="4062550"/>
              <a:ext cx="702625" cy="270250"/>
            </a:xfrm>
            <a:custGeom>
              <a:rect b="b" l="l" r="r" t="t"/>
              <a:pathLst>
                <a:path extrusionOk="0" h="10810" w="28105">
                  <a:moveTo>
                    <a:pt x="28105" y="0"/>
                  </a:moveTo>
                  <a:cubicBezTo>
                    <a:pt x="23421" y="1802"/>
                    <a:pt x="4684" y="9008"/>
                    <a:pt x="0" y="10810"/>
                  </a:cubicBezTo>
                </a:path>
              </a:pathLst>
            </a:custGeom>
            <a:noFill/>
            <a:ln cap="flat" cmpd="sng" w="9525">
              <a:solidFill>
                <a:schemeClr val="dk2"/>
              </a:solidFill>
              <a:prstDash val="solid"/>
              <a:round/>
              <a:headEnd len="med" w="med" type="none"/>
              <a:tailEnd len="med" w="med" type="none"/>
            </a:ln>
          </p:spPr>
        </p:sp>
        <p:sp>
          <p:nvSpPr>
            <p:cNvPr id="1158" name="Google Shape;1158;p72"/>
            <p:cNvSpPr/>
            <p:nvPr/>
          </p:nvSpPr>
          <p:spPr>
            <a:xfrm>
              <a:off x="5440750" y="4044550"/>
              <a:ext cx="648575" cy="18000"/>
            </a:xfrm>
            <a:custGeom>
              <a:rect b="b" l="l" r="r" t="t"/>
              <a:pathLst>
                <a:path extrusionOk="0" h="720" w="25943">
                  <a:moveTo>
                    <a:pt x="25943" y="720"/>
                  </a:moveTo>
                  <a:cubicBezTo>
                    <a:pt x="21619" y="600"/>
                    <a:pt x="4324" y="120"/>
                    <a:pt x="0" y="0"/>
                  </a:cubicBezTo>
                </a:path>
              </a:pathLst>
            </a:custGeom>
            <a:noFill/>
            <a:ln cap="flat" cmpd="sng" w="9525">
              <a:solidFill>
                <a:schemeClr val="dk2"/>
              </a:solidFill>
              <a:prstDash val="solid"/>
              <a:round/>
              <a:headEnd len="med" w="med" type="none"/>
              <a:tailEnd len="med" w="med" type="none"/>
            </a:ln>
          </p:spPr>
        </p:sp>
        <p:sp>
          <p:nvSpPr>
            <p:cNvPr id="1159" name="Google Shape;1159;p72"/>
            <p:cNvSpPr/>
            <p:nvPr/>
          </p:nvSpPr>
          <p:spPr>
            <a:xfrm>
              <a:off x="5972225" y="3531100"/>
              <a:ext cx="126100" cy="522450"/>
            </a:xfrm>
            <a:custGeom>
              <a:rect b="b" l="l" r="r" t="t"/>
              <a:pathLst>
                <a:path extrusionOk="0" h="20898" w="5044">
                  <a:moveTo>
                    <a:pt x="0" y="0"/>
                  </a:moveTo>
                  <a:cubicBezTo>
                    <a:pt x="841" y="3483"/>
                    <a:pt x="4203" y="17415"/>
                    <a:pt x="5044" y="20898"/>
                  </a:cubicBezTo>
                </a:path>
              </a:pathLst>
            </a:custGeom>
            <a:noFill/>
            <a:ln cap="flat" cmpd="sng" w="9525">
              <a:solidFill>
                <a:schemeClr val="dk2"/>
              </a:solidFill>
              <a:prstDash val="solid"/>
              <a:round/>
              <a:headEnd len="med" w="med" type="none"/>
              <a:tailEnd len="med" w="med" type="none"/>
            </a:ln>
          </p:spPr>
        </p:sp>
        <p:sp>
          <p:nvSpPr>
            <p:cNvPr id="1160" name="Google Shape;1160;p72"/>
            <p:cNvSpPr/>
            <p:nvPr/>
          </p:nvSpPr>
          <p:spPr>
            <a:xfrm>
              <a:off x="5990250" y="3242825"/>
              <a:ext cx="351300" cy="279250"/>
            </a:xfrm>
            <a:custGeom>
              <a:rect b="b" l="l" r="r" t="t"/>
              <a:pathLst>
                <a:path extrusionOk="0" h="11170" w="14052">
                  <a:moveTo>
                    <a:pt x="14052" y="0"/>
                  </a:moveTo>
                  <a:cubicBezTo>
                    <a:pt x="11710" y="1862"/>
                    <a:pt x="2342" y="9308"/>
                    <a:pt x="0" y="11170"/>
                  </a:cubicBezTo>
                </a:path>
              </a:pathLst>
            </a:custGeom>
            <a:noFill/>
            <a:ln cap="flat" cmpd="sng" w="9525">
              <a:solidFill>
                <a:schemeClr val="dk2"/>
              </a:solidFill>
              <a:prstDash val="solid"/>
              <a:round/>
              <a:headEnd len="med" w="med" type="none"/>
              <a:tailEnd len="med" w="med" type="none"/>
            </a:ln>
          </p:spPr>
        </p:sp>
        <p:sp>
          <p:nvSpPr>
            <p:cNvPr id="1161" name="Google Shape;1161;p72"/>
            <p:cNvSpPr/>
            <p:nvPr/>
          </p:nvSpPr>
          <p:spPr>
            <a:xfrm>
              <a:off x="5792075" y="2927550"/>
              <a:ext cx="558475" cy="324300"/>
            </a:xfrm>
            <a:custGeom>
              <a:rect b="b" l="l" r="r" t="t"/>
              <a:pathLst>
                <a:path extrusionOk="0" h="12972" w="22339">
                  <a:moveTo>
                    <a:pt x="0" y="0"/>
                  </a:moveTo>
                  <a:cubicBezTo>
                    <a:pt x="3723" y="2162"/>
                    <a:pt x="18616" y="10810"/>
                    <a:pt x="22339" y="12972"/>
                  </a:cubicBezTo>
                </a:path>
              </a:pathLst>
            </a:custGeom>
            <a:noFill/>
            <a:ln cap="flat" cmpd="sng" w="9525">
              <a:solidFill>
                <a:schemeClr val="dk2"/>
              </a:solidFill>
              <a:prstDash val="solid"/>
              <a:round/>
              <a:headEnd len="med" w="med" type="none"/>
              <a:tailEnd len="med" w="med" type="none"/>
            </a:ln>
          </p:spPr>
        </p:sp>
        <p:sp>
          <p:nvSpPr>
            <p:cNvPr id="1162" name="Google Shape;1162;p72"/>
            <p:cNvSpPr/>
            <p:nvPr/>
          </p:nvSpPr>
          <p:spPr>
            <a:xfrm>
              <a:off x="4494925" y="2585250"/>
              <a:ext cx="1297150" cy="360325"/>
            </a:xfrm>
            <a:custGeom>
              <a:rect b="b" l="l" r="r" t="t"/>
              <a:pathLst>
                <a:path extrusionOk="0" h="14413" w="51886">
                  <a:moveTo>
                    <a:pt x="0" y="0"/>
                  </a:moveTo>
                  <a:cubicBezTo>
                    <a:pt x="8648" y="2402"/>
                    <a:pt x="43238" y="12011"/>
                    <a:pt x="51886" y="14413"/>
                  </a:cubicBezTo>
                </a:path>
              </a:pathLst>
            </a:custGeom>
            <a:noFill/>
            <a:ln cap="flat" cmpd="sng" w="9525">
              <a:solidFill>
                <a:schemeClr val="dk2"/>
              </a:solidFill>
              <a:prstDash val="solid"/>
              <a:round/>
              <a:headEnd len="med" w="med" type="none"/>
              <a:tailEnd len="med" w="med" type="none"/>
            </a:ln>
          </p:spPr>
        </p:sp>
        <p:sp>
          <p:nvSpPr>
            <p:cNvPr id="1163" name="Google Shape;1163;p72"/>
            <p:cNvSpPr/>
            <p:nvPr/>
          </p:nvSpPr>
          <p:spPr>
            <a:xfrm>
              <a:off x="4467900" y="2900550"/>
              <a:ext cx="117100" cy="927800"/>
            </a:xfrm>
            <a:custGeom>
              <a:rect b="b" l="l" r="r" t="t"/>
              <a:pathLst>
                <a:path extrusionOk="0" h="37112" w="4684">
                  <a:moveTo>
                    <a:pt x="0" y="0"/>
                  </a:moveTo>
                  <a:cubicBezTo>
                    <a:pt x="781" y="6185"/>
                    <a:pt x="3903" y="30927"/>
                    <a:pt x="4684" y="37112"/>
                  </a:cubicBezTo>
                </a:path>
              </a:pathLst>
            </a:custGeom>
            <a:noFill/>
            <a:ln cap="flat" cmpd="sng" w="9525">
              <a:solidFill>
                <a:schemeClr val="dk2"/>
              </a:solidFill>
              <a:prstDash val="solid"/>
              <a:round/>
              <a:headEnd len="med" w="med" type="none"/>
              <a:tailEnd len="med" w="med" type="none"/>
            </a:ln>
          </p:spPr>
        </p:sp>
        <p:sp>
          <p:nvSpPr>
            <p:cNvPr id="1164" name="Google Shape;1164;p72"/>
            <p:cNvSpPr/>
            <p:nvPr/>
          </p:nvSpPr>
          <p:spPr>
            <a:xfrm>
              <a:off x="4576000" y="3792325"/>
              <a:ext cx="135125" cy="558475"/>
            </a:xfrm>
            <a:custGeom>
              <a:rect b="b" l="l" r="r" t="t"/>
              <a:pathLst>
                <a:path extrusionOk="0" h="22339" w="5405">
                  <a:moveTo>
                    <a:pt x="0" y="0"/>
                  </a:moveTo>
                  <a:cubicBezTo>
                    <a:pt x="901" y="3723"/>
                    <a:pt x="4504" y="18616"/>
                    <a:pt x="5405" y="22339"/>
                  </a:cubicBezTo>
                </a:path>
              </a:pathLst>
            </a:custGeom>
            <a:noFill/>
            <a:ln cap="flat" cmpd="sng" w="9525">
              <a:solidFill>
                <a:schemeClr val="dk2"/>
              </a:solidFill>
              <a:prstDash val="solid"/>
              <a:round/>
              <a:headEnd len="med" w="med" type="none"/>
              <a:tailEnd len="med" w="med" type="none"/>
            </a:ln>
          </p:spPr>
        </p:sp>
        <p:sp>
          <p:nvSpPr>
            <p:cNvPr id="1165" name="Google Shape;1165;p72"/>
            <p:cNvSpPr/>
            <p:nvPr/>
          </p:nvSpPr>
          <p:spPr>
            <a:xfrm>
              <a:off x="4089575" y="3675225"/>
              <a:ext cx="504450" cy="108075"/>
            </a:xfrm>
            <a:custGeom>
              <a:rect b="b" l="l" r="r" t="t"/>
              <a:pathLst>
                <a:path extrusionOk="0" h="4323" w="20178">
                  <a:moveTo>
                    <a:pt x="20178" y="4323"/>
                  </a:moveTo>
                  <a:cubicBezTo>
                    <a:pt x="16815" y="3603"/>
                    <a:pt x="3363" y="721"/>
                    <a:pt x="0" y="0"/>
                  </a:cubicBezTo>
                </a:path>
              </a:pathLst>
            </a:custGeom>
            <a:noFill/>
            <a:ln cap="flat" cmpd="sng" w="9525">
              <a:solidFill>
                <a:schemeClr val="dk2"/>
              </a:solidFill>
              <a:prstDash val="solid"/>
              <a:round/>
              <a:headEnd len="med" w="med" type="none"/>
              <a:tailEnd len="med" w="med" type="none"/>
            </a:ln>
          </p:spPr>
        </p:sp>
        <p:sp>
          <p:nvSpPr>
            <p:cNvPr id="1166" name="Google Shape;1166;p72"/>
            <p:cNvSpPr/>
            <p:nvPr/>
          </p:nvSpPr>
          <p:spPr>
            <a:xfrm>
              <a:off x="4503950" y="2900550"/>
              <a:ext cx="513450" cy="405350"/>
            </a:xfrm>
            <a:custGeom>
              <a:rect b="b" l="l" r="r" t="t"/>
              <a:pathLst>
                <a:path extrusionOk="0" h="16214" w="20538">
                  <a:moveTo>
                    <a:pt x="0" y="0"/>
                  </a:moveTo>
                  <a:cubicBezTo>
                    <a:pt x="3423" y="2702"/>
                    <a:pt x="17115" y="13512"/>
                    <a:pt x="20538" y="16214"/>
                  </a:cubicBezTo>
                </a:path>
              </a:pathLst>
            </a:custGeom>
            <a:noFill/>
            <a:ln cap="flat" cmpd="sng" w="9525">
              <a:solidFill>
                <a:schemeClr val="dk2"/>
              </a:solidFill>
              <a:prstDash val="solid"/>
              <a:round/>
              <a:headEnd len="med" w="med" type="none"/>
              <a:tailEnd len="med" w="med" type="none"/>
            </a:ln>
          </p:spPr>
        </p:sp>
        <p:sp>
          <p:nvSpPr>
            <p:cNvPr id="1167" name="Google Shape;1167;p72"/>
            <p:cNvSpPr/>
            <p:nvPr/>
          </p:nvSpPr>
          <p:spPr>
            <a:xfrm>
              <a:off x="5044425" y="3305900"/>
              <a:ext cx="927800" cy="261225"/>
            </a:xfrm>
            <a:custGeom>
              <a:rect b="b" l="l" r="r" t="t"/>
              <a:pathLst>
                <a:path extrusionOk="0" h="10449" w="37112">
                  <a:moveTo>
                    <a:pt x="0" y="0"/>
                  </a:moveTo>
                  <a:cubicBezTo>
                    <a:pt x="6185" y="1742"/>
                    <a:pt x="30927" y="8708"/>
                    <a:pt x="37112" y="10449"/>
                  </a:cubicBezTo>
                </a:path>
              </a:pathLst>
            </a:custGeom>
            <a:noFill/>
            <a:ln cap="flat" cmpd="sng" w="9525">
              <a:solidFill>
                <a:schemeClr val="dk2"/>
              </a:solidFill>
              <a:prstDash val="solid"/>
              <a:round/>
              <a:headEnd len="med" w="med" type="none"/>
              <a:tailEnd len="med" w="med" type="none"/>
            </a:ln>
          </p:spPr>
        </p:sp>
        <p:sp>
          <p:nvSpPr>
            <p:cNvPr id="1168" name="Google Shape;1168;p72"/>
            <p:cNvSpPr/>
            <p:nvPr/>
          </p:nvSpPr>
          <p:spPr>
            <a:xfrm>
              <a:off x="3486050" y="2837475"/>
              <a:ext cx="639550" cy="882775"/>
            </a:xfrm>
            <a:custGeom>
              <a:rect b="b" l="l" r="r" t="t"/>
              <a:pathLst>
                <a:path extrusionOk="0" h="35311" w="25582">
                  <a:moveTo>
                    <a:pt x="0" y="0"/>
                  </a:moveTo>
                  <a:cubicBezTo>
                    <a:pt x="4264" y="5885"/>
                    <a:pt x="21318" y="29426"/>
                    <a:pt x="25582" y="35311"/>
                  </a:cubicBezTo>
                </a:path>
              </a:pathLst>
            </a:custGeom>
            <a:noFill/>
            <a:ln cap="flat" cmpd="sng" w="9525">
              <a:solidFill>
                <a:schemeClr val="dk2"/>
              </a:solidFill>
              <a:prstDash val="solid"/>
              <a:round/>
              <a:headEnd len="med" w="med" type="none"/>
              <a:tailEnd len="med" w="med" type="none"/>
            </a:ln>
          </p:spPr>
        </p:sp>
        <p:sp>
          <p:nvSpPr>
            <p:cNvPr id="1169" name="Google Shape;1169;p72"/>
            <p:cNvSpPr/>
            <p:nvPr/>
          </p:nvSpPr>
          <p:spPr>
            <a:xfrm>
              <a:off x="5711000" y="2035775"/>
              <a:ext cx="54050" cy="891775"/>
            </a:xfrm>
            <a:custGeom>
              <a:rect b="b" l="l" r="r" t="t"/>
              <a:pathLst>
                <a:path extrusionOk="0" h="35671" w="2162">
                  <a:moveTo>
                    <a:pt x="0" y="0"/>
                  </a:moveTo>
                  <a:cubicBezTo>
                    <a:pt x="360" y="5945"/>
                    <a:pt x="1802" y="29726"/>
                    <a:pt x="2162" y="35671"/>
                  </a:cubicBezTo>
                </a:path>
              </a:pathLst>
            </a:custGeom>
            <a:noFill/>
            <a:ln cap="flat" cmpd="sng" w="9525">
              <a:solidFill>
                <a:schemeClr val="dk2"/>
              </a:solidFill>
              <a:prstDash val="solid"/>
              <a:round/>
              <a:headEnd len="med" w="med" type="none"/>
              <a:tailEnd len="med" w="med" type="none"/>
            </a:ln>
          </p:spPr>
        </p:sp>
        <p:sp>
          <p:nvSpPr>
            <p:cNvPr id="1170" name="Google Shape;1170;p72"/>
            <p:cNvSpPr/>
            <p:nvPr/>
          </p:nvSpPr>
          <p:spPr>
            <a:xfrm>
              <a:off x="3240434" y="1232618"/>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72"/>
            <p:cNvSpPr/>
            <p:nvPr/>
          </p:nvSpPr>
          <p:spPr>
            <a:xfrm>
              <a:off x="3392100" y="22945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72"/>
            <p:cNvSpPr/>
            <p:nvPr/>
          </p:nvSpPr>
          <p:spPr>
            <a:xfrm>
              <a:off x="3392100" y="2751748"/>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72"/>
            <p:cNvSpPr/>
            <p:nvPr/>
          </p:nvSpPr>
          <p:spPr>
            <a:xfrm>
              <a:off x="5667425" y="2829223"/>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72"/>
            <p:cNvSpPr/>
            <p:nvPr/>
          </p:nvSpPr>
          <p:spPr>
            <a:xfrm>
              <a:off x="4874000" y="3192223"/>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72"/>
            <p:cNvSpPr/>
            <p:nvPr/>
          </p:nvSpPr>
          <p:spPr>
            <a:xfrm>
              <a:off x="6233475" y="3134023"/>
              <a:ext cx="188700" cy="1887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72"/>
            <p:cNvSpPr/>
            <p:nvPr/>
          </p:nvSpPr>
          <p:spPr>
            <a:xfrm>
              <a:off x="5988800" y="3964698"/>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72"/>
            <p:cNvSpPr/>
            <p:nvPr/>
          </p:nvSpPr>
          <p:spPr>
            <a:xfrm>
              <a:off x="5320000" y="3964698"/>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72"/>
            <p:cNvSpPr/>
            <p:nvPr/>
          </p:nvSpPr>
          <p:spPr>
            <a:xfrm>
              <a:off x="4612025" y="4240248"/>
              <a:ext cx="188700" cy="188700"/>
            </a:xfrm>
            <a:prstGeom prst="ellipse">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72"/>
            <p:cNvSpPr/>
            <p:nvPr/>
          </p:nvSpPr>
          <p:spPr>
            <a:xfrm>
              <a:off x="3580800" y="424025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72"/>
            <p:cNvSpPr/>
            <p:nvPr/>
          </p:nvSpPr>
          <p:spPr>
            <a:xfrm>
              <a:off x="4612034" y="936826"/>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72"/>
            <p:cNvSpPr/>
            <p:nvPr/>
          </p:nvSpPr>
          <p:spPr>
            <a:xfrm>
              <a:off x="4566995" y="1470226"/>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72"/>
            <p:cNvSpPr/>
            <p:nvPr/>
          </p:nvSpPr>
          <p:spPr>
            <a:xfrm>
              <a:off x="5589325" y="1914823"/>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72"/>
            <p:cNvSpPr/>
            <p:nvPr/>
          </p:nvSpPr>
          <p:spPr>
            <a:xfrm>
              <a:off x="4612025" y="2258323"/>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72"/>
            <p:cNvSpPr/>
            <p:nvPr/>
          </p:nvSpPr>
          <p:spPr>
            <a:xfrm>
              <a:off x="4378300" y="2477398"/>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72"/>
            <p:cNvSpPr/>
            <p:nvPr/>
          </p:nvSpPr>
          <p:spPr>
            <a:xfrm>
              <a:off x="4378300" y="2792923"/>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72"/>
            <p:cNvSpPr/>
            <p:nvPr/>
          </p:nvSpPr>
          <p:spPr>
            <a:xfrm>
              <a:off x="5856125" y="3424948"/>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72"/>
            <p:cNvSpPr/>
            <p:nvPr/>
          </p:nvSpPr>
          <p:spPr>
            <a:xfrm>
              <a:off x="3988300" y="3576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72"/>
            <p:cNvSpPr/>
            <p:nvPr/>
          </p:nvSpPr>
          <p:spPr>
            <a:xfrm>
              <a:off x="4477650" y="3687623"/>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72"/>
            <p:cNvSpPr/>
            <p:nvPr/>
          </p:nvSpPr>
          <p:spPr>
            <a:xfrm>
              <a:off x="3881195" y="1653787"/>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72"/>
            <p:cNvSpPr/>
            <p:nvPr/>
          </p:nvSpPr>
          <p:spPr>
            <a:xfrm>
              <a:off x="3576395" y="1989748"/>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72"/>
            <p:cNvSpPr txBox="1"/>
            <p:nvPr/>
          </p:nvSpPr>
          <p:spPr>
            <a:xfrm>
              <a:off x="4742550" y="8812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Toccoa</a:t>
              </a:r>
              <a:endParaRPr sz="800"/>
            </a:p>
          </p:txBody>
        </p:sp>
        <p:sp>
          <p:nvSpPr>
            <p:cNvPr id="1192" name="Google Shape;1192;p72"/>
            <p:cNvSpPr txBox="1"/>
            <p:nvPr/>
          </p:nvSpPr>
          <p:spPr>
            <a:xfrm>
              <a:off x="4688966" y="13905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Athens</a:t>
              </a:r>
              <a:endParaRPr sz="800"/>
            </a:p>
          </p:txBody>
        </p:sp>
        <p:sp>
          <p:nvSpPr>
            <p:cNvPr id="1193" name="Google Shape;1193;p72"/>
            <p:cNvSpPr txBox="1"/>
            <p:nvPr/>
          </p:nvSpPr>
          <p:spPr>
            <a:xfrm>
              <a:off x="5725609" y="1818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Augusta</a:t>
              </a:r>
              <a:endParaRPr sz="800"/>
            </a:p>
          </p:txBody>
        </p:sp>
        <p:sp>
          <p:nvSpPr>
            <p:cNvPr id="1194" name="Google Shape;1194;p72"/>
            <p:cNvSpPr txBox="1"/>
            <p:nvPr/>
          </p:nvSpPr>
          <p:spPr>
            <a:xfrm>
              <a:off x="2819751" y="223499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LaGrange</a:t>
              </a:r>
              <a:endParaRPr sz="800"/>
            </a:p>
          </p:txBody>
        </p:sp>
        <p:sp>
          <p:nvSpPr>
            <p:cNvPr id="1195" name="Google Shape;1195;p72"/>
            <p:cNvSpPr txBox="1"/>
            <p:nvPr/>
          </p:nvSpPr>
          <p:spPr>
            <a:xfrm>
              <a:off x="2819750" y="269232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Columbus</a:t>
              </a:r>
              <a:endParaRPr sz="800"/>
            </a:p>
          </p:txBody>
        </p:sp>
        <p:sp>
          <p:nvSpPr>
            <p:cNvPr id="1196" name="Google Shape;1196;p72"/>
            <p:cNvSpPr txBox="1"/>
            <p:nvPr/>
          </p:nvSpPr>
          <p:spPr>
            <a:xfrm>
              <a:off x="3566025" y="351257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Albany</a:t>
              </a:r>
              <a:endParaRPr sz="800"/>
            </a:p>
          </p:txBody>
        </p:sp>
        <p:sp>
          <p:nvSpPr>
            <p:cNvPr id="1197" name="Google Shape;1197;p72"/>
            <p:cNvSpPr txBox="1"/>
            <p:nvPr/>
          </p:nvSpPr>
          <p:spPr>
            <a:xfrm>
              <a:off x="2981625" y="42279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Bainbridge</a:t>
              </a:r>
              <a:endParaRPr sz="800"/>
            </a:p>
          </p:txBody>
        </p:sp>
        <p:sp>
          <p:nvSpPr>
            <p:cNvPr id="1198" name="Google Shape;1198;p72"/>
            <p:cNvSpPr txBox="1"/>
            <p:nvPr/>
          </p:nvSpPr>
          <p:spPr>
            <a:xfrm>
              <a:off x="4593293" y="3611772"/>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Tifton</a:t>
              </a:r>
              <a:endParaRPr sz="800"/>
            </a:p>
          </p:txBody>
        </p:sp>
        <p:sp>
          <p:nvSpPr>
            <p:cNvPr id="1199" name="Google Shape;1199;p72"/>
            <p:cNvSpPr txBox="1"/>
            <p:nvPr/>
          </p:nvSpPr>
          <p:spPr>
            <a:xfrm>
              <a:off x="4301400" y="4341775"/>
              <a:ext cx="729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rgbClr val="FF0000"/>
                  </a:solidFill>
                </a:rPr>
                <a:t>Valdosta</a:t>
              </a:r>
              <a:endParaRPr b="1" sz="1000">
                <a:solidFill>
                  <a:srgbClr val="FF0000"/>
                </a:solidFill>
              </a:endParaRPr>
            </a:p>
          </p:txBody>
        </p:sp>
        <p:sp>
          <p:nvSpPr>
            <p:cNvPr id="1200" name="Google Shape;1200;p72"/>
            <p:cNvSpPr txBox="1"/>
            <p:nvPr/>
          </p:nvSpPr>
          <p:spPr>
            <a:xfrm>
              <a:off x="4499815" y="2021622"/>
              <a:ext cx="846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Milledgeville</a:t>
              </a:r>
              <a:endParaRPr sz="800"/>
            </a:p>
          </p:txBody>
        </p:sp>
        <p:sp>
          <p:nvSpPr>
            <p:cNvPr id="1201" name="Google Shape;1201;p72"/>
            <p:cNvSpPr txBox="1"/>
            <p:nvPr/>
          </p:nvSpPr>
          <p:spPr>
            <a:xfrm>
              <a:off x="6133425" y="39647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Brunswick</a:t>
              </a:r>
              <a:endParaRPr sz="800"/>
            </a:p>
          </p:txBody>
        </p:sp>
        <p:sp>
          <p:nvSpPr>
            <p:cNvPr id="1202" name="Google Shape;1202;p72"/>
            <p:cNvSpPr txBox="1"/>
            <p:nvPr/>
          </p:nvSpPr>
          <p:spPr>
            <a:xfrm>
              <a:off x="5161525" y="40518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Waycross</a:t>
              </a:r>
              <a:endParaRPr sz="800"/>
            </a:p>
          </p:txBody>
        </p:sp>
        <p:sp>
          <p:nvSpPr>
            <p:cNvPr id="1203" name="Google Shape;1203;p72"/>
            <p:cNvSpPr txBox="1"/>
            <p:nvPr/>
          </p:nvSpPr>
          <p:spPr>
            <a:xfrm>
              <a:off x="4017513" y="2833374"/>
              <a:ext cx="69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Warner Robins</a:t>
              </a:r>
              <a:endParaRPr sz="800"/>
            </a:p>
          </p:txBody>
        </p:sp>
        <p:sp>
          <p:nvSpPr>
            <p:cNvPr id="1204" name="Google Shape;1204;p72"/>
            <p:cNvSpPr txBox="1"/>
            <p:nvPr/>
          </p:nvSpPr>
          <p:spPr>
            <a:xfrm>
              <a:off x="4972849" y="30797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McRae</a:t>
              </a:r>
              <a:endParaRPr sz="800"/>
            </a:p>
          </p:txBody>
        </p:sp>
        <p:sp>
          <p:nvSpPr>
            <p:cNvPr id="1205" name="Google Shape;1205;p72"/>
            <p:cNvSpPr txBox="1"/>
            <p:nvPr/>
          </p:nvSpPr>
          <p:spPr>
            <a:xfrm>
              <a:off x="5950282" y="3445378"/>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Hinesville</a:t>
              </a:r>
              <a:endParaRPr sz="800"/>
            </a:p>
          </p:txBody>
        </p:sp>
        <p:sp>
          <p:nvSpPr>
            <p:cNvPr id="1206" name="Google Shape;1206;p72"/>
            <p:cNvSpPr txBox="1"/>
            <p:nvPr/>
          </p:nvSpPr>
          <p:spPr>
            <a:xfrm>
              <a:off x="5754366" y="267493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Statesboro</a:t>
              </a:r>
              <a:endParaRPr sz="800"/>
            </a:p>
          </p:txBody>
        </p:sp>
        <p:sp>
          <p:nvSpPr>
            <p:cNvPr id="1207" name="Google Shape;1207;p72"/>
            <p:cNvSpPr txBox="1"/>
            <p:nvPr/>
          </p:nvSpPr>
          <p:spPr>
            <a:xfrm>
              <a:off x="6359575" y="30744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Savannah</a:t>
              </a:r>
              <a:endParaRPr sz="800"/>
            </a:p>
          </p:txBody>
        </p:sp>
      </p:grpSp>
      <p:sp>
        <p:nvSpPr>
          <p:cNvPr id="1208" name="Google Shape;1208;p72"/>
          <p:cNvSpPr txBox="1"/>
          <p:nvPr/>
        </p:nvSpPr>
        <p:spPr>
          <a:xfrm>
            <a:off x="3941313" y="24072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Macon</a:t>
            </a:r>
            <a:endParaRPr sz="800"/>
          </a:p>
        </p:txBody>
      </p:sp>
      <p:sp>
        <p:nvSpPr>
          <p:cNvPr id="1209" name="Google Shape;1209;p72"/>
          <p:cNvSpPr txBox="1"/>
          <p:nvPr/>
        </p:nvSpPr>
        <p:spPr>
          <a:xfrm>
            <a:off x="3424000" y="15833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t>Atlanta</a:t>
            </a:r>
            <a:endParaRPr b="1" sz="800"/>
          </a:p>
        </p:txBody>
      </p:sp>
      <p:sp>
        <p:nvSpPr>
          <p:cNvPr id="1210" name="Google Shape;1210;p72"/>
          <p:cNvSpPr txBox="1"/>
          <p:nvPr/>
        </p:nvSpPr>
        <p:spPr>
          <a:xfrm>
            <a:off x="2846768" y="1156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Rome</a:t>
            </a:r>
            <a:endParaRPr sz="800"/>
          </a:p>
        </p:txBody>
      </p:sp>
      <p:sp>
        <p:nvSpPr>
          <p:cNvPr id="1211" name="Google Shape;1211;p72"/>
          <p:cNvSpPr txBox="1"/>
          <p:nvPr/>
        </p:nvSpPr>
        <p:spPr>
          <a:xfrm>
            <a:off x="3062699" y="190291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Newnan</a:t>
            </a:r>
            <a:endParaRPr sz="800"/>
          </a:p>
        </p:txBody>
      </p:sp>
      <p:sp>
        <p:nvSpPr>
          <p:cNvPr id="1212" name="Google Shape;1212;p72"/>
          <p:cNvSpPr/>
          <p:nvPr/>
        </p:nvSpPr>
        <p:spPr>
          <a:xfrm>
            <a:off x="4714150" y="3250825"/>
            <a:ext cx="1603500" cy="1095300"/>
          </a:xfrm>
          <a:custGeom>
            <a:rect b="b" l="l" r="r" t="t"/>
            <a:pathLst>
              <a:path extrusionOk="0" h="43812" w="64140">
                <a:moveTo>
                  <a:pt x="0" y="43812"/>
                </a:moveTo>
                <a:lnTo>
                  <a:pt x="29091" y="32596"/>
                </a:lnTo>
                <a:lnTo>
                  <a:pt x="55378" y="32947"/>
                </a:lnTo>
                <a:lnTo>
                  <a:pt x="49770" y="10866"/>
                </a:lnTo>
                <a:lnTo>
                  <a:pt x="64140" y="0"/>
                </a:lnTo>
              </a:path>
            </a:pathLst>
          </a:custGeom>
          <a:noFill/>
          <a:ln cap="flat" cmpd="sng" w="38100">
            <a:solidFill>
              <a:srgbClr val="FF0000"/>
            </a:solidFill>
            <a:prstDash val="solid"/>
            <a:round/>
            <a:headEnd len="med" w="med" type="none"/>
            <a:tailEnd len="med" w="med" type="stealth"/>
          </a:ln>
        </p:spPr>
      </p:sp>
      <p:sp>
        <p:nvSpPr>
          <p:cNvPr id="1213" name="Google Shape;1213;p72"/>
          <p:cNvSpPr txBox="1"/>
          <p:nvPr/>
        </p:nvSpPr>
        <p:spPr>
          <a:xfrm>
            <a:off x="7377900" y="1305600"/>
            <a:ext cx="6483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0</a:t>
            </a:r>
            <a:endParaRPr sz="1000"/>
          </a:p>
        </p:txBody>
      </p:sp>
      <p:sp>
        <p:nvSpPr>
          <p:cNvPr id="1214" name="Google Shape;1214;p72"/>
          <p:cNvSpPr txBox="1"/>
          <p:nvPr/>
        </p:nvSpPr>
        <p:spPr>
          <a:xfrm>
            <a:off x="7377900" y="1762800"/>
            <a:ext cx="648300" cy="3387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1</a:t>
            </a:r>
            <a:endParaRPr sz="1000"/>
          </a:p>
        </p:txBody>
      </p:sp>
      <p:sp>
        <p:nvSpPr>
          <p:cNvPr id="1215" name="Google Shape;1215;p72"/>
          <p:cNvSpPr txBox="1"/>
          <p:nvPr/>
        </p:nvSpPr>
        <p:spPr>
          <a:xfrm>
            <a:off x="7377900" y="2220000"/>
            <a:ext cx="6483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2</a:t>
            </a:r>
            <a:endParaRPr sz="1000"/>
          </a:p>
        </p:txBody>
      </p:sp>
      <p:sp>
        <p:nvSpPr>
          <p:cNvPr id="1216" name="Google Shape;1216;p72"/>
          <p:cNvSpPr txBox="1"/>
          <p:nvPr/>
        </p:nvSpPr>
        <p:spPr>
          <a:xfrm>
            <a:off x="7377900" y="2677200"/>
            <a:ext cx="6483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3</a:t>
            </a:r>
            <a:endParaRPr sz="1000"/>
          </a:p>
        </p:txBody>
      </p:sp>
      <p:sp>
        <p:nvSpPr>
          <p:cNvPr id="1217" name="Google Shape;1217;p72"/>
          <p:cNvSpPr txBox="1"/>
          <p:nvPr/>
        </p:nvSpPr>
        <p:spPr>
          <a:xfrm>
            <a:off x="7377900" y="3134400"/>
            <a:ext cx="648300" cy="338700"/>
          </a:xfrm>
          <a:prstGeom prst="rect">
            <a:avLst/>
          </a:prstGeom>
          <a:solidFill>
            <a:srgbClr val="3D85C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4</a:t>
            </a:r>
            <a:endParaRPr sz="1000"/>
          </a:p>
        </p:txBody>
      </p:sp>
      <p:sp>
        <p:nvSpPr>
          <p:cNvPr id="1218" name="Google Shape;1218;p72"/>
          <p:cNvSpPr txBox="1"/>
          <p:nvPr/>
        </p:nvSpPr>
        <p:spPr>
          <a:xfrm>
            <a:off x="7377900" y="1305600"/>
            <a:ext cx="6483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0</a:t>
            </a:r>
            <a:endParaRPr sz="1000"/>
          </a:p>
        </p:txBody>
      </p:sp>
      <p:sp>
        <p:nvSpPr>
          <p:cNvPr id="1219" name="Google Shape;1219;p72"/>
          <p:cNvSpPr txBox="1"/>
          <p:nvPr/>
        </p:nvSpPr>
        <p:spPr>
          <a:xfrm>
            <a:off x="7377900" y="1762800"/>
            <a:ext cx="648300" cy="3387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1</a:t>
            </a:r>
            <a:endParaRPr sz="1000"/>
          </a:p>
        </p:txBody>
      </p:sp>
      <p:sp>
        <p:nvSpPr>
          <p:cNvPr id="1220" name="Google Shape;1220;p72"/>
          <p:cNvSpPr txBox="1"/>
          <p:nvPr/>
        </p:nvSpPr>
        <p:spPr>
          <a:xfrm>
            <a:off x="7377900" y="2220000"/>
            <a:ext cx="6483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2</a:t>
            </a:r>
            <a:endParaRPr sz="1000"/>
          </a:p>
        </p:txBody>
      </p:sp>
      <p:sp>
        <p:nvSpPr>
          <p:cNvPr id="1221" name="Google Shape;1221;p72"/>
          <p:cNvSpPr txBox="1"/>
          <p:nvPr/>
        </p:nvSpPr>
        <p:spPr>
          <a:xfrm>
            <a:off x="7377900" y="2677200"/>
            <a:ext cx="6483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3</a:t>
            </a:r>
            <a:endParaRPr sz="1000"/>
          </a:p>
        </p:txBody>
      </p:sp>
      <p:sp>
        <p:nvSpPr>
          <p:cNvPr id="1222" name="Google Shape;1222;p72"/>
          <p:cNvSpPr txBox="1"/>
          <p:nvPr/>
        </p:nvSpPr>
        <p:spPr>
          <a:xfrm>
            <a:off x="7377900" y="3134400"/>
            <a:ext cx="648300" cy="338700"/>
          </a:xfrm>
          <a:prstGeom prst="rect">
            <a:avLst/>
          </a:prstGeom>
          <a:solidFill>
            <a:srgbClr val="3D85C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4</a:t>
            </a:r>
            <a:endParaRPr sz="1000"/>
          </a:p>
        </p:txBody>
      </p:sp>
      <p:sp>
        <p:nvSpPr>
          <p:cNvPr id="1223" name="Google Shape;1223;p72"/>
          <p:cNvSpPr txBox="1"/>
          <p:nvPr/>
        </p:nvSpPr>
        <p:spPr>
          <a:xfrm>
            <a:off x="410450" y="4568875"/>
            <a:ext cx="1422000" cy="3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Savannah</a:t>
            </a:r>
            <a:endParaRPr sz="1800">
              <a:solidFill>
                <a:schemeClr val="dk2"/>
              </a:solidFill>
            </a:endParaRPr>
          </a:p>
        </p:txBody>
      </p:sp>
      <p:cxnSp>
        <p:nvCxnSpPr>
          <p:cNvPr id="1224" name="Google Shape;1224;p72"/>
          <p:cNvCxnSpPr/>
          <p:nvPr/>
        </p:nvCxnSpPr>
        <p:spPr>
          <a:xfrm>
            <a:off x="3534650" y="4888788"/>
            <a:ext cx="1422000" cy="0"/>
          </a:xfrm>
          <a:prstGeom prst="straightConnector1">
            <a:avLst/>
          </a:prstGeom>
          <a:noFill/>
          <a:ln cap="flat" cmpd="sng" w="9525">
            <a:solidFill>
              <a:schemeClr val="dk2"/>
            </a:solidFill>
            <a:prstDash val="solid"/>
            <a:round/>
            <a:headEnd len="med" w="med" type="none"/>
            <a:tailEnd len="med" w="med" type="none"/>
          </a:ln>
        </p:spPr>
      </p:cxnSp>
      <p:sp>
        <p:nvSpPr>
          <p:cNvPr id="1225" name="Google Shape;1225;p72"/>
          <p:cNvSpPr txBox="1"/>
          <p:nvPr/>
        </p:nvSpPr>
        <p:spPr>
          <a:xfrm>
            <a:off x="1918550" y="4539175"/>
            <a:ext cx="1530000" cy="7941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en" sz="1800">
                <a:solidFill>
                  <a:schemeClr val="dk2"/>
                </a:solidFill>
              </a:rPr>
              <a:t>Hinesville</a:t>
            </a:r>
            <a:endParaRPr sz="1800">
              <a:solidFill>
                <a:schemeClr val="dk2"/>
              </a:solidFill>
            </a:endParaRPr>
          </a:p>
          <a:p>
            <a:pPr indent="0" lvl="0" marL="0" rtl="0" algn="l">
              <a:lnSpc>
                <a:spcPct val="115000"/>
              </a:lnSpc>
              <a:spcBef>
                <a:spcPts val="0"/>
              </a:spcBef>
              <a:spcAft>
                <a:spcPts val="0"/>
              </a:spcAft>
              <a:buNone/>
            </a:pPr>
            <a:r>
              <a:t/>
            </a:r>
            <a:endParaRPr sz="1800">
              <a:solidFill>
                <a:schemeClr val="dk2"/>
              </a:solidFill>
            </a:endParaRPr>
          </a:p>
        </p:txBody>
      </p:sp>
      <p:cxnSp>
        <p:nvCxnSpPr>
          <p:cNvPr id="1226" name="Google Shape;1226;p72"/>
          <p:cNvCxnSpPr/>
          <p:nvPr/>
        </p:nvCxnSpPr>
        <p:spPr>
          <a:xfrm>
            <a:off x="410450" y="4888788"/>
            <a:ext cx="1422000" cy="0"/>
          </a:xfrm>
          <a:prstGeom prst="straightConnector1">
            <a:avLst/>
          </a:prstGeom>
          <a:noFill/>
          <a:ln cap="flat" cmpd="sng" w="9525">
            <a:solidFill>
              <a:schemeClr val="dk2"/>
            </a:solidFill>
            <a:prstDash val="solid"/>
            <a:round/>
            <a:headEnd len="med" w="med" type="none"/>
            <a:tailEnd len="med" w="med" type="none"/>
          </a:ln>
        </p:spPr>
      </p:cxnSp>
      <p:cxnSp>
        <p:nvCxnSpPr>
          <p:cNvPr id="1227" name="Google Shape;1227;p72"/>
          <p:cNvCxnSpPr/>
          <p:nvPr/>
        </p:nvCxnSpPr>
        <p:spPr>
          <a:xfrm>
            <a:off x="7175100" y="4888788"/>
            <a:ext cx="1422000" cy="0"/>
          </a:xfrm>
          <a:prstGeom prst="straightConnector1">
            <a:avLst/>
          </a:prstGeom>
          <a:noFill/>
          <a:ln cap="flat" cmpd="sng" w="9525">
            <a:solidFill>
              <a:schemeClr val="dk2"/>
            </a:solidFill>
            <a:prstDash val="solid"/>
            <a:round/>
            <a:headEnd len="med" w="med" type="none"/>
            <a:tailEnd len="med" w="med" type="none"/>
          </a:ln>
        </p:spPr>
      </p:cxnSp>
      <p:cxnSp>
        <p:nvCxnSpPr>
          <p:cNvPr id="1228" name="Google Shape;1228;p72"/>
          <p:cNvCxnSpPr/>
          <p:nvPr/>
        </p:nvCxnSpPr>
        <p:spPr>
          <a:xfrm>
            <a:off x="5537250" y="4888788"/>
            <a:ext cx="1422000" cy="0"/>
          </a:xfrm>
          <a:prstGeom prst="straightConnector1">
            <a:avLst/>
          </a:prstGeom>
          <a:noFill/>
          <a:ln cap="flat" cmpd="sng" w="9525">
            <a:solidFill>
              <a:schemeClr val="dk2"/>
            </a:solidFill>
            <a:prstDash val="solid"/>
            <a:round/>
            <a:headEnd len="med" w="med" type="none"/>
            <a:tailEnd len="med" w="med" type="none"/>
          </a:ln>
        </p:spPr>
      </p:cxnSp>
      <p:sp>
        <p:nvSpPr>
          <p:cNvPr id="1229" name="Google Shape;1229;p72"/>
          <p:cNvSpPr txBox="1"/>
          <p:nvPr/>
        </p:nvSpPr>
        <p:spPr>
          <a:xfrm>
            <a:off x="5491938" y="4568875"/>
            <a:ext cx="1422000" cy="3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Waycross</a:t>
            </a:r>
            <a:endParaRPr sz="1800">
              <a:solidFill>
                <a:schemeClr val="dk2"/>
              </a:solidFill>
            </a:endParaRPr>
          </a:p>
        </p:txBody>
      </p:sp>
      <p:cxnSp>
        <p:nvCxnSpPr>
          <p:cNvPr id="1230" name="Google Shape;1230;p72"/>
          <p:cNvCxnSpPr/>
          <p:nvPr/>
        </p:nvCxnSpPr>
        <p:spPr>
          <a:xfrm>
            <a:off x="1984850" y="4936213"/>
            <a:ext cx="1422000" cy="0"/>
          </a:xfrm>
          <a:prstGeom prst="straightConnector1">
            <a:avLst/>
          </a:prstGeom>
          <a:noFill/>
          <a:ln cap="flat" cmpd="sng" w="9525">
            <a:solidFill>
              <a:schemeClr val="dk2"/>
            </a:solidFill>
            <a:prstDash val="solid"/>
            <a:round/>
            <a:headEnd len="med" w="med" type="none"/>
            <a:tailEnd len="med" w="med" type="none"/>
          </a:ln>
        </p:spPr>
      </p:cxnSp>
      <p:sp>
        <p:nvSpPr>
          <p:cNvPr id="1231" name="Google Shape;1231;p72"/>
          <p:cNvSpPr txBox="1"/>
          <p:nvPr/>
        </p:nvSpPr>
        <p:spPr>
          <a:xfrm>
            <a:off x="3695275" y="4568875"/>
            <a:ext cx="1422000" cy="3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Brunswick</a:t>
            </a:r>
            <a:endParaRPr sz="1800">
              <a:solidFill>
                <a:schemeClr val="dk2"/>
              </a:solidFill>
            </a:endParaRPr>
          </a:p>
        </p:txBody>
      </p:sp>
      <p:sp>
        <p:nvSpPr>
          <p:cNvPr id="1232" name="Google Shape;1232;p72"/>
          <p:cNvSpPr txBox="1"/>
          <p:nvPr/>
        </p:nvSpPr>
        <p:spPr>
          <a:xfrm>
            <a:off x="7288600" y="4574725"/>
            <a:ext cx="1422000" cy="3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Valdosta</a:t>
            </a:r>
            <a:endParaRPr sz="1800">
              <a:solidFill>
                <a:schemeClr val="dk2"/>
              </a:solidFill>
            </a:endParaRPr>
          </a:p>
        </p:txBody>
      </p:sp>
      <p:sp>
        <p:nvSpPr>
          <p:cNvPr id="1233" name="Google Shape;1233;p72"/>
          <p:cNvSpPr txBox="1"/>
          <p:nvPr/>
        </p:nvSpPr>
        <p:spPr>
          <a:xfrm>
            <a:off x="6739650" y="3729600"/>
            <a:ext cx="1732800" cy="44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Backward</a:t>
            </a:r>
            <a:r>
              <a:rPr lang="en" sz="1800">
                <a:solidFill>
                  <a:schemeClr val="dk2"/>
                </a:solidFill>
              </a:rPr>
              <a:t> path</a:t>
            </a:r>
            <a:endParaRPr sz="1800">
              <a:solidFill>
                <a:schemeClr val="dk2"/>
              </a:solidFill>
            </a:endParaRPr>
          </a:p>
        </p:txBody>
      </p:sp>
      <p:sp>
        <p:nvSpPr>
          <p:cNvPr id="1234" name="Google Shape;1234;p72"/>
          <p:cNvSpPr txBox="1"/>
          <p:nvPr/>
        </p:nvSpPr>
        <p:spPr>
          <a:xfrm>
            <a:off x="244825" y="4039525"/>
            <a:ext cx="1950900" cy="4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Forward Path</a:t>
            </a:r>
            <a:endParaRPr sz="1800">
              <a:solidFill>
                <a:schemeClr val="dk2"/>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38" name="Shape 1238"/>
        <p:cNvGrpSpPr/>
        <p:nvPr/>
      </p:nvGrpSpPr>
      <p:grpSpPr>
        <a:xfrm>
          <a:off x="0" y="0"/>
          <a:ext cx="0" cy="0"/>
          <a:chOff x="0" y="0"/>
          <a:chExt cx="0" cy="0"/>
        </a:xfrm>
      </p:grpSpPr>
      <p:sp>
        <p:nvSpPr>
          <p:cNvPr id="1239" name="Google Shape;1239;p73"/>
          <p:cNvSpPr txBox="1"/>
          <p:nvPr>
            <p:ph type="title"/>
          </p:nvPr>
        </p:nvSpPr>
        <p:spPr>
          <a:xfrm>
            <a:off x="311700" y="1335900"/>
            <a:ext cx="8520600" cy="247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7200"/>
              <a:t>ACTIVITY</a:t>
            </a:r>
            <a:r>
              <a:rPr lang="en" sz="7200"/>
              <a:t> TIME</a:t>
            </a:r>
            <a:endParaRPr sz="7200"/>
          </a:p>
        </p:txBody>
      </p:sp>
      <p:sp>
        <p:nvSpPr>
          <p:cNvPr id="1240" name="Google Shape;1240;p7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4" name="Shape 1244"/>
        <p:cNvGrpSpPr/>
        <p:nvPr/>
      </p:nvGrpSpPr>
      <p:grpSpPr>
        <a:xfrm>
          <a:off x="0" y="0"/>
          <a:ext cx="0" cy="0"/>
          <a:chOff x="0" y="0"/>
          <a:chExt cx="0" cy="0"/>
        </a:xfrm>
      </p:grpSpPr>
      <p:sp>
        <p:nvSpPr>
          <p:cNvPr id="1245" name="Google Shape;1245;p74"/>
          <p:cNvSpPr txBox="1"/>
          <p:nvPr>
            <p:ph idx="1" type="body"/>
          </p:nvPr>
        </p:nvSpPr>
        <p:spPr>
          <a:xfrm>
            <a:off x="311700" y="1132275"/>
            <a:ext cx="261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rgbClr val="000000"/>
              </a:buClr>
              <a:buSzPts val="1100"/>
              <a:buFont typeface="Arial"/>
              <a:buNone/>
            </a:pPr>
            <a:r>
              <a:rPr lang="en" sz="1600"/>
              <a:t>ork with your partner. Try to c</a:t>
            </a:r>
            <a:r>
              <a:rPr lang="en" sz="1600"/>
              <a:t>olor all of the appropriate nodes from Columbus to Brunswick. Remember: You want to color the neighboring cities one step at a time.</a:t>
            </a:r>
            <a:endParaRPr sz="1600"/>
          </a:p>
          <a:p>
            <a:pPr indent="0" lvl="0" marL="0" rtl="0" algn="l">
              <a:spcBef>
                <a:spcPts val="1200"/>
              </a:spcBef>
              <a:spcAft>
                <a:spcPts val="1200"/>
              </a:spcAft>
              <a:buClr>
                <a:srgbClr val="000000"/>
              </a:buClr>
              <a:buSzPts val="1100"/>
              <a:buFont typeface="Arial"/>
              <a:buNone/>
            </a:pPr>
            <a:r>
              <a:rPr b="1" lang="en" sz="1600">
                <a:solidFill>
                  <a:srgbClr val="9900FF"/>
                </a:solidFill>
              </a:rPr>
              <a:t>Pro-tip: </a:t>
            </a:r>
            <a:r>
              <a:rPr lang="en" sz="1600"/>
              <a:t>Place your finger on first city. Trace the lines that leave the city. Those are the neighbors. </a:t>
            </a:r>
            <a:r>
              <a:rPr b="1" lang="en" sz="1600"/>
              <a:t>This helps you not to miss any cities.</a:t>
            </a:r>
            <a:endParaRPr b="1" sz="1600"/>
          </a:p>
        </p:txBody>
      </p:sp>
      <p:sp>
        <p:nvSpPr>
          <p:cNvPr id="1246" name="Google Shape;1246;p7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Worksheet Page 1: Columbus to Brunswick</a:t>
            </a:r>
            <a:endParaRPr b="1"/>
          </a:p>
        </p:txBody>
      </p:sp>
      <p:sp>
        <p:nvSpPr>
          <p:cNvPr id="1247" name="Google Shape;1247;p7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248" name="Google Shape;1248;p74"/>
          <p:cNvSpPr txBox="1"/>
          <p:nvPr/>
        </p:nvSpPr>
        <p:spPr>
          <a:xfrm>
            <a:off x="7377900" y="1305600"/>
            <a:ext cx="6483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0</a:t>
            </a:r>
            <a:endParaRPr sz="1000"/>
          </a:p>
        </p:txBody>
      </p:sp>
      <p:sp>
        <p:nvSpPr>
          <p:cNvPr id="1249" name="Google Shape;1249;p74"/>
          <p:cNvSpPr txBox="1"/>
          <p:nvPr/>
        </p:nvSpPr>
        <p:spPr>
          <a:xfrm>
            <a:off x="7377900" y="1762800"/>
            <a:ext cx="648300" cy="3387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1</a:t>
            </a:r>
            <a:endParaRPr sz="1000"/>
          </a:p>
        </p:txBody>
      </p:sp>
      <p:sp>
        <p:nvSpPr>
          <p:cNvPr id="1250" name="Google Shape;1250;p74"/>
          <p:cNvSpPr txBox="1"/>
          <p:nvPr/>
        </p:nvSpPr>
        <p:spPr>
          <a:xfrm>
            <a:off x="7377900" y="2220000"/>
            <a:ext cx="6483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2</a:t>
            </a:r>
            <a:endParaRPr sz="1000"/>
          </a:p>
        </p:txBody>
      </p:sp>
      <p:sp>
        <p:nvSpPr>
          <p:cNvPr id="1251" name="Google Shape;1251;p74"/>
          <p:cNvSpPr txBox="1"/>
          <p:nvPr/>
        </p:nvSpPr>
        <p:spPr>
          <a:xfrm>
            <a:off x="7377900" y="2677200"/>
            <a:ext cx="6483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3</a:t>
            </a:r>
            <a:endParaRPr sz="1000"/>
          </a:p>
        </p:txBody>
      </p:sp>
      <p:sp>
        <p:nvSpPr>
          <p:cNvPr id="1252" name="Google Shape;1252;p74"/>
          <p:cNvSpPr txBox="1"/>
          <p:nvPr/>
        </p:nvSpPr>
        <p:spPr>
          <a:xfrm>
            <a:off x="7377900" y="3134400"/>
            <a:ext cx="648300" cy="338700"/>
          </a:xfrm>
          <a:prstGeom prst="rect">
            <a:avLst/>
          </a:prstGeom>
          <a:solidFill>
            <a:srgbClr val="3D85C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4</a:t>
            </a:r>
            <a:endParaRPr sz="1000"/>
          </a:p>
        </p:txBody>
      </p:sp>
      <p:grpSp>
        <p:nvGrpSpPr>
          <p:cNvPr id="1253" name="Google Shape;1253;p74"/>
          <p:cNvGrpSpPr/>
          <p:nvPr/>
        </p:nvGrpSpPr>
        <p:grpSpPr>
          <a:xfrm>
            <a:off x="2819750" y="881249"/>
            <a:ext cx="4233425" cy="3768338"/>
            <a:chOff x="2819750" y="881249"/>
            <a:chExt cx="4233425" cy="3768338"/>
          </a:xfrm>
        </p:grpSpPr>
        <p:sp>
          <p:nvSpPr>
            <p:cNvPr id="1254" name="Google Shape;1254;p74"/>
            <p:cNvSpPr/>
            <p:nvPr/>
          </p:nvSpPr>
          <p:spPr>
            <a:xfrm>
              <a:off x="3486050" y="2846500"/>
              <a:ext cx="189175" cy="1513325"/>
            </a:xfrm>
            <a:custGeom>
              <a:rect b="b" l="l" r="r" t="t"/>
              <a:pathLst>
                <a:path extrusionOk="0" h="60533" w="7567">
                  <a:moveTo>
                    <a:pt x="0" y="0"/>
                  </a:moveTo>
                  <a:cubicBezTo>
                    <a:pt x="1261" y="10089"/>
                    <a:pt x="6306" y="50444"/>
                    <a:pt x="7567" y="60533"/>
                  </a:cubicBezTo>
                </a:path>
              </a:pathLst>
            </a:custGeom>
            <a:noFill/>
            <a:ln cap="flat" cmpd="sng" w="9525">
              <a:solidFill>
                <a:schemeClr val="dk2"/>
              </a:solidFill>
              <a:prstDash val="solid"/>
              <a:round/>
              <a:headEnd len="med" w="med" type="none"/>
              <a:tailEnd len="med" w="med" type="none"/>
            </a:ln>
          </p:spPr>
        </p:sp>
        <p:sp>
          <p:nvSpPr>
            <p:cNvPr id="1255" name="Google Shape;1255;p74"/>
            <p:cNvSpPr/>
            <p:nvPr/>
          </p:nvSpPr>
          <p:spPr>
            <a:xfrm>
              <a:off x="3981475" y="1558375"/>
              <a:ext cx="693625" cy="198150"/>
            </a:xfrm>
            <a:custGeom>
              <a:rect b="b" l="l" r="r" t="t"/>
              <a:pathLst>
                <a:path extrusionOk="0" h="7926" w="27745">
                  <a:moveTo>
                    <a:pt x="27745" y="0"/>
                  </a:moveTo>
                  <a:cubicBezTo>
                    <a:pt x="23121" y="1321"/>
                    <a:pt x="4624" y="6605"/>
                    <a:pt x="0" y="7926"/>
                  </a:cubicBezTo>
                </a:path>
              </a:pathLst>
            </a:custGeom>
            <a:noFill/>
            <a:ln cap="flat" cmpd="sng" w="9525">
              <a:solidFill>
                <a:schemeClr val="dk2"/>
              </a:solidFill>
              <a:prstDash val="solid"/>
              <a:round/>
              <a:headEnd len="med" w="med" type="none"/>
              <a:tailEnd len="med" w="med" type="none"/>
            </a:ln>
          </p:spPr>
        </p:sp>
        <p:sp>
          <p:nvSpPr>
            <p:cNvPr id="1256" name="Google Shape;1256;p74"/>
            <p:cNvSpPr/>
            <p:nvPr/>
          </p:nvSpPr>
          <p:spPr>
            <a:xfrm>
              <a:off x="3332925" y="1342175"/>
              <a:ext cx="648550" cy="414350"/>
            </a:xfrm>
            <a:custGeom>
              <a:rect b="b" l="l" r="r" t="t"/>
              <a:pathLst>
                <a:path extrusionOk="0" h="16574" w="25942">
                  <a:moveTo>
                    <a:pt x="0" y="0"/>
                  </a:moveTo>
                  <a:cubicBezTo>
                    <a:pt x="4324" y="2762"/>
                    <a:pt x="21618" y="13812"/>
                    <a:pt x="25942" y="16574"/>
                  </a:cubicBezTo>
                </a:path>
              </a:pathLst>
            </a:custGeom>
            <a:noFill/>
            <a:ln cap="flat" cmpd="sng" w="9525">
              <a:solidFill>
                <a:schemeClr val="dk2"/>
              </a:solidFill>
              <a:prstDash val="solid"/>
              <a:round/>
              <a:headEnd len="med" w="med" type="none"/>
              <a:tailEnd len="med" w="med" type="none"/>
            </a:ln>
          </p:spPr>
        </p:sp>
        <p:sp>
          <p:nvSpPr>
            <p:cNvPr id="1257" name="Google Shape;1257;p74"/>
            <p:cNvSpPr/>
            <p:nvPr/>
          </p:nvSpPr>
          <p:spPr>
            <a:xfrm>
              <a:off x="4675100" y="1044925"/>
              <a:ext cx="45025" cy="531450"/>
            </a:xfrm>
            <a:custGeom>
              <a:rect b="b" l="l" r="r" t="t"/>
              <a:pathLst>
                <a:path extrusionOk="0" h="21258" w="1801">
                  <a:moveTo>
                    <a:pt x="1801" y="0"/>
                  </a:moveTo>
                  <a:cubicBezTo>
                    <a:pt x="1501" y="3543"/>
                    <a:pt x="300" y="17715"/>
                    <a:pt x="0" y="21258"/>
                  </a:cubicBezTo>
                </a:path>
              </a:pathLst>
            </a:custGeom>
            <a:noFill/>
            <a:ln cap="flat" cmpd="sng" w="9525">
              <a:solidFill>
                <a:schemeClr val="dk2"/>
              </a:solidFill>
              <a:prstDash val="solid"/>
              <a:round/>
              <a:headEnd len="med" w="med" type="none"/>
              <a:tailEnd len="med" w="med" type="none"/>
            </a:ln>
          </p:spPr>
        </p:sp>
        <p:sp>
          <p:nvSpPr>
            <p:cNvPr id="1258" name="Google Shape;1258;p74"/>
            <p:cNvSpPr/>
            <p:nvPr/>
          </p:nvSpPr>
          <p:spPr>
            <a:xfrm>
              <a:off x="3999500" y="1053925"/>
              <a:ext cx="729625" cy="711625"/>
            </a:xfrm>
            <a:custGeom>
              <a:rect b="b" l="l" r="r" t="t"/>
              <a:pathLst>
                <a:path extrusionOk="0" h="28465" w="29185">
                  <a:moveTo>
                    <a:pt x="29185" y="0"/>
                  </a:moveTo>
                  <a:cubicBezTo>
                    <a:pt x="24321" y="4744"/>
                    <a:pt x="4864" y="23721"/>
                    <a:pt x="0" y="28465"/>
                  </a:cubicBezTo>
                </a:path>
              </a:pathLst>
            </a:custGeom>
            <a:noFill/>
            <a:ln cap="flat" cmpd="sng" w="9525">
              <a:solidFill>
                <a:schemeClr val="dk2"/>
              </a:solidFill>
              <a:prstDash val="solid"/>
              <a:round/>
              <a:headEnd len="med" w="med" type="none"/>
              <a:tailEnd len="med" w="med" type="none"/>
            </a:ln>
          </p:spPr>
        </p:sp>
        <p:sp>
          <p:nvSpPr>
            <p:cNvPr id="1259" name="Google Shape;1259;p74"/>
            <p:cNvSpPr/>
            <p:nvPr/>
          </p:nvSpPr>
          <p:spPr>
            <a:xfrm>
              <a:off x="3693225" y="1756525"/>
              <a:ext cx="315275" cy="342300"/>
            </a:xfrm>
            <a:custGeom>
              <a:rect b="b" l="l" r="r" t="t"/>
              <a:pathLst>
                <a:path extrusionOk="0" h="13692" w="12611">
                  <a:moveTo>
                    <a:pt x="0" y="13692"/>
                  </a:moveTo>
                  <a:cubicBezTo>
                    <a:pt x="2102" y="11410"/>
                    <a:pt x="10509" y="2282"/>
                    <a:pt x="12611" y="0"/>
                  </a:cubicBezTo>
                </a:path>
              </a:pathLst>
            </a:custGeom>
            <a:noFill/>
            <a:ln cap="flat" cmpd="sng" w="9525">
              <a:solidFill>
                <a:schemeClr val="dk2"/>
              </a:solidFill>
              <a:prstDash val="solid"/>
              <a:round/>
              <a:headEnd len="med" w="med" type="none"/>
              <a:tailEnd len="med" w="med" type="none"/>
            </a:ln>
          </p:spPr>
        </p:sp>
        <p:sp>
          <p:nvSpPr>
            <p:cNvPr id="1260" name="Google Shape;1260;p74"/>
            <p:cNvSpPr/>
            <p:nvPr/>
          </p:nvSpPr>
          <p:spPr>
            <a:xfrm>
              <a:off x="3486050" y="2098825"/>
              <a:ext cx="207175" cy="306275"/>
            </a:xfrm>
            <a:custGeom>
              <a:rect b="b" l="l" r="r" t="t"/>
              <a:pathLst>
                <a:path extrusionOk="0" h="12251" w="8287">
                  <a:moveTo>
                    <a:pt x="0" y="12251"/>
                  </a:moveTo>
                  <a:cubicBezTo>
                    <a:pt x="1381" y="10209"/>
                    <a:pt x="6906" y="2042"/>
                    <a:pt x="8287" y="0"/>
                  </a:cubicBezTo>
                </a:path>
              </a:pathLst>
            </a:custGeom>
            <a:noFill/>
            <a:ln cap="flat" cmpd="sng" w="9525">
              <a:solidFill>
                <a:schemeClr val="dk2"/>
              </a:solidFill>
              <a:prstDash val="solid"/>
              <a:round/>
              <a:headEnd len="med" w="med" type="none"/>
              <a:tailEnd len="med" w="med" type="none"/>
            </a:ln>
          </p:spPr>
        </p:sp>
        <p:sp>
          <p:nvSpPr>
            <p:cNvPr id="1261" name="Google Shape;1261;p74"/>
            <p:cNvSpPr/>
            <p:nvPr/>
          </p:nvSpPr>
          <p:spPr>
            <a:xfrm>
              <a:off x="3486050" y="2423125"/>
              <a:ext cx="9000" cy="432375"/>
            </a:xfrm>
            <a:custGeom>
              <a:rect b="b" l="l" r="r" t="t"/>
              <a:pathLst>
                <a:path extrusionOk="0" h="17295" w="360">
                  <a:moveTo>
                    <a:pt x="360" y="17295"/>
                  </a:moveTo>
                  <a:cubicBezTo>
                    <a:pt x="300" y="14413"/>
                    <a:pt x="60" y="2883"/>
                    <a:pt x="0" y="0"/>
                  </a:cubicBezTo>
                </a:path>
              </a:pathLst>
            </a:custGeom>
            <a:noFill/>
            <a:ln cap="flat" cmpd="sng" w="9525">
              <a:solidFill>
                <a:schemeClr val="dk2"/>
              </a:solidFill>
              <a:prstDash val="solid"/>
              <a:round/>
              <a:headEnd len="med" w="med" type="none"/>
              <a:tailEnd len="med" w="med" type="none"/>
            </a:ln>
          </p:spPr>
        </p:sp>
        <p:sp>
          <p:nvSpPr>
            <p:cNvPr id="1262" name="Google Shape;1262;p74"/>
            <p:cNvSpPr/>
            <p:nvPr/>
          </p:nvSpPr>
          <p:spPr>
            <a:xfrm>
              <a:off x="4026525" y="1747525"/>
              <a:ext cx="1684475" cy="279250"/>
            </a:xfrm>
            <a:custGeom>
              <a:rect b="b" l="l" r="r" t="t"/>
              <a:pathLst>
                <a:path extrusionOk="0" h="11170" w="67379">
                  <a:moveTo>
                    <a:pt x="0" y="0"/>
                  </a:moveTo>
                  <a:cubicBezTo>
                    <a:pt x="11230" y="1862"/>
                    <a:pt x="56149" y="9308"/>
                    <a:pt x="67379" y="11170"/>
                  </a:cubicBezTo>
                </a:path>
              </a:pathLst>
            </a:custGeom>
            <a:noFill/>
            <a:ln cap="flat" cmpd="sng" w="9525">
              <a:solidFill>
                <a:schemeClr val="dk2"/>
              </a:solidFill>
              <a:prstDash val="solid"/>
              <a:round/>
              <a:headEnd len="med" w="med" type="none"/>
              <a:tailEnd len="med" w="med" type="none"/>
            </a:ln>
          </p:spPr>
        </p:sp>
        <p:sp>
          <p:nvSpPr>
            <p:cNvPr id="1263" name="Google Shape;1263;p74"/>
            <p:cNvSpPr/>
            <p:nvPr/>
          </p:nvSpPr>
          <p:spPr>
            <a:xfrm>
              <a:off x="4485925" y="2351050"/>
              <a:ext cx="234200" cy="234200"/>
            </a:xfrm>
            <a:custGeom>
              <a:rect b="b" l="l" r="r" t="t"/>
              <a:pathLst>
                <a:path extrusionOk="0" h="9368" w="9368">
                  <a:moveTo>
                    <a:pt x="9368" y="0"/>
                  </a:moveTo>
                  <a:cubicBezTo>
                    <a:pt x="7807" y="1561"/>
                    <a:pt x="1561" y="7807"/>
                    <a:pt x="0" y="9368"/>
                  </a:cubicBezTo>
                </a:path>
              </a:pathLst>
            </a:custGeom>
            <a:noFill/>
            <a:ln cap="flat" cmpd="sng" w="9525">
              <a:solidFill>
                <a:schemeClr val="dk2"/>
              </a:solidFill>
              <a:prstDash val="solid"/>
              <a:round/>
              <a:headEnd len="med" w="med" type="none"/>
              <a:tailEnd len="med" w="med" type="none"/>
            </a:ln>
          </p:spPr>
        </p:sp>
        <p:sp>
          <p:nvSpPr>
            <p:cNvPr id="1264" name="Google Shape;1264;p74"/>
            <p:cNvSpPr/>
            <p:nvPr/>
          </p:nvSpPr>
          <p:spPr>
            <a:xfrm>
              <a:off x="4476925" y="2576250"/>
              <a:ext cx="18000" cy="333300"/>
            </a:xfrm>
            <a:custGeom>
              <a:rect b="b" l="l" r="r" t="t"/>
              <a:pathLst>
                <a:path extrusionOk="0" h="13332" w="720">
                  <a:moveTo>
                    <a:pt x="0" y="0"/>
                  </a:moveTo>
                  <a:cubicBezTo>
                    <a:pt x="120" y="2222"/>
                    <a:pt x="600" y="11110"/>
                    <a:pt x="720" y="13332"/>
                  </a:cubicBezTo>
                </a:path>
              </a:pathLst>
            </a:custGeom>
            <a:noFill/>
            <a:ln cap="flat" cmpd="sng" w="9525">
              <a:solidFill>
                <a:schemeClr val="dk2"/>
              </a:solidFill>
              <a:prstDash val="solid"/>
              <a:round/>
              <a:headEnd len="med" w="med" type="none"/>
              <a:tailEnd len="med" w="med" type="none"/>
            </a:ln>
          </p:spPr>
        </p:sp>
        <p:sp>
          <p:nvSpPr>
            <p:cNvPr id="1265" name="Google Shape;1265;p74"/>
            <p:cNvSpPr/>
            <p:nvPr/>
          </p:nvSpPr>
          <p:spPr>
            <a:xfrm>
              <a:off x="3495050" y="2855500"/>
              <a:ext cx="1026900" cy="54050"/>
            </a:xfrm>
            <a:custGeom>
              <a:rect b="b" l="l" r="r" t="t"/>
              <a:pathLst>
                <a:path extrusionOk="0" h="2162" w="41076">
                  <a:moveTo>
                    <a:pt x="0" y="0"/>
                  </a:moveTo>
                  <a:cubicBezTo>
                    <a:pt x="6846" y="360"/>
                    <a:pt x="34230" y="1802"/>
                    <a:pt x="41076" y="2162"/>
                  </a:cubicBezTo>
                </a:path>
              </a:pathLst>
            </a:custGeom>
            <a:noFill/>
            <a:ln cap="flat" cmpd="sng" w="9525">
              <a:solidFill>
                <a:schemeClr val="dk2"/>
              </a:solidFill>
              <a:prstDash val="solid"/>
              <a:round/>
              <a:headEnd len="med" w="med" type="none"/>
              <a:tailEnd len="med" w="med" type="none"/>
            </a:ln>
          </p:spPr>
        </p:sp>
        <p:sp>
          <p:nvSpPr>
            <p:cNvPr id="1266" name="Google Shape;1266;p74"/>
            <p:cNvSpPr/>
            <p:nvPr/>
          </p:nvSpPr>
          <p:spPr>
            <a:xfrm>
              <a:off x="3990500" y="1765550"/>
              <a:ext cx="486425" cy="828725"/>
            </a:xfrm>
            <a:custGeom>
              <a:rect b="b" l="l" r="r" t="t"/>
              <a:pathLst>
                <a:path extrusionOk="0" h="33149" w="19457">
                  <a:moveTo>
                    <a:pt x="0" y="0"/>
                  </a:moveTo>
                  <a:cubicBezTo>
                    <a:pt x="3243" y="5525"/>
                    <a:pt x="16214" y="27624"/>
                    <a:pt x="19457" y="33149"/>
                  </a:cubicBezTo>
                </a:path>
              </a:pathLst>
            </a:custGeom>
            <a:noFill/>
            <a:ln cap="flat" cmpd="sng" w="9525">
              <a:solidFill>
                <a:schemeClr val="dk2"/>
              </a:solidFill>
              <a:prstDash val="solid"/>
              <a:round/>
              <a:headEnd len="med" w="med" type="none"/>
              <a:tailEnd len="med" w="med" type="none"/>
            </a:ln>
          </p:spPr>
        </p:sp>
        <p:sp>
          <p:nvSpPr>
            <p:cNvPr id="1267" name="Google Shape;1267;p74"/>
            <p:cNvSpPr/>
            <p:nvPr/>
          </p:nvSpPr>
          <p:spPr>
            <a:xfrm>
              <a:off x="4738150" y="2035775"/>
              <a:ext cx="963850" cy="306275"/>
            </a:xfrm>
            <a:custGeom>
              <a:rect b="b" l="l" r="r" t="t"/>
              <a:pathLst>
                <a:path extrusionOk="0" h="12251" w="38554">
                  <a:moveTo>
                    <a:pt x="0" y="12251"/>
                  </a:moveTo>
                  <a:cubicBezTo>
                    <a:pt x="6426" y="10209"/>
                    <a:pt x="32128" y="2042"/>
                    <a:pt x="38554" y="0"/>
                  </a:cubicBezTo>
                </a:path>
              </a:pathLst>
            </a:custGeom>
            <a:noFill/>
            <a:ln cap="flat" cmpd="sng" w="9525">
              <a:solidFill>
                <a:schemeClr val="dk2"/>
              </a:solidFill>
              <a:prstDash val="solid"/>
              <a:round/>
              <a:headEnd len="med" w="med" type="none"/>
              <a:tailEnd len="med" w="med" type="none"/>
            </a:ln>
          </p:spPr>
        </p:sp>
        <p:sp>
          <p:nvSpPr>
            <p:cNvPr id="1268" name="Google Shape;1268;p74"/>
            <p:cNvSpPr/>
            <p:nvPr/>
          </p:nvSpPr>
          <p:spPr>
            <a:xfrm>
              <a:off x="3675225" y="4332800"/>
              <a:ext cx="1044900" cy="18000"/>
            </a:xfrm>
            <a:custGeom>
              <a:rect b="b" l="l" r="r" t="t"/>
              <a:pathLst>
                <a:path extrusionOk="0" h="720" w="41796">
                  <a:moveTo>
                    <a:pt x="0" y="720"/>
                  </a:moveTo>
                  <a:cubicBezTo>
                    <a:pt x="6966" y="600"/>
                    <a:pt x="34830" y="120"/>
                    <a:pt x="41796" y="0"/>
                  </a:cubicBezTo>
                </a:path>
              </a:pathLst>
            </a:custGeom>
            <a:noFill/>
            <a:ln cap="flat" cmpd="sng" w="9525">
              <a:solidFill>
                <a:schemeClr val="dk2"/>
              </a:solidFill>
              <a:prstDash val="solid"/>
              <a:round/>
              <a:headEnd len="med" w="med" type="none"/>
              <a:tailEnd len="med" w="med" type="none"/>
            </a:ln>
          </p:spPr>
        </p:sp>
        <p:sp>
          <p:nvSpPr>
            <p:cNvPr id="1269" name="Google Shape;1269;p74"/>
            <p:cNvSpPr/>
            <p:nvPr/>
          </p:nvSpPr>
          <p:spPr>
            <a:xfrm>
              <a:off x="4720125" y="4062550"/>
              <a:ext cx="702625" cy="270250"/>
            </a:xfrm>
            <a:custGeom>
              <a:rect b="b" l="l" r="r" t="t"/>
              <a:pathLst>
                <a:path extrusionOk="0" h="10810" w="28105">
                  <a:moveTo>
                    <a:pt x="28105" y="0"/>
                  </a:moveTo>
                  <a:cubicBezTo>
                    <a:pt x="23421" y="1802"/>
                    <a:pt x="4684" y="9008"/>
                    <a:pt x="0" y="10810"/>
                  </a:cubicBezTo>
                </a:path>
              </a:pathLst>
            </a:custGeom>
            <a:noFill/>
            <a:ln cap="flat" cmpd="sng" w="9525">
              <a:solidFill>
                <a:schemeClr val="dk2"/>
              </a:solidFill>
              <a:prstDash val="solid"/>
              <a:round/>
              <a:headEnd len="med" w="med" type="none"/>
              <a:tailEnd len="med" w="med" type="none"/>
            </a:ln>
          </p:spPr>
        </p:sp>
        <p:sp>
          <p:nvSpPr>
            <p:cNvPr id="1270" name="Google Shape;1270;p74"/>
            <p:cNvSpPr/>
            <p:nvPr/>
          </p:nvSpPr>
          <p:spPr>
            <a:xfrm>
              <a:off x="5440750" y="4044550"/>
              <a:ext cx="648575" cy="18000"/>
            </a:xfrm>
            <a:custGeom>
              <a:rect b="b" l="l" r="r" t="t"/>
              <a:pathLst>
                <a:path extrusionOk="0" h="720" w="25943">
                  <a:moveTo>
                    <a:pt x="25943" y="720"/>
                  </a:moveTo>
                  <a:cubicBezTo>
                    <a:pt x="21619" y="600"/>
                    <a:pt x="4324" y="120"/>
                    <a:pt x="0" y="0"/>
                  </a:cubicBezTo>
                </a:path>
              </a:pathLst>
            </a:custGeom>
            <a:noFill/>
            <a:ln cap="flat" cmpd="sng" w="9525">
              <a:solidFill>
                <a:schemeClr val="dk2"/>
              </a:solidFill>
              <a:prstDash val="solid"/>
              <a:round/>
              <a:headEnd len="med" w="med" type="none"/>
              <a:tailEnd len="med" w="med" type="none"/>
            </a:ln>
          </p:spPr>
        </p:sp>
        <p:sp>
          <p:nvSpPr>
            <p:cNvPr id="1271" name="Google Shape;1271;p74"/>
            <p:cNvSpPr/>
            <p:nvPr/>
          </p:nvSpPr>
          <p:spPr>
            <a:xfrm>
              <a:off x="5972225" y="3531100"/>
              <a:ext cx="126100" cy="522450"/>
            </a:xfrm>
            <a:custGeom>
              <a:rect b="b" l="l" r="r" t="t"/>
              <a:pathLst>
                <a:path extrusionOk="0" h="20898" w="5044">
                  <a:moveTo>
                    <a:pt x="0" y="0"/>
                  </a:moveTo>
                  <a:cubicBezTo>
                    <a:pt x="841" y="3483"/>
                    <a:pt x="4203" y="17415"/>
                    <a:pt x="5044" y="20898"/>
                  </a:cubicBezTo>
                </a:path>
              </a:pathLst>
            </a:custGeom>
            <a:noFill/>
            <a:ln cap="flat" cmpd="sng" w="9525">
              <a:solidFill>
                <a:schemeClr val="dk2"/>
              </a:solidFill>
              <a:prstDash val="solid"/>
              <a:round/>
              <a:headEnd len="med" w="med" type="none"/>
              <a:tailEnd len="med" w="med" type="none"/>
            </a:ln>
          </p:spPr>
        </p:sp>
        <p:sp>
          <p:nvSpPr>
            <p:cNvPr id="1272" name="Google Shape;1272;p74"/>
            <p:cNvSpPr/>
            <p:nvPr/>
          </p:nvSpPr>
          <p:spPr>
            <a:xfrm>
              <a:off x="5990250" y="3242825"/>
              <a:ext cx="351300" cy="279250"/>
            </a:xfrm>
            <a:custGeom>
              <a:rect b="b" l="l" r="r" t="t"/>
              <a:pathLst>
                <a:path extrusionOk="0" h="11170" w="14052">
                  <a:moveTo>
                    <a:pt x="14052" y="0"/>
                  </a:moveTo>
                  <a:cubicBezTo>
                    <a:pt x="11710" y="1862"/>
                    <a:pt x="2342" y="9308"/>
                    <a:pt x="0" y="11170"/>
                  </a:cubicBezTo>
                </a:path>
              </a:pathLst>
            </a:custGeom>
            <a:noFill/>
            <a:ln cap="flat" cmpd="sng" w="9525">
              <a:solidFill>
                <a:schemeClr val="dk2"/>
              </a:solidFill>
              <a:prstDash val="solid"/>
              <a:round/>
              <a:headEnd len="med" w="med" type="none"/>
              <a:tailEnd len="med" w="med" type="none"/>
            </a:ln>
          </p:spPr>
        </p:sp>
        <p:sp>
          <p:nvSpPr>
            <p:cNvPr id="1273" name="Google Shape;1273;p74"/>
            <p:cNvSpPr/>
            <p:nvPr/>
          </p:nvSpPr>
          <p:spPr>
            <a:xfrm>
              <a:off x="5792075" y="2927550"/>
              <a:ext cx="558475" cy="324300"/>
            </a:xfrm>
            <a:custGeom>
              <a:rect b="b" l="l" r="r" t="t"/>
              <a:pathLst>
                <a:path extrusionOk="0" h="12972" w="22339">
                  <a:moveTo>
                    <a:pt x="0" y="0"/>
                  </a:moveTo>
                  <a:cubicBezTo>
                    <a:pt x="3723" y="2162"/>
                    <a:pt x="18616" y="10810"/>
                    <a:pt x="22339" y="12972"/>
                  </a:cubicBezTo>
                </a:path>
              </a:pathLst>
            </a:custGeom>
            <a:noFill/>
            <a:ln cap="flat" cmpd="sng" w="9525">
              <a:solidFill>
                <a:schemeClr val="dk2"/>
              </a:solidFill>
              <a:prstDash val="solid"/>
              <a:round/>
              <a:headEnd len="med" w="med" type="none"/>
              <a:tailEnd len="med" w="med" type="none"/>
            </a:ln>
          </p:spPr>
        </p:sp>
        <p:sp>
          <p:nvSpPr>
            <p:cNvPr id="1274" name="Google Shape;1274;p74"/>
            <p:cNvSpPr/>
            <p:nvPr/>
          </p:nvSpPr>
          <p:spPr>
            <a:xfrm>
              <a:off x="4494925" y="2585250"/>
              <a:ext cx="1297150" cy="360325"/>
            </a:xfrm>
            <a:custGeom>
              <a:rect b="b" l="l" r="r" t="t"/>
              <a:pathLst>
                <a:path extrusionOk="0" h="14413" w="51886">
                  <a:moveTo>
                    <a:pt x="0" y="0"/>
                  </a:moveTo>
                  <a:cubicBezTo>
                    <a:pt x="8648" y="2402"/>
                    <a:pt x="43238" y="12011"/>
                    <a:pt x="51886" y="14413"/>
                  </a:cubicBezTo>
                </a:path>
              </a:pathLst>
            </a:custGeom>
            <a:noFill/>
            <a:ln cap="flat" cmpd="sng" w="9525">
              <a:solidFill>
                <a:schemeClr val="dk2"/>
              </a:solidFill>
              <a:prstDash val="solid"/>
              <a:round/>
              <a:headEnd len="med" w="med" type="none"/>
              <a:tailEnd len="med" w="med" type="none"/>
            </a:ln>
          </p:spPr>
        </p:sp>
        <p:sp>
          <p:nvSpPr>
            <p:cNvPr id="1275" name="Google Shape;1275;p74"/>
            <p:cNvSpPr/>
            <p:nvPr/>
          </p:nvSpPr>
          <p:spPr>
            <a:xfrm>
              <a:off x="4467900" y="2900550"/>
              <a:ext cx="117100" cy="927800"/>
            </a:xfrm>
            <a:custGeom>
              <a:rect b="b" l="l" r="r" t="t"/>
              <a:pathLst>
                <a:path extrusionOk="0" h="37112" w="4684">
                  <a:moveTo>
                    <a:pt x="0" y="0"/>
                  </a:moveTo>
                  <a:cubicBezTo>
                    <a:pt x="781" y="6185"/>
                    <a:pt x="3903" y="30927"/>
                    <a:pt x="4684" y="37112"/>
                  </a:cubicBezTo>
                </a:path>
              </a:pathLst>
            </a:custGeom>
            <a:noFill/>
            <a:ln cap="flat" cmpd="sng" w="9525">
              <a:solidFill>
                <a:schemeClr val="dk2"/>
              </a:solidFill>
              <a:prstDash val="solid"/>
              <a:round/>
              <a:headEnd len="med" w="med" type="none"/>
              <a:tailEnd len="med" w="med" type="none"/>
            </a:ln>
          </p:spPr>
        </p:sp>
        <p:sp>
          <p:nvSpPr>
            <p:cNvPr id="1276" name="Google Shape;1276;p74"/>
            <p:cNvSpPr/>
            <p:nvPr/>
          </p:nvSpPr>
          <p:spPr>
            <a:xfrm>
              <a:off x="4576000" y="3792325"/>
              <a:ext cx="135125" cy="558475"/>
            </a:xfrm>
            <a:custGeom>
              <a:rect b="b" l="l" r="r" t="t"/>
              <a:pathLst>
                <a:path extrusionOk="0" h="22339" w="5405">
                  <a:moveTo>
                    <a:pt x="0" y="0"/>
                  </a:moveTo>
                  <a:cubicBezTo>
                    <a:pt x="901" y="3723"/>
                    <a:pt x="4504" y="18616"/>
                    <a:pt x="5405" y="22339"/>
                  </a:cubicBezTo>
                </a:path>
              </a:pathLst>
            </a:custGeom>
            <a:noFill/>
            <a:ln cap="flat" cmpd="sng" w="9525">
              <a:solidFill>
                <a:schemeClr val="dk2"/>
              </a:solidFill>
              <a:prstDash val="solid"/>
              <a:round/>
              <a:headEnd len="med" w="med" type="none"/>
              <a:tailEnd len="med" w="med" type="none"/>
            </a:ln>
          </p:spPr>
        </p:sp>
        <p:sp>
          <p:nvSpPr>
            <p:cNvPr id="1277" name="Google Shape;1277;p74"/>
            <p:cNvSpPr/>
            <p:nvPr/>
          </p:nvSpPr>
          <p:spPr>
            <a:xfrm>
              <a:off x="4089575" y="3675225"/>
              <a:ext cx="504450" cy="108075"/>
            </a:xfrm>
            <a:custGeom>
              <a:rect b="b" l="l" r="r" t="t"/>
              <a:pathLst>
                <a:path extrusionOk="0" h="4323" w="20178">
                  <a:moveTo>
                    <a:pt x="20178" y="4323"/>
                  </a:moveTo>
                  <a:cubicBezTo>
                    <a:pt x="16815" y="3603"/>
                    <a:pt x="3363" y="721"/>
                    <a:pt x="0" y="0"/>
                  </a:cubicBezTo>
                </a:path>
              </a:pathLst>
            </a:custGeom>
            <a:noFill/>
            <a:ln cap="flat" cmpd="sng" w="9525">
              <a:solidFill>
                <a:schemeClr val="dk2"/>
              </a:solidFill>
              <a:prstDash val="solid"/>
              <a:round/>
              <a:headEnd len="med" w="med" type="none"/>
              <a:tailEnd len="med" w="med" type="none"/>
            </a:ln>
          </p:spPr>
        </p:sp>
        <p:sp>
          <p:nvSpPr>
            <p:cNvPr id="1278" name="Google Shape;1278;p74"/>
            <p:cNvSpPr/>
            <p:nvPr/>
          </p:nvSpPr>
          <p:spPr>
            <a:xfrm>
              <a:off x="4503950" y="2900550"/>
              <a:ext cx="513450" cy="405350"/>
            </a:xfrm>
            <a:custGeom>
              <a:rect b="b" l="l" r="r" t="t"/>
              <a:pathLst>
                <a:path extrusionOk="0" h="16214" w="20538">
                  <a:moveTo>
                    <a:pt x="0" y="0"/>
                  </a:moveTo>
                  <a:cubicBezTo>
                    <a:pt x="3423" y="2702"/>
                    <a:pt x="17115" y="13512"/>
                    <a:pt x="20538" y="16214"/>
                  </a:cubicBezTo>
                </a:path>
              </a:pathLst>
            </a:custGeom>
            <a:noFill/>
            <a:ln cap="flat" cmpd="sng" w="9525">
              <a:solidFill>
                <a:schemeClr val="dk2"/>
              </a:solidFill>
              <a:prstDash val="solid"/>
              <a:round/>
              <a:headEnd len="med" w="med" type="none"/>
              <a:tailEnd len="med" w="med" type="none"/>
            </a:ln>
          </p:spPr>
        </p:sp>
        <p:sp>
          <p:nvSpPr>
            <p:cNvPr id="1279" name="Google Shape;1279;p74"/>
            <p:cNvSpPr/>
            <p:nvPr/>
          </p:nvSpPr>
          <p:spPr>
            <a:xfrm>
              <a:off x="5044425" y="3305900"/>
              <a:ext cx="927800" cy="261225"/>
            </a:xfrm>
            <a:custGeom>
              <a:rect b="b" l="l" r="r" t="t"/>
              <a:pathLst>
                <a:path extrusionOk="0" h="10449" w="37112">
                  <a:moveTo>
                    <a:pt x="0" y="0"/>
                  </a:moveTo>
                  <a:cubicBezTo>
                    <a:pt x="6185" y="1742"/>
                    <a:pt x="30927" y="8708"/>
                    <a:pt x="37112" y="10449"/>
                  </a:cubicBezTo>
                </a:path>
              </a:pathLst>
            </a:custGeom>
            <a:noFill/>
            <a:ln cap="flat" cmpd="sng" w="9525">
              <a:solidFill>
                <a:schemeClr val="dk2"/>
              </a:solidFill>
              <a:prstDash val="solid"/>
              <a:round/>
              <a:headEnd len="med" w="med" type="none"/>
              <a:tailEnd len="med" w="med" type="none"/>
            </a:ln>
          </p:spPr>
        </p:sp>
        <p:sp>
          <p:nvSpPr>
            <p:cNvPr id="1280" name="Google Shape;1280;p74"/>
            <p:cNvSpPr/>
            <p:nvPr/>
          </p:nvSpPr>
          <p:spPr>
            <a:xfrm>
              <a:off x="3486050" y="2837475"/>
              <a:ext cx="639550" cy="882775"/>
            </a:xfrm>
            <a:custGeom>
              <a:rect b="b" l="l" r="r" t="t"/>
              <a:pathLst>
                <a:path extrusionOk="0" h="35311" w="25582">
                  <a:moveTo>
                    <a:pt x="0" y="0"/>
                  </a:moveTo>
                  <a:cubicBezTo>
                    <a:pt x="4264" y="5885"/>
                    <a:pt x="21318" y="29426"/>
                    <a:pt x="25582" y="35311"/>
                  </a:cubicBezTo>
                </a:path>
              </a:pathLst>
            </a:custGeom>
            <a:noFill/>
            <a:ln cap="flat" cmpd="sng" w="9525">
              <a:solidFill>
                <a:schemeClr val="dk2"/>
              </a:solidFill>
              <a:prstDash val="solid"/>
              <a:round/>
              <a:headEnd len="med" w="med" type="none"/>
              <a:tailEnd len="med" w="med" type="none"/>
            </a:ln>
          </p:spPr>
        </p:sp>
        <p:sp>
          <p:nvSpPr>
            <p:cNvPr id="1281" name="Google Shape;1281;p74"/>
            <p:cNvSpPr/>
            <p:nvPr/>
          </p:nvSpPr>
          <p:spPr>
            <a:xfrm>
              <a:off x="5711000" y="2035775"/>
              <a:ext cx="54050" cy="891775"/>
            </a:xfrm>
            <a:custGeom>
              <a:rect b="b" l="l" r="r" t="t"/>
              <a:pathLst>
                <a:path extrusionOk="0" h="35671" w="2162">
                  <a:moveTo>
                    <a:pt x="0" y="0"/>
                  </a:moveTo>
                  <a:cubicBezTo>
                    <a:pt x="360" y="5945"/>
                    <a:pt x="1802" y="29726"/>
                    <a:pt x="2162" y="35671"/>
                  </a:cubicBezTo>
                </a:path>
              </a:pathLst>
            </a:custGeom>
            <a:noFill/>
            <a:ln cap="flat" cmpd="sng" w="9525">
              <a:solidFill>
                <a:schemeClr val="dk2"/>
              </a:solidFill>
              <a:prstDash val="solid"/>
              <a:round/>
              <a:headEnd len="med" w="med" type="none"/>
              <a:tailEnd len="med" w="med" type="none"/>
            </a:ln>
          </p:spPr>
        </p:sp>
        <p:sp>
          <p:nvSpPr>
            <p:cNvPr id="1282" name="Google Shape;1282;p74"/>
            <p:cNvSpPr/>
            <p:nvPr/>
          </p:nvSpPr>
          <p:spPr>
            <a:xfrm>
              <a:off x="3240434" y="123261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74"/>
            <p:cNvSpPr/>
            <p:nvPr/>
          </p:nvSpPr>
          <p:spPr>
            <a:xfrm>
              <a:off x="3392100" y="22945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74"/>
            <p:cNvSpPr/>
            <p:nvPr/>
          </p:nvSpPr>
          <p:spPr>
            <a:xfrm>
              <a:off x="3392100" y="2751748"/>
              <a:ext cx="188700" cy="188700"/>
            </a:xfrm>
            <a:prstGeom prst="ellipse">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74"/>
            <p:cNvSpPr/>
            <p:nvPr/>
          </p:nvSpPr>
          <p:spPr>
            <a:xfrm>
              <a:off x="5667425" y="28292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74"/>
            <p:cNvSpPr/>
            <p:nvPr/>
          </p:nvSpPr>
          <p:spPr>
            <a:xfrm>
              <a:off x="4874000" y="31922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74"/>
            <p:cNvSpPr/>
            <p:nvPr/>
          </p:nvSpPr>
          <p:spPr>
            <a:xfrm>
              <a:off x="6233475" y="31340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74"/>
            <p:cNvSpPr/>
            <p:nvPr/>
          </p:nvSpPr>
          <p:spPr>
            <a:xfrm>
              <a:off x="59888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74"/>
            <p:cNvSpPr/>
            <p:nvPr/>
          </p:nvSpPr>
          <p:spPr>
            <a:xfrm>
              <a:off x="53200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74"/>
            <p:cNvSpPr/>
            <p:nvPr/>
          </p:nvSpPr>
          <p:spPr>
            <a:xfrm>
              <a:off x="4612025" y="42402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74"/>
            <p:cNvSpPr/>
            <p:nvPr/>
          </p:nvSpPr>
          <p:spPr>
            <a:xfrm>
              <a:off x="3580800" y="424025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74"/>
            <p:cNvSpPr/>
            <p:nvPr/>
          </p:nvSpPr>
          <p:spPr>
            <a:xfrm>
              <a:off x="4612034" y="9368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74"/>
            <p:cNvSpPr/>
            <p:nvPr/>
          </p:nvSpPr>
          <p:spPr>
            <a:xfrm>
              <a:off x="4566995" y="14702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74"/>
            <p:cNvSpPr/>
            <p:nvPr/>
          </p:nvSpPr>
          <p:spPr>
            <a:xfrm>
              <a:off x="5589325" y="19148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74"/>
            <p:cNvSpPr/>
            <p:nvPr/>
          </p:nvSpPr>
          <p:spPr>
            <a:xfrm>
              <a:off x="4612025" y="22583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74"/>
            <p:cNvSpPr/>
            <p:nvPr/>
          </p:nvSpPr>
          <p:spPr>
            <a:xfrm>
              <a:off x="4378300" y="24773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74"/>
            <p:cNvSpPr/>
            <p:nvPr/>
          </p:nvSpPr>
          <p:spPr>
            <a:xfrm>
              <a:off x="4378300" y="27929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74"/>
            <p:cNvSpPr/>
            <p:nvPr/>
          </p:nvSpPr>
          <p:spPr>
            <a:xfrm>
              <a:off x="5856125" y="34249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74"/>
            <p:cNvSpPr/>
            <p:nvPr/>
          </p:nvSpPr>
          <p:spPr>
            <a:xfrm>
              <a:off x="3988300" y="3576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74"/>
            <p:cNvSpPr/>
            <p:nvPr/>
          </p:nvSpPr>
          <p:spPr>
            <a:xfrm>
              <a:off x="4477650" y="3687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74"/>
            <p:cNvSpPr/>
            <p:nvPr/>
          </p:nvSpPr>
          <p:spPr>
            <a:xfrm>
              <a:off x="3881195" y="165378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74"/>
            <p:cNvSpPr/>
            <p:nvPr/>
          </p:nvSpPr>
          <p:spPr>
            <a:xfrm>
              <a:off x="3576395" y="1989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74"/>
            <p:cNvSpPr txBox="1"/>
            <p:nvPr/>
          </p:nvSpPr>
          <p:spPr>
            <a:xfrm>
              <a:off x="3424000" y="15833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t>Atlanta</a:t>
              </a:r>
              <a:endParaRPr b="1" sz="800"/>
            </a:p>
          </p:txBody>
        </p:sp>
        <p:sp>
          <p:nvSpPr>
            <p:cNvPr id="1304" name="Google Shape;1304;p74"/>
            <p:cNvSpPr txBox="1"/>
            <p:nvPr/>
          </p:nvSpPr>
          <p:spPr>
            <a:xfrm>
              <a:off x="4742550" y="8812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Toccoa</a:t>
              </a:r>
              <a:endParaRPr sz="800"/>
            </a:p>
          </p:txBody>
        </p:sp>
        <p:sp>
          <p:nvSpPr>
            <p:cNvPr id="1305" name="Google Shape;1305;p74"/>
            <p:cNvSpPr txBox="1"/>
            <p:nvPr/>
          </p:nvSpPr>
          <p:spPr>
            <a:xfrm>
              <a:off x="2846768" y="1156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Rome</a:t>
              </a:r>
              <a:endParaRPr sz="800"/>
            </a:p>
          </p:txBody>
        </p:sp>
        <p:sp>
          <p:nvSpPr>
            <p:cNvPr id="1306" name="Google Shape;1306;p74"/>
            <p:cNvSpPr txBox="1"/>
            <p:nvPr/>
          </p:nvSpPr>
          <p:spPr>
            <a:xfrm>
              <a:off x="4688966" y="13905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Athens</a:t>
              </a:r>
              <a:endParaRPr sz="800"/>
            </a:p>
          </p:txBody>
        </p:sp>
        <p:sp>
          <p:nvSpPr>
            <p:cNvPr id="1307" name="Google Shape;1307;p74"/>
            <p:cNvSpPr txBox="1"/>
            <p:nvPr/>
          </p:nvSpPr>
          <p:spPr>
            <a:xfrm>
              <a:off x="3062699" y="190291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Newnan</a:t>
              </a:r>
              <a:endParaRPr sz="800"/>
            </a:p>
          </p:txBody>
        </p:sp>
        <p:sp>
          <p:nvSpPr>
            <p:cNvPr id="1308" name="Google Shape;1308;p74"/>
            <p:cNvSpPr txBox="1"/>
            <p:nvPr/>
          </p:nvSpPr>
          <p:spPr>
            <a:xfrm>
              <a:off x="5725609" y="1818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Augusta</a:t>
              </a:r>
              <a:endParaRPr sz="800"/>
            </a:p>
          </p:txBody>
        </p:sp>
        <p:sp>
          <p:nvSpPr>
            <p:cNvPr id="1309" name="Google Shape;1309;p74"/>
            <p:cNvSpPr txBox="1"/>
            <p:nvPr/>
          </p:nvSpPr>
          <p:spPr>
            <a:xfrm>
              <a:off x="2819751" y="223499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LaGrange</a:t>
              </a:r>
              <a:endParaRPr sz="800"/>
            </a:p>
          </p:txBody>
        </p:sp>
        <p:sp>
          <p:nvSpPr>
            <p:cNvPr id="1310" name="Google Shape;1310;p74"/>
            <p:cNvSpPr txBox="1"/>
            <p:nvPr/>
          </p:nvSpPr>
          <p:spPr>
            <a:xfrm>
              <a:off x="2819750" y="269232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Columbus</a:t>
              </a:r>
              <a:endParaRPr sz="800"/>
            </a:p>
          </p:txBody>
        </p:sp>
        <p:sp>
          <p:nvSpPr>
            <p:cNvPr id="1311" name="Google Shape;1311;p74"/>
            <p:cNvSpPr txBox="1"/>
            <p:nvPr/>
          </p:nvSpPr>
          <p:spPr>
            <a:xfrm>
              <a:off x="3566025" y="351257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Albany</a:t>
              </a:r>
              <a:endParaRPr sz="800"/>
            </a:p>
          </p:txBody>
        </p:sp>
        <p:sp>
          <p:nvSpPr>
            <p:cNvPr id="1312" name="Google Shape;1312;p74"/>
            <p:cNvSpPr txBox="1"/>
            <p:nvPr/>
          </p:nvSpPr>
          <p:spPr>
            <a:xfrm>
              <a:off x="2981625" y="42279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Bainbridge</a:t>
              </a:r>
              <a:endParaRPr sz="800"/>
            </a:p>
          </p:txBody>
        </p:sp>
        <p:sp>
          <p:nvSpPr>
            <p:cNvPr id="1313" name="Google Shape;1313;p74"/>
            <p:cNvSpPr txBox="1"/>
            <p:nvPr/>
          </p:nvSpPr>
          <p:spPr>
            <a:xfrm>
              <a:off x="4593293" y="3611772"/>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Tifton</a:t>
              </a:r>
              <a:endParaRPr sz="800"/>
            </a:p>
          </p:txBody>
        </p:sp>
        <p:sp>
          <p:nvSpPr>
            <p:cNvPr id="1314" name="Google Shape;1314;p74"/>
            <p:cNvSpPr txBox="1"/>
            <p:nvPr/>
          </p:nvSpPr>
          <p:spPr>
            <a:xfrm>
              <a:off x="4301400" y="43417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Valdosta</a:t>
              </a:r>
              <a:endParaRPr sz="800"/>
            </a:p>
          </p:txBody>
        </p:sp>
        <p:sp>
          <p:nvSpPr>
            <p:cNvPr id="1315" name="Google Shape;1315;p74"/>
            <p:cNvSpPr txBox="1"/>
            <p:nvPr/>
          </p:nvSpPr>
          <p:spPr>
            <a:xfrm>
              <a:off x="3941313" y="24072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Macon</a:t>
              </a:r>
              <a:endParaRPr sz="800"/>
            </a:p>
          </p:txBody>
        </p:sp>
        <p:sp>
          <p:nvSpPr>
            <p:cNvPr id="1316" name="Google Shape;1316;p74"/>
            <p:cNvSpPr txBox="1"/>
            <p:nvPr/>
          </p:nvSpPr>
          <p:spPr>
            <a:xfrm>
              <a:off x="4499815" y="2021622"/>
              <a:ext cx="846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Milledgeville</a:t>
              </a:r>
              <a:endParaRPr sz="800"/>
            </a:p>
          </p:txBody>
        </p:sp>
        <p:sp>
          <p:nvSpPr>
            <p:cNvPr id="1317" name="Google Shape;1317;p74"/>
            <p:cNvSpPr txBox="1"/>
            <p:nvPr/>
          </p:nvSpPr>
          <p:spPr>
            <a:xfrm>
              <a:off x="6133425" y="39647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Brunswick</a:t>
              </a:r>
              <a:endParaRPr sz="800"/>
            </a:p>
          </p:txBody>
        </p:sp>
        <p:sp>
          <p:nvSpPr>
            <p:cNvPr id="1318" name="Google Shape;1318;p74"/>
            <p:cNvSpPr txBox="1"/>
            <p:nvPr/>
          </p:nvSpPr>
          <p:spPr>
            <a:xfrm>
              <a:off x="5161525" y="40518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Waycross</a:t>
              </a:r>
              <a:endParaRPr sz="800"/>
            </a:p>
          </p:txBody>
        </p:sp>
        <p:sp>
          <p:nvSpPr>
            <p:cNvPr id="1319" name="Google Shape;1319;p74"/>
            <p:cNvSpPr txBox="1"/>
            <p:nvPr/>
          </p:nvSpPr>
          <p:spPr>
            <a:xfrm>
              <a:off x="4017513" y="2833374"/>
              <a:ext cx="69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Warner Robins</a:t>
              </a:r>
              <a:endParaRPr sz="800"/>
            </a:p>
          </p:txBody>
        </p:sp>
        <p:sp>
          <p:nvSpPr>
            <p:cNvPr id="1320" name="Google Shape;1320;p74"/>
            <p:cNvSpPr txBox="1"/>
            <p:nvPr/>
          </p:nvSpPr>
          <p:spPr>
            <a:xfrm>
              <a:off x="4972849" y="30797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McRae</a:t>
              </a:r>
              <a:endParaRPr sz="800"/>
            </a:p>
          </p:txBody>
        </p:sp>
        <p:sp>
          <p:nvSpPr>
            <p:cNvPr id="1321" name="Google Shape;1321;p74"/>
            <p:cNvSpPr txBox="1"/>
            <p:nvPr/>
          </p:nvSpPr>
          <p:spPr>
            <a:xfrm>
              <a:off x="5950282" y="3445378"/>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Hinesville</a:t>
              </a:r>
              <a:endParaRPr sz="800"/>
            </a:p>
          </p:txBody>
        </p:sp>
        <p:sp>
          <p:nvSpPr>
            <p:cNvPr id="1322" name="Google Shape;1322;p74"/>
            <p:cNvSpPr txBox="1"/>
            <p:nvPr/>
          </p:nvSpPr>
          <p:spPr>
            <a:xfrm>
              <a:off x="5754366" y="267493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Statesboro</a:t>
              </a:r>
              <a:endParaRPr sz="800"/>
            </a:p>
          </p:txBody>
        </p:sp>
        <p:sp>
          <p:nvSpPr>
            <p:cNvPr id="1323" name="Google Shape;1323;p74"/>
            <p:cNvSpPr txBox="1"/>
            <p:nvPr/>
          </p:nvSpPr>
          <p:spPr>
            <a:xfrm>
              <a:off x="6359575" y="30744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Savannah</a:t>
              </a:r>
              <a:endParaRPr sz="800"/>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7" name="Shape 1327"/>
        <p:cNvGrpSpPr/>
        <p:nvPr/>
      </p:nvGrpSpPr>
      <p:grpSpPr>
        <a:xfrm>
          <a:off x="0" y="0"/>
          <a:ext cx="0" cy="0"/>
          <a:chOff x="0" y="0"/>
          <a:chExt cx="0" cy="0"/>
        </a:xfrm>
      </p:grpSpPr>
      <p:sp>
        <p:nvSpPr>
          <p:cNvPr id="1328" name="Google Shape;1328;p75"/>
          <p:cNvSpPr txBox="1"/>
          <p:nvPr>
            <p:ph idx="1" type="body"/>
          </p:nvPr>
        </p:nvSpPr>
        <p:spPr>
          <a:xfrm>
            <a:off x="311700" y="1132275"/>
            <a:ext cx="2716200" cy="34164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1200"/>
              </a:spcAft>
              <a:buClr>
                <a:srgbClr val="000000"/>
              </a:buClr>
              <a:buSzPct val="61111"/>
              <a:buFont typeface="Arial"/>
              <a:buNone/>
            </a:pPr>
            <a:r>
              <a:rPr lang="en"/>
              <a:t>Once you have finished coloring the nodes, you can</a:t>
            </a:r>
            <a:r>
              <a:rPr lang="en"/>
              <a:t> trace backwards from the destination. Recover the solution!</a:t>
            </a:r>
            <a:br>
              <a:rPr lang="en"/>
            </a:br>
            <a:br>
              <a:rPr lang="en"/>
            </a:br>
            <a:r>
              <a:rPr b="1" lang="en">
                <a:solidFill>
                  <a:srgbClr val="9900FF"/>
                </a:solidFill>
              </a:rPr>
              <a:t>Pro-tip</a:t>
            </a:r>
            <a:r>
              <a:rPr b="1" lang="en">
                <a:solidFill>
                  <a:srgbClr val="9900FF"/>
                </a:solidFill>
              </a:rPr>
              <a:t>:</a:t>
            </a:r>
            <a:r>
              <a:rPr lang="en">
                <a:solidFill>
                  <a:srgbClr val="9900FF"/>
                </a:solidFill>
              </a:rPr>
              <a:t> </a:t>
            </a:r>
            <a:r>
              <a:rPr lang="en"/>
              <a:t>Be sure you do </a:t>
            </a:r>
            <a:r>
              <a:rPr b="1" lang="en"/>
              <a:t>NOT</a:t>
            </a:r>
            <a:r>
              <a:rPr lang="en"/>
              <a:t> repeat any colors when you trace for a solution.</a:t>
            </a:r>
            <a:endParaRPr/>
          </a:p>
        </p:txBody>
      </p:sp>
      <p:sp>
        <p:nvSpPr>
          <p:cNvPr id="1329" name="Google Shape;1329;p7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Exercise: Columbus to Brunswick</a:t>
            </a:r>
            <a:endParaRPr/>
          </a:p>
        </p:txBody>
      </p:sp>
      <p:sp>
        <p:nvSpPr>
          <p:cNvPr id="1330" name="Google Shape;1330;p7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331" name="Google Shape;1331;p75"/>
          <p:cNvSpPr txBox="1"/>
          <p:nvPr/>
        </p:nvSpPr>
        <p:spPr>
          <a:xfrm>
            <a:off x="7377900" y="1305600"/>
            <a:ext cx="6483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0</a:t>
            </a:r>
            <a:endParaRPr sz="1000"/>
          </a:p>
        </p:txBody>
      </p:sp>
      <p:sp>
        <p:nvSpPr>
          <p:cNvPr id="1332" name="Google Shape;1332;p75"/>
          <p:cNvSpPr txBox="1"/>
          <p:nvPr/>
        </p:nvSpPr>
        <p:spPr>
          <a:xfrm>
            <a:off x="3566025" y="3512575"/>
            <a:ext cx="548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Albany</a:t>
            </a:r>
            <a:endParaRPr sz="800"/>
          </a:p>
        </p:txBody>
      </p:sp>
      <p:sp>
        <p:nvSpPr>
          <p:cNvPr id="1333" name="Google Shape;1333;p75"/>
          <p:cNvSpPr txBox="1"/>
          <p:nvPr/>
        </p:nvSpPr>
        <p:spPr>
          <a:xfrm>
            <a:off x="7377900" y="1762800"/>
            <a:ext cx="648300" cy="3387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1</a:t>
            </a:r>
            <a:endParaRPr sz="1000"/>
          </a:p>
        </p:txBody>
      </p:sp>
      <p:sp>
        <p:nvSpPr>
          <p:cNvPr id="1334" name="Google Shape;1334;p75"/>
          <p:cNvSpPr txBox="1"/>
          <p:nvPr/>
        </p:nvSpPr>
        <p:spPr>
          <a:xfrm>
            <a:off x="7377900" y="2220000"/>
            <a:ext cx="6483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2</a:t>
            </a:r>
            <a:endParaRPr sz="1000"/>
          </a:p>
        </p:txBody>
      </p:sp>
      <p:sp>
        <p:nvSpPr>
          <p:cNvPr id="1335" name="Google Shape;1335;p75"/>
          <p:cNvSpPr txBox="1"/>
          <p:nvPr/>
        </p:nvSpPr>
        <p:spPr>
          <a:xfrm>
            <a:off x="7377900" y="2677200"/>
            <a:ext cx="6483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3</a:t>
            </a:r>
            <a:endParaRPr sz="1000"/>
          </a:p>
        </p:txBody>
      </p:sp>
      <p:sp>
        <p:nvSpPr>
          <p:cNvPr id="1336" name="Google Shape;1336;p75"/>
          <p:cNvSpPr txBox="1"/>
          <p:nvPr/>
        </p:nvSpPr>
        <p:spPr>
          <a:xfrm>
            <a:off x="7377900" y="3134400"/>
            <a:ext cx="648300" cy="338700"/>
          </a:xfrm>
          <a:prstGeom prst="rect">
            <a:avLst/>
          </a:prstGeom>
          <a:solidFill>
            <a:srgbClr val="3D85C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4</a:t>
            </a:r>
            <a:endParaRPr sz="1000"/>
          </a:p>
        </p:txBody>
      </p:sp>
      <p:grpSp>
        <p:nvGrpSpPr>
          <p:cNvPr id="1337" name="Google Shape;1337;p75"/>
          <p:cNvGrpSpPr/>
          <p:nvPr/>
        </p:nvGrpSpPr>
        <p:grpSpPr>
          <a:xfrm>
            <a:off x="2819750" y="881249"/>
            <a:ext cx="4233425" cy="3768338"/>
            <a:chOff x="2819750" y="881249"/>
            <a:chExt cx="4233425" cy="3768338"/>
          </a:xfrm>
        </p:grpSpPr>
        <p:sp>
          <p:nvSpPr>
            <p:cNvPr id="1338" name="Google Shape;1338;p75"/>
            <p:cNvSpPr/>
            <p:nvPr/>
          </p:nvSpPr>
          <p:spPr>
            <a:xfrm>
              <a:off x="3486050" y="2846500"/>
              <a:ext cx="189175" cy="1513325"/>
            </a:xfrm>
            <a:custGeom>
              <a:rect b="b" l="l" r="r" t="t"/>
              <a:pathLst>
                <a:path extrusionOk="0" h="60533" w="7567">
                  <a:moveTo>
                    <a:pt x="0" y="0"/>
                  </a:moveTo>
                  <a:cubicBezTo>
                    <a:pt x="1261" y="10089"/>
                    <a:pt x="6306" y="50444"/>
                    <a:pt x="7567" y="60533"/>
                  </a:cubicBezTo>
                </a:path>
              </a:pathLst>
            </a:custGeom>
            <a:noFill/>
            <a:ln cap="flat" cmpd="sng" w="9525">
              <a:solidFill>
                <a:schemeClr val="dk2"/>
              </a:solidFill>
              <a:prstDash val="solid"/>
              <a:round/>
              <a:headEnd len="med" w="med" type="none"/>
              <a:tailEnd len="med" w="med" type="none"/>
            </a:ln>
          </p:spPr>
        </p:sp>
        <p:sp>
          <p:nvSpPr>
            <p:cNvPr id="1339" name="Google Shape;1339;p75"/>
            <p:cNvSpPr/>
            <p:nvPr/>
          </p:nvSpPr>
          <p:spPr>
            <a:xfrm>
              <a:off x="3981475" y="1558375"/>
              <a:ext cx="693625" cy="198150"/>
            </a:xfrm>
            <a:custGeom>
              <a:rect b="b" l="l" r="r" t="t"/>
              <a:pathLst>
                <a:path extrusionOk="0" h="7926" w="27745">
                  <a:moveTo>
                    <a:pt x="27745" y="0"/>
                  </a:moveTo>
                  <a:cubicBezTo>
                    <a:pt x="23121" y="1321"/>
                    <a:pt x="4624" y="6605"/>
                    <a:pt x="0" y="7926"/>
                  </a:cubicBezTo>
                </a:path>
              </a:pathLst>
            </a:custGeom>
            <a:noFill/>
            <a:ln cap="flat" cmpd="sng" w="9525">
              <a:solidFill>
                <a:schemeClr val="dk2"/>
              </a:solidFill>
              <a:prstDash val="solid"/>
              <a:round/>
              <a:headEnd len="med" w="med" type="none"/>
              <a:tailEnd len="med" w="med" type="none"/>
            </a:ln>
          </p:spPr>
        </p:sp>
        <p:sp>
          <p:nvSpPr>
            <p:cNvPr id="1340" name="Google Shape;1340;p75"/>
            <p:cNvSpPr/>
            <p:nvPr/>
          </p:nvSpPr>
          <p:spPr>
            <a:xfrm>
              <a:off x="3332925" y="1342175"/>
              <a:ext cx="648550" cy="414350"/>
            </a:xfrm>
            <a:custGeom>
              <a:rect b="b" l="l" r="r" t="t"/>
              <a:pathLst>
                <a:path extrusionOk="0" h="16574" w="25942">
                  <a:moveTo>
                    <a:pt x="0" y="0"/>
                  </a:moveTo>
                  <a:cubicBezTo>
                    <a:pt x="4324" y="2762"/>
                    <a:pt x="21618" y="13812"/>
                    <a:pt x="25942" y="16574"/>
                  </a:cubicBezTo>
                </a:path>
              </a:pathLst>
            </a:custGeom>
            <a:noFill/>
            <a:ln cap="flat" cmpd="sng" w="9525">
              <a:solidFill>
                <a:schemeClr val="dk2"/>
              </a:solidFill>
              <a:prstDash val="solid"/>
              <a:round/>
              <a:headEnd len="med" w="med" type="none"/>
              <a:tailEnd len="med" w="med" type="none"/>
            </a:ln>
          </p:spPr>
        </p:sp>
        <p:sp>
          <p:nvSpPr>
            <p:cNvPr id="1341" name="Google Shape;1341;p75"/>
            <p:cNvSpPr/>
            <p:nvPr/>
          </p:nvSpPr>
          <p:spPr>
            <a:xfrm>
              <a:off x="4675100" y="1044925"/>
              <a:ext cx="45025" cy="531450"/>
            </a:xfrm>
            <a:custGeom>
              <a:rect b="b" l="l" r="r" t="t"/>
              <a:pathLst>
                <a:path extrusionOk="0" h="21258" w="1801">
                  <a:moveTo>
                    <a:pt x="1801" y="0"/>
                  </a:moveTo>
                  <a:cubicBezTo>
                    <a:pt x="1501" y="3543"/>
                    <a:pt x="300" y="17715"/>
                    <a:pt x="0" y="21258"/>
                  </a:cubicBezTo>
                </a:path>
              </a:pathLst>
            </a:custGeom>
            <a:noFill/>
            <a:ln cap="flat" cmpd="sng" w="9525">
              <a:solidFill>
                <a:schemeClr val="dk2"/>
              </a:solidFill>
              <a:prstDash val="solid"/>
              <a:round/>
              <a:headEnd len="med" w="med" type="none"/>
              <a:tailEnd len="med" w="med" type="none"/>
            </a:ln>
          </p:spPr>
        </p:sp>
        <p:sp>
          <p:nvSpPr>
            <p:cNvPr id="1342" name="Google Shape;1342;p75"/>
            <p:cNvSpPr/>
            <p:nvPr/>
          </p:nvSpPr>
          <p:spPr>
            <a:xfrm>
              <a:off x="3999500" y="1053925"/>
              <a:ext cx="729625" cy="711625"/>
            </a:xfrm>
            <a:custGeom>
              <a:rect b="b" l="l" r="r" t="t"/>
              <a:pathLst>
                <a:path extrusionOk="0" h="28465" w="29185">
                  <a:moveTo>
                    <a:pt x="29185" y="0"/>
                  </a:moveTo>
                  <a:cubicBezTo>
                    <a:pt x="24321" y="4744"/>
                    <a:pt x="4864" y="23721"/>
                    <a:pt x="0" y="28465"/>
                  </a:cubicBezTo>
                </a:path>
              </a:pathLst>
            </a:custGeom>
            <a:noFill/>
            <a:ln cap="flat" cmpd="sng" w="9525">
              <a:solidFill>
                <a:schemeClr val="dk2"/>
              </a:solidFill>
              <a:prstDash val="solid"/>
              <a:round/>
              <a:headEnd len="med" w="med" type="none"/>
              <a:tailEnd len="med" w="med" type="none"/>
            </a:ln>
          </p:spPr>
        </p:sp>
        <p:sp>
          <p:nvSpPr>
            <p:cNvPr id="1343" name="Google Shape;1343;p75"/>
            <p:cNvSpPr/>
            <p:nvPr/>
          </p:nvSpPr>
          <p:spPr>
            <a:xfrm>
              <a:off x="3693225" y="1756525"/>
              <a:ext cx="315275" cy="342300"/>
            </a:xfrm>
            <a:custGeom>
              <a:rect b="b" l="l" r="r" t="t"/>
              <a:pathLst>
                <a:path extrusionOk="0" h="13692" w="12611">
                  <a:moveTo>
                    <a:pt x="0" y="13692"/>
                  </a:moveTo>
                  <a:cubicBezTo>
                    <a:pt x="2102" y="11410"/>
                    <a:pt x="10509" y="2282"/>
                    <a:pt x="12611" y="0"/>
                  </a:cubicBezTo>
                </a:path>
              </a:pathLst>
            </a:custGeom>
            <a:noFill/>
            <a:ln cap="flat" cmpd="sng" w="9525">
              <a:solidFill>
                <a:schemeClr val="dk2"/>
              </a:solidFill>
              <a:prstDash val="solid"/>
              <a:round/>
              <a:headEnd len="med" w="med" type="none"/>
              <a:tailEnd len="med" w="med" type="none"/>
            </a:ln>
          </p:spPr>
        </p:sp>
        <p:sp>
          <p:nvSpPr>
            <p:cNvPr id="1344" name="Google Shape;1344;p75"/>
            <p:cNvSpPr/>
            <p:nvPr/>
          </p:nvSpPr>
          <p:spPr>
            <a:xfrm>
              <a:off x="3486050" y="2098825"/>
              <a:ext cx="207175" cy="306275"/>
            </a:xfrm>
            <a:custGeom>
              <a:rect b="b" l="l" r="r" t="t"/>
              <a:pathLst>
                <a:path extrusionOk="0" h="12251" w="8287">
                  <a:moveTo>
                    <a:pt x="0" y="12251"/>
                  </a:moveTo>
                  <a:cubicBezTo>
                    <a:pt x="1381" y="10209"/>
                    <a:pt x="6906" y="2042"/>
                    <a:pt x="8287" y="0"/>
                  </a:cubicBezTo>
                </a:path>
              </a:pathLst>
            </a:custGeom>
            <a:noFill/>
            <a:ln cap="flat" cmpd="sng" w="9525">
              <a:solidFill>
                <a:schemeClr val="dk2"/>
              </a:solidFill>
              <a:prstDash val="solid"/>
              <a:round/>
              <a:headEnd len="med" w="med" type="none"/>
              <a:tailEnd len="med" w="med" type="none"/>
            </a:ln>
          </p:spPr>
        </p:sp>
        <p:sp>
          <p:nvSpPr>
            <p:cNvPr id="1345" name="Google Shape;1345;p75"/>
            <p:cNvSpPr/>
            <p:nvPr/>
          </p:nvSpPr>
          <p:spPr>
            <a:xfrm>
              <a:off x="3486050" y="2423125"/>
              <a:ext cx="9000" cy="432375"/>
            </a:xfrm>
            <a:custGeom>
              <a:rect b="b" l="l" r="r" t="t"/>
              <a:pathLst>
                <a:path extrusionOk="0" h="17295" w="360">
                  <a:moveTo>
                    <a:pt x="360" y="17295"/>
                  </a:moveTo>
                  <a:cubicBezTo>
                    <a:pt x="300" y="14413"/>
                    <a:pt x="60" y="2883"/>
                    <a:pt x="0" y="0"/>
                  </a:cubicBezTo>
                </a:path>
              </a:pathLst>
            </a:custGeom>
            <a:noFill/>
            <a:ln cap="flat" cmpd="sng" w="9525">
              <a:solidFill>
                <a:schemeClr val="dk2"/>
              </a:solidFill>
              <a:prstDash val="solid"/>
              <a:round/>
              <a:headEnd len="med" w="med" type="none"/>
              <a:tailEnd len="med" w="med" type="none"/>
            </a:ln>
          </p:spPr>
        </p:sp>
        <p:sp>
          <p:nvSpPr>
            <p:cNvPr id="1346" name="Google Shape;1346;p75"/>
            <p:cNvSpPr/>
            <p:nvPr/>
          </p:nvSpPr>
          <p:spPr>
            <a:xfrm>
              <a:off x="4026525" y="1747525"/>
              <a:ext cx="1684475" cy="279250"/>
            </a:xfrm>
            <a:custGeom>
              <a:rect b="b" l="l" r="r" t="t"/>
              <a:pathLst>
                <a:path extrusionOk="0" h="11170" w="67379">
                  <a:moveTo>
                    <a:pt x="0" y="0"/>
                  </a:moveTo>
                  <a:cubicBezTo>
                    <a:pt x="11230" y="1862"/>
                    <a:pt x="56149" y="9308"/>
                    <a:pt x="67379" y="11170"/>
                  </a:cubicBezTo>
                </a:path>
              </a:pathLst>
            </a:custGeom>
            <a:noFill/>
            <a:ln cap="flat" cmpd="sng" w="9525">
              <a:solidFill>
                <a:schemeClr val="dk2"/>
              </a:solidFill>
              <a:prstDash val="solid"/>
              <a:round/>
              <a:headEnd len="med" w="med" type="none"/>
              <a:tailEnd len="med" w="med" type="none"/>
            </a:ln>
          </p:spPr>
        </p:sp>
        <p:sp>
          <p:nvSpPr>
            <p:cNvPr id="1347" name="Google Shape;1347;p75"/>
            <p:cNvSpPr/>
            <p:nvPr/>
          </p:nvSpPr>
          <p:spPr>
            <a:xfrm>
              <a:off x="4485925" y="2351050"/>
              <a:ext cx="234200" cy="234200"/>
            </a:xfrm>
            <a:custGeom>
              <a:rect b="b" l="l" r="r" t="t"/>
              <a:pathLst>
                <a:path extrusionOk="0" h="9368" w="9368">
                  <a:moveTo>
                    <a:pt x="9368" y="0"/>
                  </a:moveTo>
                  <a:cubicBezTo>
                    <a:pt x="7807" y="1561"/>
                    <a:pt x="1561" y="7807"/>
                    <a:pt x="0" y="9368"/>
                  </a:cubicBezTo>
                </a:path>
              </a:pathLst>
            </a:custGeom>
            <a:noFill/>
            <a:ln cap="flat" cmpd="sng" w="9525">
              <a:solidFill>
                <a:schemeClr val="dk2"/>
              </a:solidFill>
              <a:prstDash val="solid"/>
              <a:round/>
              <a:headEnd len="med" w="med" type="none"/>
              <a:tailEnd len="med" w="med" type="none"/>
            </a:ln>
          </p:spPr>
        </p:sp>
        <p:sp>
          <p:nvSpPr>
            <p:cNvPr id="1348" name="Google Shape;1348;p75"/>
            <p:cNvSpPr/>
            <p:nvPr/>
          </p:nvSpPr>
          <p:spPr>
            <a:xfrm>
              <a:off x="4476925" y="2576250"/>
              <a:ext cx="18000" cy="333300"/>
            </a:xfrm>
            <a:custGeom>
              <a:rect b="b" l="l" r="r" t="t"/>
              <a:pathLst>
                <a:path extrusionOk="0" h="13332" w="720">
                  <a:moveTo>
                    <a:pt x="0" y="0"/>
                  </a:moveTo>
                  <a:cubicBezTo>
                    <a:pt x="120" y="2222"/>
                    <a:pt x="600" y="11110"/>
                    <a:pt x="720" y="13332"/>
                  </a:cubicBezTo>
                </a:path>
              </a:pathLst>
            </a:custGeom>
            <a:noFill/>
            <a:ln cap="flat" cmpd="sng" w="9525">
              <a:solidFill>
                <a:schemeClr val="dk2"/>
              </a:solidFill>
              <a:prstDash val="solid"/>
              <a:round/>
              <a:headEnd len="med" w="med" type="none"/>
              <a:tailEnd len="med" w="med" type="none"/>
            </a:ln>
          </p:spPr>
        </p:sp>
        <p:sp>
          <p:nvSpPr>
            <p:cNvPr id="1349" name="Google Shape;1349;p75"/>
            <p:cNvSpPr/>
            <p:nvPr/>
          </p:nvSpPr>
          <p:spPr>
            <a:xfrm>
              <a:off x="3495050" y="2855500"/>
              <a:ext cx="1026900" cy="54050"/>
            </a:xfrm>
            <a:custGeom>
              <a:rect b="b" l="l" r="r" t="t"/>
              <a:pathLst>
                <a:path extrusionOk="0" h="2162" w="41076">
                  <a:moveTo>
                    <a:pt x="0" y="0"/>
                  </a:moveTo>
                  <a:cubicBezTo>
                    <a:pt x="6846" y="360"/>
                    <a:pt x="34230" y="1802"/>
                    <a:pt x="41076" y="2162"/>
                  </a:cubicBezTo>
                </a:path>
              </a:pathLst>
            </a:custGeom>
            <a:noFill/>
            <a:ln cap="flat" cmpd="sng" w="9525">
              <a:solidFill>
                <a:schemeClr val="dk2"/>
              </a:solidFill>
              <a:prstDash val="solid"/>
              <a:round/>
              <a:headEnd len="med" w="med" type="none"/>
              <a:tailEnd len="med" w="med" type="none"/>
            </a:ln>
          </p:spPr>
        </p:sp>
        <p:sp>
          <p:nvSpPr>
            <p:cNvPr id="1350" name="Google Shape;1350;p75"/>
            <p:cNvSpPr/>
            <p:nvPr/>
          </p:nvSpPr>
          <p:spPr>
            <a:xfrm>
              <a:off x="3990500" y="1765550"/>
              <a:ext cx="486425" cy="828725"/>
            </a:xfrm>
            <a:custGeom>
              <a:rect b="b" l="l" r="r" t="t"/>
              <a:pathLst>
                <a:path extrusionOk="0" h="33149" w="19457">
                  <a:moveTo>
                    <a:pt x="0" y="0"/>
                  </a:moveTo>
                  <a:cubicBezTo>
                    <a:pt x="3243" y="5525"/>
                    <a:pt x="16214" y="27624"/>
                    <a:pt x="19457" y="33149"/>
                  </a:cubicBezTo>
                </a:path>
              </a:pathLst>
            </a:custGeom>
            <a:noFill/>
            <a:ln cap="flat" cmpd="sng" w="9525">
              <a:solidFill>
                <a:schemeClr val="dk2"/>
              </a:solidFill>
              <a:prstDash val="solid"/>
              <a:round/>
              <a:headEnd len="med" w="med" type="none"/>
              <a:tailEnd len="med" w="med" type="none"/>
            </a:ln>
          </p:spPr>
        </p:sp>
        <p:sp>
          <p:nvSpPr>
            <p:cNvPr id="1351" name="Google Shape;1351;p75"/>
            <p:cNvSpPr/>
            <p:nvPr/>
          </p:nvSpPr>
          <p:spPr>
            <a:xfrm>
              <a:off x="4738150" y="2035775"/>
              <a:ext cx="963850" cy="306275"/>
            </a:xfrm>
            <a:custGeom>
              <a:rect b="b" l="l" r="r" t="t"/>
              <a:pathLst>
                <a:path extrusionOk="0" h="12251" w="38554">
                  <a:moveTo>
                    <a:pt x="0" y="12251"/>
                  </a:moveTo>
                  <a:cubicBezTo>
                    <a:pt x="6426" y="10209"/>
                    <a:pt x="32128" y="2042"/>
                    <a:pt x="38554" y="0"/>
                  </a:cubicBezTo>
                </a:path>
              </a:pathLst>
            </a:custGeom>
            <a:noFill/>
            <a:ln cap="flat" cmpd="sng" w="9525">
              <a:solidFill>
                <a:schemeClr val="dk2"/>
              </a:solidFill>
              <a:prstDash val="solid"/>
              <a:round/>
              <a:headEnd len="med" w="med" type="none"/>
              <a:tailEnd len="med" w="med" type="none"/>
            </a:ln>
          </p:spPr>
        </p:sp>
        <p:sp>
          <p:nvSpPr>
            <p:cNvPr id="1352" name="Google Shape;1352;p75"/>
            <p:cNvSpPr/>
            <p:nvPr/>
          </p:nvSpPr>
          <p:spPr>
            <a:xfrm>
              <a:off x="3675225" y="4332800"/>
              <a:ext cx="1044900" cy="18000"/>
            </a:xfrm>
            <a:custGeom>
              <a:rect b="b" l="l" r="r" t="t"/>
              <a:pathLst>
                <a:path extrusionOk="0" h="720" w="41796">
                  <a:moveTo>
                    <a:pt x="0" y="720"/>
                  </a:moveTo>
                  <a:cubicBezTo>
                    <a:pt x="6966" y="600"/>
                    <a:pt x="34830" y="120"/>
                    <a:pt x="41796" y="0"/>
                  </a:cubicBezTo>
                </a:path>
              </a:pathLst>
            </a:custGeom>
            <a:noFill/>
            <a:ln cap="flat" cmpd="sng" w="9525">
              <a:solidFill>
                <a:schemeClr val="dk2"/>
              </a:solidFill>
              <a:prstDash val="solid"/>
              <a:round/>
              <a:headEnd len="med" w="med" type="none"/>
              <a:tailEnd len="med" w="med" type="none"/>
            </a:ln>
          </p:spPr>
        </p:sp>
        <p:sp>
          <p:nvSpPr>
            <p:cNvPr id="1353" name="Google Shape;1353;p75"/>
            <p:cNvSpPr/>
            <p:nvPr/>
          </p:nvSpPr>
          <p:spPr>
            <a:xfrm>
              <a:off x="4720125" y="4062550"/>
              <a:ext cx="702625" cy="270250"/>
            </a:xfrm>
            <a:custGeom>
              <a:rect b="b" l="l" r="r" t="t"/>
              <a:pathLst>
                <a:path extrusionOk="0" h="10810" w="28105">
                  <a:moveTo>
                    <a:pt x="28105" y="0"/>
                  </a:moveTo>
                  <a:cubicBezTo>
                    <a:pt x="23421" y="1802"/>
                    <a:pt x="4684" y="9008"/>
                    <a:pt x="0" y="10810"/>
                  </a:cubicBezTo>
                </a:path>
              </a:pathLst>
            </a:custGeom>
            <a:noFill/>
            <a:ln cap="flat" cmpd="sng" w="9525">
              <a:solidFill>
                <a:schemeClr val="dk2"/>
              </a:solidFill>
              <a:prstDash val="solid"/>
              <a:round/>
              <a:headEnd len="med" w="med" type="none"/>
              <a:tailEnd len="med" w="med" type="none"/>
            </a:ln>
          </p:spPr>
        </p:sp>
        <p:sp>
          <p:nvSpPr>
            <p:cNvPr id="1354" name="Google Shape;1354;p75"/>
            <p:cNvSpPr/>
            <p:nvPr/>
          </p:nvSpPr>
          <p:spPr>
            <a:xfrm>
              <a:off x="5440750" y="4044550"/>
              <a:ext cx="648575" cy="18000"/>
            </a:xfrm>
            <a:custGeom>
              <a:rect b="b" l="l" r="r" t="t"/>
              <a:pathLst>
                <a:path extrusionOk="0" h="720" w="25943">
                  <a:moveTo>
                    <a:pt x="25943" y="720"/>
                  </a:moveTo>
                  <a:cubicBezTo>
                    <a:pt x="21619" y="600"/>
                    <a:pt x="4324" y="120"/>
                    <a:pt x="0" y="0"/>
                  </a:cubicBezTo>
                </a:path>
              </a:pathLst>
            </a:custGeom>
            <a:noFill/>
            <a:ln cap="flat" cmpd="sng" w="9525">
              <a:solidFill>
                <a:schemeClr val="dk2"/>
              </a:solidFill>
              <a:prstDash val="solid"/>
              <a:round/>
              <a:headEnd len="med" w="med" type="none"/>
              <a:tailEnd len="med" w="med" type="none"/>
            </a:ln>
          </p:spPr>
        </p:sp>
        <p:sp>
          <p:nvSpPr>
            <p:cNvPr id="1355" name="Google Shape;1355;p75"/>
            <p:cNvSpPr/>
            <p:nvPr/>
          </p:nvSpPr>
          <p:spPr>
            <a:xfrm>
              <a:off x="5972225" y="3531100"/>
              <a:ext cx="126100" cy="522450"/>
            </a:xfrm>
            <a:custGeom>
              <a:rect b="b" l="l" r="r" t="t"/>
              <a:pathLst>
                <a:path extrusionOk="0" h="20898" w="5044">
                  <a:moveTo>
                    <a:pt x="0" y="0"/>
                  </a:moveTo>
                  <a:cubicBezTo>
                    <a:pt x="841" y="3483"/>
                    <a:pt x="4203" y="17415"/>
                    <a:pt x="5044" y="20898"/>
                  </a:cubicBezTo>
                </a:path>
              </a:pathLst>
            </a:custGeom>
            <a:noFill/>
            <a:ln cap="flat" cmpd="sng" w="9525">
              <a:solidFill>
                <a:schemeClr val="dk2"/>
              </a:solidFill>
              <a:prstDash val="solid"/>
              <a:round/>
              <a:headEnd len="med" w="med" type="none"/>
              <a:tailEnd len="med" w="med" type="none"/>
            </a:ln>
          </p:spPr>
        </p:sp>
        <p:sp>
          <p:nvSpPr>
            <p:cNvPr id="1356" name="Google Shape;1356;p75"/>
            <p:cNvSpPr/>
            <p:nvPr/>
          </p:nvSpPr>
          <p:spPr>
            <a:xfrm>
              <a:off x="5990250" y="3242825"/>
              <a:ext cx="351300" cy="279250"/>
            </a:xfrm>
            <a:custGeom>
              <a:rect b="b" l="l" r="r" t="t"/>
              <a:pathLst>
                <a:path extrusionOk="0" h="11170" w="14052">
                  <a:moveTo>
                    <a:pt x="14052" y="0"/>
                  </a:moveTo>
                  <a:cubicBezTo>
                    <a:pt x="11710" y="1862"/>
                    <a:pt x="2342" y="9308"/>
                    <a:pt x="0" y="11170"/>
                  </a:cubicBezTo>
                </a:path>
              </a:pathLst>
            </a:custGeom>
            <a:noFill/>
            <a:ln cap="flat" cmpd="sng" w="9525">
              <a:solidFill>
                <a:schemeClr val="dk2"/>
              </a:solidFill>
              <a:prstDash val="solid"/>
              <a:round/>
              <a:headEnd len="med" w="med" type="none"/>
              <a:tailEnd len="med" w="med" type="none"/>
            </a:ln>
          </p:spPr>
        </p:sp>
        <p:sp>
          <p:nvSpPr>
            <p:cNvPr id="1357" name="Google Shape;1357;p75"/>
            <p:cNvSpPr/>
            <p:nvPr/>
          </p:nvSpPr>
          <p:spPr>
            <a:xfrm>
              <a:off x="5792075" y="2927550"/>
              <a:ext cx="558475" cy="324300"/>
            </a:xfrm>
            <a:custGeom>
              <a:rect b="b" l="l" r="r" t="t"/>
              <a:pathLst>
                <a:path extrusionOk="0" h="12972" w="22339">
                  <a:moveTo>
                    <a:pt x="0" y="0"/>
                  </a:moveTo>
                  <a:cubicBezTo>
                    <a:pt x="3723" y="2162"/>
                    <a:pt x="18616" y="10810"/>
                    <a:pt x="22339" y="12972"/>
                  </a:cubicBezTo>
                </a:path>
              </a:pathLst>
            </a:custGeom>
            <a:noFill/>
            <a:ln cap="flat" cmpd="sng" w="9525">
              <a:solidFill>
                <a:schemeClr val="dk2"/>
              </a:solidFill>
              <a:prstDash val="solid"/>
              <a:round/>
              <a:headEnd len="med" w="med" type="none"/>
              <a:tailEnd len="med" w="med" type="none"/>
            </a:ln>
          </p:spPr>
        </p:sp>
        <p:sp>
          <p:nvSpPr>
            <p:cNvPr id="1358" name="Google Shape;1358;p75"/>
            <p:cNvSpPr/>
            <p:nvPr/>
          </p:nvSpPr>
          <p:spPr>
            <a:xfrm>
              <a:off x="4494925" y="2585250"/>
              <a:ext cx="1297150" cy="360325"/>
            </a:xfrm>
            <a:custGeom>
              <a:rect b="b" l="l" r="r" t="t"/>
              <a:pathLst>
                <a:path extrusionOk="0" h="14413" w="51886">
                  <a:moveTo>
                    <a:pt x="0" y="0"/>
                  </a:moveTo>
                  <a:cubicBezTo>
                    <a:pt x="8648" y="2402"/>
                    <a:pt x="43238" y="12011"/>
                    <a:pt x="51886" y="14413"/>
                  </a:cubicBezTo>
                </a:path>
              </a:pathLst>
            </a:custGeom>
            <a:noFill/>
            <a:ln cap="flat" cmpd="sng" w="9525">
              <a:solidFill>
                <a:schemeClr val="dk2"/>
              </a:solidFill>
              <a:prstDash val="solid"/>
              <a:round/>
              <a:headEnd len="med" w="med" type="none"/>
              <a:tailEnd len="med" w="med" type="none"/>
            </a:ln>
          </p:spPr>
        </p:sp>
        <p:sp>
          <p:nvSpPr>
            <p:cNvPr id="1359" name="Google Shape;1359;p75"/>
            <p:cNvSpPr/>
            <p:nvPr/>
          </p:nvSpPr>
          <p:spPr>
            <a:xfrm>
              <a:off x="4467900" y="2900550"/>
              <a:ext cx="117100" cy="927800"/>
            </a:xfrm>
            <a:custGeom>
              <a:rect b="b" l="l" r="r" t="t"/>
              <a:pathLst>
                <a:path extrusionOk="0" h="37112" w="4684">
                  <a:moveTo>
                    <a:pt x="0" y="0"/>
                  </a:moveTo>
                  <a:cubicBezTo>
                    <a:pt x="781" y="6185"/>
                    <a:pt x="3903" y="30927"/>
                    <a:pt x="4684" y="37112"/>
                  </a:cubicBezTo>
                </a:path>
              </a:pathLst>
            </a:custGeom>
            <a:noFill/>
            <a:ln cap="flat" cmpd="sng" w="9525">
              <a:solidFill>
                <a:schemeClr val="dk2"/>
              </a:solidFill>
              <a:prstDash val="solid"/>
              <a:round/>
              <a:headEnd len="med" w="med" type="none"/>
              <a:tailEnd len="med" w="med" type="none"/>
            </a:ln>
          </p:spPr>
        </p:sp>
        <p:sp>
          <p:nvSpPr>
            <p:cNvPr id="1360" name="Google Shape;1360;p75"/>
            <p:cNvSpPr/>
            <p:nvPr/>
          </p:nvSpPr>
          <p:spPr>
            <a:xfrm>
              <a:off x="4576000" y="3792325"/>
              <a:ext cx="135125" cy="558475"/>
            </a:xfrm>
            <a:custGeom>
              <a:rect b="b" l="l" r="r" t="t"/>
              <a:pathLst>
                <a:path extrusionOk="0" h="22339" w="5405">
                  <a:moveTo>
                    <a:pt x="0" y="0"/>
                  </a:moveTo>
                  <a:cubicBezTo>
                    <a:pt x="901" y="3723"/>
                    <a:pt x="4504" y="18616"/>
                    <a:pt x="5405" y="22339"/>
                  </a:cubicBezTo>
                </a:path>
              </a:pathLst>
            </a:custGeom>
            <a:noFill/>
            <a:ln cap="flat" cmpd="sng" w="9525">
              <a:solidFill>
                <a:schemeClr val="dk2"/>
              </a:solidFill>
              <a:prstDash val="solid"/>
              <a:round/>
              <a:headEnd len="med" w="med" type="none"/>
              <a:tailEnd len="med" w="med" type="none"/>
            </a:ln>
          </p:spPr>
        </p:sp>
        <p:sp>
          <p:nvSpPr>
            <p:cNvPr id="1361" name="Google Shape;1361;p75"/>
            <p:cNvSpPr/>
            <p:nvPr/>
          </p:nvSpPr>
          <p:spPr>
            <a:xfrm>
              <a:off x="4089575" y="3675225"/>
              <a:ext cx="504450" cy="108075"/>
            </a:xfrm>
            <a:custGeom>
              <a:rect b="b" l="l" r="r" t="t"/>
              <a:pathLst>
                <a:path extrusionOk="0" h="4323" w="20178">
                  <a:moveTo>
                    <a:pt x="20178" y="4323"/>
                  </a:moveTo>
                  <a:cubicBezTo>
                    <a:pt x="16815" y="3603"/>
                    <a:pt x="3363" y="721"/>
                    <a:pt x="0" y="0"/>
                  </a:cubicBezTo>
                </a:path>
              </a:pathLst>
            </a:custGeom>
            <a:noFill/>
            <a:ln cap="flat" cmpd="sng" w="9525">
              <a:solidFill>
                <a:schemeClr val="dk2"/>
              </a:solidFill>
              <a:prstDash val="solid"/>
              <a:round/>
              <a:headEnd len="med" w="med" type="none"/>
              <a:tailEnd len="med" w="med" type="none"/>
            </a:ln>
          </p:spPr>
        </p:sp>
        <p:sp>
          <p:nvSpPr>
            <p:cNvPr id="1362" name="Google Shape;1362;p75"/>
            <p:cNvSpPr/>
            <p:nvPr/>
          </p:nvSpPr>
          <p:spPr>
            <a:xfrm>
              <a:off x="4503950" y="2900550"/>
              <a:ext cx="513450" cy="405350"/>
            </a:xfrm>
            <a:custGeom>
              <a:rect b="b" l="l" r="r" t="t"/>
              <a:pathLst>
                <a:path extrusionOk="0" h="16214" w="20538">
                  <a:moveTo>
                    <a:pt x="0" y="0"/>
                  </a:moveTo>
                  <a:cubicBezTo>
                    <a:pt x="3423" y="2702"/>
                    <a:pt x="17115" y="13512"/>
                    <a:pt x="20538" y="16214"/>
                  </a:cubicBezTo>
                </a:path>
              </a:pathLst>
            </a:custGeom>
            <a:noFill/>
            <a:ln cap="flat" cmpd="sng" w="9525">
              <a:solidFill>
                <a:schemeClr val="dk2"/>
              </a:solidFill>
              <a:prstDash val="solid"/>
              <a:round/>
              <a:headEnd len="med" w="med" type="none"/>
              <a:tailEnd len="med" w="med" type="none"/>
            </a:ln>
          </p:spPr>
        </p:sp>
        <p:sp>
          <p:nvSpPr>
            <p:cNvPr id="1363" name="Google Shape;1363;p75"/>
            <p:cNvSpPr/>
            <p:nvPr/>
          </p:nvSpPr>
          <p:spPr>
            <a:xfrm>
              <a:off x="5044425" y="3305900"/>
              <a:ext cx="927800" cy="261225"/>
            </a:xfrm>
            <a:custGeom>
              <a:rect b="b" l="l" r="r" t="t"/>
              <a:pathLst>
                <a:path extrusionOk="0" h="10449" w="37112">
                  <a:moveTo>
                    <a:pt x="0" y="0"/>
                  </a:moveTo>
                  <a:cubicBezTo>
                    <a:pt x="6185" y="1742"/>
                    <a:pt x="30927" y="8708"/>
                    <a:pt x="37112" y="10449"/>
                  </a:cubicBezTo>
                </a:path>
              </a:pathLst>
            </a:custGeom>
            <a:noFill/>
            <a:ln cap="flat" cmpd="sng" w="9525">
              <a:solidFill>
                <a:schemeClr val="dk2"/>
              </a:solidFill>
              <a:prstDash val="solid"/>
              <a:round/>
              <a:headEnd len="med" w="med" type="none"/>
              <a:tailEnd len="med" w="med" type="none"/>
            </a:ln>
          </p:spPr>
        </p:sp>
        <p:sp>
          <p:nvSpPr>
            <p:cNvPr id="1364" name="Google Shape;1364;p75"/>
            <p:cNvSpPr/>
            <p:nvPr/>
          </p:nvSpPr>
          <p:spPr>
            <a:xfrm>
              <a:off x="3486050" y="2837475"/>
              <a:ext cx="639550" cy="882775"/>
            </a:xfrm>
            <a:custGeom>
              <a:rect b="b" l="l" r="r" t="t"/>
              <a:pathLst>
                <a:path extrusionOk="0" h="35311" w="25582">
                  <a:moveTo>
                    <a:pt x="0" y="0"/>
                  </a:moveTo>
                  <a:cubicBezTo>
                    <a:pt x="4264" y="5885"/>
                    <a:pt x="21318" y="29426"/>
                    <a:pt x="25582" y="35311"/>
                  </a:cubicBezTo>
                </a:path>
              </a:pathLst>
            </a:custGeom>
            <a:noFill/>
            <a:ln cap="flat" cmpd="sng" w="9525">
              <a:solidFill>
                <a:schemeClr val="dk2"/>
              </a:solidFill>
              <a:prstDash val="solid"/>
              <a:round/>
              <a:headEnd len="med" w="med" type="none"/>
              <a:tailEnd len="med" w="med" type="none"/>
            </a:ln>
          </p:spPr>
        </p:sp>
        <p:sp>
          <p:nvSpPr>
            <p:cNvPr id="1365" name="Google Shape;1365;p75"/>
            <p:cNvSpPr/>
            <p:nvPr/>
          </p:nvSpPr>
          <p:spPr>
            <a:xfrm>
              <a:off x="5711000" y="2035775"/>
              <a:ext cx="54050" cy="891775"/>
            </a:xfrm>
            <a:custGeom>
              <a:rect b="b" l="l" r="r" t="t"/>
              <a:pathLst>
                <a:path extrusionOk="0" h="35671" w="2162">
                  <a:moveTo>
                    <a:pt x="0" y="0"/>
                  </a:moveTo>
                  <a:cubicBezTo>
                    <a:pt x="360" y="5945"/>
                    <a:pt x="1802" y="29726"/>
                    <a:pt x="2162" y="35671"/>
                  </a:cubicBezTo>
                </a:path>
              </a:pathLst>
            </a:custGeom>
            <a:noFill/>
            <a:ln cap="flat" cmpd="sng" w="9525">
              <a:solidFill>
                <a:schemeClr val="dk2"/>
              </a:solidFill>
              <a:prstDash val="solid"/>
              <a:round/>
              <a:headEnd len="med" w="med" type="none"/>
              <a:tailEnd len="med" w="med" type="none"/>
            </a:ln>
          </p:spPr>
        </p:sp>
        <p:sp>
          <p:nvSpPr>
            <p:cNvPr id="1366" name="Google Shape;1366;p75"/>
            <p:cNvSpPr/>
            <p:nvPr/>
          </p:nvSpPr>
          <p:spPr>
            <a:xfrm>
              <a:off x="3240434" y="1232618"/>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75"/>
            <p:cNvSpPr/>
            <p:nvPr/>
          </p:nvSpPr>
          <p:spPr>
            <a:xfrm>
              <a:off x="3392100" y="2294548"/>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75"/>
            <p:cNvSpPr/>
            <p:nvPr/>
          </p:nvSpPr>
          <p:spPr>
            <a:xfrm>
              <a:off x="3392100" y="2751748"/>
              <a:ext cx="188700" cy="1887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75"/>
            <p:cNvSpPr/>
            <p:nvPr/>
          </p:nvSpPr>
          <p:spPr>
            <a:xfrm>
              <a:off x="5667425" y="2829223"/>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75"/>
            <p:cNvSpPr/>
            <p:nvPr/>
          </p:nvSpPr>
          <p:spPr>
            <a:xfrm>
              <a:off x="4874000" y="3192223"/>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75"/>
            <p:cNvSpPr/>
            <p:nvPr/>
          </p:nvSpPr>
          <p:spPr>
            <a:xfrm>
              <a:off x="6233475" y="3134023"/>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75"/>
            <p:cNvSpPr/>
            <p:nvPr/>
          </p:nvSpPr>
          <p:spPr>
            <a:xfrm>
              <a:off x="5988800" y="3964698"/>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75"/>
            <p:cNvSpPr/>
            <p:nvPr/>
          </p:nvSpPr>
          <p:spPr>
            <a:xfrm>
              <a:off x="5320000" y="3964698"/>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75"/>
            <p:cNvSpPr/>
            <p:nvPr/>
          </p:nvSpPr>
          <p:spPr>
            <a:xfrm>
              <a:off x="4612025" y="4240248"/>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75"/>
            <p:cNvSpPr/>
            <p:nvPr/>
          </p:nvSpPr>
          <p:spPr>
            <a:xfrm>
              <a:off x="3580800" y="4240257"/>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75"/>
            <p:cNvSpPr/>
            <p:nvPr/>
          </p:nvSpPr>
          <p:spPr>
            <a:xfrm>
              <a:off x="4612034" y="936826"/>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75"/>
            <p:cNvSpPr/>
            <p:nvPr/>
          </p:nvSpPr>
          <p:spPr>
            <a:xfrm>
              <a:off x="4566995" y="1470226"/>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75"/>
            <p:cNvSpPr/>
            <p:nvPr/>
          </p:nvSpPr>
          <p:spPr>
            <a:xfrm>
              <a:off x="5589325" y="1914823"/>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75"/>
            <p:cNvSpPr/>
            <p:nvPr/>
          </p:nvSpPr>
          <p:spPr>
            <a:xfrm>
              <a:off x="4612025" y="2258323"/>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75"/>
            <p:cNvSpPr/>
            <p:nvPr/>
          </p:nvSpPr>
          <p:spPr>
            <a:xfrm>
              <a:off x="4378300" y="2477398"/>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75"/>
            <p:cNvSpPr/>
            <p:nvPr/>
          </p:nvSpPr>
          <p:spPr>
            <a:xfrm>
              <a:off x="4378300" y="2792923"/>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75"/>
            <p:cNvSpPr/>
            <p:nvPr/>
          </p:nvSpPr>
          <p:spPr>
            <a:xfrm>
              <a:off x="5856125" y="3424948"/>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75"/>
            <p:cNvSpPr/>
            <p:nvPr/>
          </p:nvSpPr>
          <p:spPr>
            <a:xfrm>
              <a:off x="3988300" y="3576623"/>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75"/>
            <p:cNvSpPr/>
            <p:nvPr/>
          </p:nvSpPr>
          <p:spPr>
            <a:xfrm>
              <a:off x="4477650" y="3687623"/>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75"/>
            <p:cNvSpPr/>
            <p:nvPr/>
          </p:nvSpPr>
          <p:spPr>
            <a:xfrm>
              <a:off x="3881195" y="1653787"/>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75"/>
            <p:cNvSpPr/>
            <p:nvPr/>
          </p:nvSpPr>
          <p:spPr>
            <a:xfrm>
              <a:off x="3576395" y="1989748"/>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75"/>
            <p:cNvSpPr txBox="1"/>
            <p:nvPr/>
          </p:nvSpPr>
          <p:spPr>
            <a:xfrm>
              <a:off x="3424000" y="1583350"/>
              <a:ext cx="5805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t>Atlanta</a:t>
              </a:r>
              <a:endParaRPr b="1" sz="800"/>
            </a:p>
          </p:txBody>
        </p:sp>
        <p:sp>
          <p:nvSpPr>
            <p:cNvPr id="1388" name="Google Shape;1388;p75"/>
            <p:cNvSpPr txBox="1"/>
            <p:nvPr/>
          </p:nvSpPr>
          <p:spPr>
            <a:xfrm>
              <a:off x="4742550" y="8812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Toccoa</a:t>
              </a:r>
              <a:endParaRPr sz="800"/>
            </a:p>
          </p:txBody>
        </p:sp>
        <p:sp>
          <p:nvSpPr>
            <p:cNvPr id="1389" name="Google Shape;1389;p75"/>
            <p:cNvSpPr txBox="1"/>
            <p:nvPr/>
          </p:nvSpPr>
          <p:spPr>
            <a:xfrm>
              <a:off x="2846773" y="1156750"/>
              <a:ext cx="504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Rome</a:t>
              </a:r>
              <a:endParaRPr sz="800"/>
            </a:p>
          </p:txBody>
        </p:sp>
        <p:sp>
          <p:nvSpPr>
            <p:cNvPr id="1390" name="Google Shape;1390;p75"/>
            <p:cNvSpPr txBox="1"/>
            <p:nvPr/>
          </p:nvSpPr>
          <p:spPr>
            <a:xfrm>
              <a:off x="4688966" y="13905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Athens</a:t>
              </a:r>
              <a:endParaRPr sz="800"/>
            </a:p>
          </p:txBody>
        </p:sp>
        <p:sp>
          <p:nvSpPr>
            <p:cNvPr id="1391" name="Google Shape;1391;p75"/>
            <p:cNvSpPr txBox="1"/>
            <p:nvPr/>
          </p:nvSpPr>
          <p:spPr>
            <a:xfrm>
              <a:off x="3062700" y="1902925"/>
              <a:ext cx="612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Newnan</a:t>
              </a:r>
              <a:endParaRPr sz="800"/>
            </a:p>
          </p:txBody>
        </p:sp>
        <p:sp>
          <p:nvSpPr>
            <p:cNvPr id="1392" name="Google Shape;1392;p75"/>
            <p:cNvSpPr txBox="1"/>
            <p:nvPr/>
          </p:nvSpPr>
          <p:spPr>
            <a:xfrm>
              <a:off x="5725609" y="1818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Augusta</a:t>
              </a:r>
              <a:endParaRPr sz="800"/>
            </a:p>
          </p:txBody>
        </p:sp>
        <p:sp>
          <p:nvSpPr>
            <p:cNvPr id="1393" name="Google Shape;1393;p75"/>
            <p:cNvSpPr txBox="1"/>
            <p:nvPr/>
          </p:nvSpPr>
          <p:spPr>
            <a:xfrm>
              <a:off x="2819751" y="223499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LaGrange</a:t>
              </a:r>
              <a:endParaRPr sz="800"/>
            </a:p>
          </p:txBody>
        </p:sp>
        <p:sp>
          <p:nvSpPr>
            <p:cNvPr id="1394" name="Google Shape;1394;p75"/>
            <p:cNvSpPr txBox="1"/>
            <p:nvPr/>
          </p:nvSpPr>
          <p:spPr>
            <a:xfrm>
              <a:off x="2819750" y="269232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Columbus</a:t>
              </a:r>
              <a:endParaRPr sz="800"/>
            </a:p>
          </p:txBody>
        </p:sp>
        <p:sp>
          <p:nvSpPr>
            <p:cNvPr id="1395" name="Google Shape;1395;p75"/>
            <p:cNvSpPr txBox="1"/>
            <p:nvPr/>
          </p:nvSpPr>
          <p:spPr>
            <a:xfrm>
              <a:off x="2981625" y="42279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Bainbridge</a:t>
              </a:r>
              <a:endParaRPr sz="800"/>
            </a:p>
          </p:txBody>
        </p:sp>
        <p:sp>
          <p:nvSpPr>
            <p:cNvPr id="1396" name="Google Shape;1396;p75"/>
            <p:cNvSpPr txBox="1"/>
            <p:nvPr/>
          </p:nvSpPr>
          <p:spPr>
            <a:xfrm>
              <a:off x="4593293" y="3611772"/>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Tifton</a:t>
              </a:r>
              <a:endParaRPr sz="800"/>
            </a:p>
          </p:txBody>
        </p:sp>
        <p:sp>
          <p:nvSpPr>
            <p:cNvPr id="1397" name="Google Shape;1397;p75"/>
            <p:cNvSpPr txBox="1"/>
            <p:nvPr/>
          </p:nvSpPr>
          <p:spPr>
            <a:xfrm>
              <a:off x="4301400" y="43417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Valdosta</a:t>
              </a:r>
              <a:endParaRPr sz="800"/>
            </a:p>
          </p:txBody>
        </p:sp>
        <p:sp>
          <p:nvSpPr>
            <p:cNvPr id="1398" name="Google Shape;1398;p75"/>
            <p:cNvSpPr txBox="1"/>
            <p:nvPr/>
          </p:nvSpPr>
          <p:spPr>
            <a:xfrm>
              <a:off x="3941323" y="2407275"/>
              <a:ext cx="5805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Macon</a:t>
              </a:r>
              <a:endParaRPr sz="800"/>
            </a:p>
          </p:txBody>
        </p:sp>
        <p:sp>
          <p:nvSpPr>
            <p:cNvPr id="1399" name="Google Shape;1399;p75"/>
            <p:cNvSpPr txBox="1"/>
            <p:nvPr/>
          </p:nvSpPr>
          <p:spPr>
            <a:xfrm>
              <a:off x="4499815" y="2021622"/>
              <a:ext cx="846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Milledgeville</a:t>
              </a:r>
              <a:endParaRPr sz="800"/>
            </a:p>
          </p:txBody>
        </p:sp>
        <p:sp>
          <p:nvSpPr>
            <p:cNvPr id="1400" name="Google Shape;1400;p75"/>
            <p:cNvSpPr txBox="1"/>
            <p:nvPr/>
          </p:nvSpPr>
          <p:spPr>
            <a:xfrm>
              <a:off x="6133425" y="3964700"/>
              <a:ext cx="846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rgbClr val="FF0000"/>
                  </a:solidFill>
                </a:rPr>
                <a:t>Brunswick</a:t>
              </a:r>
              <a:endParaRPr b="1" sz="1000">
                <a:solidFill>
                  <a:srgbClr val="FF0000"/>
                </a:solidFill>
              </a:endParaRPr>
            </a:p>
          </p:txBody>
        </p:sp>
        <p:sp>
          <p:nvSpPr>
            <p:cNvPr id="1401" name="Google Shape;1401;p75"/>
            <p:cNvSpPr txBox="1"/>
            <p:nvPr/>
          </p:nvSpPr>
          <p:spPr>
            <a:xfrm>
              <a:off x="5161525" y="40518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Waycross</a:t>
              </a:r>
              <a:endParaRPr sz="800"/>
            </a:p>
          </p:txBody>
        </p:sp>
        <p:sp>
          <p:nvSpPr>
            <p:cNvPr id="1402" name="Google Shape;1402;p75"/>
            <p:cNvSpPr txBox="1"/>
            <p:nvPr/>
          </p:nvSpPr>
          <p:spPr>
            <a:xfrm>
              <a:off x="4017525" y="2859125"/>
              <a:ext cx="548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Warner Robins</a:t>
              </a:r>
              <a:endParaRPr sz="800"/>
            </a:p>
          </p:txBody>
        </p:sp>
        <p:sp>
          <p:nvSpPr>
            <p:cNvPr id="1403" name="Google Shape;1403;p75"/>
            <p:cNvSpPr txBox="1"/>
            <p:nvPr/>
          </p:nvSpPr>
          <p:spPr>
            <a:xfrm>
              <a:off x="4972849" y="30797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McRae</a:t>
              </a:r>
              <a:endParaRPr sz="800"/>
            </a:p>
          </p:txBody>
        </p:sp>
        <p:sp>
          <p:nvSpPr>
            <p:cNvPr id="1404" name="Google Shape;1404;p75"/>
            <p:cNvSpPr txBox="1"/>
            <p:nvPr/>
          </p:nvSpPr>
          <p:spPr>
            <a:xfrm>
              <a:off x="5950282" y="3445378"/>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Hinesville</a:t>
              </a:r>
              <a:endParaRPr sz="800"/>
            </a:p>
          </p:txBody>
        </p:sp>
        <p:sp>
          <p:nvSpPr>
            <p:cNvPr id="1405" name="Google Shape;1405;p75"/>
            <p:cNvSpPr txBox="1"/>
            <p:nvPr/>
          </p:nvSpPr>
          <p:spPr>
            <a:xfrm>
              <a:off x="5754366" y="267493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Statesboro</a:t>
              </a:r>
              <a:endParaRPr sz="800"/>
            </a:p>
          </p:txBody>
        </p:sp>
        <p:sp>
          <p:nvSpPr>
            <p:cNvPr id="1406" name="Google Shape;1406;p75"/>
            <p:cNvSpPr txBox="1"/>
            <p:nvPr/>
          </p:nvSpPr>
          <p:spPr>
            <a:xfrm>
              <a:off x="6359575" y="30744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Savannah</a:t>
              </a:r>
              <a:endParaRPr sz="800"/>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0" name="Shape 1410"/>
        <p:cNvGrpSpPr/>
        <p:nvPr/>
      </p:nvGrpSpPr>
      <p:grpSpPr>
        <a:xfrm>
          <a:off x="0" y="0"/>
          <a:ext cx="0" cy="0"/>
          <a:chOff x="0" y="0"/>
          <a:chExt cx="0" cy="0"/>
        </a:xfrm>
      </p:grpSpPr>
      <p:sp>
        <p:nvSpPr>
          <p:cNvPr id="1411" name="Google Shape;1411;p76"/>
          <p:cNvSpPr txBox="1"/>
          <p:nvPr>
            <p:ph idx="1" type="body"/>
          </p:nvPr>
        </p:nvSpPr>
        <p:spPr>
          <a:xfrm>
            <a:off x="311700" y="1132275"/>
            <a:ext cx="2676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rgbClr val="000000"/>
              </a:buClr>
              <a:buSzPts val="1100"/>
              <a:buFont typeface="Arial"/>
              <a:buNone/>
            </a:pPr>
            <a:r>
              <a:rPr lang="en" sz="1900"/>
              <a:t>T</a:t>
            </a:r>
            <a:r>
              <a:rPr lang="en" sz="1900"/>
              <a:t>here are two solutions. </a:t>
            </a:r>
            <a:endParaRPr sz="1900"/>
          </a:p>
          <a:p>
            <a:pPr indent="0" lvl="0" marL="0" rtl="0" algn="l">
              <a:spcBef>
                <a:spcPts val="1200"/>
              </a:spcBef>
              <a:spcAft>
                <a:spcPts val="0"/>
              </a:spcAft>
              <a:buClr>
                <a:srgbClr val="000000"/>
              </a:buClr>
              <a:buSzPts val="1100"/>
              <a:buFont typeface="Arial"/>
              <a:buNone/>
            </a:pPr>
            <a:r>
              <a:t/>
            </a:r>
            <a:endParaRPr sz="1900"/>
          </a:p>
          <a:p>
            <a:pPr indent="0" lvl="0" marL="0" rtl="0" algn="l">
              <a:spcBef>
                <a:spcPts val="1200"/>
              </a:spcBef>
              <a:spcAft>
                <a:spcPts val="1200"/>
              </a:spcAft>
              <a:buClr>
                <a:srgbClr val="000000"/>
              </a:buClr>
              <a:buSzPts val="1100"/>
              <a:buFont typeface="Arial"/>
              <a:buNone/>
            </a:pPr>
            <a:r>
              <a:rPr lang="en" sz="1900"/>
              <a:t>The choice is </a:t>
            </a:r>
            <a:r>
              <a:rPr lang="en" sz="1900" u="sng"/>
              <a:t>arbitrary</a:t>
            </a:r>
            <a:r>
              <a:rPr lang="en" sz="1900"/>
              <a:t>.</a:t>
            </a:r>
            <a:endParaRPr sz="1900"/>
          </a:p>
        </p:txBody>
      </p:sp>
      <p:sp>
        <p:nvSpPr>
          <p:cNvPr id="1412" name="Google Shape;1412;p7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Solutions</a:t>
            </a:r>
            <a:r>
              <a:rPr lang="en"/>
              <a:t>: Columbus to Brunswick</a:t>
            </a:r>
            <a:endParaRPr/>
          </a:p>
        </p:txBody>
      </p:sp>
      <p:sp>
        <p:nvSpPr>
          <p:cNvPr id="1413" name="Google Shape;1413;p7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414" name="Google Shape;1414;p76"/>
          <p:cNvSpPr txBox="1"/>
          <p:nvPr/>
        </p:nvSpPr>
        <p:spPr>
          <a:xfrm>
            <a:off x="7377900" y="1305600"/>
            <a:ext cx="6483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0</a:t>
            </a:r>
            <a:endParaRPr sz="1000"/>
          </a:p>
        </p:txBody>
      </p:sp>
      <p:grpSp>
        <p:nvGrpSpPr>
          <p:cNvPr id="1415" name="Google Shape;1415;p76"/>
          <p:cNvGrpSpPr/>
          <p:nvPr/>
        </p:nvGrpSpPr>
        <p:grpSpPr>
          <a:xfrm>
            <a:off x="2819750" y="881249"/>
            <a:ext cx="4233425" cy="3768338"/>
            <a:chOff x="2819750" y="881249"/>
            <a:chExt cx="4233425" cy="3768338"/>
          </a:xfrm>
        </p:grpSpPr>
        <p:sp>
          <p:nvSpPr>
            <p:cNvPr id="1416" name="Google Shape;1416;p76"/>
            <p:cNvSpPr/>
            <p:nvPr/>
          </p:nvSpPr>
          <p:spPr>
            <a:xfrm>
              <a:off x="3486050" y="2846500"/>
              <a:ext cx="189175" cy="1513325"/>
            </a:xfrm>
            <a:custGeom>
              <a:rect b="b" l="l" r="r" t="t"/>
              <a:pathLst>
                <a:path extrusionOk="0" h="60533" w="7567">
                  <a:moveTo>
                    <a:pt x="0" y="0"/>
                  </a:moveTo>
                  <a:cubicBezTo>
                    <a:pt x="1261" y="10089"/>
                    <a:pt x="6306" y="50444"/>
                    <a:pt x="7567" y="60533"/>
                  </a:cubicBezTo>
                </a:path>
              </a:pathLst>
            </a:custGeom>
            <a:noFill/>
            <a:ln cap="flat" cmpd="sng" w="9525">
              <a:solidFill>
                <a:schemeClr val="dk2"/>
              </a:solidFill>
              <a:prstDash val="solid"/>
              <a:round/>
              <a:headEnd len="med" w="med" type="none"/>
              <a:tailEnd len="med" w="med" type="none"/>
            </a:ln>
          </p:spPr>
        </p:sp>
        <p:sp>
          <p:nvSpPr>
            <p:cNvPr id="1417" name="Google Shape;1417;p76"/>
            <p:cNvSpPr/>
            <p:nvPr/>
          </p:nvSpPr>
          <p:spPr>
            <a:xfrm>
              <a:off x="3981475" y="1558375"/>
              <a:ext cx="693625" cy="198150"/>
            </a:xfrm>
            <a:custGeom>
              <a:rect b="b" l="l" r="r" t="t"/>
              <a:pathLst>
                <a:path extrusionOk="0" h="7926" w="27745">
                  <a:moveTo>
                    <a:pt x="27745" y="0"/>
                  </a:moveTo>
                  <a:cubicBezTo>
                    <a:pt x="23121" y="1321"/>
                    <a:pt x="4624" y="6605"/>
                    <a:pt x="0" y="7926"/>
                  </a:cubicBezTo>
                </a:path>
              </a:pathLst>
            </a:custGeom>
            <a:noFill/>
            <a:ln cap="flat" cmpd="sng" w="9525">
              <a:solidFill>
                <a:schemeClr val="dk2"/>
              </a:solidFill>
              <a:prstDash val="solid"/>
              <a:round/>
              <a:headEnd len="med" w="med" type="none"/>
              <a:tailEnd len="med" w="med" type="none"/>
            </a:ln>
          </p:spPr>
        </p:sp>
        <p:sp>
          <p:nvSpPr>
            <p:cNvPr id="1418" name="Google Shape;1418;p76"/>
            <p:cNvSpPr/>
            <p:nvPr/>
          </p:nvSpPr>
          <p:spPr>
            <a:xfrm>
              <a:off x="3332925" y="1342175"/>
              <a:ext cx="648550" cy="414350"/>
            </a:xfrm>
            <a:custGeom>
              <a:rect b="b" l="l" r="r" t="t"/>
              <a:pathLst>
                <a:path extrusionOk="0" h="16574" w="25942">
                  <a:moveTo>
                    <a:pt x="0" y="0"/>
                  </a:moveTo>
                  <a:cubicBezTo>
                    <a:pt x="4324" y="2762"/>
                    <a:pt x="21618" y="13812"/>
                    <a:pt x="25942" y="16574"/>
                  </a:cubicBezTo>
                </a:path>
              </a:pathLst>
            </a:custGeom>
            <a:noFill/>
            <a:ln cap="flat" cmpd="sng" w="9525">
              <a:solidFill>
                <a:schemeClr val="dk2"/>
              </a:solidFill>
              <a:prstDash val="solid"/>
              <a:round/>
              <a:headEnd len="med" w="med" type="none"/>
              <a:tailEnd len="med" w="med" type="none"/>
            </a:ln>
          </p:spPr>
        </p:sp>
        <p:sp>
          <p:nvSpPr>
            <p:cNvPr id="1419" name="Google Shape;1419;p76"/>
            <p:cNvSpPr/>
            <p:nvPr/>
          </p:nvSpPr>
          <p:spPr>
            <a:xfrm>
              <a:off x="4675100" y="1044925"/>
              <a:ext cx="45025" cy="531450"/>
            </a:xfrm>
            <a:custGeom>
              <a:rect b="b" l="l" r="r" t="t"/>
              <a:pathLst>
                <a:path extrusionOk="0" h="21258" w="1801">
                  <a:moveTo>
                    <a:pt x="1801" y="0"/>
                  </a:moveTo>
                  <a:cubicBezTo>
                    <a:pt x="1501" y="3543"/>
                    <a:pt x="300" y="17715"/>
                    <a:pt x="0" y="21258"/>
                  </a:cubicBezTo>
                </a:path>
              </a:pathLst>
            </a:custGeom>
            <a:noFill/>
            <a:ln cap="flat" cmpd="sng" w="9525">
              <a:solidFill>
                <a:schemeClr val="dk2"/>
              </a:solidFill>
              <a:prstDash val="solid"/>
              <a:round/>
              <a:headEnd len="med" w="med" type="none"/>
              <a:tailEnd len="med" w="med" type="none"/>
            </a:ln>
          </p:spPr>
        </p:sp>
        <p:sp>
          <p:nvSpPr>
            <p:cNvPr id="1420" name="Google Shape;1420;p76"/>
            <p:cNvSpPr/>
            <p:nvPr/>
          </p:nvSpPr>
          <p:spPr>
            <a:xfrm>
              <a:off x="3999500" y="1053925"/>
              <a:ext cx="729625" cy="711625"/>
            </a:xfrm>
            <a:custGeom>
              <a:rect b="b" l="l" r="r" t="t"/>
              <a:pathLst>
                <a:path extrusionOk="0" h="28465" w="29185">
                  <a:moveTo>
                    <a:pt x="29185" y="0"/>
                  </a:moveTo>
                  <a:cubicBezTo>
                    <a:pt x="24321" y="4744"/>
                    <a:pt x="4864" y="23721"/>
                    <a:pt x="0" y="28465"/>
                  </a:cubicBezTo>
                </a:path>
              </a:pathLst>
            </a:custGeom>
            <a:noFill/>
            <a:ln cap="flat" cmpd="sng" w="9525">
              <a:solidFill>
                <a:schemeClr val="dk2"/>
              </a:solidFill>
              <a:prstDash val="solid"/>
              <a:round/>
              <a:headEnd len="med" w="med" type="none"/>
              <a:tailEnd len="med" w="med" type="none"/>
            </a:ln>
          </p:spPr>
        </p:sp>
        <p:sp>
          <p:nvSpPr>
            <p:cNvPr id="1421" name="Google Shape;1421;p76"/>
            <p:cNvSpPr/>
            <p:nvPr/>
          </p:nvSpPr>
          <p:spPr>
            <a:xfrm>
              <a:off x="3693225" y="1756525"/>
              <a:ext cx="315275" cy="342300"/>
            </a:xfrm>
            <a:custGeom>
              <a:rect b="b" l="l" r="r" t="t"/>
              <a:pathLst>
                <a:path extrusionOk="0" h="13692" w="12611">
                  <a:moveTo>
                    <a:pt x="0" y="13692"/>
                  </a:moveTo>
                  <a:cubicBezTo>
                    <a:pt x="2102" y="11410"/>
                    <a:pt x="10509" y="2282"/>
                    <a:pt x="12611" y="0"/>
                  </a:cubicBezTo>
                </a:path>
              </a:pathLst>
            </a:custGeom>
            <a:noFill/>
            <a:ln cap="flat" cmpd="sng" w="9525">
              <a:solidFill>
                <a:schemeClr val="dk2"/>
              </a:solidFill>
              <a:prstDash val="solid"/>
              <a:round/>
              <a:headEnd len="med" w="med" type="none"/>
              <a:tailEnd len="med" w="med" type="none"/>
            </a:ln>
          </p:spPr>
        </p:sp>
        <p:sp>
          <p:nvSpPr>
            <p:cNvPr id="1422" name="Google Shape;1422;p76"/>
            <p:cNvSpPr/>
            <p:nvPr/>
          </p:nvSpPr>
          <p:spPr>
            <a:xfrm>
              <a:off x="3486050" y="2098825"/>
              <a:ext cx="207175" cy="306275"/>
            </a:xfrm>
            <a:custGeom>
              <a:rect b="b" l="l" r="r" t="t"/>
              <a:pathLst>
                <a:path extrusionOk="0" h="12251" w="8287">
                  <a:moveTo>
                    <a:pt x="0" y="12251"/>
                  </a:moveTo>
                  <a:cubicBezTo>
                    <a:pt x="1381" y="10209"/>
                    <a:pt x="6906" y="2042"/>
                    <a:pt x="8287" y="0"/>
                  </a:cubicBezTo>
                </a:path>
              </a:pathLst>
            </a:custGeom>
            <a:noFill/>
            <a:ln cap="flat" cmpd="sng" w="9525">
              <a:solidFill>
                <a:schemeClr val="dk2"/>
              </a:solidFill>
              <a:prstDash val="solid"/>
              <a:round/>
              <a:headEnd len="med" w="med" type="none"/>
              <a:tailEnd len="med" w="med" type="none"/>
            </a:ln>
          </p:spPr>
        </p:sp>
        <p:sp>
          <p:nvSpPr>
            <p:cNvPr id="1423" name="Google Shape;1423;p76"/>
            <p:cNvSpPr/>
            <p:nvPr/>
          </p:nvSpPr>
          <p:spPr>
            <a:xfrm>
              <a:off x="3486050" y="2423125"/>
              <a:ext cx="9000" cy="432375"/>
            </a:xfrm>
            <a:custGeom>
              <a:rect b="b" l="l" r="r" t="t"/>
              <a:pathLst>
                <a:path extrusionOk="0" h="17295" w="360">
                  <a:moveTo>
                    <a:pt x="360" y="17295"/>
                  </a:moveTo>
                  <a:cubicBezTo>
                    <a:pt x="300" y="14413"/>
                    <a:pt x="60" y="2883"/>
                    <a:pt x="0" y="0"/>
                  </a:cubicBezTo>
                </a:path>
              </a:pathLst>
            </a:custGeom>
            <a:noFill/>
            <a:ln cap="flat" cmpd="sng" w="9525">
              <a:solidFill>
                <a:schemeClr val="dk2"/>
              </a:solidFill>
              <a:prstDash val="solid"/>
              <a:round/>
              <a:headEnd len="med" w="med" type="none"/>
              <a:tailEnd len="med" w="med" type="none"/>
            </a:ln>
          </p:spPr>
        </p:sp>
        <p:sp>
          <p:nvSpPr>
            <p:cNvPr id="1424" name="Google Shape;1424;p76"/>
            <p:cNvSpPr/>
            <p:nvPr/>
          </p:nvSpPr>
          <p:spPr>
            <a:xfrm>
              <a:off x="4026525" y="1747525"/>
              <a:ext cx="1684475" cy="279250"/>
            </a:xfrm>
            <a:custGeom>
              <a:rect b="b" l="l" r="r" t="t"/>
              <a:pathLst>
                <a:path extrusionOk="0" h="11170" w="67379">
                  <a:moveTo>
                    <a:pt x="0" y="0"/>
                  </a:moveTo>
                  <a:cubicBezTo>
                    <a:pt x="11230" y="1862"/>
                    <a:pt x="56149" y="9308"/>
                    <a:pt x="67379" y="11170"/>
                  </a:cubicBezTo>
                </a:path>
              </a:pathLst>
            </a:custGeom>
            <a:noFill/>
            <a:ln cap="flat" cmpd="sng" w="9525">
              <a:solidFill>
                <a:schemeClr val="dk2"/>
              </a:solidFill>
              <a:prstDash val="solid"/>
              <a:round/>
              <a:headEnd len="med" w="med" type="none"/>
              <a:tailEnd len="med" w="med" type="none"/>
            </a:ln>
          </p:spPr>
        </p:sp>
        <p:sp>
          <p:nvSpPr>
            <p:cNvPr id="1425" name="Google Shape;1425;p76"/>
            <p:cNvSpPr/>
            <p:nvPr/>
          </p:nvSpPr>
          <p:spPr>
            <a:xfrm>
              <a:off x="4485925" y="2351050"/>
              <a:ext cx="234200" cy="234200"/>
            </a:xfrm>
            <a:custGeom>
              <a:rect b="b" l="l" r="r" t="t"/>
              <a:pathLst>
                <a:path extrusionOk="0" h="9368" w="9368">
                  <a:moveTo>
                    <a:pt x="9368" y="0"/>
                  </a:moveTo>
                  <a:cubicBezTo>
                    <a:pt x="7807" y="1561"/>
                    <a:pt x="1561" y="7807"/>
                    <a:pt x="0" y="9368"/>
                  </a:cubicBezTo>
                </a:path>
              </a:pathLst>
            </a:custGeom>
            <a:noFill/>
            <a:ln cap="flat" cmpd="sng" w="9525">
              <a:solidFill>
                <a:schemeClr val="dk2"/>
              </a:solidFill>
              <a:prstDash val="solid"/>
              <a:round/>
              <a:headEnd len="med" w="med" type="none"/>
              <a:tailEnd len="med" w="med" type="none"/>
            </a:ln>
          </p:spPr>
        </p:sp>
        <p:sp>
          <p:nvSpPr>
            <p:cNvPr id="1426" name="Google Shape;1426;p76"/>
            <p:cNvSpPr/>
            <p:nvPr/>
          </p:nvSpPr>
          <p:spPr>
            <a:xfrm>
              <a:off x="4476925" y="2576250"/>
              <a:ext cx="18000" cy="333300"/>
            </a:xfrm>
            <a:custGeom>
              <a:rect b="b" l="l" r="r" t="t"/>
              <a:pathLst>
                <a:path extrusionOk="0" h="13332" w="720">
                  <a:moveTo>
                    <a:pt x="0" y="0"/>
                  </a:moveTo>
                  <a:cubicBezTo>
                    <a:pt x="120" y="2222"/>
                    <a:pt x="600" y="11110"/>
                    <a:pt x="720" y="13332"/>
                  </a:cubicBezTo>
                </a:path>
              </a:pathLst>
            </a:custGeom>
            <a:noFill/>
            <a:ln cap="flat" cmpd="sng" w="9525">
              <a:solidFill>
                <a:schemeClr val="dk2"/>
              </a:solidFill>
              <a:prstDash val="solid"/>
              <a:round/>
              <a:headEnd len="med" w="med" type="none"/>
              <a:tailEnd len="med" w="med" type="none"/>
            </a:ln>
          </p:spPr>
        </p:sp>
        <p:sp>
          <p:nvSpPr>
            <p:cNvPr id="1427" name="Google Shape;1427;p76"/>
            <p:cNvSpPr/>
            <p:nvPr/>
          </p:nvSpPr>
          <p:spPr>
            <a:xfrm>
              <a:off x="3495050" y="2855500"/>
              <a:ext cx="1026900" cy="54050"/>
            </a:xfrm>
            <a:custGeom>
              <a:rect b="b" l="l" r="r" t="t"/>
              <a:pathLst>
                <a:path extrusionOk="0" h="2162" w="41076">
                  <a:moveTo>
                    <a:pt x="0" y="0"/>
                  </a:moveTo>
                  <a:cubicBezTo>
                    <a:pt x="6846" y="360"/>
                    <a:pt x="34230" y="1802"/>
                    <a:pt x="41076" y="2162"/>
                  </a:cubicBezTo>
                </a:path>
              </a:pathLst>
            </a:custGeom>
            <a:noFill/>
            <a:ln cap="flat" cmpd="sng" w="9525">
              <a:solidFill>
                <a:schemeClr val="dk2"/>
              </a:solidFill>
              <a:prstDash val="solid"/>
              <a:round/>
              <a:headEnd len="med" w="med" type="none"/>
              <a:tailEnd len="med" w="med" type="none"/>
            </a:ln>
          </p:spPr>
        </p:sp>
        <p:sp>
          <p:nvSpPr>
            <p:cNvPr id="1428" name="Google Shape;1428;p76"/>
            <p:cNvSpPr/>
            <p:nvPr/>
          </p:nvSpPr>
          <p:spPr>
            <a:xfrm>
              <a:off x="3990500" y="1765550"/>
              <a:ext cx="486425" cy="828725"/>
            </a:xfrm>
            <a:custGeom>
              <a:rect b="b" l="l" r="r" t="t"/>
              <a:pathLst>
                <a:path extrusionOk="0" h="33149" w="19457">
                  <a:moveTo>
                    <a:pt x="0" y="0"/>
                  </a:moveTo>
                  <a:cubicBezTo>
                    <a:pt x="3243" y="5525"/>
                    <a:pt x="16214" y="27624"/>
                    <a:pt x="19457" y="33149"/>
                  </a:cubicBezTo>
                </a:path>
              </a:pathLst>
            </a:custGeom>
            <a:noFill/>
            <a:ln cap="flat" cmpd="sng" w="9525">
              <a:solidFill>
                <a:schemeClr val="dk2"/>
              </a:solidFill>
              <a:prstDash val="solid"/>
              <a:round/>
              <a:headEnd len="med" w="med" type="none"/>
              <a:tailEnd len="med" w="med" type="none"/>
            </a:ln>
          </p:spPr>
        </p:sp>
        <p:sp>
          <p:nvSpPr>
            <p:cNvPr id="1429" name="Google Shape;1429;p76"/>
            <p:cNvSpPr/>
            <p:nvPr/>
          </p:nvSpPr>
          <p:spPr>
            <a:xfrm>
              <a:off x="4738150" y="2035775"/>
              <a:ext cx="963850" cy="306275"/>
            </a:xfrm>
            <a:custGeom>
              <a:rect b="b" l="l" r="r" t="t"/>
              <a:pathLst>
                <a:path extrusionOk="0" h="12251" w="38554">
                  <a:moveTo>
                    <a:pt x="0" y="12251"/>
                  </a:moveTo>
                  <a:cubicBezTo>
                    <a:pt x="6426" y="10209"/>
                    <a:pt x="32128" y="2042"/>
                    <a:pt x="38554" y="0"/>
                  </a:cubicBezTo>
                </a:path>
              </a:pathLst>
            </a:custGeom>
            <a:noFill/>
            <a:ln cap="flat" cmpd="sng" w="9525">
              <a:solidFill>
                <a:schemeClr val="dk2"/>
              </a:solidFill>
              <a:prstDash val="solid"/>
              <a:round/>
              <a:headEnd len="med" w="med" type="none"/>
              <a:tailEnd len="med" w="med" type="none"/>
            </a:ln>
          </p:spPr>
        </p:sp>
        <p:sp>
          <p:nvSpPr>
            <p:cNvPr id="1430" name="Google Shape;1430;p76"/>
            <p:cNvSpPr/>
            <p:nvPr/>
          </p:nvSpPr>
          <p:spPr>
            <a:xfrm>
              <a:off x="3675225" y="4332800"/>
              <a:ext cx="1044900" cy="18000"/>
            </a:xfrm>
            <a:custGeom>
              <a:rect b="b" l="l" r="r" t="t"/>
              <a:pathLst>
                <a:path extrusionOk="0" h="720" w="41796">
                  <a:moveTo>
                    <a:pt x="0" y="720"/>
                  </a:moveTo>
                  <a:cubicBezTo>
                    <a:pt x="6966" y="600"/>
                    <a:pt x="34830" y="120"/>
                    <a:pt x="41796" y="0"/>
                  </a:cubicBezTo>
                </a:path>
              </a:pathLst>
            </a:custGeom>
            <a:noFill/>
            <a:ln cap="flat" cmpd="sng" w="9525">
              <a:solidFill>
                <a:schemeClr val="dk2"/>
              </a:solidFill>
              <a:prstDash val="solid"/>
              <a:round/>
              <a:headEnd len="med" w="med" type="none"/>
              <a:tailEnd len="med" w="med" type="none"/>
            </a:ln>
          </p:spPr>
        </p:sp>
        <p:sp>
          <p:nvSpPr>
            <p:cNvPr id="1431" name="Google Shape;1431;p76"/>
            <p:cNvSpPr/>
            <p:nvPr/>
          </p:nvSpPr>
          <p:spPr>
            <a:xfrm>
              <a:off x="4720125" y="4062550"/>
              <a:ext cx="702625" cy="270250"/>
            </a:xfrm>
            <a:custGeom>
              <a:rect b="b" l="l" r="r" t="t"/>
              <a:pathLst>
                <a:path extrusionOk="0" h="10810" w="28105">
                  <a:moveTo>
                    <a:pt x="28105" y="0"/>
                  </a:moveTo>
                  <a:cubicBezTo>
                    <a:pt x="23421" y="1802"/>
                    <a:pt x="4684" y="9008"/>
                    <a:pt x="0" y="10810"/>
                  </a:cubicBezTo>
                </a:path>
              </a:pathLst>
            </a:custGeom>
            <a:noFill/>
            <a:ln cap="flat" cmpd="sng" w="9525">
              <a:solidFill>
                <a:schemeClr val="dk2"/>
              </a:solidFill>
              <a:prstDash val="solid"/>
              <a:round/>
              <a:headEnd len="med" w="med" type="none"/>
              <a:tailEnd len="med" w="med" type="none"/>
            </a:ln>
          </p:spPr>
        </p:sp>
        <p:sp>
          <p:nvSpPr>
            <p:cNvPr id="1432" name="Google Shape;1432;p76"/>
            <p:cNvSpPr/>
            <p:nvPr/>
          </p:nvSpPr>
          <p:spPr>
            <a:xfrm>
              <a:off x="5440750" y="4044550"/>
              <a:ext cx="648575" cy="18000"/>
            </a:xfrm>
            <a:custGeom>
              <a:rect b="b" l="l" r="r" t="t"/>
              <a:pathLst>
                <a:path extrusionOk="0" h="720" w="25943">
                  <a:moveTo>
                    <a:pt x="25943" y="720"/>
                  </a:moveTo>
                  <a:cubicBezTo>
                    <a:pt x="21619" y="600"/>
                    <a:pt x="4324" y="120"/>
                    <a:pt x="0" y="0"/>
                  </a:cubicBezTo>
                </a:path>
              </a:pathLst>
            </a:custGeom>
            <a:noFill/>
            <a:ln cap="flat" cmpd="sng" w="9525">
              <a:solidFill>
                <a:schemeClr val="dk2"/>
              </a:solidFill>
              <a:prstDash val="solid"/>
              <a:round/>
              <a:headEnd len="med" w="med" type="none"/>
              <a:tailEnd len="med" w="med" type="none"/>
            </a:ln>
          </p:spPr>
        </p:sp>
        <p:sp>
          <p:nvSpPr>
            <p:cNvPr id="1433" name="Google Shape;1433;p76"/>
            <p:cNvSpPr/>
            <p:nvPr/>
          </p:nvSpPr>
          <p:spPr>
            <a:xfrm>
              <a:off x="5972225" y="3531100"/>
              <a:ext cx="126100" cy="522450"/>
            </a:xfrm>
            <a:custGeom>
              <a:rect b="b" l="l" r="r" t="t"/>
              <a:pathLst>
                <a:path extrusionOk="0" h="20898" w="5044">
                  <a:moveTo>
                    <a:pt x="0" y="0"/>
                  </a:moveTo>
                  <a:cubicBezTo>
                    <a:pt x="841" y="3483"/>
                    <a:pt x="4203" y="17415"/>
                    <a:pt x="5044" y="20898"/>
                  </a:cubicBezTo>
                </a:path>
              </a:pathLst>
            </a:custGeom>
            <a:noFill/>
            <a:ln cap="flat" cmpd="sng" w="9525">
              <a:solidFill>
                <a:schemeClr val="dk2"/>
              </a:solidFill>
              <a:prstDash val="solid"/>
              <a:round/>
              <a:headEnd len="med" w="med" type="none"/>
              <a:tailEnd len="med" w="med" type="none"/>
            </a:ln>
          </p:spPr>
        </p:sp>
        <p:sp>
          <p:nvSpPr>
            <p:cNvPr id="1434" name="Google Shape;1434;p76"/>
            <p:cNvSpPr/>
            <p:nvPr/>
          </p:nvSpPr>
          <p:spPr>
            <a:xfrm>
              <a:off x="5990250" y="3242825"/>
              <a:ext cx="351300" cy="279250"/>
            </a:xfrm>
            <a:custGeom>
              <a:rect b="b" l="l" r="r" t="t"/>
              <a:pathLst>
                <a:path extrusionOk="0" h="11170" w="14052">
                  <a:moveTo>
                    <a:pt x="14052" y="0"/>
                  </a:moveTo>
                  <a:cubicBezTo>
                    <a:pt x="11710" y="1862"/>
                    <a:pt x="2342" y="9308"/>
                    <a:pt x="0" y="11170"/>
                  </a:cubicBezTo>
                </a:path>
              </a:pathLst>
            </a:custGeom>
            <a:noFill/>
            <a:ln cap="flat" cmpd="sng" w="9525">
              <a:solidFill>
                <a:schemeClr val="dk2"/>
              </a:solidFill>
              <a:prstDash val="solid"/>
              <a:round/>
              <a:headEnd len="med" w="med" type="none"/>
              <a:tailEnd len="med" w="med" type="none"/>
            </a:ln>
          </p:spPr>
        </p:sp>
        <p:sp>
          <p:nvSpPr>
            <p:cNvPr id="1435" name="Google Shape;1435;p76"/>
            <p:cNvSpPr/>
            <p:nvPr/>
          </p:nvSpPr>
          <p:spPr>
            <a:xfrm>
              <a:off x="5792075" y="2927550"/>
              <a:ext cx="558475" cy="324300"/>
            </a:xfrm>
            <a:custGeom>
              <a:rect b="b" l="l" r="r" t="t"/>
              <a:pathLst>
                <a:path extrusionOk="0" h="12972" w="22339">
                  <a:moveTo>
                    <a:pt x="0" y="0"/>
                  </a:moveTo>
                  <a:cubicBezTo>
                    <a:pt x="3723" y="2162"/>
                    <a:pt x="18616" y="10810"/>
                    <a:pt x="22339" y="12972"/>
                  </a:cubicBezTo>
                </a:path>
              </a:pathLst>
            </a:custGeom>
            <a:noFill/>
            <a:ln cap="flat" cmpd="sng" w="9525">
              <a:solidFill>
                <a:schemeClr val="dk2"/>
              </a:solidFill>
              <a:prstDash val="solid"/>
              <a:round/>
              <a:headEnd len="med" w="med" type="none"/>
              <a:tailEnd len="med" w="med" type="none"/>
            </a:ln>
          </p:spPr>
        </p:sp>
        <p:sp>
          <p:nvSpPr>
            <p:cNvPr id="1436" name="Google Shape;1436;p76"/>
            <p:cNvSpPr/>
            <p:nvPr/>
          </p:nvSpPr>
          <p:spPr>
            <a:xfrm>
              <a:off x="4494925" y="2585250"/>
              <a:ext cx="1297150" cy="360325"/>
            </a:xfrm>
            <a:custGeom>
              <a:rect b="b" l="l" r="r" t="t"/>
              <a:pathLst>
                <a:path extrusionOk="0" h="14413" w="51886">
                  <a:moveTo>
                    <a:pt x="0" y="0"/>
                  </a:moveTo>
                  <a:cubicBezTo>
                    <a:pt x="8648" y="2402"/>
                    <a:pt x="43238" y="12011"/>
                    <a:pt x="51886" y="14413"/>
                  </a:cubicBezTo>
                </a:path>
              </a:pathLst>
            </a:custGeom>
            <a:noFill/>
            <a:ln cap="flat" cmpd="sng" w="9525">
              <a:solidFill>
                <a:schemeClr val="dk2"/>
              </a:solidFill>
              <a:prstDash val="solid"/>
              <a:round/>
              <a:headEnd len="med" w="med" type="none"/>
              <a:tailEnd len="med" w="med" type="none"/>
            </a:ln>
          </p:spPr>
        </p:sp>
        <p:sp>
          <p:nvSpPr>
            <p:cNvPr id="1437" name="Google Shape;1437;p76"/>
            <p:cNvSpPr/>
            <p:nvPr/>
          </p:nvSpPr>
          <p:spPr>
            <a:xfrm>
              <a:off x="4467900" y="2900550"/>
              <a:ext cx="117100" cy="927800"/>
            </a:xfrm>
            <a:custGeom>
              <a:rect b="b" l="l" r="r" t="t"/>
              <a:pathLst>
                <a:path extrusionOk="0" h="37112" w="4684">
                  <a:moveTo>
                    <a:pt x="0" y="0"/>
                  </a:moveTo>
                  <a:cubicBezTo>
                    <a:pt x="781" y="6185"/>
                    <a:pt x="3903" y="30927"/>
                    <a:pt x="4684" y="37112"/>
                  </a:cubicBezTo>
                </a:path>
              </a:pathLst>
            </a:custGeom>
            <a:noFill/>
            <a:ln cap="flat" cmpd="sng" w="9525">
              <a:solidFill>
                <a:schemeClr val="dk2"/>
              </a:solidFill>
              <a:prstDash val="solid"/>
              <a:round/>
              <a:headEnd len="med" w="med" type="none"/>
              <a:tailEnd len="med" w="med" type="none"/>
            </a:ln>
          </p:spPr>
        </p:sp>
        <p:sp>
          <p:nvSpPr>
            <p:cNvPr id="1438" name="Google Shape;1438;p76"/>
            <p:cNvSpPr/>
            <p:nvPr/>
          </p:nvSpPr>
          <p:spPr>
            <a:xfrm>
              <a:off x="4576000" y="3792325"/>
              <a:ext cx="135125" cy="558475"/>
            </a:xfrm>
            <a:custGeom>
              <a:rect b="b" l="l" r="r" t="t"/>
              <a:pathLst>
                <a:path extrusionOk="0" h="22339" w="5405">
                  <a:moveTo>
                    <a:pt x="0" y="0"/>
                  </a:moveTo>
                  <a:cubicBezTo>
                    <a:pt x="901" y="3723"/>
                    <a:pt x="4504" y="18616"/>
                    <a:pt x="5405" y="22339"/>
                  </a:cubicBezTo>
                </a:path>
              </a:pathLst>
            </a:custGeom>
            <a:noFill/>
            <a:ln cap="flat" cmpd="sng" w="9525">
              <a:solidFill>
                <a:schemeClr val="dk2"/>
              </a:solidFill>
              <a:prstDash val="solid"/>
              <a:round/>
              <a:headEnd len="med" w="med" type="none"/>
              <a:tailEnd len="med" w="med" type="none"/>
            </a:ln>
          </p:spPr>
        </p:sp>
        <p:sp>
          <p:nvSpPr>
            <p:cNvPr id="1439" name="Google Shape;1439;p76"/>
            <p:cNvSpPr/>
            <p:nvPr/>
          </p:nvSpPr>
          <p:spPr>
            <a:xfrm>
              <a:off x="4089575" y="3675225"/>
              <a:ext cx="504450" cy="108075"/>
            </a:xfrm>
            <a:custGeom>
              <a:rect b="b" l="l" r="r" t="t"/>
              <a:pathLst>
                <a:path extrusionOk="0" h="4323" w="20178">
                  <a:moveTo>
                    <a:pt x="20178" y="4323"/>
                  </a:moveTo>
                  <a:cubicBezTo>
                    <a:pt x="16815" y="3603"/>
                    <a:pt x="3363" y="721"/>
                    <a:pt x="0" y="0"/>
                  </a:cubicBezTo>
                </a:path>
              </a:pathLst>
            </a:custGeom>
            <a:noFill/>
            <a:ln cap="flat" cmpd="sng" w="9525">
              <a:solidFill>
                <a:schemeClr val="dk2"/>
              </a:solidFill>
              <a:prstDash val="solid"/>
              <a:round/>
              <a:headEnd len="med" w="med" type="none"/>
              <a:tailEnd len="med" w="med" type="none"/>
            </a:ln>
          </p:spPr>
        </p:sp>
        <p:sp>
          <p:nvSpPr>
            <p:cNvPr id="1440" name="Google Shape;1440;p76"/>
            <p:cNvSpPr/>
            <p:nvPr/>
          </p:nvSpPr>
          <p:spPr>
            <a:xfrm>
              <a:off x="4503950" y="2900550"/>
              <a:ext cx="513450" cy="405350"/>
            </a:xfrm>
            <a:custGeom>
              <a:rect b="b" l="l" r="r" t="t"/>
              <a:pathLst>
                <a:path extrusionOk="0" h="16214" w="20538">
                  <a:moveTo>
                    <a:pt x="0" y="0"/>
                  </a:moveTo>
                  <a:cubicBezTo>
                    <a:pt x="3423" y="2702"/>
                    <a:pt x="17115" y="13512"/>
                    <a:pt x="20538" y="16214"/>
                  </a:cubicBezTo>
                </a:path>
              </a:pathLst>
            </a:custGeom>
            <a:noFill/>
            <a:ln cap="flat" cmpd="sng" w="9525">
              <a:solidFill>
                <a:schemeClr val="dk2"/>
              </a:solidFill>
              <a:prstDash val="solid"/>
              <a:round/>
              <a:headEnd len="med" w="med" type="none"/>
              <a:tailEnd len="med" w="med" type="none"/>
            </a:ln>
          </p:spPr>
        </p:sp>
        <p:sp>
          <p:nvSpPr>
            <p:cNvPr id="1441" name="Google Shape;1441;p76"/>
            <p:cNvSpPr/>
            <p:nvPr/>
          </p:nvSpPr>
          <p:spPr>
            <a:xfrm>
              <a:off x="5044425" y="3305900"/>
              <a:ext cx="927800" cy="261225"/>
            </a:xfrm>
            <a:custGeom>
              <a:rect b="b" l="l" r="r" t="t"/>
              <a:pathLst>
                <a:path extrusionOk="0" h="10449" w="37112">
                  <a:moveTo>
                    <a:pt x="0" y="0"/>
                  </a:moveTo>
                  <a:cubicBezTo>
                    <a:pt x="6185" y="1742"/>
                    <a:pt x="30927" y="8708"/>
                    <a:pt x="37112" y="10449"/>
                  </a:cubicBezTo>
                </a:path>
              </a:pathLst>
            </a:custGeom>
            <a:noFill/>
            <a:ln cap="flat" cmpd="sng" w="9525">
              <a:solidFill>
                <a:schemeClr val="dk2"/>
              </a:solidFill>
              <a:prstDash val="solid"/>
              <a:round/>
              <a:headEnd len="med" w="med" type="none"/>
              <a:tailEnd len="med" w="med" type="none"/>
            </a:ln>
          </p:spPr>
        </p:sp>
        <p:sp>
          <p:nvSpPr>
            <p:cNvPr id="1442" name="Google Shape;1442;p76"/>
            <p:cNvSpPr/>
            <p:nvPr/>
          </p:nvSpPr>
          <p:spPr>
            <a:xfrm>
              <a:off x="3486050" y="2837475"/>
              <a:ext cx="639550" cy="882775"/>
            </a:xfrm>
            <a:custGeom>
              <a:rect b="b" l="l" r="r" t="t"/>
              <a:pathLst>
                <a:path extrusionOk="0" h="35311" w="25582">
                  <a:moveTo>
                    <a:pt x="0" y="0"/>
                  </a:moveTo>
                  <a:cubicBezTo>
                    <a:pt x="4264" y="5885"/>
                    <a:pt x="21318" y="29426"/>
                    <a:pt x="25582" y="35311"/>
                  </a:cubicBezTo>
                </a:path>
              </a:pathLst>
            </a:custGeom>
            <a:noFill/>
            <a:ln cap="flat" cmpd="sng" w="9525">
              <a:solidFill>
                <a:schemeClr val="dk2"/>
              </a:solidFill>
              <a:prstDash val="solid"/>
              <a:round/>
              <a:headEnd len="med" w="med" type="none"/>
              <a:tailEnd len="med" w="med" type="none"/>
            </a:ln>
          </p:spPr>
        </p:sp>
        <p:sp>
          <p:nvSpPr>
            <p:cNvPr id="1443" name="Google Shape;1443;p76"/>
            <p:cNvSpPr/>
            <p:nvPr/>
          </p:nvSpPr>
          <p:spPr>
            <a:xfrm>
              <a:off x="5711000" y="2035775"/>
              <a:ext cx="54050" cy="891775"/>
            </a:xfrm>
            <a:custGeom>
              <a:rect b="b" l="l" r="r" t="t"/>
              <a:pathLst>
                <a:path extrusionOk="0" h="35671" w="2162">
                  <a:moveTo>
                    <a:pt x="0" y="0"/>
                  </a:moveTo>
                  <a:cubicBezTo>
                    <a:pt x="360" y="5945"/>
                    <a:pt x="1802" y="29726"/>
                    <a:pt x="2162" y="35671"/>
                  </a:cubicBezTo>
                </a:path>
              </a:pathLst>
            </a:custGeom>
            <a:noFill/>
            <a:ln cap="flat" cmpd="sng" w="9525">
              <a:solidFill>
                <a:schemeClr val="dk2"/>
              </a:solidFill>
              <a:prstDash val="solid"/>
              <a:round/>
              <a:headEnd len="med" w="med" type="none"/>
              <a:tailEnd len="med" w="med" type="none"/>
            </a:ln>
          </p:spPr>
        </p:sp>
        <p:sp>
          <p:nvSpPr>
            <p:cNvPr id="1444" name="Google Shape;1444;p76"/>
            <p:cNvSpPr/>
            <p:nvPr/>
          </p:nvSpPr>
          <p:spPr>
            <a:xfrm>
              <a:off x="3240434" y="1232618"/>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76"/>
            <p:cNvSpPr/>
            <p:nvPr/>
          </p:nvSpPr>
          <p:spPr>
            <a:xfrm>
              <a:off x="3392100" y="2294548"/>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76"/>
            <p:cNvSpPr/>
            <p:nvPr/>
          </p:nvSpPr>
          <p:spPr>
            <a:xfrm>
              <a:off x="3392100" y="2751748"/>
              <a:ext cx="188700" cy="1887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76"/>
            <p:cNvSpPr/>
            <p:nvPr/>
          </p:nvSpPr>
          <p:spPr>
            <a:xfrm>
              <a:off x="5667425" y="2829223"/>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76"/>
            <p:cNvSpPr/>
            <p:nvPr/>
          </p:nvSpPr>
          <p:spPr>
            <a:xfrm>
              <a:off x="4874000" y="3192223"/>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76"/>
            <p:cNvSpPr/>
            <p:nvPr/>
          </p:nvSpPr>
          <p:spPr>
            <a:xfrm>
              <a:off x="6233475" y="3134023"/>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76"/>
            <p:cNvSpPr/>
            <p:nvPr/>
          </p:nvSpPr>
          <p:spPr>
            <a:xfrm>
              <a:off x="5988800" y="3964698"/>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76"/>
            <p:cNvSpPr/>
            <p:nvPr/>
          </p:nvSpPr>
          <p:spPr>
            <a:xfrm>
              <a:off x="5320000" y="3964698"/>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76"/>
            <p:cNvSpPr/>
            <p:nvPr/>
          </p:nvSpPr>
          <p:spPr>
            <a:xfrm>
              <a:off x="4612025" y="4240248"/>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76"/>
            <p:cNvSpPr/>
            <p:nvPr/>
          </p:nvSpPr>
          <p:spPr>
            <a:xfrm>
              <a:off x="3580800" y="4240257"/>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76"/>
            <p:cNvSpPr/>
            <p:nvPr/>
          </p:nvSpPr>
          <p:spPr>
            <a:xfrm>
              <a:off x="4612034" y="936826"/>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76"/>
            <p:cNvSpPr/>
            <p:nvPr/>
          </p:nvSpPr>
          <p:spPr>
            <a:xfrm>
              <a:off x="4566995" y="1470226"/>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76"/>
            <p:cNvSpPr/>
            <p:nvPr/>
          </p:nvSpPr>
          <p:spPr>
            <a:xfrm>
              <a:off x="5589325" y="1914823"/>
              <a:ext cx="188700" cy="188700"/>
            </a:xfrm>
            <a:prstGeom prst="ellipse">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76"/>
            <p:cNvSpPr/>
            <p:nvPr/>
          </p:nvSpPr>
          <p:spPr>
            <a:xfrm>
              <a:off x="4612025" y="2258323"/>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76"/>
            <p:cNvSpPr/>
            <p:nvPr/>
          </p:nvSpPr>
          <p:spPr>
            <a:xfrm>
              <a:off x="4378300" y="2477398"/>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76"/>
            <p:cNvSpPr/>
            <p:nvPr/>
          </p:nvSpPr>
          <p:spPr>
            <a:xfrm>
              <a:off x="4378300" y="2792923"/>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76"/>
            <p:cNvSpPr/>
            <p:nvPr/>
          </p:nvSpPr>
          <p:spPr>
            <a:xfrm>
              <a:off x="5856125" y="3424948"/>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76"/>
            <p:cNvSpPr/>
            <p:nvPr/>
          </p:nvSpPr>
          <p:spPr>
            <a:xfrm>
              <a:off x="3988300" y="3576623"/>
              <a:ext cx="188700" cy="188700"/>
            </a:xfrm>
            <a:prstGeom prst="ellipse">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76"/>
            <p:cNvSpPr/>
            <p:nvPr/>
          </p:nvSpPr>
          <p:spPr>
            <a:xfrm>
              <a:off x="4477650" y="3687623"/>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76"/>
            <p:cNvSpPr/>
            <p:nvPr/>
          </p:nvSpPr>
          <p:spPr>
            <a:xfrm>
              <a:off x="3881195" y="1653787"/>
              <a:ext cx="188700" cy="1887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76"/>
            <p:cNvSpPr/>
            <p:nvPr/>
          </p:nvSpPr>
          <p:spPr>
            <a:xfrm>
              <a:off x="3576395" y="1989748"/>
              <a:ext cx="188700" cy="188700"/>
            </a:xfrm>
            <a:prstGeom prst="ellipse">
              <a:avLst/>
            </a:prstGeom>
            <a:solidFill>
              <a:srgbClr val="A64D7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76"/>
            <p:cNvSpPr txBox="1"/>
            <p:nvPr/>
          </p:nvSpPr>
          <p:spPr>
            <a:xfrm>
              <a:off x="3424000" y="1583350"/>
              <a:ext cx="5805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t>Atlanta</a:t>
              </a:r>
              <a:endParaRPr b="1" sz="800"/>
            </a:p>
          </p:txBody>
        </p:sp>
        <p:sp>
          <p:nvSpPr>
            <p:cNvPr id="1466" name="Google Shape;1466;p76"/>
            <p:cNvSpPr txBox="1"/>
            <p:nvPr/>
          </p:nvSpPr>
          <p:spPr>
            <a:xfrm>
              <a:off x="4742550" y="8812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Toccoa</a:t>
              </a:r>
              <a:endParaRPr sz="800"/>
            </a:p>
          </p:txBody>
        </p:sp>
        <p:sp>
          <p:nvSpPr>
            <p:cNvPr id="1467" name="Google Shape;1467;p76"/>
            <p:cNvSpPr txBox="1"/>
            <p:nvPr/>
          </p:nvSpPr>
          <p:spPr>
            <a:xfrm>
              <a:off x="2846773" y="1156750"/>
              <a:ext cx="504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Rome</a:t>
              </a:r>
              <a:endParaRPr sz="800"/>
            </a:p>
          </p:txBody>
        </p:sp>
        <p:sp>
          <p:nvSpPr>
            <p:cNvPr id="1468" name="Google Shape;1468;p76"/>
            <p:cNvSpPr txBox="1"/>
            <p:nvPr/>
          </p:nvSpPr>
          <p:spPr>
            <a:xfrm>
              <a:off x="4688966" y="13905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Athens</a:t>
              </a:r>
              <a:endParaRPr sz="800"/>
            </a:p>
          </p:txBody>
        </p:sp>
        <p:sp>
          <p:nvSpPr>
            <p:cNvPr id="1469" name="Google Shape;1469;p76"/>
            <p:cNvSpPr txBox="1"/>
            <p:nvPr/>
          </p:nvSpPr>
          <p:spPr>
            <a:xfrm>
              <a:off x="3062700" y="1902925"/>
              <a:ext cx="612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Newnan</a:t>
              </a:r>
              <a:endParaRPr sz="800"/>
            </a:p>
          </p:txBody>
        </p:sp>
        <p:sp>
          <p:nvSpPr>
            <p:cNvPr id="1470" name="Google Shape;1470;p76"/>
            <p:cNvSpPr txBox="1"/>
            <p:nvPr/>
          </p:nvSpPr>
          <p:spPr>
            <a:xfrm>
              <a:off x="5725609" y="1818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Augusta</a:t>
              </a:r>
              <a:endParaRPr sz="800"/>
            </a:p>
          </p:txBody>
        </p:sp>
        <p:sp>
          <p:nvSpPr>
            <p:cNvPr id="1471" name="Google Shape;1471;p76"/>
            <p:cNvSpPr txBox="1"/>
            <p:nvPr/>
          </p:nvSpPr>
          <p:spPr>
            <a:xfrm>
              <a:off x="2819751" y="223499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LaGrange</a:t>
              </a:r>
              <a:endParaRPr sz="800"/>
            </a:p>
          </p:txBody>
        </p:sp>
        <p:sp>
          <p:nvSpPr>
            <p:cNvPr id="1472" name="Google Shape;1472;p76"/>
            <p:cNvSpPr txBox="1"/>
            <p:nvPr/>
          </p:nvSpPr>
          <p:spPr>
            <a:xfrm>
              <a:off x="2819750" y="269232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Columbus</a:t>
              </a:r>
              <a:endParaRPr sz="800"/>
            </a:p>
          </p:txBody>
        </p:sp>
        <p:sp>
          <p:nvSpPr>
            <p:cNvPr id="1473" name="Google Shape;1473;p76"/>
            <p:cNvSpPr txBox="1"/>
            <p:nvPr/>
          </p:nvSpPr>
          <p:spPr>
            <a:xfrm>
              <a:off x="2981625" y="42279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Bainbridge</a:t>
              </a:r>
              <a:endParaRPr sz="800"/>
            </a:p>
          </p:txBody>
        </p:sp>
        <p:sp>
          <p:nvSpPr>
            <p:cNvPr id="1474" name="Google Shape;1474;p76"/>
            <p:cNvSpPr txBox="1"/>
            <p:nvPr/>
          </p:nvSpPr>
          <p:spPr>
            <a:xfrm>
              <a:off x="4593293" y="3611772"/>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Tifton</a:t>
              </a:r>
              <a:endParaRPr sz="800"/>
            </a:p>
          </p:txBody>
        </p:sp>
        <p:sp>
          <p:nvSpPr>
            <p:cNvPr id="1475" name="Google Shape;1475;p76"/>
            <p:cNvSpPr txBox="1"/>
            <p:nvPr/>
          </p:nvSpPr>
          <p:spPr>
            <a:xfrm>
              <a:off x="4301400" y="43417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Valdosta</a:t>
              </a:r>
              <a:endParaRPr sz="800"/>
            </a:p>
          </p:txBody>
        </p:sp>
        <p:sp>
          <p:nvSpPr>
            <p:cNvPr id="1476" name="Google Shape;1476;p76"/>
            <p:cNvSpPr txBox="1"/>
            <p:nvPr/>
          </p:nvSpPr>
          <p:spPr>
            <a:xfrm>
              <a:off x="3941323" y="2407275"/>
              <a:ext cx="5805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Macon</a:t>
              </a:r>
              <a:endParaRPr sz="800"/>
            </a:p>
          </p:txBody>
        </p:sp>
        <p:sp>
          <p:nvSpPr>
            <p:cNvPr id="1477" name="Google Shape;1477;p76"/>
            <p:cNvSpPr txBox="1"/>
            <p:nvPr/>
          </p:nvSpPr>
          <p:spPr>
            <a:xfrm>
              <a:off x="4499815" y="2021622"/>
              <a:ext cx="846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Milledgeville</a:t>
              </a:r>
              <a:endParaRPr sz="800"/>
            </a:p>
          </p:txBody>
        </p:sp>
        <p:sp>
          <p:nvSpPr>
            <p:cNvPr id="1478" name="Google Shape;1478;p76"/>
            <p:cNvSpPr txBox="1"/>
            <p:nvPr/>
          </p:nvSpPr>
          <p:spPr>
            <a:xfrm>
              <a:off x="6133425" y="3964700"/>
              <a:ext cx="846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rgbClr val="FF0000"/>
                  </a:solidFill>
                </a:rPr>
                <a:t>Brunswick</a:t>
              </a:r>
              <a:endParaRPr b="1" sz="1000">
                <a:solidFill>
                  <a:srgbClr val="FF0000"/>
                </a:solidFill>
              </a:endParaRPr>
            </a:p>
          </p:txBody>
        </p:sp>
        <p:sp>
          <p:nvSpPr>
            <p:cNvPr id="1479" name="Google Shape;1479;p76"/>
            <p:cNvSpPr txBox="1"/>
            <p:nvPr/>
          </p:nvSpPr>
          <p:spPr>
            <a:xfrm>
              <a:off x="5161525" y="40518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Waycross</a:t>
              </a:r>
              <a:endParaRPr sz="800"/>
            </a:p>
          </p:txBody>
        </p:sp>
        <p:sp>
          <p:nvSpPr>
            <p:cNvPr id="1480" name="Google Shape;1480;p76"/>
            <p:cNvSpPr txBox="1"/>
            <p:nvPr/>
          </p:nvSpPr>
          <p:spPr>
            <a:xfrm>
              <a:off x="4017525" y="2859125"/>
              <a:ext cx="548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Warner Robins</a:t>
              </a:r>
              <a:endParaRPr sz="800"/>
            </a:p>
          </p:txBody>
        </p:sp>
        <p:sp>
          <p:nvSpPr>
            <p:cNvPr id="1481" name="Google Shape;1481;p76"/>
            <p:cNvSpPr txBox="1"/>
            <p:nvPr/>
          </p:nvSpPr>
          <p:spPr>
            <a:xfrm>
              <a:off x="4972849" y="30797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McRae</a:t>
              </a:r>
              <a:endParaRPr sz="800"/>
            </a:p>
          </p:txBody>
        </p:sp>
        <p:sp>
          <p:nvSpPr>
            <p:cNvPr id="1482" name="Google Shape;1482;p76"/>
            <p:cNvSpPr txBox="1"/>
            <p:nvPr/>
          </p:nvSpPr>
          <p:spPr>
            <a:xfrm>
              <a:off x="5950282" y="3445378"/>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Hinesville</a:t>
              </a:r>
              <a:endParaRPr sz="800"/>
            </a:p>
          </p:txBody>
        </p:sp>
        <p:sp>
          <p:nvSpPr>
            <p:cNvPr id="1483" name="Google Shape;1483;p76"/>
            <p:cNvSpPr txBox="1"/>
            <p:nvPr/>
          </p:nvSpPr>
          <p:spPr>
            <a:xfrm>
              <a:off x="5754366" y="267493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Statesboro</a:t>
              </a:r>
              <a:endParaRPr sz="800"/>
            </a:p>
          </p:txBody>
        </p:sp>
        <p:sp>
          <p:nvSpPr>
            <p:cNvPr id="1484" name="Google Shape;1484;p76"/>
            <p:cNvSpPr txBox="1"/>
            <p:nvPr/>
          </p:nvSpPr>
          <p:spPr>
            <a:xfrm>
              <a:off x="6359575" y="30744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Savannah</a:t>
              </a:r>
              <a:endParaRPr sz="800"/>
            </a:p>
          </p:txBody>
        </p:sp>
      </p:grpSp>
      <p:sp>
        <p:nvSpPr>
          <p:cNvPr id="1485" name="Google Shape;1485;p76"/>
          <p:cNvSpPr txBox="1"/>
          <p:nvPr/>
        </p:nvSpPr>
        <p:spPr>
          <a:xfrm>
            <a:off x="3566025" y="3512575"/>
            <a:ext cx="548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Albany</a:t>
            </a:r>
            <a:endParaRPr sz="800"/>
          </a:p>
        </p:txBody>
      </p:sp>
      <p:sp>
        <p:nvSpPr>
          <p:cNvPr id="1486" name="Google Shape;1486;p76"/>
          <p:cNvSpPr txBox="1"/>
          <p:nvPr/>
        </p:nvSpPr>
        <p:spPr>
          <a:xfrm>
            <a:off x="7377900" y="1762800"/>
            <a:ext cx="648300" cy="3387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1</a:t>
            </a:r>
            <a:endParaRPr sz="1000"/>
          </a:p>
        </p:txBody>
      </p:sp>
      <p:sp>
        <p:nvSpPr>
          <p:cNvPr id="1487" name="Google Shape;1487;p76"/>
          <p:cNvSpPr txBox="1"/>
          <p:nvPr/>
        </p:nvSpPr>
        <p:spPr>
          <a:xfrm>
            <a:off x="7377900" y="2220000"/>
            <a:ext cx="6483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2</a:t>
            </a:r>
            <a:endParaRPr sz="1000"/>
          </a:p>
        </p:txBody>
      </p:sp>
      <p:sp>
        <p:nvSpPr>
          <p:cNvPr id="1488" name="Google Shape;1488;p76"/>
          <p:cNvSpPr txBox="1"/>
          <p:nvPr/>
        </p:nvSpPr>
        <p:spPr>
          <a:xfrm>
            <a:off x="7377900" y="2677200"/>
            <a:ext cx="6483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3</a:t>
            </a:r>
            <a:endParaRPr sz="1000"/>
          </a:p>
        </p:txBody>
      </p:sp>
      <p:sp>
        <p:nvSpPr>
          <p:cNvPr id="1489" name="Google Shape;1489;p76"/>
          <p:cNvSpPr txBox="1"/>
          <p:nvPr/>
        </p:nvSpPr>
        <p:spPr>
          <a:xfrm>
            <a:off x="7377900" y="3134400"/>
            <a:ext cx="648300" cy="338700"/>
          </a:xfrm>
          <a:prstGeom prst="rect">
            <a:avLst/>
          </a:prstGeom>
          <a:solidFill>
            <a:srgbClr val="3D85C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4</a:t>
            </a:r>
            <a:endParaRPr sz="1000"/>
          </a:p>
        </p:txBody>
      </p:sp>
      <p:sp>
        <p:nvSpPr>
          <p:cNvPr id="1490" name="Google Shape;1490;p76"/>
          <p:cNvSpPr/>
          <p:nvPr/>
        </p:nvSpPr>
        <p:spPr>
          <a:xfrm>
            <a:off x="3515900" y="2859650"/>
            <a:ext cx="2571750" cy="1106825"/>
          </a:xfrm>
          <a:custGeom>
            <a:rect b="b" l="l" r="r" t="t"/>
            <a:pathLst>
              <a:path extrusionOk="0" h="44273" w="102870">
                <a:moveTo>
                  <a:pt x="0" y="0"/>
                </a:moveTo>
                <a:lnTo>
                  <a:pt x="37979" y="1519"/>
                </a:lnTo>
                <a:lnTo>
                  <a:pt x="58163" y="17145"/>
                </a:lnTo>
                <a:lnTo>
                  <a:pt x="96793" y="27128"/>
                </a:lnTo>
                <a:lnTo>
                  <a:pt x="102870" y="44273"/>
                </a:lnTo>
              </a:path>
            </a:pathLst>
          </a:custGeom>
          <a:noFill/>
          <a:ln cap="flat" cmpd="sng" w="28575">
            <a:solidFill>
              <a:srgbClr val="FF0000"/>
            </a:solidFill>
            <a:prstDash val="solid"/>
            <a:round/>
            <a:headEnd len="med" w="med" type="none"/>
            <a:tailEnd len="med" w="med" type="triangle"/>
          </a:ln>
        </p:spPr>
      </p:sp>
      <p:sp>
        <p:nvSpPr>
          <p:cNvPr id="1491" name="Google Shape;1491;p76"/>
          <p:cNvSpPr/>
          <p:nvPr/>
        </p:nvSpPr>
        <p:spPr>
          <a:xfrm>
            <a:off x="3494200" y="2875925"/>
            <a:ext cx="2490350" cy="1464925"/>
          </a:xfrm>
          <a:custGeom>
            <a:rect b="b" l="l" r="r" t="t"/>
            <a:pathLst>
              <a:path extrusionOk="0" h="58597" w="99614">
                <a:moveTo>
                  <a:pt x="0" y="0"/>
                </a:moveTo>
                <a:lnTo>
                  <a:pt x="6945" y="58597"/>
                </a:lnTo>
                <a:lnTo>
                  <a:pt x="47311" y="57946"/>
                </a:lnTo>
                <a:lnTo>
                  <a:pt x="75959" y="47963"/>
                </a:lnTo>
                <a:lnTo>
                  <a:pt x="99614" y="47094"/>
                </a:lnTo>
              </a:path>
            </a:pathLst>
          </a:custGeom>
          <a:noFill/>
          <a:ln cap="flat" cmpd="sng" w="28575">
            <a:solidFill>
              <a:srgbClr val="00FFFF"/>
            </a:solidFill>
            <a:prstDash val="solid"/>
            <a:round/>
            <a:headEnd len="med" w="med" type="none"/>
            <a:tailEnd len="med" w="med" type="triangle"/>
          </a:ln>
        </p:spPr>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5" name="Shape 1495"/>
        <p:cNvGrpSpPr/>
        <p:nvPr/>
      </p:nvGrpSpPr>
      <p:grpSpPr>
        <a:xfrm>
          <a:off x="0" y="0"/>
          <a:ext cx="0" cy="0"/>
          <a:chOff x="0" y="0"/>
          <a:chExt cx="0" cy="0"/>
        </a:xfrm>
      </p:grpSpPr>
      <p:sp>
        <p:nvSpPr>
          <p:cNvPr id="1496" name="Google Shape;1496;p7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 let’s break down the </a:t>
            </a:r>
            <a:r>
              <a:rPr lang="en"/>
              <a:t>Breadth-First Search Algorithm into steps</a:t>
            </a:r>
            <a:endParaRPr/>
          </a:p>
        </p:txBody>
      </p:sp>
      <p:sp>
        <p:nvSpPr>
          <p:cNvPr id="1497" name="Google Shape;1497;p77"/>
          <p:cNvSpPr txBox="1"/>
          <p:nvPr>
            <p:ph idx="1" type="body"/>
          </p:nvPr>
        </p:nvSpPr>
        <p:spPr>
          <a:xfrm>
            <a:off x="311700" y="1563900"/>
            <a:ext cx="8520600" cy="3005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Make the starting city the root of the search tree (level 0).</a:t>
            </a:r>
            <a:endParaRPr/>
          </a:p>
          <a:p>
            <a:pPr indent="-342900" lvl="0" marL="457200" rtl="0" algn="l">
              <a:spcBef>
                <a:spcPts val="1000"/>
              </a:spcBef>
              <a:spcAft>
                <a:spcPts val="0"/>
              </a:spcAft>
              <a:buSzPts val="1800"/>
              <a:buAutoNum type="arabicPeriod"/>
            </a:pPr>
            <a:r>
              <a:rPr lang="en"/>
              <a:t>For every node at the current level:</a:t>
            </a:r>
            <a:endParaRPr/>
          </a:p>
          <a:p>
            <a:pPr indent="-317500" lvl="1" marL="914400" rtl="0" algn="l">
              <a:spcBef>
                <a:spcPts val="0"/>
              </a:spcBef>
              <a:spcAft>
                <a:spcPts val="0"/>
              </a:spcAft>
              <a:buSzPts val="1400"/>
              <a:buAutoNum type="alphaLcPeriod"/>
            </a:pPr>
            <a:r>
              <a:rPr lang="en"/>
              <a:t>Find its neighbors that are not already in the tree.</a:t>
            </a:r>
            <a:endParaRPr/>
          </a:p>
          <a:p>
            <a:pPr indent="-317500" lvl="1" marL="914400" rtl="0" algn="l">
              <a:spcBef>
                <a:spcPts val="0"/>
              </a:spcBef>
              <a:spcAft>
                <a:spcPts val="0"/>
              </a:spcAft>
              <a:buSzPts val="1400"/>
              <a:buAutoNum type="alphaLcPeriod"/>
            </a:pPr>
            <a:r>
              <a:rPr lang="en"/>
              <a:t>Add those neighbors to the next level of the tree.</a:t>
            </a:r>
            <a:endParaRPr/>
          </a:p>
          <a:p>
            <a:pPr indent="-317500" lvl="1" marL="914400" rtl="0" algn="l">
              <a:spcBef>
                <a:spcPts val="0"/>
              </a:spcBef>
              <a:spcAft>
                <a:spcPts val="0"/>
              </a:spcAft>
              <a:buSzPts val="1400"/>
              <a:buAutoNum type="alphaLcPeriod"/>
            </a:pPr>
            <a:r>
              <a:rPr lang="en"/>
              <a:t>If one of the neighbors is the destination, exit.</a:t>
            </a:r>
            <a:endParaRPr/>
          </a:p>
          <a:p>
            <a:pPr indent="-342900" lvl="0" marL="457200" rtl="0" algn="l">
              <a:spcBef>
                <a:spcPts val="1000"/>
              </a:spcBef>
              <a:spcAft>
                <a:spcPts val="1200"/>
              </a:spcAft>
              <a:buSzPts val="1800"/>
              <a:buAutoNum type="arabicPeriod"/>
            </a:pPr>
            <a:r>
              <a:rPr lang="en"/>
              <a:t>Repeat step 2 for the next level of the tree.</a:t>
            </a:r>
            <a:endParaRPr/>
          </a:p>
        </p:txBody>
      </p:sp>
      <p:sp>
        <p:nvSpPr>
          <p:cNvPr id="1498" name="Google Shape;1498;p7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499" name="Google Shape;1499;p77"/>
          <p:cNvSpPr txBox="1"/>
          <p:nvPr/>
        </p:nvSpPr>
        <p:spPr>
          <a:xfrm>
            <a:off x="6702400" y="258425"/>
            <a:ext cx="2200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980000"/>
                </a:solidFill>
              </a:rPr>
              <a:t>AI4K12 Guideline 2-B-ii</a:t>
            </a:r>
            <a:endParaRPr sz="1200">
              <a:solidFill>
                <a:srgbClr val="98000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1FDDD">
            <a:alpha val="69270"/>
          </a:srgbClr>
        </a:solidFill>
      </p:bgPr>
    </p:bg>
    <p:spTree>
      <p:nvGrpSpPr>
        <p:cNvPr id="1503" name="Shape 1503"/>
        <p:cNvGrpSpPr/>
        <p:nvPr/>
      </p:nvGrpSpPr>
      <p:grpSpPr>
        <a:xfrm>
          <a:off x="0" y="0"/>
          <a:ext cx="0" cy="0"/>
          <a:chOff x="0" y="0"/>
          <a:chExt cx="0" cy="0"/>
        </a:xfrm>
      </p:grpSpPr>
      <p:sp>
        <p:nvSpPr>
          <p:cNvPr id="1504" name="Google Shape;1504;p78"/>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u="sng">
                <a:solidFill>
                  <a:schemeClr val="hlink"/>
                </a:solidFill>
                <a:hlinkClick r:id="rId3"/>
              </a:rPr>
              <a:t>Reflection:</a:t>
            </a:r>
            <a:endParaRPr/>
          </a:p>
          <a:p>
            <a:pPr indent="0" lvl="0" marL="0" rtl="0" algn="ctr">
              <a:spcBef>
                <a:spcPts val="0"/>
              </a:spcBef>
              <a:spcAft>
                <a:spcPts val="0"/>
              </a:spcAft>
              <a:buNone/>
            </a:pPr>
            <a:r>
              <a:rPr lang="en" u="sng">
                <a:solidFill>
                  <a:schemeClr val="hlink"/>
                </a:solidFill>
                <a:hlinkClick r:id="rId4"/>
              </a:rPr>
              <a:t>Describe how to conduct a</a:t>
            </a:r>
            <a:br>
              <a:rPr lang="en" u="sng">
                <a:solidFill>
                  <a:schemeClr val="hlink"/>
                </a:solidFill>
                <a:hlinkClick r:id="rId5"/>
              </a:rPr>
            </a:br>
            <a:r>
              <a:rPr lang="en" u="sng">
                <a:solidFill>
                  <a:schemeClr val="hlink"/>
                </a:solidFill>
                <a:hlinkClick r:id="rId6"/>
              </a:rPr>
              <a:t>breadth-first search</a:t>
            </a:r>
            <a:endParaRPr/>
          </a:p>
        </p:txBody>
      </p:sp>
      <p:sp>
        <p:nvSpPr>
          <p:cNvPr id="1505" name="Google Shape;1505;p7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9" name="Shape 1509"/>
        <p:cNvGrpSpPr/>
        <p:nvPr/>
      </p:nvGrpSpPr>
      <p:grpSpPr>
        <a:xfrm>
          <a:off x="0" y="0"/>
          <a:ext cx="0" cy="0"/>
          <a:chOff x="0" y="0"/>
          <a:chExt cx="0" cy="0"/>
        </a:xfrm>
      </p:grpSpPr>
      <p:sp>
        <p:nvSpPr>
          <p:cNvPr id="1510" name="Google Shape;1510;p79"/>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t/>
            </a:r>
            <a:endParaRPr/>
          </a:p>
        </p:txBody>
      </p:sp>
      <p:sp>
        <p:nvSpPr>
          <p:cNvPr id="1511" name="Google Shape;1511;p7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5" name="Shape 1515"/>
        <p:cNvGrpSpPr/>
        <p:nvPr/>
      </p:nvGrpSpPr>
      <p:grpSpPr>
        <a:xfrm>
          <a:off x="0" y="0"/>
          <a:ext cx="0" cy="0"/>
          <a:chOff x="0" y="0"/>
          <a:chExt cx="0" cy="0"/>
        </a:xfrm>
      </p:grpSpPr>
      <p:sp>
        <p:nvSpPr>
          <p:cNvPr id="1516" name="Google Shape;1516;p8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Breadth-First Search: Search Tree</a:t>
            </a:r>
            <a:endParaRPr/>
          </a:p>
        </p:txBody>
      </p:sp>
      <p:sp>
        <p:nvSpPr>
          <p:cNvPr id="1517" name="Google Shape;1517;p8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518" name="Google Shape;1518;p80"/>
          <p:cNvPicPr preferRelativeResize="0"/>
          <p:nvPr/>
        </p:nvPicPr>
        <p:blipFill>
          <a:blip r:embed="rId3">
            <a:alphaModFix/>
          </a:blip>
          <a:stretch>
            <a:fillRect/>
          </a:stretch>
        </p:blipFill>
        <p:spPr>
          <a:xfrm>
            <a:off x="1320877" y="2139750"/>
            <a:ext cx="6573226" cy="2868249"/>
          </a:xfrm>
          <a:prstGeom prst="rect">
            <a:avLst/>
          </a:prstGeom>
          <a:noFill/>
          <a:ln>
            <a:noFill/>
          </a:ln>
        </p:spPr>
      </p:pic>
      <p:sp>
        <p:nvSpPr>
          <p:cNvPr id="1519" name="Google Shape;1519;p80"/>
          <p:cNvSpPr txBox="1"/>
          <p:nvPr>
            <p:ph idx="2"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700"/>
              <a:t>Fun Fact:</a:t>
            </a:r>
            <a:r>
              <a:rPr lang="en" sz="1700"/>
              <a:t> Breadth-first search can be used even when we don’t have a graph to color.</a:t>
            </a:r>
            <a:endParaRPr sz="1700"/>
          </a:p>
          <a:p>
            <a:pPr indent="0" lvl="0" marL="0" rtl="0" algn="l">
              <a:spcBef>
                <a:spcPts val="1200"/>
              </a:spcBef>
              <a:spcAft>
                <a:spcPts val="1200"/>
              </a:spcAft>
              <a:buClr>
                <a:schemeClr val="dk1"/>
              </a:buClr>
              <a:buSzPts val="1100"/>
              <a:buFont typeface="Arial"/>
              <a:buNone/>
            </a:pPr>
            <a:r>
              <a:rPr lang="en" sz="1700"/>
              <a:t>The algorithms works by constructing a </a:t>
            </a:r>
            <a:r>
              <a:rPr lang="en" sz="1700" u="sng">
                <a:solidFill>
                  <a:srgbClr val="0000FF"/>
                </a:solidFill>
              </a:rPr>
              <a:t>search tree</a:t>
            </a:r>
            <a:r>
              <a:rPr lang="en" sz="1700"/>
              <a:t>.</a:t>
            </a:r>
            <a:endParaRPr sz="17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3" name="Shape 1523"/>
        <p:cNvGrpSpPr/>
        <p:nvPr/>
      </p:nvGrpSpPr>
      <p:grpSpPr>
        <a:xfrm>
          <a:off x="0" y="0"/>
          <a:ext cx="0" cy="0"/>
          <a:chOff x="0" y="0"/>
          <a:chExt cx="0" cy="0"/>
        </a:xfrm>
      </p:grpSpPr>
      <p:sp>
        <p:nvSpPr>
          <p:cNvPr id="1524" name="Google Shape;1524;p81"/>
          <p:cNvSpPr txBox="1"/>
          <p:nvPr>
            <p:ph type="title"/>
          </p:nvPr>
        </p:nvSpPr>
        <p:spPr>
          <a:xfrm>
            <a:off x="155125" y="107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2466"/>
              <a:t>Let’s </a:t>
            </a:r>
            <a:r>
              <a:rPr lang="en" sz="2466"/>
              <a:t>draw a search tree to find a route from Savannah to Valdosta</a:t>
            </a:r>
            <a:endParaRPr sz="2466"/>
          </a:p>
          <a:p>
            <a:pPr indent="0" lvl="0" marL="0" rtl="0" algn="l">
              <a:spcBef>
                <a:spcPts val="0"/>
              </a:spcBef>
              <a:spcAft>
                <a:spcPts val="0"/>
              </a:spcAft>
              <a:buClr>
                <a:schemeClr val="dk1"/>
              </a:buClr>
              <a:buSzPct val="39285"/>
              <a:buFont typeface="Arial"/>
              <a:buNone/>
            </a:pPr>
            <a:r>
              <a:t/>
            </a:r>
            <a:endParaRPr/>
          </a:p>
          <a:p>
            <a:pPr indent="0" lvl="0" marL="0" rtl="0" algn="l">
              <a:spcBef>
                <a:spcPts val="0"/>
              </a:spcBef>
              <a:spcAft>
                <a:spcPts val="0"/>
              </a:spcAft>
              <a:buNone/>
            </a:pPr>
            <a:r>
              <a:rPr lang="en"/>
              <a:t> </a:t>
            </a:r>
            <a:endParaRPr/>
          </a:p>
        </p:txBody>
      </p:sp>
      <p:sp>
        <p:nvSpPr>
          <p:cNvPr id="1525" name="Google Shape;1525;p81"/>
          <p:cNvSpPr txBox="1"/>
          <p:nvPr>
            <p:ph idx="1" type="body"/>
          </p:nvPr>
        </p:nvSpPr>
        <p:spPr>
          <a:xfrm>
            <a:off x="167975" y="1057225"/>
            <a:ext cx="20367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b="1"/>
          </a:p>
          <a:p>
            <a:pPr indent="0" lvl="0" marL="0" rtl="0" algn="l">
              <a:spcBef>
                <a:spcPts val="1200"/>
              </a:spcBef>
              <a:spcAft>
                <a:spcPts val="0"/>
              </a:spcAft>
              <a:buNone/>
            </a:pPr>
            <a:r>
              <a:t/>
            </a:r>
            <a:endParaRPr/>
          </a:p>
          <a:p>
            <a:pPr indent="0" lvl="0" marL="0" rtl="0" algn="l">
              <a:spcBef>
                <a:spcPts val="1200"/>
              </a:spcBef>
              <a:spcAft>
                <a:spcPts val="0"/>
              </a:spcAft>
              <a:buNone/>
            </a:pPr>
            <a:r>
              <a:rPr b="1" lang="en">
                <a:solidFill>
                  <a:srgbClr val="FF9900"/>
                </a:solidFill>
              </a:rPr>
              <a:t>Let’s locate on the map </a:t>
            </a:r>
            <a:endParaRPr b="1">
              <a:solidFill>
                <a:srgbClr val="FF9900"/>
              </a:solidFill>
            </a:endParaRPr>
          </a:p>
          <a:p>
            <a:pPr indent="-342900" lvl="0" marL="457200" rtl="0" algn="l">
              <a:spcBef>
                <a:spcPts val="1200"/>
              </a:spcBef>
              <a:spcAft>
                <a:spcPts val="0"/>
              </a:spcAft>
              <a:buClr>
                <a:schemeClr val="dk1"/>
              </a:buClr>
              <a:buSzPts val="1800"/>
              <a:buChar char="●"/>
            </a:pPr>
            <a:r>
              <a:rPr lang="en">
                <a:solidFill>
                  <a:schemeClr val="dk1"/>
                </a:solidFill>
              </a:rPr>
              <a:t>Savannah </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Valdosta</a:t>
            </a:r>
            <a:endParaRPr>
              <a:solidFill>
                <a:schemeClr val="dk1"/>
              </a:solidFill>
            </a:endParaRPr>
          </a:p>
        </p:txBody>
      </p:sp>
      <p:sp>
        <p:nvSpPr>
          <p:cNvPr id="1526" name="Google Shape;1526;p8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527" name="Google Shape;1527;p81"/>
          <p:cNvSpPr/>
          <p:nvPr/>
        </p:nvSpPr>
        <p:spPr>
          <a:xfrm>
            <a:off x="4095650" y="2846500"/>
            <a:ext cx="189175" cy="1513325"/>
          </a:xfrm>
          <a:custGeom>
            <a:rect b="b" l="l" r="r" t="t"/>
            <a:pathLst>
              <a:path extrusionOk="0" h="60533" w="7567">
                <a:moveTo>
                  <a:pt x="0" y="0"/>
                </a:moveTo>
                <a:cubicBezTo>
                  <a:pt x="1261" y="10089"/>
                  <a:pt x="6306" y="50444"/>
                  <a:pt x="7567" y="60533"/>
                </a:cubicBezTo>
              </a:path>
            </a:pathLst>
          </a:custGeom>
          <a:noFill/>
          <a:ln cap="flat" cmpd="sng" w="9525">
            <a:solidFill>
              <a:schemeClr val="dk2"/>
            </a:solidFill>
            <a:prstDash val="solid"/>
            <a:round/>
            <a:headEnd len="med" w="med" type="none"/>
            <a:tailEnd len="med" w="med" type="none"/>
          </a:ln>
        </p:spPr>
      </p:sp>
      <p:sp>
        <p:nvSpPr>
          <p:cNvPr id="1528" name="Google Shape;1528;p81"/>
          <p:cNvSpPr/>
          <p:nvPr/>
        </p:nvSpPr>
        <p:spPr>
          <a:xfrm>
            <a:off x="4591075" y="1558375"/>
            <a:ext cx="693625" cy="198150"/>
          </a:xfrm>
          <a:custGeom>
            <a:rect b="b" l="l" r="r" t="t"/>
            <a:pathLst>
              <a:path extrusionOk="0" h="7926" w="27745">
                <a:moveTo>
                  <a:pt x="27745" y="0"/>
                </a:moveTo>
                <a:cubicBezTo>
                  <a:pt x="23121" y="1321"/>
                  <a:pt x="4624" y="6605"/>
                  <a:pt x="0" y="7926"/>
                </a:cubicBezTo>
              </a:path>
            </a:pathLst>
          </a:custGeom>
          <a:noFill/>
          <a:ln cap="flat" cmpd="sng" w="9525">
            <a:solidFill>
              <a:schemeClr val="dk2"/>
            </a:solidFill>
            <a:prstDash val="solid"/>
            <a:round/>
            <a:headEnd len="med" w="med" type="none"/>
            <a:tailEnd len="med" w="med" type="none"/>
          </a:ln>
        </p:spPr>
      </p:sp>
      <p:sp>
        <p:nvSpPr>
          <p:cNvPr id="1529" name="Google Shape;1529;p81"/>
          <p:cNvSpPr/>
          <p:nvPr/>
        </p:nvSpPr>
        <p:spPr>
          <a:xfrm>
            <a:off x="3942525" y="1342175"/>
            <a:ext cx="648550" cy="414350"/>
          </a:xfrm>
          <a:custGeom>
            <a:rect b="b" l="l" r="r" t="t"/>
            <a:pathLst>
              <a:path extrusionOk="0" h="16574" w="25942">
                <a:moveTo>
                  <a:pt x="0" y="0"/>
                </a:moveTo>
                <a:cubicBezTo>
                  <a:pt x="4324" y="2762"/>
                  <a:pt x="21618" y="13812"/>
                  <a:pt x="25942" y="16574"/>
                </a:cubicBezTo>
              </a:path>
            </a:pathLst>
          </a:custGeom>
          <a:noFill/>
          <a:ln cap="flat" cmpd="sng" w="9525">
            <a:solidFill>
              <a:schemeClr val="dk2"/>
            </a:solidFill>
            <a:prstDash val="solid"/>
            <a:round/>
            <a:headEnd len="med" w="med" type="none"/>
            <a:tailEnd len="med" w="med" type="none"/>
          </a:ln>
        </p:spPr>
      </p:sp>
      <p:sp>
        <p:nvSpPr>
          <p:cNvPr id="1530" name="Google Shape;1530;p81"/>
          <p:cNvSpPr/>
          <p:nvPr/>
        </p:nvSpPr>
        <p:spPr>
          <a:xfrm>
            <a:off x="5284700" y="1044925"/>
            <a:ext cx="45025" cy="531450"/>
          </a:xfrm>
          <a:custGeom>
            <a:rect b="b" l="l" r="r" t="t"/>
            <a:pathLst>
              <a:path extrusionOk="0" h="21258" w="1801">
                <a:moveTo>
                  <a:pt x="1801" y="0"/>
                </a:moveTo>
                <a:cubicBezTo>
                  <a:pt x="1501" y="3543"/>
                  <a:pt x="300" y="17715"/>
                  <a:pt x="0" y="21258"/>
                </a:cubicBezTo>
              </a:path>
            </a:pathLst>
          </a:custGeom>
          <a:noFill/>
          <a:ln cap="flat" cmpd="sng" w="9525">
            <a:solidFill>
              <a:schemeClr val="dk2"/>
            </a:solidFill>
            <a:prstDash val="solid"/>
            <a:round/>
            <a:headEnd len="med" w="med" type="none"/>
            <a:tailEnd len="med" w="med" type="none"/>
          </a:ln>
        </p:spPr>
      </p:sp>
      <p:sp>
        <p:nvSpPr>
          <p:cNvPr id="1531" name="Google Shape;1531;p81"/>
          <p:cNvSpPr/>
          <p:nvPr/>
        </p:nvSpPr>
        <p:spPr>
          <a:xfrm>
            <a:off x="4609100" y="1053925"/>
            <a:ext cx="729625" cy="711625"/>
          </a:xfrm>
          <a:custGeom>
            <a:rect b="b" l="l" r="r" t="t"/>
            <a:pathLst>
              <a:path extrusionOk="0" h="28465" w="29185">
                <a:moveTo>
                  <a:pt x="29185" y="0"/>
                </a:moveTo>
                <a:cubicBezTo>
                  <a:pt x="24321" y="4744"/>
                  <a:pt x="4864" y="23721"/>
                  <a:pt x="0" y="28465"/>
                </a:cubicBezTo>
              </a:path>
            </a:pathLst>
          </a:custGeom>
          <a:noFill/>
          <a:ln cap="flat" cmpd="sng" w="9525">
            <a:solidFill>
              <a:schemeClr val="dk2"/>
            </a:solidFill>
            <a:prstDash val="solid"/>
            <a:round/>
            <a:headEnd len="med" w="med" type="none"/>
            <a:tailEnd len="med" w="med" type="none"/>
          </a:ln>
        </p:spPr>
      </p:sp>
      <p:sp>
        <p:nvSpPr>
          <p:cNvPr id="1532" name="Google Shape;1532;p81"/>
          <p:cNvSpPr/>
          <p:nvPr/>
        </p:nvSpPr>
        <p:spPr>
          <a:xfrm>
            <a:off x="4302825" y="1756525"/>
            <a:ext cx="315275" cy="342300"/>
          </a:xfrm>
          <a:custGeom>
            <a:rect b="b" l="l" r="r" t="t"/>
            <a:pathLst>
              <a:path extrusionOk="0" h="13692" w="12611">
                <a:moveTo>
                  <a:pt x="0" y="13692"/>
                </a:moveTo>
                <a:cubicBezTo>
                  <a:pt x="2102" y="11410"/>
                  <a:pt x="10509" y="2282"/>
                  <a:pt x="12611" y="0"/>
                </a:cubicBezTo>
              </a:path>
            </a:pathLst>
          </a:custGeom>
          <a:noFill/>
          <a:ln cap="flat" cmpd="sng" w="9525">
            <a:solidFill>
              <a:schemeClr val="dk2"/>
            </a:solidFill>
            <a:prstDash val="solid"/>
            <a:round/>
            <a:headEnd len="med" w="med" type="none"/>
            <a:tailEnd len="med" w="med" type="none"/>
          </a:ln>
        </p:spPr>
      </p:sp>
      <p:sp>
        <p:nvSpPr>
          <p:cNvPr id="1533" name="Google Shape;1533;p81"/>
          <p:cNvSpPr/>
          <p:nvPr/>
        </p:nvSpPr>
        <p:spPr>
          <a:xfrm>
            <a:off x="4095650" y="2098825"/>
            <a:ext cx="207175" cy="306275"/>
          </a:xfrm>
          <a:custGeom>
            <a:rect b="b" l="l" r="r" t="t"/>
            <a:pathLst>
              <a:path extrusionOk="0" h="12251" w="8287">
                <a:moveTo>
                  <a:pt x="0" y="12251"/>
                </a:moveTo>
                <a:cubicBezTo>
                  <a:pt x="1381" y="10209"/>
                  <a:pt x="6906" y="2042"/>
                  <a:pt x="8287" y="0"/>
                </a:cubicBezTo>
              </a:path>
            </a:pathLst>
          </a:custGeom>
          <a:noFill/>
          <a:ln cap="flat" cmpd="sng" w="9525">
            <a:solidFill>
              <a:schemeClr val="dk2"/>
            </a:solidFill>
            <a:prstDash val="solid"/>
            <a:round/>
            <a:headEnd len="med" w="med" type="none"/>
            <a:tailEnd len="med" w="med" type="none"/>
          </a:ln>
        </p:spPr>
      </p:sp>
      <p:sp>
        <p:nvSpPr>
          <p:cNvPr id="1534" name="Google Shape;1534;p81"/>
          <p:cNvSpPr/>
          <p:nvPr/>
        </p:nvSpPr>
        <p:spPr>
          <a:xfrm>
            <a:off x="4095650" y="2423125"/>
            <a:ext cx="9000" cy="432375"/>
          </a:xfrm>
          <a:custGeom>
            <a:rect b="b" l="l" r="r" t="t"/>
            <a:pathLst>
              <a:path extrusionOk="0" h="17295" w="360">
                <a:moveTo>
                  <a:pt x="360" y="17295"/>
                </a:moveTo>
                <a:cubicBezTo>
                  <a:pt x="300" y="14413"/>
                  <a:pt x="60" y="2883"/>
                  <a:pt x="0" y="0"/>
                </a:cubicBezTo>
              </a:path>
            </a:pathLst>
          </a:custGeom>
          <a:noFill/>
          <a:ln cap="flat" cmpd="sng" w="9525">
            <a:solidFill>
              <a:schemeClr val="dk2"/>
            </a:solidFill>
            <a:prstDash val="solid"/>
            <a:round/>
            <a:headEnd len="med" w="med" type="none"/>
            <a:tailEnd len="med" w="med" type="none"/>
          </a:ln>
        </p:spPr>
      </p:sp>
      <p:sp>
        <p:nvSpPr>
          <p:cNvPr id="1535" name="Google Shape;1535;p81"/>
          <p:cNvSpPr/>
          <p:nvPr/>
        </p:nvSpPr>
        <p:spPr>
          <a:xfrm>
            <a:off x="4636125" y="1747525"/>
            <a:ext cx="1684475" cy="279250"/>
          </a:xfrm>
          <a:custGeom>
            <a:rect b="b" l="l" r="r" t="t"/>
            <a:pathLst>
              <a:path extrusionOk="0" h="11170" w="67379">
                <a:moveTo>
                  <a:pt x="0" y="0"/>
                </a:moveTo>
                <a:cubicBezTo>
                  <a:pt x="11230" y="1862"/>
                  <a:pt x="56149" y="9308"/>
                  <a:pt x="67379" y="11170"/>
                </a:cubicBezTo>
              </a:path>
            </a:pathLst>
          </a:custGeom>
          <a:noFill/>
          <a:ln cap="flat" cmpd="sng" w="9525">
            <a:solidFill>
              <a:schemeClr val="dk2"/>
            </a:solidFill>
            <a:prstDash val="solid"/>
            <a:round/>
            <a:headEnd len="med" w="med" type="none"/>
            <a:tailEnd len="med" w="med" type="none"/>
          </a:ln>
        </p:spPr>
      </p:sp>
      <p:sp>
        <p:nvSpPr>
          <p:cNvPr id="1536" name="Google Shape;1536;p81"/>
          <p:cNvSpPr/>
          <p:nvPr/>
        </p:nvSpPr>
        <p:spPr>
          <a:xfrm>
            <a:off x="5095525" y="2351050"/>
            <a:ext cx="234200" cy="234200"/>
          </a:xfrm>
          <a:custGeom>
            <a:rect b="b" l="l" r="r" t="t"/>
            <a:pathLst>
              <a:path extrusionOk="0" h="9368" w="9368">
                <a:moveTo>
                  <a:pt x="9368" y="0"/>
                </a:moveTo>
                <a:cubicBezTo>
                  <a:pt x="7807" y="1561"/>
                  <a:pt x="1561" y="7807"/>
                  <a:pt x="0" y="9368"/>
                </a:cubicBezTo>
              </a:path>
            </a:pathLst>
          </a:custGeom>
          <a:noFill/>
          <a:ln cap="flat" cmpd="sng" w="9525">
            <a:solidFill>
              <a:schemeClr val="dk2"/>
            </a:solidFill>
            <a:prstDash val="solid"/>
            <a:round/>
            <a:headEnd len="med" w="med" type="none"/>
            <a:tailEnd len="med" w="med" type="none"/>
          </a:ln>
        </p:spPr>
      </p:sp>
      <p:sp>
        <p:nvSpPr>
          <p:cNvPr id="1537" name="Google Shape;1537;p81"/>
          <p:cNvSpPr/>
          <p:nvPr/>
        </p:nvSpPr>
        <p:spPr>
          <a:xfrm>
            <a:off x="5086525" y="2576250"/>
            <a:ext cx="18000" cy="333300"/>
          </a:xfrm>
          <a:custGeom>
            <a:rect b="b" l="l" r="r" t="t"/>
            <a:pathLst>
              <a:path extrusionOk="0" h="13332" w="720">
                <a:moveTo>
                  <a:pt x="0" y="0"/>
                </a:moveTo>
                <a:cubicBezTo>
                  <a:pt x="120" y="2222"/>
                  <a:pt x="600" y="11110"/>
                  <a:pt x="720" y="13332"/>
                </a:cubicBezTo>
              </a:path>
            </a:pathLst>
          </a:custGeom>
          <a:noFill/>
          <a:ln cap="flat" cmpd="sng" w="9525">
            <a:solidFill>
              <a:schemeClr val="dk2"/>
            </a:solidFill>
            <a:prstDash val="solid"/>
            <a:round/>
            <a:headEnd len="med" w="med" type="none"/>
            <a:tailEnd len="med" w="med" type="none"/>
          </a:ln>
        </p:spPr>
      </p:sp>
      <p:sp>
        <p:nvSpPr>
          <p:cNvPr id="1538" name="Google Shape;1538;p81"/>
          <p:cNvSpPr/>
          <p:nvPr/>
        </p:nvSpPr>
        <p:spPr>
          <a:xfrm>
            <a:off x="4104650" y="2855500"/>
            <a:ext cx="1026900" cy="54050"/>
          </a:xfrm>
          <a:custGeom>
            <a:rect b="b" l="l" r="r" t="t"/>
            <a:pathLst>
              <a:path extrusionOk="0" h="2162" w="41076">
                <a:moveTo>
                  <a:pt x="0" y="0"/>
                </a:moveTo>
                <a:cubicBezTo>
                  <a:pt x="6846" y="360"/>
                  <a:pt x="34230" y="1802"/>
                  <a:pt x="41076" y="2162"/>
                </a:cubicBezTo>
              </a:path>
            </a:pathLst>
          </a:custGeom>
          <a:noFill/>
          <a:ln cap="flat" cmpd="sng" w="9525">
            <a:solidFill>
              <a:schemeClr val="dk2"/>
            </a:solidFill>
            <a:prstDash val="solid"/>
            <a:round/>
            <a:headEnd len="med" w="med" type="none"/>
            <a:tailEnd len="med" w="med" type="none"/>
          </a:ln>
        </p:spPr>
      </p:sp>
      <p:sp>
        <p:nvSpPr>
          <p:cNvPr id="1539" name="Google Shape;1539;p81"/>
          <p:cNvSpPr/>
          <p:nvPr/>
        </p:nvSpPr>
        <p:spPr>
          <a:xfrm>
            <a:off x="4600100" y="1765550"/>
            <a:ext cx="486425" cy="828725"/>
          </a:xfrm>
          <a:custGeom>
            <a:rect b="b" l="l" r="r" t="t"/>
            <a:pathLst>
              <a:path extrusionOk="0" h="33149" w="19457">
                <a:moveTo>
                  <a:pt x="0" y="0"/>
                </a:moveTo>
                <a:cubicBezTo>
                  <a:pt x="3243" y="5525"/>
                  <a:pt x="16214" y="27624"/>
                  <a:pt x="19457" y="33149"/>
                </a:cubicBezTo>
              </a:path>
            </a:pathLst>
          </a:custGeom>
          <a:noFill/>
          <a:ln cap="flat" cmpd="sng" w="9525">
            <a:solidFill>
              <a:schemeClr val="dk2"/>
            </a:solidFill>
            <a:prstDash val="solid"/>
            <a:round/>
            <a:headEnd len="med" w="med" type="none"/>
            <a:tailEnd len="med" w="med" type="none"/>
          </a:ln>
        </p:spPr>
      </p:sp>
      <p:sp>
        <p:nvSpPr>
          <p:cNvPr id="1540" name="Google Shape;1540;p81"/>
          <p:cNvSpPr/>
          <p:nvPr/>
        </p:nvSpPr>
        <p:spPr>
          <a:xfrm>
            <a:off x="5347750" y="2035775"/>
            <a:ext cx="963850" cy="306275"/>
          </a:xfrm>
          <a:custGeom>
            <a:rect b="b" l="l" r="r" t="t"/>
            <a:pathLst>
              <a:path extrusionOk="0" h="12251" w="38554">
                <a:moveTo>
                  <a:pt x="0" y="12251"/>
                </a:moveTo>
                <a:cubicBezTo>
                  <a:pt x="6426" y="10209"/>
                  <a:pt x="32128" y="2042"/>
                  <a:pt x="38554" y="0"/>
                </a:cubicBezTo>
              </a:path>
            </a:pathLst>
          </a:custGeom>
          <a:noFill/>
          <a:ln cap="flat" cmpd="sng" w="9525">
            <a:solidFill>
              <a:schemeClr val="dk2"/>
            </a:solidFill>
            <a:prstDash val="solid"/>
            <a:round/>
            <a:headEnd len="med" w="med" type="none"/>
            <a:tailEnd len="med" w="med" type="none"/>
          </a:ln>
        </p:spPr>
      </p:sp>
      <p:sp>
        <p:nvSpPr>
          <p:cNvPr id="1541" name="Google Shape;1541;p81"/>
          <p:cNvSpPr/>
          <p:nvPr/>
        </p:nvSpPr>
        <p:spPr>
          <a:xfrm>
            <a:off x="4284825" y="4332800"/>
            <a:ext cx="1044900" cy="18000"/>
          </a:xfrm>
          <a:custGeom>
            <a:rect b="b" l="l" r="r" t="t"/>
            <a:pathLst>
              <a:path extrusionOk="0" h="720" w="41796">
                <a:moveTo>
                  <a:pt x="0" y="720"/>
                </a:moveTo>
                <a:cubicBezTo>
                  <a:pt x="6966" y="600"/>
                  <a:pt x="34830" y="120"/>
                  <a:pt x="41796" y="0"/>
                </a:cubicBezTo>
              </a:path>
            </a:pathLst>
          </a:custGeom>
          <a:noFill/>
          <a:ln cap="flat" cmpd="sng" w="9525">
            <a:solidFill>
              <a:schemeClr val="dk2"/>
            </a:solidFill>
            <a:prstDash val="solid"/>
            <a:round/>
            <a:headEnd len="med" w="med" type="none"/>
            <a:tailEnd len="med" w="med" type="none"/>
          </a:ln>
        </p:spPr>
      </p:sp>
      <p:sp>
        <p:nvSpPr>
          <p:cNvPr id="1542" name="Google Shape;1542;p81"/>
          <p:cNvSpPr/>
          <p:nvPr/>
        </p:nvSpPr>
        <p:spPr>
          <a:xfrm>
            <a:off x="5329725" y="4062550"/>
            <a:ext cx="702625" cy="270250"/>
          </a:xfrm>
          <a:custGeom>
            <a:rect b="b" l="l" r="r" t="t"/>
            <a:pathLst>
              <a:path extrusionOk="0" h="10810" w="28105">
                <a:moveTo>
                  <a:pt x="28105" y="0"/>
                </a:moveTo>
                <a:cubicBezTo>
                  <a:pt x="23421" y="1802"/>
                  <a:pt x="4684" y="9008"/>
                  <a:pt x="0" y="10810"/>
                </a:cubicBezTo>
              </a:path>
            </a:pathLst>
          </a:custGeom>
          <a:noFill/>
          <a:ln cap="flat" cmpd="sng" w="9525">
            <a:solidFill>
              <a:schemeClr val="dk2"/>
            </a:solidFill>
            <a:prstDash val="solid"/>
            <a:round/>
            <a:headEnd len="med" w="med" type="none"/>
            <a:tailEnd len="med" w="med" type="none"/>
          </a:ln>
        </p:spPr>
      </p:sp>
      <p:sp>
        <p:nvSpPr>
          <p:cNvPr id="1543" name="Google Shape;1543;p81"/>
          <p:cNvSpPr/>
          <p:nvPr/>
        </p:nvSpPr>
        <p:spPr>
          <a:xfrm>
            <a:off x="6050350" y="4044550"/>
            <a:ext cx="648575" cy="18000"/>
          </a:xfrm>
          <a:custGeom>
            <a:rect b="b" l="l" r="r" t="t"/>
            <a:pathLst>
              <a:path extrusionOk="0" h="720" w="25943">
                <a:moveTo>
                  <a:pt x="25943" y="720"/>
                </a:moveTo>
                <a:cubicBezTo>
                  <a:pt x="21619" y="600"/>
                  <a:pt x="4324" y="120"/>
                  <a:pt x="0" y="0"/>
                </a:cubicBezTo>
              </a:path>
            </a:pathLst>
          </a:custGeom>
          <a:noFill/>
          <a:ln cap="flat" cmpd="sng" w="9525">
            <a:solidFill>
              <a:schemeClr val="dk2"/>
            </a:solidFill>
            <a:prstDash val="solid"/>
            <a:round/>
            <a:headEnd len="med" w="med" type="none"/>
            <a:tailEnd len="med" w="med" type="none"/>
          </a:ln>
        </p:spPr>
      </p:sp>
      <p:sp>
        <p:nvSpPr>
          <p:cNvPr id="1544" name="Google Shape;1544;p81"/>
          <p:cNvSpPr/>
          <p:nvPr/>
        </p:nvSpPr>
        <p:spPr>
          <a:xfrm>
            <a:off x="6581825" y="3531100"/>
            <a:ext cx="126100" cy="522450"/>
          </a:xfrm>
          <a:custGeom>
            <a:rect b="b" l="l" r="r" t="t"/>
            <a:pathLst>
              <a:path extrusionOk="0" h="20898" w="5044">
                <a:moveTo>
                  <a:pt x="0" y="0"/>
                </a:moveTo>
                <a:cubicBezTo>
                  <a:pt x="841" y="3483"/>
                  <a:pt x="4203" y="17415"/>
                  <a:pt x="5044" y="20898"/>
                </a:cubicBezTo>
              </a:path>
            </a:pathLst>
          </a:custGeom>
          <a:noFill/>
          <a:ln cap="flat" cmpd="sng" w="9525">
            <a:solidFill>
              <a:schemeClr val="dk2"/>
            </a:solidFill>
            <a:prstDash val="solid"/>
            <a:round/>
            <a:headEnd len="med" w="med" type="none"/>
            <a:tailEnd len="med" w="med" type="none"/>
          </a:ln>
        </p:spPr>
      </p:sp>
      <p:sp>
        <p:nvSpPr>
          <p:cNvPr id="1545" name="Google Shape;1545;p81"/>
          <p:cNvSpPr/>
          <p:nvPr/>
        </p:nvSpPr>
        <p:spPr>
          <a:xfrm>
            <a:off x="6599850" y="3242825"/>
            <a:ext cx="351300" cy="279250"/>
          </a:xfrm>
          <a:custGeom>
            <a:rect b="b" l="l" r="r" t="t"/>
            <a:pathLst>
              <a:path extrusionOk="0" h="11170" w="14052">
                <a:moveTo>
                  <a:pt x="14052" y="0"/>
                </a:moveTo>
                <a:cubicBezTo>
                  <a:pt x="11710" y="1862"/>
                  <a:pt x="2342" y="9308"/>
                  <a:pt x="0" y="11170"/>
                </a:cubicBezTo>
              </a:path>
            </a:pathLst>
          </a:custGeom>
          <a:noFill/>
          <a:ln cap="flat" cmpd="sng" w="9525">
            <a:solidFill>
              <a:schemeClr val="dk2"/>
            </a:solidFill>
            <a:prstDash val="solid"/>
            <a:round/>
            <a:headEnd len="med" w="med" type="none"/>
            <a:tailEnd len="med" w="med" type="none"/>
          </a:ln>
        </p:spPr>
      </p:sp>
      <p:sp>
        <p:nvSpPr>
          <p:cNvPr id="1546" name="Google Shape;1546;p81"/>
          <p:cNvSpPr/>
          <p:nvPr/>
        </p:nvSpPr>
        <p:spPr>
          <a:xfrm>
            <a:off x="6401675" y="2927550"/>
            <a:ext cx="558475" cy="324300"/>
          </a:xfrm>
          <a:custGeom>
            <a:rect b="b" l="l" r="r" t="t"/>
            <a:pathLst>
              <a:path extrusionOk="0" h="12972" w="22339">
                <a:moveTo>
                  <a:pt x="0" y="0"/>
                </a:moveTo>
                <a:cubicBezTo>
                  <a:pt x="3723" y="2162"/>
                  <a:pt x="18616" y="10810"/>
                  <a:pt x="22339" y="12972"/>
                </a:cubicBezTo>
              </a:path>
            </a:pathLst>
          </a:custGeom>
          <a:noFill/>
          <a:ln cap="flat" cmpd="sng" w="9525">
            <a:solidFill>
              <a:schemeClr val="dk2"/>
            </a:solidFill>
            <a:prstDash val="solid"/>
            <a:round/>
            <a:headEnd len="med" w="med" type="none"/>
            <a:tailEnd len="med" w="med" type="none"/>
          </a:ln>
        </p:spPr>
      </p:sp>
      <p:sp>
        <p:nvSpPr>
          <p:cNvPr id="1547" name="Google Shape;1547;p81"/>
          <p:cNvSpPr/>
          <p:nvPr/>
        </p:nvSpPr>
        <p:spPr>
          <a:xfrm>
            <a:off x="5104525" y="2585250"/>
            <a:ext cx="1297150" cy="360325"/>
          </a:xfrm>
          <a:custGeom>
            <a:rect b="b" l="l" r="r" t="t"/>
            <a:pathLst>
              <a:path extrusionOk="0" h="14413" w="51886">
                <a:moveTo>
                  <a:pt x="0" y="0"/>
                </a:moveTo>
                <a:cubicBezTo>
                  <a:pt x="8648" y="2402"/>
                  <a:pt x="43238" y="12011"/>
                  <a:pt x="51886" y="14413"/>
                </a:cubicBezTo>
              </a:path>
            </a:pathLst>
          </a:custGeom>
          <a:noFill/>
          <a:ln cap="flat" cmpd="sng" w="9525">
            <a:solidFill>
              <a:schemeClr val="dk2"/>
            </a:solidFill>
            <a:prstDash val="solid"/>
            <a:round/>
            <a:headEnd len="med" w="med" type="none"/>
            <a:tailEnd len="med" w="med" type="none"/>
          </a:ln>
        </p:spPr>
      </p:sp>
      <p:sp>
        <p:nvSpPr>
          <p:cNvPr id="1548" name="Google Shape;1548;p81"/>
          <p:cNvSpPr/>
          <p:nvPr/>
        </p:nvSpPr>
        <p:spPr>
          <a:xfrm>
            <a:off x="5077500" y="2900550"/>
            <a:ext cx="117100" cy="927800"/>
          </a:xfrm>
          <a:custGeom>
            <a:rect b="b" l="l" r="r" t="t"/>
            <a:pathLst>
              <a:path extrusionOk="0" h="37112" w="4684">
                <a:moveTo>
                  <a:pt x="0" y="0"/>
                </a:moveTo>
                <a:cubicBezTo>
                  <a:pt x="781" y="6185"/>
                  <a:pt x="3903" y="30927"/>
                  <a:pt x="4684" y="37112"/>
                </a:cubicBezTo>
              </a:path>
            </a:pathLst>
          </a:custGeom>
          <a:noFill/>
          <a:ln cap="flat" cmpd="sng" w="9525">
            <a:solidFill>
              <a:schemeClr val="dk2"/>
            </a:solidFill>
            <a:prstDash val="solid"/>
            <a:round/>
            <a:headEnd len="med" w="med" type="none"/>
            <a:tailEnd len="med" w="med" type="none"/>
          </a:ln>
        </p:spPr>
      </p:sp>
      <p:sp>
        <p:nvSpPr>
          <p:cNvPr id="1549" name="Google Shape;1549;p81"/>
          <p:cNvSpPr/>
          <p:nvPr/>
        </p:nvSpPr>
        <p:spPr>
          <a:xfrm>
            <a:off x="5185600" y="3792325"/>
            <a:ext cx="135125" cy="558475"/>
          </a:xfrm>
          <a:custGeom>
            <a:rect b="b" l="l" r="r" t="t"/>
            <a:pathLst>
              <a:path extrusionOk="0" h="22339" w="5405">
                <a:moveTo>
                  <a:pt x="0" y="0"/>
                </a:moveTo>
                <a:cubicBezTo>
                  <a:pt x="901" y="3723"/>
                  <a:pt x="4504" y="18616"/>
                  <a:pt x="5405" y="22339"/>
                </a:cubicBezTo>
              </a:path>
            </a:pathLst>
          </a:custGeom>
          <a:noFill/>
          <a:ln cap="flat" cmpd="sng" w="9525">
            <a:solidFill>
              <a:schemeClr val="dk2"/>
            </a:solidFill>
            <a:prstDash val="solid"/>
            <a:round/>
            <a:headEnd len="med" w="med" type="none"/>
            <a:tailEnd len="med" w="med" type="none"/>
          </a:ln>
        </p:spPr>
      </p:sp>
      <p:sp>
        <p:nvSpPr>
          <p:cNvPr id="1550" name="Google Shape;1550;p81"/>
          <p:cNvSpPr/>
          <p:nvPr/>
        </p:nvSpPr>
        <p:spPr>
          <a:xfrm>
            <a:off x="4699175" y="3675225"/>
            <a:ext cx="504450" cy="108075"/>
          </a:xfrm>
          <a:custGeom>
            <a:rect b="b" l="l" r="r" t="t"/>
            <a:pathLst>
              <a:path extrusionOk="0" h="4323" w="20178">
                <a:moveTo>
                  <a:pt x="20178" y="4323"/>
                </a:moveTo>
                <a:cubicBezTo>
                  <a:pt x="16815" y="3603"/>
                  <a:pt x="3363" y="721"/>
                  <a:pt x="0" y="0"/>
                </a:cubicBezTo>
              </a:path>
            </a:pathLst>
          </a:custGeom>
          <a:noFill/>
          <a:ln cap="flat" cmpd="sng" w="9525">
            <a:solidFill>
              <a:schemeClr val="dk2"/>
            </a:solidFill>
            <a:prstDash val="solid"/>
            <a:round/>
            <a:headEnd len="med" w="med" type="none"/>
            <a:tailEnd len="med" w="med" type="none"/>
          </a:ln>
        </p:spPr>
      </p:sp>
      <p:sp>
        <p:nvSpPr>
          <p:cNvPr id="1551" name="Google Shape;1551;p81"/>
          <p:cNvSpPr/>
          <p:nvPr/>
        </p:nvSpPr>
        <p:spPr>
          <a:xfrm>
            <a:off x="5113550" y="2900550"/>
            <a:ext cx="513450" cy="405350"/>
          </a:xfrm>
          <a:custGeom>
            <a:rect b="b" l="l" r="r" t="t"/>
            <a:pathLst>
              <a:path extrusionOk="0" h="16214" w="20538">
                <a:moveTo>
                  <a:pt x="0" y="0"/>
                </a:moveTo>
                <a:cubicBezTo>
                  <a:pt x="3423" y="2702"/>
                  <a:pt x="17115" y="13512"/>
                  <a:pt x="20538" y="16214"/>
                </a:cubicBezTo>
              </a:path>
            </a:pathLst>
          </a:custGeom>
          <a:noFill/>
          <a:ln cap="flat" cmpd="sng" w="9525">
            <a:solidFill>
              <a:schemeClr val="dk2"/>
            </a:solidFill>
            <a:prstDash val="solid"/>
            <a:round/>
            <a:headEnd len="med" w="med" type="none"/>
            <a:tailEnd len="med" w="med" type="none"/>
          </a:ln>
        </p:spPr>
      </p:sp>
      <p:sp>
        <p:nvSpPr>
          <p:cNvPr id="1552" name="Google Shape;1552;p81"/>
          <p:cNvSpPr/>
          <p:nvPr/>
        </p:nvSpPr>
        <p:spPr>
          <a:xfrm>
            <a:off x="5654025" y="3305900"/>
            <a:ext cx="927800" cy="261225"/>
          </a:xfrm>
          <a:custGeom>
            <a:rect b="b" l="l" r="r" t="t"/>
            <a:pathLst>
              <a:path extrusionOk="0" h="10449" w="37112">
                <a:moveTo>
                  <a:pt x="0" y="0"/>
                </a:moveTo>
                <a:cubicBezTo>
                  <a:pt x="6185" y="1742"/>
                  <a:pt x="30927" y="8708"/>
                  <a:pt x="37112" y="10449"/>
                </a:cubicBezTo>
              </a:path>
            </a:pathLst>
          </a:custGeom>
          <a:noFill/>
          <a:ln cap="flat" cmpd="sng" w="9525">
            <a:solidFill>
              <a:schemeClr val="dk2"/>
            </a:solidFill>
            <a:prstDash val="solid"/>
            <a:round/>
            <a:headEnd len="med" w="med" type="none"/>
            <a:tailEnd len="med" w="med" type="none"/>
          </a:ln>
        </p:spPr>
      </p:sp>
      <p:sp>
        <p:nvSpPr>
          <p:cNvPr id="1553" name="Google Shape;1553;p81"/>
          <p:cNvSpPr/>
          <p:nvPr/>
        </p:nvSpPr>
        <p:spPr>
          <a:xfrm>
            <a:off x="4095650" y="2837475"/>
            <a:ext cx="639550" cy="882775"/>
          </a:xfrm>
          <a:custGeom>
            <a:rect b="b" l="l" r="r" t="t"/>
            <a:pathLst>
              <a:path extrusionOk="0" h="35311" w="25582">
                <a:moveTo>
                  <a:pt x="0" y="0"/>
                </a:moveTo>
                <a:cubicBezTo>
                  <a:pt x="4264" y="5885"/>
                  <a:pt x="21318" y="29426"/>
                  <a:pt x="25582" y="35311"/>
                </a:cubicBezTo>
              </a:path>
            </a:pathLst>
          </a:custGeom>
          <a:noFill/>
          <a:ln cap="flat" cmpd="sng" w="9525">
            <a:solidFill>
              <a:schemeClr val="dk2"/>
            </a:solidFill>
            <a:prstDash val="solid"/>
            <a:round/>
            <a:headEnd len="med" w="med" type="none"/>
            <a:tailEnd len="med" w="med" type="none"/>
          </a:ln>
        </p:spPr>
      </p:sp>
      <p:sp>
        <p:nvSpPr>
          <p:cNvPr id="1554" name="Google Shape;1554;p81"/>
          <p:cNvSpPr/>
          <p:nvPr/>
        </p:nvSpPr>
        <p:spPr>
          <a:xfrm>
            <a:off x="6320600" y="2035775"/>
            <a:ext cx="54050" cy="891775"/>
          </a:xfrm>
          <a:custGeom>
            <a:rect b="b" l="l" r="r" t="t"/>
            <a:pathLst>
              <a:path extrusionOk="0" h="35671" w="2162">
                <a:moveTo>
                  <a:pt x="0" y="0"/>
                </a:moveTo>
                <a:cubicBezTo>
                  <a:pt x="360" y="5945"/>
                  <a:pt x="1802" y="29726"/>
                  <a:pt x="2162" y="35671"/>
                </a:cubicBezTo>
              </a:path>
            </a:pathLst>
          </a:custGeom>
          <a:noFill/>
          <a:ln cap="flat" cmpd="sng" w="9525">
            <a:solidFill>
              <a:schemeClr val="dk2"/>
            </a:solidFill>
            <a:prstDash val="solid"/>
            <a:round/>
            <a:headEnd len="med" w="med" type="none"/>
            <a:tailEnd len="med" w="med" type="none"/>
          </a:ln>
        </p:spPr>
      </p:sp>
      <p:sp>
        <p:nvSpPr>
          <p:cNvPr id="1555" name="Google Shape;1555;p81"/>
          <p:cNvSpPr/>
          <p:nvPr/>
        </p:nvSpPr>
        <p:spPr>
          <a:xfrm>
            <a:off x="3850034" y="123261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81"/>
          <p:cNvSpPr/>
          <p:nvPr/>
        </p:nvSpPr>
        <p:spPr>
          <a:xfrm>
            <a:off x="4001700" y="22945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81"/>
          <p:cNvSpPr/>
          <p:nvPr/>
        </p:nvSpPr>
        <p:spPr>
          <a:xfrm>
            <a:off x="4001700" y="2751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81"/>
          <p:cNvSpPr/>
          <p:nvPr/>
        </p:nvSpPr>
        <p:spPr>
          <a:xfrm>
            <a:off x="6277025" y="28292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81"/>
          <p:cNvSpPr/>
          <p:nvPr/>
        </p:nvSpPr>
        <p:spPr>
          <a:xfrm>
            <a:off x="5483600" y="31922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81"/>
          <p:cNvSpPr/>
          <p:nvPr/>
        </p:nvSpPr>
        <p:spPr>
          <a:xfrm>
            <a:off x="6843075" y="31340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81"/>
          <p:cNvSpPr/>
          <p:nvPr/>
        </p:nvSpPr>
        <p:spPr>
          <a:xfrm>
            <a:off x="65984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81"/>
          <p:cNvSpPr/>
          <p:nvPr/>
        </p:nvSpPr>
        <p:spPr>
          <a:xfrm>
            <a:off x="59296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81"/>
          <p:cNvSpPr/>
          <p:nvPr/>
        </p:nvSpPr>
        <p:spPr>
          <a:xfrm>
            <a:off x="5221625" y="42402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81"/>
          <p:cNvSpPr/>
          <p:nvPr/>
        </p:nvSpPr>
        <p:spPr>
          <a:xfrm>
            <a:off x="4190400" y="424025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81"/>
          <p:cNvSpPr/>
          <p:nvPr/>
        </p:nvSpPr>
        <p:spPr>
          <a:xfrm>
            <a:off x="5221634" y="9368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81"/>
          <p:cNvSpPr/>
          <p:nvPr/>
        </p:nvSpPr>
        <p:spPr>
          <a:xfrm>
            <a:off x="5176595" y="14702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81"/>
          <p:cNvSpPr/>
          <p:nvPr/>
        </p:nvSpPr>
        <p:spPr>
          <a:xfrm>
            <a:off x="6198925" y="19148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81"/>
          <p:cNvSpPr/>
          <p:nvPr/>
        </p:nvSpPr>
        <p:spPr>
          <a:xfrm>
            <a:off x="5221625" y="22583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81"/>
          <p:cNvSpPr/>
          <p:nvPr/>
        </p:nvSpPr>
        <p:spPr>
          <a:xfrm>
            <a:off x="4987900" y="24773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81"/>
          <p:cNvSpPr/>
          <p:nvPr/>
        </p:nvSpPr>
        <p:spPr>
          <a:xfrm>
            <a:off x="4987900" y="27929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81"/>
          <p:cNvSpPr/>
          <p:nvPr/>
        </p:nvSpPr>
        <p:spPr>
          <a:xfrm>
            <a:off x="6465725" y="34249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81"/>
          <p:cNvSpPr/>
          <p:nvPr/>
        </p:nvSpPr>
        <p:spPr>
          <a:xfrm>
            <a:off x="4597900" y="3576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81"/>
          <p:cNvSpPr/>
          <p:nvPr/>
        </p:nvSpPr>
        <p:spPr>
          <a:xfrm>
            <a:off x="5087250" y="3687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81"/>
          <p:cNvSpPr/>
          <p:nvPr/>
        </p:nvSpPr>
        <p:spPr>
          <a:xfrm>
            <a:off x="4490795" y="165378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81"/>
          <p:cNvSpPr/>
          <p:nvPr/>
        </p:nvSpPr>
        <p:spPr>
          <a:xfrm>
            <a:off x="4185995" y="1989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81"/>
          <p:cNvSpPr txBox="1"/>
          <p:nvPr/>
        </p:nvSpPr>
        <p:spPr>
          <a:xfrm>
            <a:off x="4033600" y="15833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t>Atlanta</a:t>
            </a:r>
            <a:endParaRPr b="1" sz="800"/>
          </a:p>
        </p:txBody>
      </p:sp>
      <p:sp>
        <p:nvSpPr>
          <p:cNvPr id="1577" name="Google Shape;1577;p81"/>
          <p:cNvSpPr txBox="1"/>
          <p:nvPr/>
        </p:nvSpPr>
        <p:spPr>
          <a:xfrm>
            <a:off x="5352150" y="8812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Toccoa</a:t>
            </a:r>
            <a:endParaRPr sz="800"/>
          </a:p>
        </p:txBody>
      </p:sp>
      <p:sp>
        <p:nvSpPr>
          <p:cNvPr id="1578" name="Google Shape;1578;p81"/>
          <p:cNvSpPr txBox="1"/>
          <p:nvPr/>
        </p:nvSpPr>
        <p:spPr>
          <a:xfrm>
            <a:off x="3456368" y="1156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Rome</a:t>
            </a:r>
            <a:endParaRPr sz="800"/>
          </a:p>
        </p:txBody>
      </p:sp>
      <p:sp>
        <p:nvSpPr>
          <p:cNvPr id="1579" name="Google Shape;1579;p81"/>
          <p:cNvSpPr txBox="1"/>
          <p:nvPr/>
        </p:nvSpPr>
        <p:spPr>
          <a:xfrm>
            <a:off x="5298566" y="13905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Athens</a:t>
            </a:r>
            <a:endParaRPr sz="800"/>
          </a:p>
        </p:txBody>
      </p:sp>
      <p:sp>
        <p:nvSpPr>
          <p:cNvPr id="1580" name="Google Shape;1580;p81"/>
          <p:cNvSpPr txBox="1"/>
          <p:nvPr/>
        </p:nvSpPr>
        <p:spPr>
          <a:xfrm>
            <a:off x="3672299" y="190291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Newnan</a:t>
            </a:r>
            <a:endParaRPr sz="800"/>
          </a:p>
        </p:txBody>
      </p:sp>
      <p:sp>
        <p:nvSpPr>
          <p:cNvPr id="1581" name="Google Shape;1581;p81"/>
          <p:cNvSpPr txBox="1"/>
          <p:nvPr/>
        </p:nvSpPr>
        <p:spPr>
          <a:xfrm>
            <a:off x="6335209" y="1818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Augusta</a:t>
            </a:r>
            <a:endParaRPr sz="800"/>
          </a:p>
        </p:txBody>
      </p:sp>
      <p:sp>
        <p:nvSpPr>
          <p:cNvPr id="1582" name="Google Shape;1582;p81"/>
          <p:cNvSpPr txBox="1"/>
          <p:nvPr/>
        </p:nvSpPr>
        <p:spPr>
          <a:xfrm>
            <a:off x="3429351" y="223499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LaGrange</a:t>
            </a:r>
            <a:endParaRPr sz="800"/>
          </a:p>
        </p:txBody>
      </p:sp>
      <p:sp>
        <p:nvSpPr>
          <p:cNvPr id="1583" name="Google Shape;1583;p81"/>
          <p:cNvSpPr txBox="1"/>
          <p:nvPr/>
        </p:nvSpPr>
        <p:spPr>
          <a:xfrm>
            <a:off x="3429350" y="269232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Columbus</a:t>
            </a:r>
            <a:endParaRPr sz="800"/>
          </a:p>
        </p:txBody>
      </p:sp>
      <p:sp>
        <p:nvSpPr>
          <p:cNvPr id="1584" name="Google Shape;1584;p81"/>
          <p:cNvSpPr txBox="1"/>
          <p:nvPr/>
        </p:nvSpPr>
        <p:spPr>
          <a:xfrm>
            <a:off x="4175625" y="351257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Albany</a:t>
            </a:r>
            <a:endParaRPr sz="800"/>
          </a:p>
        </p:txBody>
      </p:sp>
      <p:sp>
        <p:nvSpPr>
          <p:cNvPr id="1585" name="Google Shape;1585;p81"/>
          <p:cNvSpPr txBox="1"/>
          <p:nvPr/>
        </p:nvSpPr>
        <p:spPr>
          <a:xfrm>
            <a:off x="3591225" y="42279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Bainbridge</a:t>
            </a:r>
            <a:endParaRPr sz="800"/>
          </a:p>
        </p:txBody>
      </p:sp>
      <p:sp>
        <p:nvSpPr>
          <p:cNvPr id="1586" name="Google Shape;1586;p81"/>
          <p:cNvSpPr txBox="1"/>
          <p:nvPr/>
        </p:nvSpPr>
        <p:spPr>
          <a:xfrm>
            <a:off x="5202893" y="3611772"/>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Tifton</a:t>
            </a:r>
            <a:endParaRPr sz="800"/>
          </a:p>
        </p:txBody>
      </p:sp>
      <p:sp>
        <p:nvSpPr>
          <p:cNvPr id="1587" name="Google Shape;1587;p81"/>
          <p:cNvSpPr txBox="1"/>
          <p:nvPr/>
        </p:nvSpPr>
        <p:spPr>
          <a:xfrm>
            <a:off x="4911000" y="43417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1"/>
                </a:solidFill>
              </a:rPr>
              <a:t>Valdosta</a:t>
            </a:r>
            <a:endParaRPr sz="800">
              <a:solidFill>
                <a:schemeClr val="dk1"/>
              </a:solidFill>
            </a:endParaRPr>
          </a:p>
        </p:txBody>
      </p:sp>
      <p:sp>
        <p:nvSpPr>
          <p:cNvPr id="1588" name="Google Shape;1588;p81"/>
          <p:cNvSpPr txBox="1"/>
          <p:nvPr/>
        </p:nvSpPr>
        <p:spPr>
          <a:xfrm>
            <a:off x="4550913" y="24072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Macon</a:t>
            </a:r>
            <a:endParaRPr sz="800"/>
          </a:p>
        </p:txBody>
      </p:sp>
      <p:sp>
        <p:nvSpPr>
          <p:cNvPr id="1589" name="Google Shape;1589;p81"/>
          <p:cNvSpPr txBox="1"/>
          <p:nvPr/>
        </p:nvSpPr>
        <p:spPr>
          <a:xfrm>
            <a:off x="5109415" y="2021622"/>
            <a:ext cx="846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Milledgeville</a:t>
            </a:r>
            <a:endParaRPr sz="800"/>
          </a:p>
        </p:txBody>
      </p:sp>
      <p:sp>
        <p:nvSpPr>
          <p:cNvPr id="1590" name="Google Shape;1590;p81"/>
          <p:cNvSpPr txBox="1"/>
          <p:nvPr/>
        </p:nvSpPr>
        <p:spPr>
          <a:xfrm>
            <a:off x="6743025" y="39647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Brunswick</a:t>
            </a:r>
            <a:endParaRPr sz="800"/>
          </a:p>
        </p:txBody>
      </p:sp>
      <p:sp>
        <p:nvSpPr>
          <p:cNvPr id="1591" name="Google Shape;1591;p81"/>
          <p:cNvSpPr txBox="1"/>
          <p:nvPr/>
        </p:nvSpPr>
        <p:spPr>
          <a:xfrm>
            <a:off x="5771125" y="40518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Waycross</a:t>
            </a:r>
            <a:endParaRPr sz="800"/>
          </a:p>
        </p:txBody>
      </p:sp>
      <p:sp>
        <p:nvSpPr>
          <p:cNvPr id="1592" name="Google Shape;1592;p81"/>
          <p:cNvSpPr txBox="1"/>
          <p:nvPr/>
        </p:nvSpPr>
        <p:spPr>
          <a:xfrm>
            <a:off x="4627113" y="2833374"/>
            <a:ext cx="69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Warner Robins</a:t>
            </a:r>
            <a:endParaRPr sz="800"/>
          </a:p>
        </p:txBody>
      </p:sp>
      <p:sp>
        <p:nvSpPr>
          <p:cNvPr id="1593" name="Google Shape;1593;p81"/>
          <p:cNvSpPr txBox="1"/>
          <p:nvPr/>
        </p:nvSpPr>
        <p:spPr>
          <a:xfrm>
            <a:off x="5582449" y="30797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McRae</a:t>
            </a:r>
            <a:endParaRPr sz="800"/>
          </a:p>
        </p:txBody>
      </p:sp>
      <p:sp>
        <p:nvSpPr>
          <p:cNvPr id="1594" name="Google Shape;1594;p81"/>
          <p:cNvSpPr txBox="1"/>
          <p:nvPr/>
        </p:nvSpPr>
        <p:spPr>
          <a:xfrm>
            <a:off x="6559882" y="3445378"/>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Hinesville</a:t>
            </a:r>
            <a:endParaRPr sz="800"/>
          </a:p>
        </p:txBody>
      </p:sp>
      <p:sp>
        <p:nvSpPr>
          <p:cNvPr id="1595" name="Google Shape;1595;p81"/>
          <p:cNvSpPr txBox="1"/>
          <p:nvPr/>
        </p:nvSpPr>
        <p:spPr>
          <a:xfrm>
            <a:off x="6363966" y="267493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Statesboro</a:t>
            </a:r>
            <a:endParaRPr sz="800"/>
          </a:p>
        </p:txBody>
      </p:sp>
      <p:sp>
        <p:nvSpPr>
          <p:cNvPr id="1596" name="Google Shape;1596;p81"/>
          <p:cNvSpPr txBox="1"/>
          <p:nvPr/>
        </p:nvSpPr>
        <p:spPr>
          <a:xfrm>
            <a:off x="6969175" y="30744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1"/>
                </a:solidFill>
              </a:rPr>
              <a:t>Savannah</a:t>
            </a:r>
            <a:endParaRPr sz="800">
              <a:solidFill>
                <a:schemeClr val="dk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0" name="Shape 1600"/>
        <p:cNvGrpSpPr/>
        <p:nvPr/>
      </p:nvGrpSpPr>
      <p:grpSpPr>
        <a:xfrm>
          <a:off x="0" y="0"/>
          <a:ext cx="0" cy="0"/>
          <a:chOff x="0" y="0"/>
          <a:chExt cx="0" cy="0"/>
        </a:xfrm>
      </p:grpSpPr>
      <p:sp>
        <p:nvSpPr>
          <p:cNvPr id="1601" name="Google Shape;1601;p82"/>
          <p:cNvSpPr txBox="1"/>
          <p:nvPr>
            <p:ph type="title"/>
          </p:nvPr>
        </p:nvSpPr>
        <p:spPr>
          <a:xfrm>
            <a:off x="148125" y="99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Breadth-First Search: Savannah to Valdosta</a:t>
            </a:r>
            <a:endParaRPr/>
          </a:p>
        </p:txBody>
      </p:sp>
      <p:sp>
        <p:nvSpPr>
          <p:cNvPr id="1602" name="Google Shape;1602;p8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603" name="Google Shape;1603;p82"/>
          <p:cNvSpPr txBox="1"/>
          <p:nvPr/>
        </p:nvSpPr>
        <p:spPr>
          <a:xfrm>
            <a:off x="4030700" y="1093925"/>
            <a:ext cx="9375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Savannah</a:t>
            </a:r>
            <a:endParaRPr sz="1000"/>
          </a:p>
        </p:txBody>
      </p:sp>
      <p:pic>
        <p:nvPicPr>
          <p:cNvPr id="1604" name="Google Shape;1604;p82"/>
          <p:cNvPicPr preferRelativeResize="0"/>
          <p:nvPr/>
        </p:nvPicPr>
        <p:blipFill>
          <a:blip r:embed="rId3">
            <a:alphaModFix/>
          </a:blip>
          <a:stretch>
            <a:fillRect/>
          </a:stretch>
        </p:blipFill>
        <p:spPr>
          <a:xfrm>
            <a:off x="6961459" y="0"/>
            <a:ext cx="2174641" cy="1849275"/>
          </a:xfrm>
          <a:prstGeom prst="rect">
            <a:avLst/>
          </a:prstGeom>
          <a:noFill/>
          <a:ln>
            <a:noFill/>
          </a:ln>
        </p:spPr>
      </p:pic>
      <p:sp>
        <p:nvSpPr>
          <p:cNvPr id="1605" name="Google Shape;1605;p82"/>
          <p:cNvSpPr txBox="1"/>
          <p:nvPr/>
        </p:nvSpPr>
        <p:spPr>
          <a:xfrm>
            <a:off x="72700" y="945100"/>
            <a:ext cx="3000000" cy="2362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800">
                <a:solidFill>
                  <a:schemeClr val="dk1"/>
                </a:solidFill>
              </a:rPr>
              <a:t>Step 1: </a:t>
            </a:r>
            <a:br>
              <a:rPr lang="en" sz="1800">
                <a:solidFill>
                  <a:schemeClr val="dk1"/>
                </a:solidFill>
              </a:rPr>
            </a:br>
            <a:r>
              <a:rPr lang="en" sz="1800">
                <a:solidFill>
                  <a:schemeClr val="dk1"/>
                </a:solidFill>
              </a:rPr>
              <a:t>Make the starting city the root of the search tree (level 0).</a:t>
            </a:r>
            <a:endParaRPr sz="1800">
              <a:solidFill>
                <a:schemeClr val="dk1"/>
              </a:solidFill>
            </a:endParaRPr>
          </a:p>
          <a:p>
            <a:pPr indent="0" lvl="0" marL="0" rtl="0" algn="l">
              <a:lnSpc>
                <a:spcPct val="115000"/>
              </a:lnSpc>
              <a:spcBef>
                <a:spcPts val="1200"/>
              </a:spcBef>
              <a:spcAft>
                <a:spcPts val="0"/>
              </a:spcAft>
              <a:buNone/>
            </a:pPr>
            <a:r>
              <a:t/>
            </a:r>
            <a:endParaRPr sz="1800">
              <a:solidFill>
                <a:schemeClr val="dk1"/>
              </a:solidFill>
            </a:endParaRPr>
          </a:p>
          <a:p>
            <a:pPr indent="0" lvl="0" marL="0" rtl="0" algn="l">
              <a:lnSpc>
                <a:spcPct val="115000"/>
              </a:lnSpc>
              <a:spcBef>
                <a:spcPts val="1200"/>
              </a:spcBef>
              <a:spcAft>
                <a:spcPts val="1200"/>
              </a:spcAft>
              <a:buNone/>
            </a:pPr>
            <a:r>
              <a:t/>
            </a:r>
            <a:endParaRPr b="1" sz="1800">
              <a:solidFill>
                <a:schemeClr val="dk1"/>
              </a:solidFill>
            </a:endParaRPr>
          </a:p>
        </p:txBody>
      </p:sp>
      <p:sp>
        <p:nvSpPr>
          <p:cNvPr id="1606" name="Google Shape;1606;p82"/>
          <p:cNvSpPr txBox="1"/>
          <p:nvPr/>
        </p:nvSpPr>
        <p:spPr>
          <a:xfrm>
            <a:off x="5489075" y="880925"/>
            <a:ext cx="1217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Tree Root</a:t>
            </a:r>
            <a:endParaRPr b="1"/>
          </a:p>
        </p:txBody>
      </p:sp>
      <p:cxnSp>
        <p:nvCxnSpPr>
          <p:cNvPr id="1607" name="Google Shape;1607;p82"/>
          <p:cNvCxnSpPr/>
          <p:nvPr/>
        </p:nvCxnSpPr>
        <p:spPr>
          <a:xfrm flipH="1">
            <a:off x="4968250" y="1134125"/>
            <a:ext cx="611100" cy="200100"/>
          </a:xfrm>
          <a:prstGeom prst="curvedConnector3">
            <a:avLst>
              <a:gd fmla="val 50000" name="adj1"/>
            </a:avLst>
          </a:prstGeom>
          <a:noFill/>
          <a:ln cap="flat" cmpd="sng" w="9525">
            <a:solidFill>
              <a:schemeClr val="dk2"/>
            </a:solidFill>
            <a:prstDash val="dash"/>
            <a:round/>
            <a:headEnd len="med" w="med" type="none"/>
            <a:tailEnd len="med" w="med" type="none"/>
          </a:ln>
        </p:spPr>
      </p:cxn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1" name="Shape 1611"/>
        <p:cNvGrpSpPr/>
        <p:nvPr/>
      </p:nvGrpSpPr>
      <p:grpSpPr>
        <a:xfrm>
          <a:off x="0" y="0"/>
          <a:ext cx="0" cy="0"/>
          <a:chOff x="0" y="0"/>
          <a:chExt cx="0" cy="0"/>
        </a:xfrm>
      </p:grpSpPr>
      <p:sp>
        <p:nvSpPr>
          <p:cNvPr id="1612" name="Google Shape;1612;p83"/>
          <p:cNvSpPr txBox="1"/>
          <p:nvPr>
            <p:ph type="title"/>
          </p:nvPr>
        </p:nvSpPr>
        <p:spPr>
          <a:xfrm>
            <a:off x="148125" y="99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Breadth-First Search: Savannah to Valdosta</a:t>
            </a:r>
            <a:endParaRPr/>
          </a:p>
        </p:txBody>
      </p:sp>
      <p:sp>
        <p:nvSpPr>
          <p:cNvPr id="1613" name="Google Shape;1613;p8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614" name="Google Shape;1614;p83"/>
          <p:cNvSpPr txBox="1"/>
          <p:nvPr/>
        </p:nvSpPr>
        <p:spPr>
          <a:xfrm>
            <a:off x="4030700" y="1093925"/>
            <a:ext cx="9375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Savannah</a:t>
            </a:r>
            <a:endParaRPr sz="1000"/>
          </a:p>
        </p:txBody>
      </p:sp>
      <p:pic>
        <p:nvPicPr>
          <p:cNvPr id="1615" name="Google Shape;1615;p83"/>
          <p:cNvPicPr preferRelativeResize="0"/>
          <p:nvPr/>
        </p:nvPicPr>
        <p:blipFill>
          <a:blip r:embed="rId3">
            <a:alphaModFix/>
          </a:blip>
          <a:stretch>
            <a:fillRect/>
          </a:stretch>
        </p:blipFill>
        <p:spPr>
          <a:xfrm>
            <a:off x="6961459" y="0"/>
            <a:ext cx="2174641" cy="1849275"/>
          </a:xfrm>
          <a:prstGeom prst="rect">
            <a:avLst/>
          </a:prstGeom>
          <a:noFill/>
          <a:ln>
            <a:noFill/>
          </a:ln>
        </p:spPr>
      </p:pic>
      <p:sp>
        <p:nvSpPr>
          <p:cNvPr id="1616" name="Google Shape;1616;p83"/>
          <p:cNvSpPr txBox="1"/>
          <p:nvPr/>
        </p:nvSpPr>
        <p:spPr>
          <a:xfrm>
            <a:off x="72700" y="981450"/>
            <a:ext cx="3399000" cy="311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None/>
            </a:pPr>
            <a:r>
              <a:rPr lang="en" sz="1800">
                <a:solidFill>
                  <a:schemeClr val="dk1"/>
                </a:solidFill>
              </a:rPr>
              <a:t>Step 2: </a:t>
            </a:r>
            <a:r>
              <a:rPr lang="en" sz="1800">
                <a:solidFill>
                  <a:schemeClr val="dk1"/>
                </a:solidFill>
              </a:rPr>
              <a:t>For every node at the current level:</a:t>
            </a:r>
            <a:endParaRPr sz="1800">
              <a:solidFill>
                <a:schemeClr val="dk1"/>
              </a:solidFill>
            </a:endParaRPr>
          </a:p>
          <a:p>
            <a:pPr indent="-317500" lvl="1" marL="571500" rtl="0" algn="l">
              <a:lnSpc>
                <a:spcPct val="115000"/>
              </a:lnSpc>
              <a:spcBef>
                <a:spcPts val="0"/>
              </a:spcBef>
              <a:spcAft>
                <a:spcPts val="0"/>
              </a:spcAft>
              <a:buClr>
                <a:schemeClr val="dk1"/>
              </a:buClr>
              <a:buSzPts val="1400"/>
              <a:buAutoNum type="alphaLcPeriod"/>
            </a:pPr>
            <a:r>
              <a:rPr b="1" lang="en">
                <a:solidFill>
                  <a:schemeClr val="dk1"/>
                </a:solidFill>
              </a:rPr>
              <a:t>Find its neighbors that are not already in the tree.</a:t>
            </a:r>
            <a:endParaRPr b="1">
              <a:solidFill>
                <a:schemeClr val="dk1"/>
              </a:solidFill>
            </a:endParaRPr>
          </a:p>
          <a:p>
            <a:pPr indent="-317500" lvl="1" marL="571500" rtl="0" algn="l">
              <a:lnSpc>
                <a:spcPct val="115000"/>
              </a:lnSpc>
              <a:spcBef>
                <a:spcPts val="0"/>
              </a:spcBef>
              <a:spcAft>
                <a:spcPts val="0"/>
              </a:spcAft>
              <a:buClr>
                <a:schemeClr val="dk1"/>
              </a:buClr>
              <a:buSzPts val="1400"/>
              <a:buAutoNum type="alphaLcPeriod"/>
            </a:pPr>
            <a:r>
              <a:rPr lang="en">
                <a:solidFill>
                  <a:schemeClr val="dk1"/>
                </a:solidFill>
              </a:rPr>
              <a:t>Add those neighbors to the next level of the tree.</a:t>
            </a:r>
            <a:endParaRPr>
              <a:solidFill>
                <a:schemeClr val="dk1"/>
              </a:solidFill>
            </a:endParaRPr>
          </a:p>
          <a:p>
            <a:pPr indent="-317500" lvl="1" marL="571500" rtl="0" algn="l">
              <a:lnSpc>
                <a:spcPct val="115000"/>
              </a:lnSpc>
              <a:spcBef>
                <a:spcPts val="0"/>
              </a:spcBef>
              <a:spcAft>
                <a:spcPts val="0"/>
              </a:spcAft>
              <a:buClr>
                <a:schemeClr val="dk1"/>
              </a:buClr>
              <a:buSzPts val="1400"/>
              <a:buAutoNum type="alphaLcPeriod"/>
            </a:pPr>
            <a:r>
              <a:rPr lang="en">
                <a:solidFill>
                  <a:schemeClr val="dk1"/>
                </a:solidFill>
              </a:rPr>
              <a:t>If one of the neighbors is the destination, exit.</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1200"/>
              </a:spcAft>
              <a:buNone/>
            </a:pPr>
            <a:r>
              <a:rPr b="1" lang="en" sz="1600">
                <a:solidFill>
                  <a:srgbClr val="FF9900"/>
                </a:solidFill>
              </a:rPr>
              <a:t>What</a:t>
            </a:r>
            <a:r>
              <a:rPr b="1" lang="en" sz="1600">
                <a:solidFill>
                  <a:srgbClr val="FF9900"/>
                </a:solidFill>
              </a:rPr>
              <a:t> cities neighbor Savannah?</a:t>
            </a:r>
            <a:endParaRPr b="1" sz="1600">
              <a:solidFill>
                <a:srgbClr val="FF9900"/>
              </a:solidFill>
            </a:endParaRPr>
          </a:p>
        </p:txBody>
      </p:sp>
      <p:sp>
        <p:nvSpPr>
          <p:cNvPr id="1617" name="Google Shape;1617;p83"/>
          <p:cNvSpPr txBox="1"/>
          <p:nvPr/>
        </p:nvSpPr>
        <p:spPr>
          <a:xfrm>
            <a:off x="5565275" y="804725"/>
            <a:ext cx="1217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Current level</a:t>
            </a:r>
            <a:endParaRPr b="1"/>
          </a:p>
        </p:txBody>
      </p:sp>
      <p:cxnSp>
        <p:nvCxnSpPr>
          <p:cNvPr id="1618" name="Google Shape;1618;p83"/>
          <p:cNvCxnSpPr/>
          <p:nvPr/>
        </p:nvCxnSpPr>
        <p:spPr>
          <a:xfrm flipH="1">
            <a:off x="4968250" y="1134125"/>
            <a:ext cx="611100" cy="200100"/>
          </a:xfrm>
          <a:prstGeom prst="curvedConnector3">
            <a:avLst>
              <a:gd fmla="val 50000" name="adj1"/>
            </a:avLst>
          </a:prstGeom>
          <a:noFill/>
          <a:ln cap="flat" cmpd="sng" w="9525">
            <a:solidFill>
              <a:schemeClr val="dk2"/>
            </a:solidFill>
            <a:prstDash val="dash"/>
            <a:round/>
            <a:headEnd len="med" w="med" type="none"/>
            <a:tailEnd len="med" w="med" type="none"/>
          </a:ln>
        </p:spPr>
      </p:cxn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2" name="Shape 1622"/>
        <p:cNvGrpSpPr/>
        <p:nvPr/>
      </p:nvGrpSpPr>
      <p:grpSpPr>
        <a:xfrm>
          <a:off x="0" y="0"/>
          <a:ext cx="0" cy="0"/>
          <a:chOff x="0" y="0"/>
          <a:chExt cx="0" cy="0"/>
        </a:xfrm>
      </p:grpSpPr>
      <p:pic>
        <p:nvPicPr>
          <p:cNvPr id="1623" name="Google Shape;1623;p84"/>
          <p:cNvPicPr preferRelativeResize="0"/>
          <p:nvPr/>
        </p:nvPicPr>
        <p:blipFill>
          <a:blip r:embed="rId3">
            <a:alphaModFix/>
          </a:blip>
          <a:stretch>
            <a:fillRect/>
          </a:stretch>
        </p:blipFill>
        <p:spPr>
          <a:xfrm>
            <a:off x="6961459" y="0"/>
            <a:ext cx="2174641" cy="1849275"/>
          </a:xfrm>
          <a:prstGeom prst="rect">
            <a:avLst/>
          </a:prstGeom>
          <a:noFill/>
          <a:ln>
            <a:noFill/>
          </a:ln>
        </p:spPr>
      </p:pic>
      <p:sp>
        <p:nvSpPr>
          <p:cNvPr id="1624" name="Google Shape;1624;p8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625" name="Google Shape;1625;p84"/>
          <p:cNvSpPr txBox="1"/>
          <p:nvPr/>
        </p:nvSpPr>
        <p:spPr>
          <a:xfrm>
            <a:off x="4030700" y="1093925"/>
            <a:ext cx="9375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Savannah</a:t>
            </a:r>
            <a:endParaRPr sz="1000"/>
          </a:p>
        </p:txBody>
      </p:sp>
      <p:sp>
        <p:nvSpPr>
          <p:cNvPr id="1626" name="Google Shape;1626;p84"/>
          <p:cNvSpPr txBox="1"/>
          <p:nvPr/>
        </p:nvSpPr>
        <p:spPr>
          <a:xfrm>
            <a:off x="1973300" y="1855925"/>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Statesboro</a:t>
            </a:r>
            <a:endParaRPr sz="1000"/>
          </a:p>
        </p:txBody>
      </p:sp>
      <p:sp>
        <p:nvSpPr>
          <p:cNvPr id="1627" name="Google Shape;1627;p84"/>
          <p:cNvSpPr txBox="1"/>
          <p:nvPr/>
        </p:nvSpPr>
        <p:spPr>
          <a:xfrm>
            <a:off x="7078700" y="1855925"/>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Hinesville</a:t>
            </a:r>
            <a:endParaRPr sz="1000"/>
          </a:p>
        </p:txBody>
      </p:sp>
      <p:cxnSp>
        <p:nvCxnSpPr>
          <p:cNvPr id="1628" name="Google Shape;1628;p84"/>
          <p:cNvCxnSpPr>
            <a:stCxn id="1625" idx="2"/>
            <a:endCxn id="1626" idx="0"/>
          </p:cNvCxnSpPr>
          <p:nvPr/>
        </p:nvCxnSpPr>
        <p:spPr>
          <a:xfrm flipH="1">
            <a:off x="2442050" y="1432625"/>
            <a:ext cx="2057400" cy="423300"/>
          </a:xfrm>
          <a:prstGeom prst="straightConnector1">
            <a:avLst/>
          </a:prstGeom>
          <a:noFill/>
          <a:ln cap="flat" cmpd="sng" w="9525">
            <a:solidFill>
              <a:schemeClr val="dk2"/>
            </a:solidFill>
            <a:prstDash val="solid"/>
            <a:round/>
            <a:headEnd len="med" w="med" type="none"/>
            <a:tailEnd len="med" w="med" type="triangle"/>
          </a:ln>
        </p:spPr>
      </p:cxnSp>
      <p:cxnSp>
        <p:nvCxnSpPr>
          <p:cNvPr id="1629" name="Google Shape;1629;p84"/>
          <p:cNvCxnSpPr>
            <a:stCxn id="1625" idx="2"/>
            <a:endCxn id="1627" idx="0"/>
          </p:cNvCxnSpPr>
          <p:nvPr/>
        </p:nvCxnSpPr>
        <p:spPr>
          <a:xfrm>
            <a:off x="4499450" y="1432625"/>
            <a:ext cx="3048000" cy="423300"/>
          </a:xfrm>
          <a:prstGeom prst="straightConnector1">
            <a:avLst/>
          </a:prstGeom>
          <a:noFill/>
          <a:ln cap="flat" cmpd="sng" w="9525">
            <a:solidFill>
              <a:schemeClr val="dk2"/>
            </a:solidFill>
            <a:prstDash val="solid"/>
            <a:round/>
            <a:headEnd len="med" w="med" type="none"/>
            <a:tailEnd len="med" w="med" type="triangle"/>
          </a:ln>
        </p:spPr>
      </p:cxnSp>
      <p:sp>
        <p:nvSpPr>
          <p:cNvPr id="1630" name="Google Shape;1630;p84"/>
          <p:cNvSpPr txBox="1"/>
          <p:nvPr>
            <p:ph type="title"/>
          </p:nvPr>
        </p:nvSpPr>
        <p:spPr>
          <a:xfrm>
            <a:off x="148125" y="99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Breadth-First Search: Savannah to Valdosta</a:t>
            </a:r>
            <a:endParaRPr/>
          </a:p>
        </p:txBody>
      </p:sp>
      <p:sp>
        <p:nvSpPr>
          <p:cNvPr id="1631" name="Google Shape;1631;p84"/>
          <p:cNvSpPr txBox="1"/>
          <p:nvPr/>
        </p:nvSpPr>
        <p:spPr>
          <a:xfrm>
            <a:off x="72700" y="2276850"/>
            <a:ext cx="3399000" cy="2709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None/>
            </a:pPr>
            <a:r>
              <a:rPr lang="en" sz="1800">
                <a:solidFill>
                  <a:schemeClr val="dk1"/>
                </a:solidFill>
              </a:rPr>
              <a:t>Step 2: For every node at the current level:</a:t>
            </a:r>
            <a:endParaRPr sz="1800">
              <a:solidFill>
                <a:schemeClr val="dk1"/>
              </a:solidFill>
            </a:endParaRPr>
          </a:p>
          <a:p>
            <a:pPr indent="-317500" lvl="1" marL="571500" rtl="0" algn="l">
              <a:lnSpc>
                <a:spcPct val="115000"/>
              </a:lnSpc>
              <a:spcBef>
                <a:spcPts val="0"/>
              </a:spcBef>
              <a:spcAft>
                <a:spcPts val="0"/>
              </a:spcAft>
              <a:buClr>
                <a:schemeClr val="dk1"/>
              </a:buClr>
              <a:buSzPts val="1400"/>
              <a:buAutoNum type="alphaLcPeriod"/>
            </a:pPr>
            <a:r>
              <a:rPr lang="en">
                <a:solidFill>
                  <a:schemeClr val="dk1"/>
                </a:solidFill>
              </a:rPr>
              <a:t>Find its neighbors that are not already in the tree.</a:t>
            </a:r>
            <a:endParaRPr>
              <a:solidFill>
                <a:schemeClr val="dk1"/>
              </a:solidFill>
            </a:endParaRPr>
          </a:p>
          <a:p>
            <a:pPr indent="-317500" lvl="1" marL="571500" rtl="0" algn="l">
              <a:lnSpc>
                <a:spcPct val="115000"/>
              </a:lnSpc>
              <a:spcBef>
                <a:spcPts val="0"/>
              </a:spcBef>
              <a:spcAft>
                <a:spcPts val="0"/>
              </a:spcAft>
              <a:buClr>
                <a:schemeClr val="dk1"/>
              </a:buClr>
              <a:buSzPts val="1400"/>
              <a:buAutoNum type="alphaLcPeriod"/>
            </a:pPr>
            <a:r>
              <a:rPr b="1" lang="en">
                <a:solidFill>
                  <a:schemeClr val="dk1"/>
                </a:solidFill>
              </a:rPr>
              <a:t>Add those neighbors to the next level of the tree.</a:t>
            </a:r>
            <a:endParaRPr b="1">
              <a:solidFill>
                <a:schemeClr val="dk1"/>
              </a:solidFill>
            </a:endParaRPr>
          </a:p>
          <a:p>
            <a:pPr indent="-317500" lvl="1" marL="571500" rtl="0" algn="l">
              <a:lnSpc>
                <a:spcPct val="115000"/>
              </a:lnSpc>
              <a:spcBef>
                <a:spcPts val="0"/>
              </a:spcBef>
              <a:spcAft>
                <a:spcPts val="0"/>
              </a:spcAft>
              <a:buClr>
                <a:schemeClr val="dk1"/>
              </a:buClr>
              <a:buSzPts val="1400"/>
              <a:buAutoNum type="alphaLcPeriod"/>
            </a:pPr>
            <a:r>
              <a:rPr b="1" lang="en">
                <a:solidFill>
                  <a:schemeClr val="dk1"/>
                </a:solidFill>
              </a:rPr>
              <a:t>If one of the neighbors is the destination, exit.</a:t>
            </a:r>
            <a:endParaRPr b="1">
              <a:solidFill>
                <a:schemeClr val="dk1"/>
              </a:solidFill>
            </a:endParaRPr>
          </a:p>
          <a:p>
            <a:pPr indent="0" lvl="0" marL="0" rtl="0" algn="ctr">
              <a:lnSpc>
                <a:spcPct val="115000"/>
              </a:lnSpc>
              <a:spcBef>
                <a:spcPts val="1200"/>
              </a:spcBef>
              <a:spcAft>
                <a:spcPts val="1200"/>
              </a:spcAft>
              <a:buNone/>
            </a:pPr>
            <a:r>
              <a:rPr b="1" lang="en" sz="1600">
                <a:solidFill>
                  <a:srgbClr val="FF9900"/>
                </a:solidFill>
              </a:rPr>
              <a:t>Are we at our destination?</a:t>
            </a:r>
            <a:endParaRPr b="1" sz="1600">
              <a:solidFill>
                <a:srgbClr val="FF9900"/>
              </a:solidFill>
            </a:endParaRPr>
          </a:p>
        </p:txBody>
      </p:sp>
      <p:sp>
        <p:nvSpPr>
          <p:cNvPr id="1632" name="Google Shape;1632;p84"/>
          <p:cNvSpPr txBox="1"/>
          <p:nvPr/>
        </p:nvSpPr>
        <p:spPr>
          <a:xfrm>
            <a:off x="5565275" y="804725"/>
            <a:ext cx="1217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Current level</a:t>
            </a:r>
            <a:endParaRPr b="1"/>
          </a:p>
        </p:txBody>
      </p:sp>
      <p:cxnSp>
        <p:nvCxnSpPr>
          <p:cNvPr id="1633" name="Google Shape;1633;p84"/>
          <p:cNvCxnSpPr/>
          <p:nvPr/>
        </p:nvCxnSpPr>
        <p:spPr>
          <a:xfrm flipH="1">
            <a:off x="4968250" y="1134125"/>
            <a:ext cx="611100" cy="200100"/>
          </a:xfrm>
          <a:prstGeom prst="curvedConnector3">
            <a:avLst>
              <a:gd fmla="val 50000" name="adj1"/>
            </a:avLst>
          </a:prstGeom>
          <a:noFill/>
          <a:ln cap="flat" cmpd="sng" w="9525">
            <a:solidFill>
              <a:schemeClr val="dk2"/>
            </a:solidFill>
            <a:prstDash val="dash"/>
            <a:round/>
            <a:headEnd len="med" w="med" type="none"/>
            <a:tailEnd len="med" w="med" type="none"/>
          </a:ln>
        </p:spPr>
      </p:cxn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7" name="Shape 1637"/>
        <p:cNvGrpSpPr/>
        <p:nvPr/>
      </p:nvGrpSpPr>
      <p:grpSpPr>
        <a:xfrm>
          <a:off x="0" y="0"/>
          <a:ext cx="0" cy="0"/>
          <a:chOff x="0" y="0"/>
          <a:chExt cx="0" cy="0"/>
        </a:xfrm>
      </p:grpSpPr>
      <p:pic>
        <p:nvPicPr>
          <p:cNvPr id="1638" name="Google Shape;1638;p85"/>
          <p:cNvPicPr preferRelativeResize="0"/>
          <p:nvPr/>
        </p:nvPicPr>
        <p:blipFill>
          <a:blip r:embed="rId3">
            <a:alphaModFix/>
          </a:blip>
          <a:stretch>
            <a:fillRect/>
          </a:stretch>
        </p:blipFill>
        <p:spPr>
          <a:xfrm>
            <a:off x="6961459" y="0"/>
            <a:ext cx="2174641" cy="1849275"/>
          </a:xfrm>
          <a:prstGeom prst="rect">
            <a:avLst/>
          </a:prstGeom>
          <a:noFill/>
          <a:ln>
            <a:noFill/>
          </a:ln>
        </p:spPr>
      </p:pic>
      <p:sp>
        <p:nvSpPr>
          <p:cNvPr id="1639" name="Google Shape;1639;p8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640" name="Google Shape;1640;p85"/>
          <p:cNvSpPr txBox="1"/>
          <p:nvPr/>
        </p:nvSpPr>
        <p:spPr>
          <a:xfrm>
            <a:off x="4030700" y="1093925"/>
            <a:ext cx="9375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Savannah</a:t>
            </a:r>
            <a:endParaRPr sz="1000"/>
          </a:p>
        </p:txBody>
      </p:sp>
      <p:sp>
        <p:nvSpPr>
          <p:cNvPr id="1641" name="Google Shape;1641;p85"/>
          <p:cNvSpPr txBox="1"/>
          <p:nvPr/>
        </p:nvSpPr>
        <p:spPr>
          <a:xfrm>
            <a:off x="1973300" y="1855925"/>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Statesboro</a:t>
            </a:r>
            <a:endParaRPr sz="1000"/>
          </a:p>
        </p:txBody>
      </p:sp>
      <p:sp>
        <p:nvSpPr>
          <p:cNvPr id="1642" name="Google Shape;1642;p85"/>
          <p:cNvSpPr txBox="1"/>
          <p:nvPr/>
        </p:nvSpPr>
        <p:spPr>
          <a:xfrm>
            <a:off x="7078700" y="1855925"/>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Hinesville</a:t>
            </a:r>
            <a:endParaRPr sz="1000"/>
          </a:p>
        </p:txBody>
      </p:sp>
      <p:cxnSp>
        <p:nvCxnSpPr>
          <p:cNvPr id="1643" name="Google Shape;1643;p85"/>
          <p:cNvCxnSpPr>
            <a:stCxn id="1640" idx="2"/>
            <a:endCxn id="1641" idx="0"/>
          </p:cNvCxnSpPr>
          <p:nvPr/>
        </p:nvCxnSpPr>
        <p:spPr>
          <a:xfrm flipH="1">
            <a:off x="2442050" y="1432625"/>
            <a:ext cx="2057400" cy="423300"/>
          </a:xfrm>
          <a:prstGeom prst="straightConnector1">
            <a:avLst/>
          </a:prstGeom>
          <a:noFill/>
          <a:ln cap="flat" cmpd="sng" w="9525">
            <a:solidFill>
              <a:schemeClr val="dk2"/>
            </a:solidFill>
            <a:prstDash val="solid"/>
            <a:round/>
            <a:headEnd len="med" w="med" type="none"/>
            <a:tailEnd len="med" w="med" type="triangle"/>
          </a:ln>
        </p:spPr>
      </p:cxnSp>
      <p:cxnSp>
        <p:nvCxnSpPr>
          <p:cNvPr id="1644" name="Google Shape;1644;p85"/>
          <p:cNvCxnSpPr>
            <a:stCxn id="1640" idx="2"/>
            <a:endCxn id="1642" idx="0"/>
          </p:cNvCxnSpPr>
          <p:nvPr/>
        </p:nvCxnSpPr>
        <p:spPr>
          <a:xfrm>
            <a:off x="4499450" y="1432625"/>
            <a:ext cx="3048000" cy="423300"/>
          </a:xfrm>
          <a:prstGeom prst="straightConnector1">
            <a:avLst/>
          </a:prstGeom>
          <a:noFill/>
          <a:ln cap="flat" cmpd="sng" w="9525">
            <a:solidFill>
              <a:schemeClr val="dk2"/>
            </a:solidFill>
            <a:prstDash val="solid"/>
            <a:round/>
            <a:headEnd len="med" w="med" type="none"/>
            <a:tailEnd len="med" w="med" type="triangle"/>
          </a:ln>
        </p:spPr>
      </p:cxnSp>
      <p:sp>
        <p:nvSpPr>
          <p:cNvPr id="1645" name="Google Shape;1645;p85"/>
          <p:cNvSpPr txBox="1"/>
          <p:nvPr>
            <p:ph type="title"/>
          </p:nvPr>
        </p:nvSpPr>
        <p:spPr>
          <a:xfrm>
            <a:off x="148125" y="99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Breadth-First Search: Savannah to Valdosta</a:t>
            </a:r>
            <a:endParaRPr/>
          </a:p>
        </p:txBody>
      </p:sp>
      <p:sp>
        <p:nvSpPr>
          <p:cNvPr id="1646" name="Google Shape;1646;p85"/>
          <p:cNvSpPr txBox="1"/>
          <p:nvPr/>
        </p:nvSpPr>
        <p:spPr>
          <a:xfrm>
            <a:off x="72700" y="2200650"/>
            <a:ext cx="3399000" cy="2678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None/>
            </a:pPr>
            <a:r>
              <a:rPr b="1" lang="en" sz="1800">
                <a:solidFill>
                  <a:schemeClr val="dk1"/>
                </a:solidFill>
              </a:rPr>
              <a:t>Step 3: </a:t>
            </a:r>
            <a:r>
              <a:rPr lang="en" sz="1800">
                <a:solidFill>
                  <a:schemeClr val="dk1"/>
                </a:solidFill>
              </a:rPr>
              <a:t>For every node at the current level:</a:t>
            </a:r>
            <a:endParaRPr sz="1800">
              <a:solidFill>
                <a:schemeClr val="dk1"/>
              </a:solidFill>
            </a:endParaRPr>
          </a:p>
          <a:p>
            <a:pPr indent="-317500" lvl="1" marL="571500" rtl="0" algn="l">
              <a:lnSpc>
                <a:spcPct val="115000"/>
              </a:lnSpc>
              <a:spcBef>
                <a:spcPts val="0"/>
              </a:spcBef>
              <a:spcAft>
                <a:spcPts val="0"/>
              </a:spcAft>
              <a:buClr>
                <a:schemeClr val="dk1"/>
              </a:buClr>
              <a:buSzPts val="1400"/>
              <a:buAutoNum type="alphaLcPeriod"/>
            </a:pPr>
            <a:r>
              <a:rPr b="1" lang="en">
                <a:solidFill>
                  <a:schemeClr val="dk1"/>
                </a:solidFill>
              </a:rPr>
              <a:t>Find its neighbors that are not already in the tree.</a:t>
            </a:r>
            <a:endParaRPr b="1">
              <a:solidFill>
                <a:schemeClr val="dk1"/>
              </a:solidFill>
            </a:endParaRPr>
          </a:p>
          <a:p>
            <a:pPr indent="-317500" lvl="1" marL="571500" rtl="0" algn="l">
              <a:lnSpc>
                <a:spcPct val="115000"/>
              </a:lnSpc>
              <a:spcBef>
                <a:spcPts val="0"/>
              </a:spcBef>
              <a:spcAft>
                <a:spcPts val="0"/>
              </a:spcAft>
              <a:buClr>
                <a:schemeClr val="dk1"/>
              </a:buClr>
              <a:buSzPts val="1400"/>
              <a:buAutoNum type="alphaLcPeriod"/>
            </a:pPr>
            <a:r>
              <a:rPr lang="en">
                <a:solidFill>
                  <a:schemeClr val="dk1"/>
                </a:solidFill>
              </a:rPr>
              <a:t>Add those neighbors to the next level of the tree.</a:t>
            </a:r>
            <a:endParaRPr>
              <a:solidFill>
                <a:schemeClr val="dk1"/>
              </a:solidFill>
            </a:endParaRPr>
          </a:p>
          <a:p>
            <a:pPr indent="-317500" lvl="1" marL="571500" rtl="0" algn="l">
              <a:lnSpc>
                <a:spcPct val="115000"/>
              </a:lnSpc>
              <a:spcBef>
                <a:spcPts val="0"/>
              </a:spcBef>
              <a:spcAft>
                <a:spcPts val="0"/>
              </a:spcAft>
              <a:buClr>
                <a:schemeClr val="dk1"/>
              </a:buClr>
              <a:buSzPts val="1400"/>
              <a:buAutoNum type="alphaLcPeriod"/>
            </a:pPr>
            <a:r>
              <a:rPr lang="en">
                <a:solidFill>
                  <a:schemeClr val="dk1"/>
                </a:solidFill>
              </a:rPr>
              <a:t>If one of the neighbors is the destination, exit.</a:t>
            </a:r>
            <a:endParaRPr>
              <a:solidFill>
                <a:schemeClr val="dk1"/>
              </a:solidFill>
            </a:endParaRPr>
          </a:p>
          <a:p>
            <a:pPr indent="0" lvl="0" marL="0" rtl="0" algn="l">
              <a:lnSpc>
                <a:spcPct val="115000"/>
              </a:lnSpc>
              <a:spcBef>
                <a:spcPts val="1200"/>
              </a:spcBef>
              <a:spcAft>
                <a:spcPts val="1200"/>
              </a:spcAft>
              <a:buNone/>
            </a:pPr>
            <a:r>
              <a:t/>
            </a:r>
            <a:endParaRPr b="1">
              <a:solidFill>
                <a:schemeClr val="dk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0" name="Shape 1650"/>
        <p:cNvGrpSpPr/>
        <p:nvPr/>
      </p:nvGrpSpPr>
      <p:grpSpPr>
        <a:xfrm>
          <a:off x="0" y="0"/>
          <a:ext cx="0" cy="0"/>
          <a:chOff x="0" y="0"/>
          <a:chExt cx="0" cy="0"/>
        </a:xfrm>
      </p:grpSpPr>
      <p:pic>
        <p:nvPicPr>
          <p:cNvPr id="1651" name="Google Shape;1651;p86"/>
          <p:cNvPicPr preferRelativeResize="0"/>
          <p:nvPr/>
        </p:nvPicPr>
        <p:blipFill>
          <a:blip r:embed="rId3">
            <a:alphaModFix/>
          </a:blip>
          <a:stretch>
            <a:fillRect/>
          </a:stretch>
        </p:blipFill>
        <p:spPr>
          <a:xfrm>
            <a:off x="6961459" y="0"/>
            <a:ext cx="2174641" cy="1849275"/>
          </a:xfrm>
          <a:prstGeom prst="rect">
            <a:avLst/>
          </a:prstGeom>
          <a:noFill/>
          <a:ln>
            <a:noFill/>
          </a:ln>
        </p:spPr>
      </p:pic>
      <p:sp>
        <p:nvSpPr>
          <p:cNvPr id="1652" name="Google Shape;1652;p8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653" name="Google Shape;1653;p86"/>
          <p:cNvSpPr txBox="1"/>
          <p:nvPr/>
        </p:nvSpPr>
        <p:spPr>
          <a:xfrm>
            <a:off x="4030700" y="1093925"/>
            <a:ext cx="9375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Savannah</a:t>
            </a:r>
            <a:endParaRPr sz="1000"/>
          </a:p>
        </p:txBody>
      </p:sp>
      <p:sp>
        <p:nvSpPr>
          <p:cNvPr id="1654" name="Google Shape;1654;p86"/>
          <p:cNvSpPr txBox="1"/>
          <p:nvPr/>
        </p:nvSpPr>
        <p:spPr>
          <a:xfrm>
            <a:off x="1973300" y="1855925"/>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Statesboro</a:t>
            </a:r>
            <a:endParaRPr sz="1000"/>
          </a:p>
        </p:txBody>
      </p:sp>
      <p:sp>
        <p:nvSpPr>
          <p:cNvPr id="1655" name="Google Shape;1655;p86"/>
          <p:cNvSpPr txBox="1"/>
          <p:nvPr/>
        </p:nvSpPr>
        <p:spPr>
          <a:xfrm>
            <a:off x="7078700" y="1855925"/>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Hinesville</a:t>
            </a:r>
            <a:endParaRPr sz="1000"/>
          </a:p>
        </p:txBody>
      </p:sp>
      <p:sp>
        <p:nvSpPr>
          <p:cNvPr id="1656" name="Google Shape;1656;p86"/>
          <p:cNvSpPr txBox="1"/>
          <p:nvPr/>
        </p:nvSpPr>
        <p:spPr>
          <a:xfrm>
            <a:off x="7317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Augusta</a:t>
            </a:r>
            <a:endParaRPr sz="1000"/>
          </a:p>
        </p:txBody>
      </p:sp>
      <p:sp>
        <p:nvSpPr>
          <p:cNvPr id="1657" name="Google Shape;1657;p86"/>
          <p:cNvSpPr txBox="1"/>
          <p:nvPr/>
        </p:nvSpPr>
        <p:spPr>
          <a:xfrm>
            <a:off x="36273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Macon</a:t>
            </a:r>
            <a:endParaRPr sz="1000"/>
          </a:p>
        </p:txBody>
      </p:sp>
      <p:sp>
        <p:nvSpPr>
          <p:cNvPr id="1658" name="Google Shape;1658;p86"/>
          <p:cNvSpPr txBox="1"/>
          <p:nvPr/>
        </p:nvSpPr>
        <p:spPr>
          <a:xfrm>
            <a:off x="78945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McRae</a:t>
            </a:r>
            <a:endParaRPr sz="1000"/>
          </a:p>
        </p:txBody>
      </p:sp>
      <p:sp>
        <p:nvSpPr>
          <p:cNvPr id="1659" name="Google Shape;1659;p86"/>
          <p:cNvSpPr txBox="1"/>
          <p:nvPr/>
        </p:nvSpPr>
        <p:spPr>
          <a:xfrm>
            <a:off x="62181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Brunswick</a:t>
            </a:r>
            <a:endParaRPr sz="1000"/>
          </a:p>
        </p:txBody>
      </p:sp>
      <p:cxnSp>
        <p:nvCxnSpPr>
          <p:cNvPr id="1660" name="Google Shape;1660;p86"/>
          <p:cNvCxnSpPr>
            <a:stCxn id="1653" idx="2"/>
            <a:endCxn id="1654" idx="0"/>
          </p:cNvCxnSpPr>
          <p:nvPr/>
        </p:nvCxnSpPr>
        <p:spPr>
          <a:xfrm flipH="1">
            <a:off x="2442050" y="1432625"/>
            <a:ext cx="2057400" cy="423300"/>
          </a:xfrm>
          <a:prstGeom prst="straightConnector1">
            <a:avLst/>
          </a:prstGeom>
          <a:noFill/>
          <a:ln cap="flat" cmpd="sng" w="9525">
            <a:solidFill>
              <a:schemeClr val="dk2"/>
            </a:solidFill>
            <a:prstDash val="solid"/>
            <a:round/>
            <a:headEnd len="med" w="med" type="none"/>
            <a:tailEnd len="med" w="med" type="triangle"/>
          </a:ln>
        </p:spPr>
      </p:cxnSp>
      <p:cxnSp>
        <p:nvCxnSpPr>
          <p:cNvPr id="1661" name="Google Shape;1661;p86"/>
          <p:cNvCxnSpPr>
            <a:stCxn id="1653" idx="2"/>
            <a:endCxn id="1655" idx="0"/>
          </p:cNvCxnSpPr>
          <p:nvPr/>
        </p:nvCxnSpPr>
        <p:spPr>
          <a:xfrm>
            <a:off x="4499450" y="1432625"/>
            <a:ext cx="3048000" cy="423300"/>
          </a:xfrm>
          <a:prstGeom prst="straightConnector1">
            <a:avLst/>
          </a:prstGeom>
          <a:noFill/>
          <a:ln cap="flat" cmpd="sng" w="9525">
            <a:solidFill>
              <a:schemeClr val="dk2"/>
            </a:solidFill>
            <a:prstDash val="solid"/>
            <a:round/>
            <a:headEnd len="med" w="med" type="none"/>
            <a:tailEnd len="med" w="med" type="triangle"/>
          </a:ln>
        </p:spPr>
      </p:cxnSp>
      <p:cxnSp>
        <p:nvCxnSpPr>
          <p:cNvPr id="1662" name="Google Shape;1662;p86"/>
          <p:cNvCxnSpPr>
            <a:stCxn id="1654" idx="2"/>
            <a:endCxn id="1656" idx="0"/>
          </p:cNvCxnSpPr>
          <p:nvPr/>
        </p:nvCxnSpPr>
        <p:spPr>
          <a:xfrm flipH="1">
            <a:off x="1200350" y="2194625"/>
            <a:ext cx="1241700" cy="471600"/>
          </a:xfrm>
          <a:prstGeom prst="straightConnector1">
            <a:avLst/>
          </a:prstGeom>
          <a:noFill/>
          <a:ln cap="flat" cmpd="sng" w="9525">
            <a:solidFill>
              <a:schemeClr val="dk2"/>
            </a:solidFill>
            <a:prstDash val="solid"/>
            <a:round/>
            <a:headEnd len="med" w="med" type="none"/>
            <a:tailEnd len="med" w="med" type="triangle"/>
          </a:ln>
        </p:spPr>
      </p:cxnSp>
      <p:cxnSp>
        <p:nvCxnSpPr>
          <p:cNvPr id="1663" name="Google Shape;1663;p86"/>
          <p:cNvCxnSpPr>
            <a:stCxn id="1654" idx="2"/>
            <a:endCxn id="1657" idx="0"/>
          </p:cNvCxnSpPr>
          <p:nvPr/>
        </p:nvCxnSpPr>
        <p:spPr>
          <a:xfrm>
            <a:off x="2442050" y="2194625"/>
            <a:ext cx="1653900" cy="471600"/>
          </a:xfrm>
          <a:prstGeom prst="straightConnector1">
            <a:avLst/>
          </a:prstGeom>
          <a:noFill/>
          <a:ln cap="flat" cmpd="sng" w="9525">
            <a:solidFill>
              <a:schemeClr val="dk2"/>
            </a:solidFill>
            <a:prstDash val="solid"/>
            <a:round/>
            <a:headEnd len="med" w="med" type="none"/>
            <a:tailEnd len="med" w="med" type="triangle"/>
          </a:ln>
        </p:spPr>
      </p:cxnSp>
      <p:cxnSp>
        <p:nvCxnSpPr>
          <p:cNvPr id="1664" name="Google Shape;1664;p86"/>
          <p:cNvCxnSpPr>
            <a:stCxn id="1655" idx="2"/>
            <a:endCxn id="1659" idx="0"/>
          </p:cNvCxnSpPr>
          <p:nvPr/>
        </p:nvCxnSpPr>
        <p:spPr>
          <a:xfrm flipH="1">
            <a:off x="6686750" y="2194625"/>
            <a:ext cx="860700" cy="471600"/>
          </a:xfrm>
          <a:prstGeom prst="straightConnector1">
            <a:avLst/>
          </a:prstGeom>
          <a:noFill/>
          <a:ln cap="flat" cmpd="sng" w="9525">
            <a:solidFill>
              <a:schemeClr val="dk2"/>
            </a:solidFill>
            <a:prstDash val="solid"/>
            <a:round/>
            <a:headEnd len="med" w="med" type="none"/>
            <a:tailEnd len="med" w="med" type="triangle"/>
          </a:ln>
        </p:spPr>
      </p:cxnSp>
      <p:cxnSp>
        <p:nvCxnSpPr>
          <p:cNvPr id="1665" name="Google Shape;1665;p86"/>
          <p:cNvCxnSpPr>
            <a:stCxn id="1655" idx="2"/>
            <a:endCxn id="1658" idx="0"/>
          </p:cNvCxnSpPr>
          <p:nvPr/>
        </p:nvCxnSpPr>
        <p:spPr>
          <a:xfrm>
            <a:off x="7547450" y="2194625"/>
            <a:ext cx="815700" cy="471600"/>
          </a:xfrm>
          <a:prstGeom prst="straightConnector1">
            <a:avLst/>
          </a:prstGeom>
          <a:noFill/>
          <a:ln cap="flat" cmpd="sng" w="9525">
            <a:solidFill>
              <a:schemeClr val="dk2"/>
            </a:solidFill>
            <a:prstDash val="solid"/>
            <a:round/>
            <a:headEnd len="med" w="med" type="none"/>
            <a:tailEnd len="med" w="med" type="triangle"/>
          </a:ln>
        </p:spPr>
      </p:cxnSp>
      <p:sp>
        <p:nvSpPr>
          <p:cNvPr id="1666" name="Google Shape;1666;p86"/>
          <p:cNvSpPr txBox="1"/>
          <p:nvPr>
            <p:ph type="title"/>
          </p:nvPr>
        </p:nvSpPr>
        <p:spPr>
          <a:xfrm>
            <a:off x="148125" y="99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Breadth-First Search: Savannah to Valdosta</a:t>
            </a:r>
            <a:endParaRPr/>
          </a:p>
        </p:txBody>
      </p:sp>
      <p:sp>
        <p:nvSpPr>
          <p:cNvPr id="1667" name="Google Shape;1667;p86"/>
          <p:cNvSpPr txBox="1"/>
          <p:nvPr/>
        </p:nvSpPr>
        <p:spPr>
          <a:xfrm>
            <a:off x="121700" y="3011525"/>
            <a:ext cx="3158700" cy="1406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rPr>
              <a:t>What should we do next?</a:t>
            </a:r>
            <a:endParaRPr sz="1800">
              <a:solidFill>
                <a:schemeClr val="dk1"/>
              </a:solidFill>
            </a:endParaRPr>
          </a:p>
          <a:p>
            <a:pPr indent="0" lvl="0" marL="0" rtl="0" algn="l">
              <a:lnSpc>
                <a:spcPct val="115000"/>
              </a:lnSpc>
              <a:spcBef>
                <a:spcPts val="1200"/>
              </a:spcBef>
              <a:spcAft>
                <a:spcPts val="0"/>
              </a:spcAft>
              <a:buNone/>
            </a:pPr>
            <a:r>
              <a:t/>
            </a:r>
            <a:endParaRPr sz="1800">
              <a:solidFill>
                <a:schemeClr val="dk1"/>
              </a:solidFill>
            </a:endParaRPr>
          </a:p>
          <a:p>
            <a:pPr indent="0" lvl="0" marL="0" rtl="0" algn="l">
              <a:lnSpc>
                <a:spcPct val="115000"/>
              </a:lnSpc>
              <a:spcBef>
                <a:spcPts val="1200"/>
              </a:spcBef>
              <a:spcAft>
                <a:spcPts val="1200"/>
              </a:spcAft>
              <a:buNone/>
            </a:pPr>
            <a:r>
              <a:rPr lang="en" sz="1800">
                <a:solidFill>
                  <a:schemeClr val="dk1"/>
                </a:solidFill>
              </a:rPr>
              <a:t>(Repeat the process again.)</a:t>
            </a:r>
            <a:endParaRPr sz="1800">
              <a:solidFill>
                <a:schemeClr val="dk1"/>
              </a:solidFill>
            </a:endParaRPr>
          </a:p>
        </p:txBody>
      </p:sp>
      <p:sp>
        <p:nvSpPr>
          <p:cNvPr id="1668" name="Google Shape;1668;p86"/>
          <p:cNvSpPr txBox="1"/>
          <p:nvPr/>
        </p:nvSpPr>
        <p:spPr>
          <a:xfrm>
            <a:off x="3344200" y="4362000"/>
            <a:ext cx="30000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n" sz="1600">
                <a:solidFill>
                  <a:srgbClr val="FF9900"/>
                </a:solidFill>
              </a:rPr>
              <a:t>Are we at our destination?</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2" name="Shape 1672"/>
        <p:cNvGrpSpPr/>
        <p:nvPr/>
      </p:nvGrpSpPr>
      <p:grpSpPr>
        <a:xfrm>
          <a:off x="0" y="0"/>
          <a:ext cx="0" cy="0"/>
          <a:chOff x="0" y="0"/>
          <a:chExt cx="0" cy="0"/>
        </a:xfrm>
      </p:grpSpPr>
      <p:pic>
        <p:nvPicPr>
          <p:cNvPr id="1673" name="Google Shape;1673;p87"/>
          <p:cNvPicPr preferRelativeResize="0"/>
          <p:nvPr/>
        </p:nvPicPr>
        <p:blipFill>
          <a:blip r:embed="rId3">
            <a:alphaModFix/>
          </a:blip>
          <a:stretch>
            <a:fillRect/>
          </a:stretch>
        </p:blipFill>
        <p:spPr>
          <a:xfrm>
            <a:off x="6961459" y="0"/>
            <a:ext cx="2174641" cy="1849275"/>
          </a:xfrm>
          <a:prstGeom prst="rect">
            <a:avLst/>
          </a:prstGeom>
          <a:noFill/>
          <a:ln>
            <a:noFill/>
          </a:ln>
        </p:spPr>
      </p:pic>
      <p:sp>
        <p:nvSpPr>
          <p:cNvPr id="1674" name="Google Shape;1674;p8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675" name="Google Shape;1675;p87"/>
          <p:cNvSpPr txBox="1"/>
          <p:nvPr/>
        </p:nvSpPr>
        <p:spPr>
          <a:xfrm>
            <a:off x="4030700" y="1093925"/>
            <a:ext cx="9375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Savannah</a:t>
            </a:r>
            <a:endParaRPr sz="1000"/>
          </a:p>
        </p:txBody>
      </p:sp>
      <p:sp>
        <p:nvSpPr>
          <p:cNvPr id="1676" name="Google Shape;1676;p87"/>
          <p:cNvSpPr txBox="1"/>
          <p:nvPr/>
        </p:nvSpPr>
        <p:spPr>
          <a:xfrm>
            <a:off x="1973300" y="1855925"/>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Statesboro</a:t>
            </a:r>
            <a:endParaRPr sz="1000"/>
          </a:p>
        </p:txBody>
      </p:sp>
      <p:sp>
        <p:nvSpPr>
          <p:cNvPr id="1677" name="Google Shape;1677;p87"/>
          <p:cNvSpPr txBox="1"/>
          <p:nvPr/>
        </p:nvSpPr>
        <p:spPr>
          <a:xfrm>
            <a:off x="7078700" y="1855925"/>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Hinesville</a:t>
            </a:r>
            <a:endParaRPr sz="1000"/>
          </a:p>
        </p:txBody>
      </p:sp>
      <p:sp>
        <p:nvSpPr>
          <p:cNvPr id="1678" name="Google Shape;1678;p87"/>
          <p:cNvSpPr txBox="1"/>
          <p:nvPr/>
        </p:nvSpPr>
        <p:spPr>
          <a:xfrm>
            <a:off x="7317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Augusta</a:t>
            </a:r>
            <a:endParaRPr sz="1000"/>
          </a:p>
        </p:txBody>
      </p:sp>
      <p:sp>
        <p:nvSpPr>
          <p:cNvPr id="1679" name="Google Shape;1679;p87"/>
          <p:cNvSpPr txBox="1"/>
          <p:nvPr/>
        </p:nvSpPr>
        <p:spPr>
          <a:xfrm>
            <a:off x="36273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Macon</a:t>
            </a:r>
            <a:endParaRPr sz="1000"/>
          </a:p>
        </p:txBody>
      </p:sp>
      <p:sp>
        <p:nvSpPr>
          <p:cNvPr id="1680" name="Google Shape;1680;p87"/>
          <p:cNvSpPr txBox="1"/>
          <p:nvPr/>
        </p:nvSpPr>
        <p:spPr>
          <a:xfrm>
            <a:off x="78945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McRae</a:t>
            </a:r>
            <a:endParaRPr sz="1000"/>
          </a:p>
        </p:txBody>
      </p:sp>
      <p:sp>
        <p:nvSpPr>
          <p:cNvPr id="1681" name="Google Shape;1681;p87"/>
          <p:cNvSpPr txBox="1"/>
          <p:nvPr/>
        </p:nvSpPr>
        <p:spPr>
          <a:xfrm>
            <a:off x="62181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Brunswick</a:t>
            </a:r>
            <a:endParaRPr sz="1000"/>
          </a:p>
        </p:txBody>
      </p:sp>
      <p:sp>
        <p:nvSpPr>
          <p:cNvPr id="1682" name="Google Shape;1682;p87"/>
          <p:cNvSpPr txBox="1"/>
          <p:nvPr/>
        </p:nvSpPr>
        <p:spPr>
          <a:xfrm>
            <a:off x="1798525" y="3504500"/>
            <a:ext cx="9375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Milledgeville</a:t>
            </a:r>
            <a:endParaRPr sz="1000"/>
          </a:p>
        </p:txBody>
      </p:sp>
      <p:sp>
        <p:nvSpPr>
          <p:cNvPr id="1683" name="Google Shape;1683;p87"/>
          <p:cNvSpPr txBox="1"/>
          <p:nvPr/>
        </p:nvSpPr>
        <p:spPr>
          <a:xfrm>
            <a:off x="3703525" y="3504500"/>
            <a:ext cx="12138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Warner Robins</a:t>
            </a:r>
            <a:endParaRPr sz="1000"/>
          </a:p>
        </p:txBody>
      </p:sp>
      <p:sp>
        <p:nvSpPr>
          <p:cNvPr id="1684" name="Google Shape;1684;p87"/>
          <p:cNvSpPr txBox="1"/>
          <p:nvPr/>
        </p:nvSpPr>
        <p:spPr>
          <a:xfrm>
            <a:off x="198325" y="3504500"/>
            <a:ext cx="9375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Atlanta</a:t>
            </a:r>
            <a:endParaRPr sz="1000"/>
          </a:p>
        </p:txBody>
      </p:sp>
      <p:sp>
        <p:nvSpPr>
          <p:cNvPr id="1685" name="Google Shape;1685;p87"/>
          <p:cNvSpPr txBox="1"/>
          <p:nvPr/>
        </p:nvSpPr>
        <p:spPr>
          <a:xfrm>
            <a:off x="6218125" y="3504500"/>
            <a:ext cx="9375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Waycross</a:t>
            </a:r>
            <a:endParaRPr sz="1000"/>
          </a:p>
        </p:txBody>
      </p:sp>
      <p:cxnSp>
        <p:nvCxnSpPr>
          <p:cNvPr id="1686" name="Google Shape;1686;p87"/>
          <p:cNvCxnSpPr>
            <a:stCxn id="1675" idx="2"/>
            <a:endCxn id="1676" idx="0"/>
          </p:cNvCxnSpPr>
          <p:nvPr/>
        </p:nvCxnSpPr>
        <p:spPr>
          <a:xfrm flipH="1">
            <a:off x="2442050" y="1432625"/>
            <a:ext cx="2057400" cy="423300"/>
          </a:xfrm>
          <a:prstGeom prst="straightConnector1">
            <a:avLst/>
          </a:prstGeom>
          <a:noFill/>
          <a:ln cap="flat" cmpd="sng" w="9525">
            <a:solidFill>
              <a:schemeClr val="dk2"/>
            </a:solidFill>
            <a:prstDash val="solid"/>
            <a:round/>
            <a:headEnd len="med" w="med" type="none"/>
            <a:tailEnd len="med" w="med" type="triangle"/>
          </a:ln>
        </p:spPr>
      </p:cxnSp>
      <p:cxnSp>
        <p:nvCxnSpPr>
          <p:cNvPr id="1687" name="Google Shape;1687;p87"/>
          <p:cNvCxnSpPr>
            <a:stCxn id="1675" idx="2"/>
            <a:endCxn id="1677" idx="0"/>
          </p:cNvCxnSpPr>
          <p:nvPr/>
        </p:nvCxnSpPr>
        <p:spPr>
          <a:xfrm>
            <a:off x="4499450" y="1432625"/>
            <a:ext cx="3048000" cy="423300"/>
          </a:xfrm>
          <a:prstGeom prst="straightConnector1">
            <a:avLst/>
          </a:prstGeom>
          <a:noFill/>
          <a:ln cap="flat" cmpd="sng" w="9525">
            <a:solidFill>
              <a:schemeClr val="dk2"/>
            </a:solidFill>
            <a:prstDash val="solid"/>
            <a:round/>
            <a:headEnd len="med" w="med" type="none"/>
            <a:tailEnd len="med" w="med" type="triangle"/>
          </a:ln>
        </p:spPr>
      </p:cxnSp>
      <p:cxnSp>
        <p:nvCxnSpPr>
          <p:cNvPr id="1688" name="Google Shape;1688;p87"/>
          <p:cNvCxnSpPr>
            <a:stCxn id="1676" idx="2"/>
            <a:endCxn id="1678" idx="0"/>
          </p:cNvCxnSpPr>
          <p:nvPr/>
        </p:nvCxnSpPr>
        <p:spPr>
          <a:xfrm flipH="1">
            <a:off x="1200350" y="2194625"/>
            <a:ext cx="1241700" cy="471600"/>
          </a:xfrm>
          <a:prstGeom prst="straightConnector1">
            <a:avLst/>
          </a:prstGeom>
          <a:noFill/>
          <a:ln cap="flat" cmpd="sng" w="9525">
            <a:solidFill>
              <a:schemeClr val="dk2"/>
            </a:solidFill>
            <a:prstDash val="solid"/>
            <a:round/>
            <a:headEnd len="med" w="med" type="none"/>
            <a:tailEnd len="med" w="med" type="triangle"/>
          </a:ln>
        </p:spPr>
      </p:cxnSp>
      <p:cxnSp>
        <p:nvCxnSpPr>
          <p:cNvPr id="1689" name="Google Shape;1689;p87"/>
          <p:cNvCxnSpPr>
            <a:stCxn id="1676" idx="2"/>
            <a:endCxn id="1679" idx="0"/>
          </p:cNvCxnSpPr>
          <p:nvPr/>
        </p:nvCxnSpPr>
        <p:spPr>
          <a:xfrm>
            <a:off x="2442050" y="2194625"/>
            <a:ext cx="1653900" cy="471600"/>
          </a:xfrm>
          <a:prstGeom prst="straightConnector1">
            <a:avLst/>
          </a:prstGeom>
          <a:noFill/>
          <a:ln cap="flat" cmpd="sng" w="9525">
            <a:solidFill>
              <a:schemeClr val="dk2"/>
            </a:solidFill>
            <a:prstDash val="solid"/>
            <a:round/>
            <a:headEnd len="med" w="med" type="none"/>
            <a:tailEnd len="med" w="med" type="triangle"/>
          </a:ln>
        </p:spPr>
      </p:cxnSp>
      <p:cxnSp>
        <p:nvCxnSpPr>
          <p:cNvPr id="1690" name="Google Shape;1690;p87"/>
          <p:cNvCxnSpPr>
            <a:stCxn id="1677" idx="2"/>
            <a:endCxn id="1681" idx="0"/>
          </p:cNvCxnSpPr>
          <p:nvPr/>
        </p:nvCxnSpPr>
        <p:spPr>
          <a:xfrm flipH="1">
            <a:off x="6686750" y="2194625"/>
            <a:ext cx="860700" cy="471600"/>
          </a:xfrm>
          <a:prstGeom prst="straightConnector1">
            <a:avLst/>
          </a:prstGeom>
          <a:noFill/>
          <a:ln cap="flat" cmpd="sng" w="9525">
            <a:solidFill>
              <a:schemeClr val="dk2"/>
            </a:solidFill>
            <a:prstDash val="solid"/>
            <a:round/>
            <a:headEnd len="med" w="med" type="none"/>
            <a:tailEnd len="med" w="med" type="triangle"/>
          </a:ln>
        </p:spPr>
      </p:cxnSp>
      <p:cxnSp>
        <p:nvCxnSpPr>
          <p:cNvPr id="1691" name="Google Shape;1691;p87"/>
          <p:cNvCxnSpPr>
            <a:stCxn id="1677" idx="2"/>
            <a:endCxn id="1680" idx="0"/>
          </p:cNvCxnSpPr>
          <p:nvPr/>
        </p:nvCxnSpPr>
        <p:spPr>
          <a:xfrm>
            <a:off x="7547450" y="2194625"/>
            <a:ext cx="815700" cy="471600"/>
          </a:xfrm>
          <a:prstGeom prst="straightConnector1">
            <a:avLst/>
          </a:prstGeom>
          <a:noFill/>
          <a:ln cap="flat" cmpd="sng" w="9525">
            <a:solidFill>
              <a:schemeClr val="dk2"/>
            </a:solidFill>
            <a:prstDash val="solid"/>
            <a:round/>
            <a:headEnd len="med" w="med" type="none"/>
            <a:tailEnd len="med" w="med" type="triangle"/>
          </a:ln>
        </p:spPr>
      </p:cxnSp>
      <p:cxnSp>
        <p:nvCxnSpPr>
          <p:cNvPr id="1692" name="Google Shape;1692;p87"/>
          <p:cNvCxnSpPr>
            <a:endCxn id="1684" idx="0"/>
          </p:cNvCxnSpPr>
          <p:nvPr/>
        </p:nvCxnSpPr>
        <p:spPr>
          <a:xfrm flipH="1">
            <a:off x="667075" y="3005000"/>
            <a:ext cx="533400" cy="499500"/>
          </a:xfrm>
          <a:prstGeom prst="straightConnector1">
            <a:avLst/>
          </a:prstGeom>
          <a:noFill/>
          <a:ln cap="flat" cmpd="sng" w="9525">
            <a:solidFill>
              <a:schemeClr val="dk2"/>
            </a:solidFill>
            <a:prstDash val="solid"/>
            <a:round/>
            <a:headEnd len="med" w="med" type="none"/>
            <a:tailEnd len="med" w="med" type="triangle"/>
          </a:ln>
        </p:spPr>
      </p:cxnSp>
      <p:cxnSp>
        <p:nvCxnSpPr>
          <p:cNvPr id="1693" name="Google Shape;1693;p87"/>
          <p:cNvCxnSpPr>
            <a:stCxn id="1678" idx="2"/>
            <a:endCxn id="1682" idx="0"/>
          </p:cNvCxnSpPr>
          <p:nvPr/>
        </p:nvCxnSpPr>
        <p:spPr>
          <a:xfrm>
            <a:off x="1200475" y="3005000"/>
            <a:ext cx="1066800" cy="499500"/>
          </a:xfrm>
          <a:prstGeom prst="straightConnector1">
            <a:avLst/>
          </a:prstGeom>
          <a:noFill/>
          <a:ln cap="flat" cmpd="sng" w="9525">
            <a:solidFill>
              <a:schemeClr val="dk2"/>
            </a:solidFill>
            <a:prstDash val="solid"/>
            <a:round/>
            <a:headEnd len="med" w="med" type="none"/>
            <a:tailEnd len="med" w="med" type="triangle"/>
          </a:ln>
        </p:spPr>
      </p:cxnSp>
      <p:cxnSp>
        <p:nvCxnSpPr>
          <p:cNvPr id="1694" name="Google Shape;1694;p87"/>
          <p:cNvCxnSpPr>
            <a:endCxn id="1683" idx="0"/>
          </p:cNvCxnSpPr>
          <p:nvPr/>
        </p:nvCxnSpPr>
        <p:spPr>
          <a:xfrm>
            <a:off x="4095925" y="3005000"/>
            <a:ext cx="214500" cy="499500"/>
          </a:xfrm>
          <a:prstGeom prst="straightConnector1">
            <a:avLst/>
          </a:prstGeom>
          <a:noFill/>
          <a:ln cap="flat" cmpd="sng" w="9525">
            <a:solidFill>
              <a:schemeClr val="dk2"/>
            </a:solidFill>
            <a:prstDash val="solid"/>
            <a:round/>
            <a:headEnd len="med" w="med" type="none"/>
            <a:tailEnd len="med" w="med" type="triangle"/>
          </a:ln>
        </p:spPr>
      </p:cxnSp>
      <p:cxnSp>
        <p:nvCxnSpPr>
          <p:cNvPr id="1695" name="Google Shape;1695;p87"/>
          <p:cNvCxnSpPr>
            <a:stCxn id="1681" idx="2"/>
            <a:endCxn id="1685" idx="0"/>
          </p:cNvCxnSpPr>
          <p:nvPr/>
        </p:nvCxnSpPr>
        <p:spPr>
          <a:xfrm>
            <a:off x="6686875" y="3005000"/>
            <a:ext cx="0" cy="499500"/>
          </a:xfrm>
          <a:prstGeom prst="straightConnector1">
            <a:avLst/>
          </a:prstGeom>
          <a:noFill/>
          <a:ln cap="flat" cmpd="sng" w="9525">
            <a:solidFill>
              <a:schemeClr val="dk2"/>
            </a:solidFill>
            <a:prstDash val="solid"/>
            <a:round/>
            <a:headEnd len="med" w="med" type="none"/>
            <a:tailEnd len="med" w="med" type="triangle"/>
          </a:ln>
        </p:spPr>
      </p:cxnSp>
      <p:sp>
        <p:nvSpPr>
          <p:cNvPr id="1696" name="Google Shape;1696;p87"/>
          <p:cNvSpPr txBox="1"/>
          <p:nvPr>
            <p:ph type="title"/>
          </p:nvPr>
        </p:nvSpPr>
        <p:spPr>
          <a:xfrm>
            <a:off x="148125" y="99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Breadth-First Search: Savannah to Valdosta</a:t>
            </a:r>
            <a:endParaRPr/>
          </a:p>
        </p:txBody>
      </p:sp>
      <p:sp>
        <p:nvSpPr>
          <p:cNvPr id="1697" name="Google Shape;1697;p87"/>
          <p:cNvSpPr txBox="1"/>
          <p:nvPr/>
        </p:nvSpPr>
        <p:spPr>
          <a:xfrm>
            <a:off x="3344200" y="4362000"/>
            <a:ext cx="30000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n" sz="1600">
                <a:solidFill>
                  <a:srgbClr val="FF9900"/>
                </a:solidFill>
              </a:rPr>
              <a:t>Are we at our destination?</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1" name="Shape 1701"/>
        <p:cNvGrpSpPr/>
        <p:nvPr/>
      </p:nvGrpSpPr>
      <p:grpSpPr>
        <a:xfrm>
          <a:off x="0" y="0"/>
          <a:ext cx="0" cy="0"/>
          <a:chOff x="0" y="0"/>
          <a:chExt cx="0" cy="0"/>
        </a:xfrm>
      </p:grpSpPr>
      <p:pic>
        <p:nvPicPr>
          <p:cNvPr id="1702" name="Google Shape;1702;p88"/>
          <p:cNvPicPr preferRelativeResize="0"/>
          <p:nvPr/>
        </p:nvPicPr>
        <p:blipFill>
          <a:blip r:embed="rId3">
            <a:alphaModFix/>
          </a:blip>
          <a:stretch>
            <a:fillRect/>
          </a:stretch>
        </p:blipFill>
        <p:spPr>
          <a:xfrm>
            <a:off x="6961459" y="0"/>
            <a:ext cx="2174641" cy="1849275"/>
          </a:xfrm>
          <a:prstGeom prst="rect">
            <a:avLst/>
          </a:prstGeom>
          <a:noFill/>
          <a:ln>
            <a:noFill/>
          </a:ln>
        </p:spPr>
      </p:pic>
      <p:sp>
        <p:nvSpPr>
          <p:cNvPr id="1703" name="Google Shape;1703;p8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704" name="Google Shape;1704;p88"/>
          <p:cNvSpPr txBox="1"/>
          <p:nvPr/>
        </p:nvSpPr>
        <p:spPr>
          <a:xfrm>
            <a:off x="4030700" y="1093925"/>
            <a:ext cx="9375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Savannah</a:t>
            </a:r>
            <a:endParaRPr sz="1000"/>
          </a:p>
        </p:txBody>
      </p:sp>
      <p:sp>
        <p:nvSpPr>
          <p:cNvPr id="1705" name="Google Shape;1705;p88"/>
          <p:cNvSpPr txBox="1"/>
          <p:nvPr/>
        </p:nvSpPr>
        <p:spPr>
          <a:xfrm>
            <a:off x="1973300" y="1855925"/>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Statesboro</a:t>
            </a:r>
            <a:endParaRPr sz="1000"/>
          </a:p>
        </p:txBody>
      </p:sp>
      <p:sp>
        <p:nvSpPr>
          <p:cNvPr id="1706" name="Google Shape;1706;p88"/>
          <p:cNvSpPr txBox="1"/>
          <p:nvPr/>
        </p:nvSpPr>
        <p:spPr>
          <a:xfrm>
            <a:off x="7078700" y="1855925"/>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Hinesville</a:t>
            </a:r>
            <a:endParaRPr sz="1000"/>
          </a:p>
        </p:txBody>
      </p:sp>
      <p:sp>
        <p:nvSpPr>
          <p:cNvPr id="1707" name="Google Shape;1707;p88"/>
          <p:cNvSpPr txBox="1"/>
          <p:nvPr/>
        </p:nvSpPr>
        <p:spPr>
          <a:xfrm>
            <a:off x="7317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Augusta</a:t>
            </a:r>
            <a:endParaRPr sz="1000"/>
          </a:p>
        </p:txBody>
      </p:sp>
      <p:sp>
        <p:nvSpPr>
          <p:cNvPr id="1708" name="Google Shape;1708;p88"/>
          <p:cNvSpPr txBox="1"/>
          <p:nvPr/>
        </p:nvSpPr>
        <p:spPr>
          <a:xfrm>
            <a:off x="36273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Macon</a:t>
            </a:r>
            <a:endParaRPr sz="1000"/>
          </a:p>
        </p:txBody>
      </p:sp>
      <p:sp>
        <p:nvSpPr>
          <p:cNvPr id="1709" name="Google Shape;1709;p88"/>
          <p:cNvSpPr txBox="1"/>
          <p:nvPr/>
        </p:nvSpPr>
        <p:spPr>
          <a:xfrm>
            <a:off x="78945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McRae</a:t>
            </a:r>
            <a:endParaRPr sz="1000"/>
          </a:p>
        </p:txBody>
      </p:sp>
      <p:sp>
        <p:nvSpPr>
          <p:cNvPr id="1710" name="Google Shape;1710;p88"/>
          <p:cNvSpPr txBox="1"/>
          <p:nvPr/>
        </p:nvSpPr>
        <p:spPr>
          <a:xfrm>
            <a:off x="62181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Brunswick</a:t>
            </a:r>
            <a:endParaRPr sz="1000"/>
          </a:p>
        </p:txBody>
      </p:sp>
      <p:sp>
        <p:nvSpPr>
          <p:cNvPr id="1711" name="Google Shape;1711;p88"/>
          <p:cNvSpPr txBox="1"/>
          <p:nvPr/>
        </p:nvSpPr>
        <p:spPr>
          <a:xfrm>
            <a:off x="1798525" y="3504500"/>
            <a:ext cx="9375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Milledgeville</a:t>
            </a:r>
            <a:endParaRPr sz="1000"/>
          </a:p>
        </p:txBody>
      </p:sp>
      <p:sp>
        <p:nvSpPr>
          <p:cNvPr id="1712" name="Google Shape;1712;p88"/>
          <p:cNvSpPr txBox="1"/>
          <p:nvPr/>
        </p:nvSpPr>
        <p:spPr>
          <a:xfrm>
            <a:off x="3703525" y="3504500"/>
            <a:ext cx="12138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Warner Robins</a:t>
            </a:r>
            <a:endParaRPr sz="1000"/>
          </a:p>
        </p:txBody>
      </p:sp>
      <p:sp>
        <p:nvSpPr>
          <p:cNvPr id="1713" name="Google Shape;1713;p88"/>
          <p:cNvSpPr txBox="1"/>
          <p:nvPr/>
        </p:nvSpPr>
        <p:spPr>
          <a:xfrm>
            <a:off x="198325" y="3504500"/>
            <a:ext cx="9375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Atlanta</a:t>
            </a:r>
            <a:endParaRPr sz="1000"/>
          </a:p>
        </p:txBody>
      </p:sp>
      <p:sp>
        <p:nvSpPr>
          <p:cNvPr id="1714" name="Google Shape;1714;p88"/>
          <p:cNvSpPr txBox="1"/>
          <p:nvPr/>
        </p:nvSpPr>
        <p:spPr>
          <a:xfrm>
            <a:off x="6218125" y="3504500"/>
            <a:ext cx="9375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Waycross</a:t>
            </a:r>
            <a:endParaRPr sz="1000"/>
          </a:p>
        </p:txBody>
      </p:sp>
      <p:sp>
        <p:nvSpPr>
          <p:cNvPr id="1715" name="Google Shape;1715;p88"/>
          <p:cNvSpPr txBox="1"/>
          <p:nvPr/>
        </p:nvSpPr>
        <p:spPr>
          <a:xfrm>
            <a:off x="6218125" y="4418900"/>
            <a:ext cx="937500" cy="338700"/>
          </a:xfrm>
          <a:prstGeom prst="rect">
            <a:avLst/>
          </a:prstGeom>
          <a:solidFill>
            <a:srgbClr val="6D9EEB"/>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rgbClr val="FF0000"/>
                </a:solidFill>
              </a:rPr>
              <a:t>Valdosta</a:t>
            </a:r>
            <a:endParaRPr b="1" sz="1000">
              <a:solidFill>
                <a:srgbClr val="FF0000"/>
              </a:solidFill>
            </a:endParaRPr>
          </a:p>
        </p:txBody>
      </p:sp>
      <p:sp>
        <p:nvSpPr>
          <p:cNvPr id="1716" name="Google Shape;1716;p88"/>
          <p:cNvSpPr txBox="1"/>
          <p:nvPr/>
        </p:nvSpPr>
        <p:spPr>
          <a:xfrm>
            <a:off x="4465525" y="4418900"/>
            <a:ext cx="937500" cy="338700"/>
          </a:xfrm>
          <a:prstGeom prst="rect">
            <a:avLst/>
          </a:prstGeom>
          <a:solidFill>
            <a:srgbClr val="6D9EEB"/>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Tifton</a:t>
            </a:r>
            <a:endParaRPr sz="1000"/>
          </a:p>
        </p:txBody>
      </p:sp>
      <p:sp>
        <p:nvSpPr>
          <p:cNvPr id="1717" name="Google Shape;1717;p88"/>
          <p:cNvSpPr txBox="1"/>
          <p:nvPr/>
        </p:nvSpPr>
        <p:spPr>
          <a:xfrm>
            <a:off x="3474925" y="4418900"/>
            <a:ext cx="937500" cy="338700"/>
          </a:xfrm>
          <a:prstGeom prst="rect">
            <a:avLst/>
          </a:prstGeom>
          <a:solidFill>
            <a:srgbClr val="6D9EEB"/>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Columbus</a:t>
            </a:r>
            <a:endParaRPr sz="1000"/>
          </a:p>
        </p:txBody>
      </p:sp>
      <p:sp>
        <p:nvSpPr>
          <p:cNvPr id="1718" name="Google Shape;1718;p88"/>
          <p:cNvSpPr txBox="1"/>
          <p:nvPr/>
        </p:nvSpPr>
        <p:spPr>
          <a:xfrm>
            <a:off x="74425" y="4418900"/>
            <a:ext cx="624000" cy="338700"/>
          </a:xfrm>
          <a:prstGeom prst="rect">
            <a:avLst/>
          </a:prstGeom>
          <a:solidFill>
            <a:srgbClr val="6D9EEB"/>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Rome</a:t>
            </a:r>
            <a:endParaRPr sz="1000"/>
          </a:p>
        </p:txBody>
      </p:sp>
      <p:sp>
        <p:nvSpPr>
          <p:cNvPr id="1719" name="Google Shape;1719;p88"/>
          <p:cNvSpPr txBox="1"/>
          <p:nvPr/>
        </p:nvSpPr>
        <p:spPr>
          <a:xfrm>
            <a:off x="781576" y="4418900"/>
            <a:ext cx="624000" cy="338700"/>
          </a:xfrm>
          <a:prstGeom prst="rect">
            <a:avLst/>
          </a:prstGeom>
          <a:solidFill>
            <a:srgbClr val="6D9EEB"/>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Athens</a:t>
            </a:r>
            <a:endParaRPr sz="1000"/>
          </a:p>
        </p:txBody>
      </p:sp>
      <p:sp>
        <p:nvSpPr>
          <p:cNvPr id="1720" name="Google Shape;1720;p88"/>
          <p:cNvSpPr txBox="1"/>
          <p:nvPr/>
        </p:nvSpPr>
        <p:spPr>
          <a:xfrm>
            <a:off x="1476200" y="4418900"/>
            <a:ext cx="624000" cy="338700"/>
          </a:xfrm>
          <a:prstGeom prst="rect">
            <a:avLst/>
          </a:prstGeom>
          <a:solidFill>
            <a:srgbClr val="6D9EEB"/>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Toccoa</a:t>
            </a:r>
            <a:endParaRPr sz="1000"/>
          </a:p>
        </p:txBody>
      </p:sp>
      <p:sp>
        <p:nvSpPr>
          <p:cNvPr id="1721" name="Google Shape;1721;p88"/>
          <p:cNvSpPr txBox="1"/>
          <p:nvPr/>
        </p:nvSpPr>
        <p:spPr>
          <a:xfrm>
            <a:off x="2159725" y="4418900"/>
            <a:ext cx="728700" cy="338700"/>
          </a:xfrm>
          <a:prstGeom prst="rect">
            <a:avLst/>
          </a:prstGeom>
          <a:solidFill>
            <a:srgbClr val="6D9EEB"/>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Newnan</a:t>
            </a:r>
            <a:endParaRPr sz="1000"/>
          </a:p>
        </p:txBody>
      </p:sp>
      <p:cxnSp>
        <p:nvCxnSpPr>
          <p:cNvPr id="1722" name="Google Shape;1722;p88"/>
          <p:cNvCxnSpPr>
            <a:stCxn id="1704" idx="2"/>
            <a:endCxn id="1705" idx="0"/>
          </p:cNvCxnSpPr>
          <p:nvPr/>
        </p:nvCxnSpPr>
        <p:spPr>
          <a:xfrm flipH="1">
            <a:off x="2442050" y="1432625"/>
            <a:ext cx="2057400" cy="423300"/>
          </a:xfrm>
          <a:prstGeom prst="straightConnector1">
            <a:avLst/>
          </a:prstGeom>
          <a:noFill/>
          <a:ln cap="flat" cmpd="sng" w="9525">
            <a:solidFill>
              <a:schemeClr val="dk2"/>
            </a:solidFill>
            <a:prstDash val="solid"/>
            <a:round/>
            <a:headEnd len="med" w="med" type="none"/>
            <a:tailEnd len="med" w="med" type="triangle"/>
          </a:ln>
        </p:spPr>
      </p:cxnSp>
      <p:cxnSp>
        <p:nvCxnSpPr>
          <p:cNvPr id="1723" name="Google Shape;1723;p88"/>
          <p:cNvCxnSpPr>
            <a:stCxn id="1704" idx="2"/>
            <a:endCxn id="1706" idx="0"/>
          </p:cNvCxnSpPr>
          <p:nvPr/>
        </p:nvCxnSpPr>
        <p:spPr>
          <a:xfrm>
            <a:off x="4499450" y="1432625"/>
            <a:ext cx="3048000" cy="423300"/>
          </a:xfrm>
          <a:prstGeom prst="straightConnector1">
            <a:avLst/>
          </a:prstGeom>
          <a:noFill/>
          <a:ln cap="flat" cmpd="sng" w="9525">
            <a:solidFill>
              <a:schemeClr val="dk2"/>
            </a:solidFill>
            <a:prstDash val="solid"/>
            <a:round/>
            <a:headEnd len="med" w="med" type="none"/>
            <a:tailEnd len="med" w="med" type="triangle"/>
          </a:ln>
        </p:spPr>
      </p:cxnSp>
      <p:cxnSp>
        <p:nvCxnSpPr>
          <p:cNvPr id="1724" name="Google Shape;1724;p88"/>
          <p:cNvCxnSpPr>
            <a:stCxn id="1705" idx="2"/>
            <a:endCxn id="1707" idx="0"/>
          </p:cNvCxnSpPr>
          <p:nvPr/>
        </p:nvCxnSpPr>
        <p:spPr>
          <a:xfrm flipH="1">
            <a:off x="1200350" y="2194625"/>
            <a:ext cx="1241700" cy="471600"/>
          </a:xfrm>
          <a:prstGeom prst="straightConnector1">
            <a:avLst/>
          </a:prstGeom>
          <a:noFill/>
          <a:ln cap="flat" cmpd="sng" w="9525">
            <a:solidFill>
              <a:schemeClr val="dk2"/>
            </a:solidFill>
            <a:prstDash val="solid"/>
            <a:round/>
            <a:headEnd len="med" w="med" type="none"/>
            <a:tailEnd len="med" w="med" type="triangle"/>
          </a:ln>
        </p:spPr>
      </p:cxnSp>
      <p:cxnSp>
        <p:nvCxnSpPr>
          <p:cNvPr id="1725" name="Google Shape;1725;p88"/>
          <p:cNvCxnSpPr>
            <a:stCxn id="1705" idx="2"/>
            <a:endCxn id="1708" idx="0"/>
          </p:cNvCxnSpPr>
          <p:nvPr/>
        </p:nvCxnSpPr>
        <p:spPr>
          <a:xfrm>
            <a:off x="2442050" y="2194625"/>
            <a:ext cx="1653900" cy="471600"/>
          </a:xfrm>
          <a:prstGeom prst="straightConnector1">
            <a:avLst/>
          </a:prstGeom>
          <a:noFill/>
          <a:ln cap="flat" cmpd="sng" w="9525">
            <a:solidFill>
              <a:schemeClr val="dk2"/>
            </a:solidFill>
            <a:prstDash val="solid"/>
            <a:round/>
            <a:headEnd len="med" w="med" type="none"/>
            <a:tailEnd len="med" w="med" type="triangle"/>
          </a:ln>
        </p:spPr>
      </p:cxnSp>
      <p:cxnSp>
        <p:nvCxnSpPr>
          <p:cNvPr id="1726" name="Google Shape;1726;p88"/>
          <p:cNvCxnSpPr>
            <a:stCxn id="1706" idx="2"/>
            <a:endCxn id="1710" idx="0"/>
          </p:cNvCxnSpPr>
          <p:nvPr/>
        </p:nvCxnSpPr>
        <p:spPr>
          <a:xfrm flipH="1">
            <a:off x="6686750" y="2194625"/>
            <a:ext cx="860700" cy="471600"/>
          </a:xfrm>
          <a:prstGeom prst="straightConnector1">
            <a:avLst/>
          </a:prstGeom>
          <a:noFill/>
          <a:ln cap="flat" cmpd="sng" w="9525">
            <a:solidFill>
              <a:schemeClr val="dk2"/>
            </a:solidFill>
            <a:prstDash val="solid"/>
            <a:round/>
            <a:headEnd len="med" w="med" type="none"/>
            <a:tailEnd len="med" w="med" type="triangle"/>
          </a:ln>
        </p:spPr>
      </p:cxnSp>
      <p:cxnSp>
        <p:nvCxnSpPr>
          <p:cNvPr id="1727" name="Google Shape;1727;p88"/>
          <p:cNvCxnSpPr>
            <a:stCxn id="1706" idx="2"/>
            <a:endCxn id="1709" idx="0"/>
          </p:cNvCxnSpPr>
          <p:nvPr/>
        </p:nvCxnSpPr>
        <p:spPr>
          <a:xfrm>
            <a:off x="7547450" y="2194625"/>
            <a:ext cx="815700" cy="471600"/>
          </a:xfrm>
          <a:prstGeom prst="straightConnector1">
            <a:avLst/>
          </a:prstGeom>
          <a:noFill/>
          <a:ln cap="flat" cmpd="sng" w="9525">
            <a:solidFill>
              <a:schemeClr val="dk2"/>
            </a:solidFill>
            <a:prstDash val="solid"/>
            <a:round/>
            <a:headEnd len="med" w="med" type="none"/>
            <a:tailEnd len="med" w="med" type="triangle"/>
          </a:ln>
        </p:spPr>
      </p:cxnSp>
      <p:cxnSp>
        <p:nvCxnSpPr>
          <p:cNvPr id="1728" name="Google Shape;1728;p88"/>
          <p:cNvCxnSpPr>
            <a:endCxn id="1713" idx="0"/>
          </p:cNvCxnSpPr>
          <p:nvPr/>
        </p:nvCxnSpPr>
        <p:spPr>
          <a:xfrm flipH="1">
            <a:off x="667075" y="3005000"/>
            <a:ext cx="533400" cy="499500"/>
          </a:xfrm>
          <a:prstGeom prst="straightConnector1">
            <a:avLst/>
          </a:prstGeom>
          <a:noFill/>
          <a:ln cap="flat" cmpd="sng" w="9525">
            <a:solidFill>
              <a:schemeClr val="dk2"/>
            </a:solidFill>
            <a:prstDash val="solid"/>
            <a:round/>
            <a:headEnd len="med" w="med" type="none"/>
            <a:tailEnd len="med" w="med" type="triangle"/>
          </a:ln>
        </p:spPr>
      </p:cxnSp>
      <p:cxnSp>
        <p:nvCxnSpPr>
          <p:cNvPr id="1729" name="Google Shape;1729;p88"/>
          <p:cNvCxnSpPr>
            <a:stCxn id="1707" idx="2"/>
            <a:endCxn id="1711" idx="0"/>
          </p:cNvCxnSpPr>
          <p:nvPr/>
        </p:nvCxnSpPr>
        <p:spPr>
          <a:xfrm>
            <a:off x="1200475" y="3005000"/>
            <a:ext cx="1066800" cy="499500"/>
          </a:xfrm>
          <a:prstGeom prst="straightConnector1">
            <a:avLst/>
          </a:prstGeom>
          <a:noFill/>
          <a:ln cap="flat" cmpd="sng" w="9525">
            <a:solidFill>
              <a:schemeClr val="dk2"/>
            </a:solidFill>
            <a:prstDash val="solid"/>
            <a:round/>
            <a:headEnd len="med" w="med" type="none"/>
            <a:tailEnd len="med" w="med" type="triangle"/>
          </a:ln>
        </p:spPr>
      </p:cxnSp>
      <p:cxnSp>
        <p:nvCxnSpPr>
          <p:cNvPr id="1730" name="Google Shape;1730;p88"/>
          <p:cNvCxnSpPr>
            <a:endCxn id="1712" idx="0"/>
          </p:cNvCxnSpPr>
          <p:nvPr/>
        </p:nvCxnSpPr>
        <p:spPr>
          <a:xfrm>
            <a:off x="4095925" y="3005000"/>
            <a:ext cx="214500" cy="499500"/>
          </a:xfrm>
          <a:prstGeom prst="straightConnector1">
            <a:avLst/>
          </a:prstGeom>
          <a:noFill/>
          <a:ln cap="flat" cmpd="sng" w="9525">
            <a:solidFill>
              <a:schemeClr val="dk2"/>
            </a:solidFill>
            <a:prstDash val="solid"/>
            <a:round/>
            <a:headEnd len="med" w="med" type="none"/>
            <a:tailEnd len="med" w="med" type="triangle"/>
          </a:ln>
        </p:spPr>
      </p:cxnSp>
      <p:cxnSp>
        <p:nvCxnSpPr>
          <p:cNvPr id="1731" name="Google Shape;1731;p88"/>
          <p:cNvCxnSpPr>
            <a:endCxn id="1718" idx="0"/>
          </p:cNvCxnSpPr>
          <p:nvPr/>
        </p:nvCxnSpPr>
        <p:spPr>
          <a:xfrm flipH="1">
            <a:off x="386425" y="3843200"/>
            <a:ext cx="304800" cy="575700"/>
          </a:xfrm>
          <a:prstGeom prst="straightConnector1">
            <a:avLst/>
          </a:prstGeom>
          <a:noFill/>
          <a:ln cap="flat" cmpd="sng" w="9525">
            <a:solidFill>
              <a:schemeClr val="dk2"/>
            </a:solidFill>
            <a:prstDash val="solid"/>
            <a:round/>
            <a:headEnd len="med" w="med" type="none"/>
            <a:tailEnd len="med" w="med" type="triangle"/>
          </a:ln>
        </p:spPr>
      </p:cxnSp>
      <p:cxnSp>
        <p:nvCxnSpPr>
          <p:cNvPr id="1732" name="Google Shape;1732;p88"/>
          <p:cNvCxnSpPr>
            <a:stCxn id="1713" idx="2"/>
            <a:endCxn id="1719" idx="0"/>
          </p:cNvCxnSpPr>
          <p:nvPr/>
        </p:nvCxnSpPr>
        <p:spPr>
          <a:xfrm>
            <a:off x="667075" y="3843200"/>
            <a:ext cx="426600" cy="575700"/>
          </a:xfrm>
          <a:prstGeom prst="straightConnector1">
            <a:avLst/>
          </a:prstGeom>
          <a:noFill/>
          <a:ln cap="flat" cmpd="sng" w="9525">
            <a:solidFill>
              <a:schemeClr val="dk2"/>
            </a:solidFill>
            <a:prstDash val="solid"/>
            <a:round/>
            <a:headEnd len="med" w="med" type="none"/>
            <a:tailEnd len="med" w="med" type="triangle"/>
          </a:ln>
        </p:spPr>
      </p:cxnSp>
      <p:cxnSp>
        <p:nvCxnSpPr>
          <p:cNvPr id="1733" name="Google Shape;1733;p88"/>
          <p:cNvCxnSpPr>
            <a:stCxn id="1713" idx="2"/>
            <a:endCxn id="1721" idx="0"/>
          </p:cNvCxnSpPr>
          <p:nvPr/>
        </p:nvCxnSpPr>
        <p:spPr>
          <a:xfrm>
            <a:off x="667075" y="3843200"/>
            <a:ext cx="1857000" cy="575700"/>
          </a:xfrm>
          <a:prstGeom prst="straightConnector1">
            <a:avLst/>
          </a:prstGeom>
          <a:noFill/>
          <a:ln cap="flat" cmpd="sng" w="9525">
            <a:solidFill>
              <a:schemeClr val="dk2"/>
            </a:solidFill>
            <a:prstDash val="solid"/>
            <a:round/>
            <a:headEnd len="med" w="med" type="none"/>
            <a:tailEnd len="med" w="med" type="triangle"/>
          </a:ln>
        </p:spPr>
      </p:cxnSp>
      <p:cxnSp>
        <p:nvCxnSpPr>
          <p:cNvPr id="1734" name="Google Shape;1734;p88"/>
          <p:cNvCxnSpPr>
            <a:stCxn id="1713" idx="2"/>
            <a:endCxn id="1720" idx="0"/>
          </p:cNvCxnSpPr>
          <p:nvPr/>
        </p:nvCxnSpPr>
        <p:spPr>
          <a:xfrm>
            <a:off x="667075" y="3843200"/>
            <a:ext cx="1121100" cy="575700"/>
          </a:xfrm>
          <a:prstGeom prst="straightConnector1">
            <a:avLst/>
          </a:prstGeom>
          <a:noFill/>
          <a:ln cap="flat" cmpd="sng" w="9525">
            <a:solidFill>
              <a:schemeClr val="dk2"/>
            </a:solidFill>
            <a:prstDash val="solid"/>
            <a:round/>
            <a:headEnd len="med" w="med" type="none"/>
            <a:tailEnd len="med" w="med" type="triangle"/>
          </a:ln>
        </p:spPr>
      </p:cxnSp>
      <p:cxnSp>
        <p:nvCxnSpPr>
          <p:cNvPr id="1735" name="Google Shape;1735;p88"/>
          <p:cNvCxnSpPr>
            <a:stCxn id="1712" idx="2"/>
            <a:endCxn id="1717" idx="0"/>
          </p:cNvCxnSpPr>
          <p:nvPr/>
        </p:nvCxnSpPr>
        <p:spPr>
          <a:xfrm flipH="1">
            <a:off x="3943525" y="3843200"/>
            <a:ext cx="366900" cy="575700"/>
          </a:xfrm>
          <a:prstGeom prst="straightConnector1">
            <a:avLst/>
          </a:prstGeom>
          <a:noFill/>
          <a:ln cap="flat" cmpd="sng" w="9525">
            <a:solidFill>
              <a:schemeClr val="dk2"/>
            </a:solidFill>
            <a:prstDash val="solid"/>
            <a:round/>
            <a:headEnd len="med" w="med" type="none"/>
            <a:tailEnd len="med" w="med" type="triangle"/>
          </a:ln>
        </p:spPr>
      </p:cxnSp>
      <p:cxnSp>
        <p:nvCxnSpPr>
          <p:cNvPr id="1736" name="Google Shape;1736;p88"/>
          <p:cNvCxnSpPr>
            <a:endCxn id="1716" idx="0"/>
          </p:cNvCxnSpPr>
          <p:nvPr/>
        </p:nvCxnSpPr>
        <p:spPr>
          <a:xfrm>
            <a:off x="4310275" y="3843200"/>
            <a:ext cx="624000" cy="575700"/>
          </a:xfrm>
          <a:prstGeom prst="straightConnector1">
            <a:avLst/>
          </a:prstGeom>
          <a:noFill/>
          <a:ln cap="flat" cmpd="sng" w="9525">
            <a:solidFill>
              <a:schemeClr val="dk2"/>
            </a:solidFill>
            <a:prstDash val="solid"/>
            <a:round/>
            <a:headEnd len="med" w="med" type="none"/>
            <a:tailEnd len="med" w="med" type="triangle"/>
          </a:ln>
        </p:spPr>
      </p:cxnSp>
      <p:cxnSp>
        <p:nvCxnSpPr>
          <p:cNvPr id="1737" name="Google Shape;1737;p88"/>
          <p:cNvCxnSpPr>
            <a:stCxn id="1710" idx="2"/>
            <a:endCxn id="1714" idx="0"/>
          </p:cNvCxnSpPr>
          <p:nvPr/>
        </p:nvCxnSpPr>
        <p:spPr>
          <a:xfrm>
            <a:off x="6686875" y="3005000"/>
            <a:ext cx="0" cy="499500"/>
          </a:xfrm>
          <a:prstGeom prst="straightConnector1">
            <a:avLst/>
          </a:prstGeom>
          <a:noFill/>
          <a:ln cap="flat" cmpd="sng" w="9525">
            <a:solidFill>
              <a:schemeClr val="dk2"/>
            </a:solidFill>
            <a:prstDash val="solid"/>
            <a:round/>
            <a:headEnd len="med" w="med" type="none"/>
            <a:tailEnd len="med" w="med" type="triangle"/>
          </a:ln>
        </p:spPr>
      </p:cxnSp>
      <p:cxnSp>
        <p:nvCxnSpPr>
          <p:cNvPr id="1738" name="Google Shape;1738;p88"/>
          <p:cNvCxnSpPr>
            <a:stCxn id="1714" idx="2"/>
            <a:endCxn id="1715" idx="0"/>
          </p:cNvCxnSpPr>
          <p:nvPr/>
        </p:nvCxnSpPr>
        <p:spPr>
          <a:xfrm>
            <a:off x="6686875" y="3843200"/>
            <a:ext cx="0" cy="575700"/>
          </a:xfrm>
          <a:prstGeom prst="straightConnector1">
            <a:avLst/>
          </a:prstGeom>
          <a:noFill/>
          <a:ln cap="flat" cmpd="sng" w="9525">
            <a:solidFill>
              <a:schemeClr val="dk2"/>
            </a:solidFill>
            <a:prstDash val="solid"/>
            <a:round/>
            <a:headEnd len="med" w="med" type="none"/>
            <a:tailEnd len="med" w="med" type="triangle"/>
          </a:ln>
        </p:spPr>
      </p:cxnSp>
      <p:sp>
        <p:nvSpPr>
          <p:cNvPr id="1739" name="Google Shape;1739;p88"/>
          <p:cNvSpPr txBox="1"/>
          <p:nvPr>
            <p:ph type="title"/>
          </p:nvPr>
        </p:nvSpPr>
        <p:spPr>
          <a:xfrm>
            <a:off x="148125" y="99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Breadth-First Search: Savannah to Valdosta</a:t>
            </a:r>
            <a:endParaRPr/>
          </a:p>
        </p:txBody>
      </p:sp>
      <p:sp>
        <p:nvSpPr>
          <p:cNvPr id="1740" name="Google Shape;1740;p88"/>
          <p:cNvSpPr txBox="1"/>
          <p:nvPr/>
        </p:nvSpPr>
        <p:spPr>
          <a:xfrm>
            <a:off x="3391325" y="4681475"/>
            <a:ext cx="30000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n" sz="1600">
                <a:solidFill>
                  <a:srgbClr val="FF9900"/>
                </a:solidFill>
              </a:rPr>
              <a:t>Are we at our destination?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4" name="Shape 1744"/>
        <p:cNvGrpSpPr/>
        <p:nvPr/>
      </p:nvGrpSpPr>
      <p:grpSpPr>
        <a:xfrm>
          <a:off x="0" y="0"/>
          <a:ext cx="0" cy="0"/>
          <a:chOff x="0" y="0"/>
          <a:chExt cx="0" cy="0"/>
        </a:xfrm>
      </p:grpSpPr>
      <p:pic>
        <p:nvPicPr>
          <p:cNvPr id="1745" name="Google Shape;1745;p89"/>
          <p:cNvPicPr preferRelativeResize="0"/>
          <p:nvPr/>
        </p:nvPicPr>
        <p:blipFill>
          <a:blip r:embed="rId3">
            <a:alphaModFix/>
          </a:blip>
          <a:stretch>
            <a:fillRect/>
          </a:stretch>
        </p:blipFill>
        <p:spPr>
          <a:xfrm>
            <a:off x="6961459" y="0"/>
            <a:ext cx="2174641" cy="1849275"/>
          </a:xfrm>
          <a:prstGeom prst="rect">
            <a:avLst/>
          </a:prstGeom>
          <a:noFill/>
          <a:ln>
            <a:noFill/>
          </a:ln>
        </p:spPr>
      </p:pic>
      <p:sp>
        <p:nvSpPr>
          <p:cNvPr id="1746" name="Google Shape;1746;p8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747" name="Google Shape;1747;p89"/>
          <p:cNvSpPr txBox="1"/>
          <p:nvPr/>
        </p:nvSpPr>
        <p:spPr>
          <a:xfrm>
            <a:off x="4030700" y="1093925"/>
            <a:ext cx="9375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Savannah</a:t>
            </a:r>
            <a:endParaRPr sz="1000"/>
          </a:p>
        </p:txBody>
      </p:sp>
      <p:sp>
        <p:nvSpPr>
          <p:cNvPr id="1748" name="Google Shape;1748;p89"/>
          <p:cNvSpPr txBox="1"/>
          <p:nvPr/>
        </p:nvSpPr>
        <p:spPr>
          <a:xfrm>
            <a:off x="1973300" y="1855925"/>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Statesboro</a:t>
            </a:r>
            <a:endParaRPr sz="1000"/>
          </a:p>
        </p:txBody>
      </p:sp>
      <p:sp>
        <p:nvSpPr>
          <p:cNvPr id="1749" name="Google Shape;1749;p89"/>
          <p:cNvSpPr txBox="1"/>
          <p:nvPr/>
        </p:nvSpPr>
        <p:spPr>
          <a:xfrm>
            <a:off x="7078700" y="1855925"/>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Hinesville</a:t>
            </a:r>
            <a:endParaRPr sz="1000"/>
          </a:p>
        </p:txBody>
      </p:sp>
      <p:sp>
        <p:nvSpPr>
          <p:cNvPr id="1750" name="Google Shape;1750;p89"/>
          <p:cNvSpPr txBox="1"/>
          <p:nvPr/>
        </p:nvSpPr>
        <p:spPr>
          <a:xfrm>
            <a:off x="7317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Augusta</a:t>
            </a:r>
            <a:endParaRPr sz="1000"/>
          </a:p>
        </p:txBody>
      </p:sp>
      <p:sp>
        <p:nvSpPr>
          <p:cNvPr id="1751" name="Google Shape;1751;p89"/>
          <p:cNvSpPr txBox="1"/>
          <p:nvPr/>
        </p:nvSpPr>
        <p:spPr>
          <a:xfrm>
            <a:off x="36273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Macon</a:t>
            </a:r>
            <a:endParaRPr sz="1000"/>
          </a:p>
        </p:txBody>
      </p:sp>
      <p:sp>
        <p:nvSpPr>
          <p:cNvPr id="1752" name="Google Shape;1752;p89"/>
          <p:cNvSpPr txBox="1"/>
          <p:nvPr/>
        </p:nvSpPr>
        <p:spPr>
          <a:xfrm>
            <a:off x="78945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McRae</a:t>
            </a:r>
            <a:endParaRPr sz="1000"/>
          </a:p>
        </p:txBody>
      </p:sp>
      <p:sp>
        <p:nvSpPr>
          <p:cNvPr id="1753" name="Google Shape;1753;p89"/>
          <p:cNvSpPr txBox="1"/>
          <p:nvPr/>
        </p:nvSpPr>
        <p:spPr>
          <a:xfrm>
            <a:off x="6218125" y="266630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Brunswick</a:t>
            </a:r>
            <a:endParaRPr sz="1000"/>
          </a:p>
        </p:txBody>
      </p:sp>
      <p:sp>
        <p:nvSpPr>
          <p:cNvPr id="1754" name="Google Shape;1754;p89"/>
          <p:cNvSpPr txBox="1"/>
          <p:nvPr/>
        </p:nvSpPr>
        <p:spPr>
          <a:xfrm>
            <a:off x="1798525" y="3504500"/>
            <a:ext cx="9375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Milledgeville</a:t>
            </a:r>
            <a:endParaRPr sz="1000"/>
          </a:p>
        </p:txBody>
      </p:sp>
      <p:sp>
        <p:nvSpPr>
          <p:cNvPr id="1755" name="Google Shape;1755;p89"/>
          <p:cNvSpPr txBox="1"/>
          <p:nvPr/>
        </p:nvSpPr>
        <p:spPr>
          <a:xfrm>
            <a:off x="3703525" y="3504500"/>
            <a:ext cx="12138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Warner Robins</a:t>
            </a:r>
            <a:endParaRPr sz="1000"/>
          </a:p>
        </p:txBody>
      </p:sp>
      <p:sp>
        <p:nvSpPr>
          <p:cNvPr id="1756" name="Google Shape;1756;p89"/>
          <p:cNvSpPr txBox="1"/>
          <p:nvPr/>
        </p:nvSpPr>
        <p:spPr>
          <a:xfrm>
            <a:off x="198325" y="3504500"/>
            <a:ext cx="9375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Atlanta</a:t>
            </a:r>
            <a:endParaRPr sz="1000"/>
          </a:p>
        </p:txBody>
      </p:sp>
      <p:sp>
        <p:nvSpPr>
          <p:cNvPr id="1757" name="Google Shape;1757;p89"/>
          <p:cNvSpPr txBox="1"/>
          <p:nvPr/>
        </p:nvSpPr>
        <p:spPr>
          <a:xfrm>
            <a:off x="6218125" y="3504500"/>
            <a:ext cx="9375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Waycross</a:t>
            </a:r>
            <a:endParaRPr sz="1000"/>
          </a:p>
        </p:txBody>
      </p:sp>
      <p:sp>
        <p:nvSpPr>
          <p:cNvPr id="1758" name="Google Shape;1758;p89"/>
          <p:cNvSpPr txBox="1"/>
          <p:nvPr/>
        </p:nvSpPr>
        <p:spPr>
          <a:xfrm>
            <a:off x="6218125" y="4418900"/>
            <a:ext cx="937500" cy="338700"/>
          </a:xfrm>
          <a:prstGeom prst="rect">
            <a:avLst/>
          </a:prstGeom>
          <a:solidFill>
            <a:srgbClr val="6D9EEB"/>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rgbClr val="FF0000"/>
                </a:solidFill>
              </a:rPr>
              <a:t>Valdosta</a:t>
            </a:r>
            <a:endParaRPr b="1" sz="1000">
              <a:solidFill>
                <a:srgbClr val="FF0000"/>
              </a:solidFill>
            </a:endParaRPr>
          </a:p>
        </p:txBody>
      </p:sp>
      <p:sp>
        <p:nvSpPr>
          <p:cNvPr id="1759" name="Google Shape;1759;p89"/>
          <p:cNvSpPr txBox="1"/>
          <p:nvPr/>
        </p:nvSpPr>
        <p:spPr>
          <a:xfrm>
            <a:off x="4465525" y="4418900"/>
            <a:ext cx="937500" cy="338700"/>
          </a:xfrm>
          <a:prstGeom prst="rect">
            <a:avLst/>
          </a:prstGeom>
          <a:solidFill>
            <a:srgbClr val="6D9EEB"/>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Tifton</a:t>
            </a:r>
            <a:endParaRPr sz="1000"/>
          </a:p>
        </p:txBody>
      </p:sp>
      <p:sp>
        <p:nvSpPr>
          <p:cNvPr id="1760" name="Google Shape;1760;p89"/>
          <p:cNvSpPr txBox="1"/>
          <p:nvPr/>
        </p:nvSpPr>
        <p:spPr>
          <a:xfrm>
            <a:off x="3474925" y="4418900"/>
            <a:ext cx="937500" cy="338700"/>
          </a:xfrm>
          <a:prstGeom prst="rect">
            <a:avLst/>
          </a:prstGeom>
          <a:solidFill>
            <a:srgbClr val="6D9EEB"/>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Columbus</a:t>
            </a:r>
            <a:endParaRPr sz="1000"/>
          </a:p>
        </p:txBody>
      </p:sp>
      <p:sp>
        <p:nvSpPr>
          <p:cNvPr id="1761" name="Google Shape;1761;p89"/>
          <p:cNvSpPr txBox="1"/>
          <p:nvPr/>
        </p:nvSpPr>
        <p:spPr>
          <a:xfrm>
            <a:off x="74425" y="4418900"/>
            <a:ext cx="624000" cy="338700"/>
          </a:xfrm>
          <a:prstGeom prst="rect">
            <a:avLst/>
          </a:prstGeom>
          <a:solidFill>
            <a:srgbClr val="6D9EEB"/>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Rome</a:t>
            </a:r>
            <a:endParaRPr sz="1000"/>
          </a:p>
        </p:txBody>
      </p:sp>
      <p:sp>
        <p:nvSpPr>
          <p:cNvPr id="1762" name="Google Shape;1762;p89"/>
          <p:cNvSpPr txBox="1"/>
          <p:nvPr/>
        </p:nvSpPr>
        <p:spPr>
          <a:xfrm>
            <a:off x="781576" y="4418900"/>
            <a:ext cx="624000" cy="338700"/>
          </a:xfrm>
          <a:prstGeom prst="rect">
            <a:avLst/>
          </a:prstGeom>
          <a:solidFill>
            <a:srgbClr val="6D9EEB"/>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Athens</a:t>
            </a:r>
            <a:endParaRPr sz="1000"/>
          </a:p>
        </p:txBody>
      </p:sp>
      <p:sp>
        <p:nvSpPr>
          <p:cNvPr id="1763" name="Google Shape;1763;p89"/>
          <p:cNvSpPr txBox="1"/>
          <p:nvPr/>
        </p:nvSpPr>
        <p:spPr>
          <a:xfrm>
            <a:off x="1476200" y="4418900"/>
            <a:ext cx="624000" cy="338700"/>
          </a:xfrm>
          <a:prstGeom prst="rect">
            <a:avLst/>
          </a:prstGeom>
          <a:solidFill>
            <a:srgbClr val="6D9EEB"/>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Toccoa</a:t>
            </a:r>
            <a:endParaRPr sz="1000"/>
          </a:p>
        </p:txBody>
      </p:sp>
      <p:sp>
        <p:nvSpPr>
          <p:cNvPr id="1764" name="Google Shape;1764;p89"/>
          <p:cNvSpPr txBox="1"/>
          <p:nvPr/>
        </p:nvSpPr>
        <p:spPr>
          <a:xfrm>
            <a:off x="2159725" y="4418900"/>
            <a:ext cx="728700" cy="338700"/>
          </a:xfrm>
          <a:prstGeom prst="rect">
            <a:avLst/>
          </a:prstGeom>
          <a:solidFill>
            <a:srgbClr val="6D9EEB"/>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Newnan</a:t>
            </a:r>
            <a:endParaRPr sz="1000"/>
          </a:p>
        </p:txBody>
      </p:sp>
      <p:cxnSp>
        <p:nvCxnSpPr>
          <p:cNvPr id="1765" name="Google Shape;1765;p89"/>
          <p:cNvCxnSpPr>
            <a:stCxn id="1747" idx="2"/>
            <a:endCxn id="1748" idx="0"/>
          </p:cNvCxnSpPr>
          <p:nvPr/>
        </p:nvCxnSpPr>
        <p:spPr>
          <a:xfrm flipH="1">
            <a:off x="2442050" y="1432625"/>
            <a:ext cx="2057400" cy="423300"/>
          </a:xfrm>
          <a:prstGeom prst="straightConnector1">
            <a:avLst/>
          </a:prstGeom>
          <a:noFill/>
          <a:ln cap="flat" cmpd="sng" w="9525">
            <a:solidFill>
              <a:schemeClr val="dk2"/>
            </a:solidFill>
            <a:prstDash val="solid"/>
            <a:round/>
            <a:headEnd len="med" w="med" type="none"/>
            <a:tailEnd len="med" w="med" type="triangle"/>
          </a:ln>
        </p:spPr>
      </p:cxnSp>
      <p:cxnSp>
        <p:nvCxnSpPr>
          <p:cNvPr id="1766" name="Google Shape;1766;p89"/>
          <p:cNvCxnSpPr>
            <a:stCxn id="1747" idx="2"/>
            <a:endCxn id="1749" idx="0"/>
          </p:cNvCxnSpPr>
          <p:nvPr/>
        </p:nvCxnSpPr>
        <p:spPr>
          <a:xfrm>
            <a:off x="4499450" y="1432625"/>
            <a:ext cx="3048000" cy="423300"/>
          </a:xfrm>
          <a:prstGeom prst="straightConnector1">
            <a:avLst/>
          </a:prstGeom>
          <a:noFill/>
          <a:ln cap="flat" cmpd="sng" w="28575">
            <a:solidFill>
              <a:srgbClr val="FF0000"/>
            </a:solidFill>
            <a:prstDash val="solid"/>
            <a:round/>
            <a:headEnd len="med" w="med" type="triangle"/>
            <a:tailEnd len="med" w="med" type="none"/>
          </a:ln>
        </p:spPr>
      </p:cxnSp>
      <p:cxnSp>
        <p:nvCxnSpPr>
          <p:cNvPr id="1767" name="Google Shape;1767;p89"/>
          <p:cNvCxnSpPr>
            <a:stCxn id="1748" idx="2"/>
            <a:endCxn id="1750" idx="0"/>
          </p:cNvCxnSpPr>
          <p:nvPr/>
        </p:nvCxnSpPr>
        <p:spPr>
          <a:xfrm flipH="1">
            <a:off x="1200350" y="2194625"/>
            <a:ext cx="1241700" cy="471600"/>
          </a:xfrm>
          <a:prstGeom prst="straightConnector1">
            <a:avLst/>
          </a:prstGeom>
          <a:noFill/>
          <a:ln cap="flat" cmpd="sng" w="9525">
            <a:solidFill>
              <a:schemeClr val="dk2"/>
            </a:solidFill>
            <a:prstDash val="solid"/>
            <a:round/>
            <a:headEnd len="med" w="med" type="none"/>
            <a:tailEnd len="med" w="med" type="triangle"/>
          </a:ln>
        </p:spPr>
      </p:cxnSp>
      <p:cxnSp>
        <p:nvCxnSpPr>
          <p:cNvPr id="1768" name="Google Shape;1768;p89"/>
          <p:cNvCxnSpPr>
            <a:stCxn id="1748" idx="2"/>
            <a:endCxn id="1751" idx="0"/>
          </p:cNvCxnSpPr>
          <p:nvPr/>
        </p:nvCxnSpPr>
        <p:spPr>
          <a:xfrm>
            <a:off x="2442050" y="2194625"/>
            <a:ext cx="1653900" cy="471600"/>
          </a:xfrm>
          <a:prstGeom prst="straightConnector1">
            <a:avLst/>
          </a:prstGeom>
          <a:noFill/>
          <a:ln cap="flat" cmpd="sng" w="9525">
            <a:solidFill>
              <a:schemeClr val="dk2"/>
            </a:solidFill>
            <a:prstDash val="solid"/>
            <a:round/>
            <a:headEnd len="med" w="med" type="none"/>
            <a:tailEnd len="med" w="med" type="triangle"/>
          </a:ln>
        </p:spPr>
      </p:cxnSp>
      <p:cxnSp>
        <p:nvCxnSpPr>
          <p:cNvPr id="1769" name="Google Shape;1769;p89"/>
          <p:cNvCxnSpPr>
            <a:stCxn id="1749" idx="2"/>
            <a:endCxn id="1753" idx="0"/>
          </p:cNvCxnSpPr>
          <p:nvPr/>
        </p:nvCxnSpPr>
        <p:spPr>
          <a:xfrm flipH="1">
            <a:off x="6686750" y="2194625"/>
            <a:ext cx="860700" cy="471600"/>
          </a:xfrm>
          <a:prstGeom prst="straightConnector1">
            <a:avLst/>
          </a:prstGeom>
          <a:noFill/>
          <a:ln cap="flat" cmpd="sng" w="28575">
            <a:solidFill>
              <a:srgbClr val="FF0000"/>
            </a:solidFill>
            <a:prstDash val="solid"/>
            <a:round/>
            <a:headEnd len="med" w="med" type="triangle"/>
            <a:tailEnd len="med" w="med" type="none"/>
          </a:ln>
        </p:spPr>
      </p:cxnSp>
      <p:cxnSp>
        <p:nvCxnSpPr>
          <p:cNvPr id="1770" name="Google Shape;1770;p89"/>
          <p:cNvCxnSpPr>
            <a:stCxn id="1749" idx="2"/>
            <a:endCxn id="1752" idx="0"/>
          </p:cNvCxnSpPr>
          <p:nvPr/>
        </p:nvCxnSpPr>
        <p:spPr>
          <a:xfrm>
            <a:off x="7547450" y="2194625"/>
            <a:ext cx="815700" cy="471600"/>
          </a:xfrm>
          <a:prstGeom prst="straightConnector1">
            <a:avLst/>
          </a:prstGeom>
          <a:noFill/>
          <a:ln cap="flat" cmpd="sng" w="9525">
            <a:solidFill>
              <a:schemeClr val="dk2"/>
            </a:solidFill>
            <a:prstDash val="solid"/>
            <a:round/>
            <a:headEnd len="med" w="med" type="none"/>
            <a:tailEnd len="med" w="med" type="triangle"/>
          </a:ln>
        </p:spPr>
      </p:cxnSp>
      <p:cxnSp>
        <p:nvCxnSpPr>
          <p:cNvPr id="1771" name="Google Shape;1771;p89"/>
          <p:cNvCxnSpPr>
            <a:endCxn id="1756" idx="0"/>
          </p:cNvCxnSpPr>
          <p:nvPr/>
        </p:nvCxnSpPr>
        <p:spPr>
          <a:xfrm flipH="1">
            <a:off x="667075" y="3005000"/>
            <a:ext cx="533400" cy="499500"/>
          </a:xfrm>
          <a:prstGeom prst="straightConnector1">
            <a:avLst/>
          </a:prstGeom>
          <a:noFill/>
          <a:ln cap="flat" cmpd="sng" w="9525">
            <a:solidFill>
              <a:schemeClr val="dk2"/>
            </a:solidFill>
            <a:prstDash val="solid"/>
            <a:round/>
            <a:headEnd len="med" w="med" type="none"/>
            <a:tailEnd len="med" w="med" type="triangle"/>
          </a:ln>
        </p:spPr>
      </p:cxnSp>
      <p:cxnSp>
        <p:nvCxnSpPr>
          <p:cNvPr id="1772" name="Google Shape;1772;p89"/>
          <p:cNvCxnSpPr>
            <a:stCxn id="1750" idx="2"/>
            <a:endCxn id="1754" idx="0"/>
          </p:cNvCxnSpPr>
          <p:nvPr/>
        </p:nvCxnSpPr>
        <p:spPr>
          <a:xfrm>
            <a:off x="1200475" y="3005000"/>
            <a:ext cx="1066800" cy="499500"/>
          </a:xfrm>
          <a:prstGeom prst="straightConnector1">
            <a:avLst/>
          </a:prstGeom>
          <a:noFill/>
          <a:ln cap="flat" cmpd="sng" w="9525">
            <a:solidFill>
              <a:schemeClr val="dk2"/>
            </a:solidFill>
            <a:prstDash val="solid"/>
            <a:round/>
            <a:headEnd len="med" w="med" type="none"/>
            <a:tailEnd len="med" w="med" type="triangle"/>
          </a:ln>
        </p:spPr>
      </p:cxnSp>
      <p:cxnSp>
        <p:nvCxnSpPr>
          <p:cNvPr id="1773" name="Google Shape;1773;p89"/>
          <p:cNvCxnSpPr>
            <a:endCxn id="1755" idx="0"/>
          </p:cNvCxnSpPr>
          <p:nvPr/>
        </p:nvCxnSpPr>
        <p:spPr>
          <a:xfrm>
            <a:off x="4095925" y="3005000"/>
            <a:ext cx="214500" cy="499500"/>
          </a:xfrm>
          <a:prstGeom prst="straightConnector1">
            <a:avLst/>
          </a:prstGeom>
          <a:noFill/>
          <a:ln cap="flat" cmpd="sng" w="9525">
            <a:solidFill>
              <a:schemeClr val="dk2"/>
            </a:solidFill>
            <a:prstDash val="solid"/>
            <a:round/>
            <a:headEnd len="med" w="med" type="none"/>
            <a:tailEnd len="med" w="med" type="triangle"/>
          </a:ln>
        </p:spPr>
      </p:cxnSp>
      <p:cxnSp>
        <p:nvCxnSpPr>
          <p:cNvPr id="1774" name="Google Shape;1774;p89"/>
          <p:cNvCxnSpPr>
            <a:endCxn id="1761" idx="0"/>
          </p:cNvCxnSpPr>
          <p:nvPr/>
        </p:nvCxnSpPr>
        <p:spPr>
          <a:xfrm flipH="1">
            <a:off x="386425" y="3843200"/>
            <a:ext cx="304800" cy="575700"/>
          </a:xfrm>
          <a:prstGeom prst="straightConnector1">
            <a:avLst/>
          </a:prstGeom>
          <a:noFill/>
          <a:ln cap="flat" cmpd="sng" w="9525">
            <a:solidFill>
              <a:schemeClr val="dk2"/>
            </a:solidFill>
            <a:prstDash val="solid"/>
            <a:round/>
            <a:headEnd len="med" w="med" type="none"/>
            <a:tailEnd len="med" w="med" type="triangle"/>
          </a:ln>
        </p:spPr>
      </p:cxnSp>
      <p:cxnSp>
        <p:nvCxnSpPr>
          <p:cNvPr id="1775" name="Google Shape;1775;p89"/>
          <p:cNvCxnSpPr>
            <a:stCxn id="1756" idx="2"/>
            <a:endCxn id="1762" idx="0"/>
          </p:cNvCxnSpPr>
          <p:nvPr/>
        </p:nvCxnSpPr>
        <p:spPr>
          <a:xfrm>
            <a:off x="667075" y="3843200"/>
            <a:ext cx="426600" cy="575700"/>
          </a:xfrm>
          <a:prstGeom prst="straightConnector1">
            <a:avLst/>
          </a:prstGeom>
          <a:noFill/>
          <a:ln cap="flat" cmpd="sng" w="9525">
            <a:solidFill>
              <a:schemeClr val="dk2"/>
            </a:solidFill>
            <a:prstDash val="solid"/>
            <a:round/>
            <a:headEnd len="med" w="med" type="none"/>
            <a:tailEnd len="med" w="med" type="triangle"/>
          </a:ln>
        </p:spPr>
      </p:cxnSp>
      <p:cxnSp>
        <p:nvCxnSpPr>
          <p:cNvPr id="1776" name="Google Shape;1776;p89"/>
          <p:cNvCxnSpPr>
            <a:stCxn id="1756" idx="2"/>
            <a:endCxn id="1764" idx="0"/>
          </p:cNvCxnSpPr>
          <p:nvPr/>
        </p:nvCxnSpPr>
        <p:spPr>
          <a:xfrm>
            <a:off x="667075" y="3843200"/>
            <a:ext cx="1857000" cy="575700"/>
          </a:xfrm>
          <a:prstGeom prst="straightConnector1">
            <a:avLst/>
          </a:prstGeom>
          <a:noFill/>
          <a:ln cap="flat" cmpd="sng" w="9525">
            <a:solidFill>
              <a:schemeClr val="dk2"/>
            </a:solidFill>
            <a:prstDash val="solid"/>
            <a:round/>
            <a:headEnd len="med" w="med" type="none"/>
            <a:tailEnd len="med" w="med" type="triangle"/>
          </a:ln>
        </p:spPr>
      </p:cxnSp>
      <p:cxnSp>
        <p:nvCxnSpPr>
          <p:cNvPr id="1777" name="Google Shape;1777;p89"/>
          <p:cNvCxnSpPr>
            <a:stCxn id="1756" idx="2"/>
            <a:endCxn id="1763" idx="0"/>
          </p:cNvCxnSpPr>
          <p:nvPr/>
        </p:nvCxnSpPr>
        <p:spPr>
          <a:xfrm>
            <a:off x="667075" y="3843200"/>
            <a:ext cx="1121100" cy="575700"/>
          </a:xfrm>
          <a:prstGeom prst="straightConnector1">
            <a:avLst/>
          </a:prstGeom>
          <a:noFill/>
          <a:ln cap="flat" cmpd="sng" w="9525">
            <a:solidFill>
              <a:schemeClr val="dk2"/>
            </a:solidFill>
            <a:prstDash val="solid"/>
            <a:round/>
            <a:headEnd len="med" w="med" type="none"/>
            <a:tailEnd len="med" w="med" type="triangle"/>
          </a:ln>
        </p:spPr>
      </p:cxnSp>
      <p:cxnSp>
        <p:nvCxnSpPr>
          <p:cNvPr id="1778" name="Google Shape;1778;p89"/>
          <p:cNvCxnSpPr>
            <a:stCxn id="1755" idx="2"/>
            <a:endCxn id="1760" idx="0"/>
          </p:cNvCxnSpPr>
          <p:nvPr/>
        </p:nvCxnSpPr>
        <p:spPr>
          <a:xfrm flipH="1">
            <a:off x="3943525" y="3843200"/>
            <a:ext cx="366900" cy="575700"/>
          </a:xfrm>
          <a:prstGeom prst="straightConnector1">
            <a:avLst/>
          </a:prstGeom>
          <a:noFill/>
          <a:ln cap="flat" cmpd="sng" w="9525">
            <a:solidFill>
              <a:schemeClr val="dk2"/>
            </a:solidFill>
            <a:prstDash val="solid"/>
            <a:round/>
            <a:headEnd len="med" w="med" type="none"/>
            <a:tailEnd len="med" w="med" type="triangle"/>
          </a:ln>
        </p:spPr>
      </p:cxnSp>
      <p:cxnSp>
        <p:nvCxnSpPr>
          <p:cNvPr id="1779" name="Google Shape;1779;p89"/>
          <p:cNvCxnSpPr>
            <a:endCxn id="1759" idx="0"/>
          </p:cNvCxnSpPr>
          <p:nvPr/>
        </p:nvCxnSpPr>
        <p:spPr>
          <a:xfrm>
            <a:off x="4310275" y="3843200"/>
            <a:ext cx="624000" cy="575700"/>
          </a:xfrm>
          <a:prstGeom prst="straightConnector1">
            <a:avLst/>
          </a:prstGeom>
          <a:noFill/>
          <a:ln cap="flat" cmpd="sng" w="9525">
            <a:solidFill>
              <a:schemeClr val="dk2"/>
            </a:solidFill>
            <a:prstDash val="solid"/>
            <a:round/>
            <a:headEnd len="med" w="med" type="none"/>
            <a:tailEnd len="med" w="med" type="triangle"/>
          </a:ln>
        </p:spPr>
      </p:cxnSp>
      <p:cxnSp>
        <p:nvCxnSpPr>
          <p:cNvPr id="1780" name="Google Shape;1780;p89"/>
          <p:cNvCxnSpPr>
            <a:stCxn id="1753" idx="2"/>
            <a:endCxn id="1757" idx="0"/>
          </p:cNvCxnSpPr>
          <p:nvPr/>
        </p:nvCxnSpPr>
        <p:spPr>
          <a:xfrm>
            <a:off x="6686875" y="3005000"/>
            <a:ext cx="0" cy="499500"/>
          </a:xfrm>
          <a:prstGeom prst="straightConnector1">
            <a:avLst/>
          </a:prstGeom>
          <a:noFill/>
          <a:ln cap="flat" cmpd="sng" w="28575">
            <a:solidFill>
              <a:srgbClr val="FF0000"/>
            </a:solidFill>
            <a:prstDash val="solid"/>
            <a:round/>
            <a:headEnd len="med" w="med" type="triangle"/>
            <a:tailEnd len="med" w="med" type="none"/>
          </a:ln>
        </p:spPr>
      </p:cxnSp>
      <p:cxnSp>
        <p:nvCxnSpPr>
          <p:cNvPr id="1781" name="Google Shape;1781;p89"/>
          <p:cNvCxnSpPr>
            <a:stCxn id="1757" idx="2"/>
            <a:endCxn id="1758" idx="0"/>
          </p:cNvCxnSpPr>
          <p:nvPr/>
        </p:nvCxnSpPr>
        <p:spPr>
          <a:xfrm>
            <a:off x="6686875" y="3843200"/>
            <a:ext cx="0" cy="575700"/>
          </a:xfrm>
          <a:prstGeom prst="straightConnector1">
            <a:avLst/>
          </a:prstGeom>
          <a:noFill/>
          <a:ln cap="flat" cmpd="sng" w="28575">
            <a:solidFill>
              <a:srgbClr val="FF0000"/>
            </a:solidFill>
            <a:prstDash val="solid"/>
            <a:round/>
            <a:headEnd len="med" w="med" type="triangle"/>
            <a:tailEnd len="med" w="med" type="none"/>
          </a:ln>
        </p:spPr>
      </p:cxnSp>
      <p:sp>
        <p:nvSpPr>
          <p:cNvPr id="1782" name="Google Shape;1782;p89"/>
          <p:cNvSpPr txBox="1"/>
          <p:nvPr>
            <p:ph type="title"/>
          </p:nvPr>
        </p:nvSpPr>
        <p:spPr>
          <a:xfrm>
            <a:off x="148125" y="99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Breadth-First Search: Savannah to Valdosta</a:t>
            </a:r>
            <a:br>
              <a:rPr lang="en"/>
            </a:br>
            <a:r>
              <a:rPr lang="en">
                <a:solidFill>
                  <a:srgbClr val="FF0000"/>
                </a:solidFill>
              </a:rPr>
              <a:t>Recovering the Solution Path</a:t>
            </a:r>
            <a:endParaRPr>
              <a:solidFill>
                <a:srgbClr val="FF0000"/>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6" name="Shape 1786"/>
        <p:cNvGrpSpPr/>
        <p:nvPr/>
      </p:nvGrpSpPr>
      <p:grpSpPr>
        <a:xfrm>
          <a:off x="0" y="0"/>
          <a:ext cx="0" cy="0"/>
          <a:chOff x="0" y="0"/>
          <a:chExt cx="0" cy="0"/>
        </a:xfrm>
      </p:grpSpPr>
      <p:sp>
        <p:nvSpPr>
          <p:cNvPr id="1787" name="Google Shape;1787;p90"/>
          <p:cNvSpPr txBox="1"/>
          <p:nvPr>
            <p:ph type="title"/>
          </p:nvPr>
        </p:nvSpPr>
        <p:spPr>
          <a:xfrm>
            <a:off x="311700" y="1402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You try it: </a:t>
            </a:r>
            <a:br>
              <a:rPr b="1" lang="en"/>
            </a:br>
            <a:r>
              <a:rPr lang="en"/>
              <a:t>Draw the search tree</a:t>
            </a:r>
            <a:endParaRPr/>
          </a:p>
        </p:txBody>
      </p:sp>
      <p:sp>
        <p:nvSpPr>
          <p:cNvPr id="1788" name="Google Shape;1788;p90"/>
          <p:cNvSpPr txBox="1"/>
          <p:nvPr>
            <p:ph idx="1" type="body"/>
          </p:nvPr>
        </p:nvSpPr>
        <p:spPr>
          <a:xfrm>
            <a:off x="311700" y="1037375"/>
            <a:ext cx="8520600" cy="3226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Find a route from</a:t>
            </a:r>
            <a:br>
              <a:rPr lang="en"/>
            </a:br>
            <a:r>
              <a:rPr lang="en"/>
              <a:t>Atlanta to</a:t>
            </a:r>
            <a:br>
              <a:rPr lang="en"/>
            </a:br>
            <a:r>
              <a:rPr lang="en"/>
              <a:t>Warner Robins</a:t>
            </a:r>
            <a:endParaRPr/>
          </a:p>
        </p:txBody>
      </p:sp>
      <p:sp>
        <p:nvSpPr>
          <p:cNvPr id="1789" name="Google Shape;1789;p9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790" name="Google Shape;1790;p90"/>
          <p:cNvSpPr/>
          <p:nvPr/>
        </p:nvSpPr>
        <p:spPr>
          <a:xfrm>
            <a:off x="3486050" y="2846500"/>
            <a:ext cx="189175" cy="1513325"/>
          </a:xfrm>
          <a:custGeom>
            <a:rect b="b" l="l" r="r" t="t"/>
            <a:pathLst>
              <a:path extrusionOk="0" h="60533" w="7567">
                <a:moveTo>
                  <a:pt x="0" y="0"/>
                </a:moveTo>
                <a:cubicBezTo>
                  <a:pt x="1261" y="10089"/>
                  <a:pt x="6306" y="50444"/>
                  <a:pt x="7567" y="60533"/>
                </a:cubicBezTo>
              </a:path>
            </a:pathLst>
          </a:custGeom>
          <a:noFill/>
          <a:ln cap="flat" cmpd="sng" w="9525">
            <a:solidFill>
              <a:schemeClr val="dk2"/>
            </a:solidFill>
            <a:prstDash val="solid"/>
            <a:round/>
            <a:headEnd len="med" w="med" type="none"/>
            <a:tailEnd len="med" w="med" type="none"/>
          </a:ln>
        </p:spPr>
      </p:sp>
      <p:sp>
        <p:nvSpPr>
          <p:cNvPr id="1791" name="Google Shape;1791;p90"/>
          <p:cNvSpPr/>
          <p:nvPr/>
        </p:nvSpPr>
        <p:spPr>
          <a:xfrm>
            <a:off x="3981475" y="1558375"/>
            <a:ext cx="693625" cy="198150"/>
          </a:xfrm>
          <a:custGeom>
            <a:rect b="b" l="l" r="r" t="t"/>
            <a:pathLst>
              <a:path extrusionOk="0" h="7926" w="27745">
                <a:moveTo>
                  <a:pt x="27745" y="0"/>
                </a:moveTo>
                <a:cubicBezTo>
                  <a:pt x="23121" y="1321"/>
                  <a:pt x="4624" y="6605"/>
                  <a:pt x="0" y="7926"/>
                </a:cubicBezTo>
              </a:path>
            </a:pathLst>
          </a:custGeom>
          <a:noFill/>
          <a:ln cap="flat" cmpd="sng" w="9525">
            <a:solidFill>
              <a:schemeClr val="dk2"/>
            </a:solidFill>
            <a:prstDash val="solid"/>
            <a:round/>
            <a:headEnd len="med" w="med" type="none"/>
            <a:tailEnd len="med" w="med" type="none"/>
          </a:ln>
        </p:spPr>
      </p:sp>
      <p:sp>
        <p:nvSpPr>
          <p:cNvPr id="1792" name="Google Shape;1792;p90"/>
          <p:cNvSpPr/>
          <p:nvPr/>
        </p:nvSpPr>
        <p:spPr>
          <a:xfrm>
            <a:off x="3332925" y="1342175"/>
            <a:ext cx="648550" cy="414350"/>
          </a:xfrm>
          <a:custGeom>
            <a:rect b="b" l="l" r="r" t="t"/>
            <a:pathLst>
              <a:path extrusionOk="0" h="16574" w="25942">
                <a:moveTo>
                  <a:pt x="0" y="0"/>
                </a:moveTo>
                <a:cubicBezTo>
                  <a:pt x="4324" y="2762"/>
                  <a:pt x="21618" y="13812"/>
                  <a:pt x="25942" y="16574"/>
                </a:cubicBezTo>
              </a:path>
            </a:pathLst>
          </a:custGeom>
          <a:noFill/>
          <a:ln cap="flat" cmpd="sng" w="9525">
            <a:solidFill>
              <a:schemeClr val="dk2"/>
            </a:solidFill>
            <a:prstDash val="solid"/>
            <a:round/>
            <a:headEnd len="med" w="med" type="none"/>
            <a:tailEnd len="med" w="med" type="none"/>
          </a:ln>
        </p:spPr>
      </p:sp>
      <p:sp>
        <p:nvSpPr>
          <p:cNvPr id="1793" name="Google Shape;1793;p90"/>
          <p:cNvSpPr/>
          <p:nvPr/>
        </p:nvSpPr>
        <p:spPr>
          <a:xfrm>
            <a:off x="4675100" y="1044925"/>
            <a:ext cx="45025" cy="531450"/>
          </a:xfrm>
          <a:custGeom>
            <a:rect b="b" l="l" r="r" t="t"/>
            <a:pathLst>
              <a:path extrusionOk="0" h="21258" w="1801">
                <a:moveTo>
                  <a:pt x="1801" y="0"/>
                </a:moveTo>
                <a:cubicBezTo>
                  <a:pt x="1501" y="3543"/>
                  <a:pt x="300" y="17715"/>
                  <a:pt x="0" y="21258"/>
                </a:cubicBezTo>
              </a:path>
            </a:pathLst>
          </a:custGeom>
          <a:noFill/>
          <a:ln cap="flat" cmpd="sng" w="9525">
            <a:solidFill>
              <a:schemeClr val="dk2"/>
            </a:solidFill>
            <a:prstDash val="solid"/>
            <a:round/>
            <a:headEnd len="med" w="med" type="none"/>
            <a:tailEnd len="med" w="med" type="none"/>
          </a:ln>
        </p:spPr>
      </p:sp>
      <p:sp>
        <p:nvSpPr>
          <p:cNvPr id="1794" name="Google Shape;1794;p90"/>
          <p:cNvSpPr/>
          <p:nvPr/>
        </p:nvSpPr>
        <p:spPr>
          <a:xfrm>
            <a:off x="3999500" y="1053925"/>
            <a:ext cx="729625" cy="711625"/>
          </a:xfrm>
          <a:custGeom>
            <a:rect b="b" l="l" r="r" t="t"/>
            <a:pathLst>
              <a:path extrusionOk="0" h="28465" w="29185">
                <a:moveTo>
                  <a:pt x="29185" y="0"/>
                </a:moveTo>
                <a:cubicBezTo>
                  <a:pt x="24321" y="4744"/>
                  <a:pt x="4864" y="23721"/>
                  <a:pt x="0" y="28465"/>
                </a:cubicBezTo>
              </a:path>
            </a:pathLst>
          </a:custGeom>
          <a:noFill/>
          <a:ln cap="flat" cmpd="sng" w="9525">
            <a:solidFill>
              <a:schemeClr val="dk2"/>
            </a:solidFill>
            <a:prstDash val="solid"/>
            <a:round/>
            <a:headEnd len="med" w="med" type="none"/>
            <a:tailEnd len="med" w="med" type="none"/>
          </a:ln>
        </p:spPr>
      </p:sp>
      <p:sp>
        <p:nvSpPr>
          <p:cNvPr id="1795" name="Google Shape;1795;p90"/>
          <p:cNvSpPr/>
          <p:nvPr/>
        </p:nvSpPr>
        <p:spPr>
          <a:xfrm>
            <a:off x="3693225" y="1756525"/>
            <a:ext cx="315275" cy="342300"/>
          </a:xfrm>
          <a:custGeom>
            <a:rect b="b" l="l" r="r" t="t"/>
            <a:pathLst>
              <a:path extrusionOk="0" h="13692" w="12611">
                <a:moveTo>
                  <a:pt x="0" y="13692"/>
                </a:moveTo>
                <a:cubicBezTo>
                  <a:pt x="2102" y="11410"/>
                  <a:pt x="10509" y="2282"/>
                  <a:pt x="12611" y="0"/>
                </a:cubicBezTo>
              </a:path>
            </a:pathLst>
          </a:custGeom>
          <a:noFill/>
          <a:ln cap="flat" cmpd="sng" w="9525">
            <a:solidFill>
              <a:schemeClr val="dk2"/>
            </a:solidFill>
            <a:prstDash val="solid"/>
            <a:round/>
            <a:headEnd len="med" w="med" type="none"/>
            <a:tailEnd len="med" w="med" type="none"/>
          </a:ln>
        </p:spPr>
      </p:sp>
      <p:sp>
        <p:nvSpPr>
          <p:cNvPr id="1796" name="Google Shape;1796;p90"/>
          <p:cNvSpPr/>
          <p:nvPr/>
        </p:nvSpPr>
        <p:spPr>
          <a:xfrm>
            <a:off x="3486050" y="2098825"/>
            <a:ext cx="207175" cy="306275"/>
          </a:xfrm>
          <a:custGeom>
            <a:rect b="b" l="l" r="r" t="t"/>
            <a:pathLst>
              <a:path extrusionOk="0" h="12251" w="8287">
                <a:moveTo>
                  <a:pt x="0" y="12251"/>
                </a:moveTo>
                <a:cubicBezTo>
                  <a:pt x="1381" y="10209"/>
                  <a:pt x="6906" y="2042"/>
                  <a:pt x="8287" y="0"/>
                </a:cubicBezTo>
              </a:path>
            </a:pathLst>
          </a:custGeom>
          <a:noFill/>
          <a:ln cap="flat" cmpd="sng" w="9525">
            <a:solidFill>
              <a:schemeClr val="dk2"/>
            </a:solidFill>
            <a:prstDash val="solid"/>
            <a:round/>
            <a:headEnd len="med" w="med" type="none"/>
            <a:tailEnd len="med" w="med" type="none"/>
          </a:ln>
        </p:spPr>
      </p:sp>
      <p:sp>
        <p:nvSpPr>
          <p:cNvPr id="1797" name="Google Shape;1797;p90"/>
          <p:cNvSpPr/>
          <p:nvPr/>
        </p:nvSpPr>
        <p:spPr>
          <a:xfrm>
            <a:off x="3486050" y="2423125"/>
            <a:ext cx="9000" cy="432375"/>
          </a:xfrm>
          <a:custGeom>
            <a:rect b="b" l="l" r="r" t="t"/>
            <a:pathLst>
              <a:path extrusionOk="0" h="17295" w="360">
                <a:moveTo>
                  <a:pt x="360" y="17295"/>
                </a:moveTo>
                <a:cubicBezTo>
                  <a:pt x="300" y="14413"/>
                  <a:pt x="60" y="2883"/>
                  <a:pt x="0" y="0"/>
                </a:cubicBezTo>
              </a:path>
            </a:pathLst>
          </a:custGeom>
          <a:noFill/>
          <a:ln cap="flat" cmpd="sng" w="9525">
            <a:solidFill>
              <a:schemeClr val="dk2"/>
            </a:solidFill>
            <a:prstDash val="solid"/>
            <a:round/>
            <a:headEnd len="med" w="med" type="none"/>
            <a:tailEnd len="med" w="med" type="none"/>
          </a:ln>
        </p:spPr>
      </p:sp>
      <p:sp>
        <p:nvSpPr>
          <p:cNvPr id="1798" name="Google Shape;1798;p90"/>
          <p:cNvSpPr/>
          <p:nvPr/>
        </p:nvSpPr>
        <p:spPr>
          <a:xfrm>
            <a:off x="4026525" y="1747525"/>
            <a:ext cx="1684475" cy="279250"/>
          </a:xfrm>
          <a:custGeom>
            <a:rect b="b" l="l" r="r" t="t"/>
            <a:pathLst>
              <a:path extrusionOk="0" h="11170" w="67379">
                <a:moveTo>
                  <a:pt x="0" y="0"/>
                </a:moveTo>
                <a:cubicBezTo>
                  <a:pt x="11230" y="1862"/>
                  <a:pt x="56149" y="9308"/>
                  <a:pt x="67379" y="11170"/>
                </a:cubicBezTo>
              </a:path>
            </a:pathLst>
          </a:custGeom>
          <a:noFill/>
          <a:ln cap="flat" cmpd="sng" w="9525">
            <a:solidFill>
              <a:schemeClr val="dk2"/>
            </a:solidFill>
            <a:prstDash val="solid"/>
            <a:round/>
            <a:headEnd len="med" w="med" type="none"/>
            <a:tailEnd len="med" w="med" type="none"/>
          </a:ln>
        </p:spPr>
      </p:sp>
      <p:sp>
        <p:nvSpPr>
          <p:cNvPr id="1799" name="Google Shape;1799;p90"/>
          <p:cNvSpPr/>
          <p:nvPr/>
        </p:nvSpPr>
        <p:spPr>
          <a:xfrm>
            <a:off x="4485925" y="2351050"/>
            <a:ext cx="234200" cy="234200"/>
          </a:xfrm>
          <a:custGeom>
            <a:rect b="b" l="l" r="r" t="t"/>
            <a:pathLst>
              <a:path extrusionOk="0" h="9368" w="9368">
                <a:moveTo>
                  <a:pt x="9368" y="0"/>
                </a:moveTo>
                <a:cubicBezTo>
                  <a:pt x="7807" y="1561"/>
                  <a:pt x="1561" y="7807"/>
                  <a:pt x="0" y="9368"/>
                </a:cubicBezTo>
              </a:path>
            </a:pathLst>
          </a:custGeom>
          <a:noFill/>
          <a:ln cap="flat" cmpd="sng" w="9525">
            <a:solidFill>
              <a:schemeClr val="dk2"/>
            </a:solidFill>
            <a:prstDash val="solid"/>
            <a:round/>
            <a:headEnd len="med" w="med" type="none"/>
            <a:tailEnd len="med" w="med" type="none"/>
          </a:ln>
        </p:spPr>
      </p:sp>
      <p:sp>
        <p:nvSpPr>
          <p:cNvPr id="1800" name="Google Shape;1800;p90"/>
          <p:cNvSpPr/>
          <p:nvPr/>
        </p:nvSpPr>
        <p:spPr>
          <a:xfrm>
            <a:off x="4476925" y="2576250"/>
            <a:ext cx="18000" cy="333300"/>
          </a:xfrm>
          <a:custGeom>
            <a:rect b="b" l="l" r="r" t="t"/>
            <a:pathLst>
              <a:path extrusionOk="0" h="13332" w="720">
                <a:moveTo>
                  <a:pt x="0" y="0"/>
                </a:moveTo>
                <a:cubicBezTo>
                  <a:pt x="120" y="2222"/>
                  <a:pt x="600" y="11110"/>
                  <a:pt x="720" y="13332"/>
                </a:cubicBezTo>
              </a:path>
            </a:pathLst>
          </a:custGeom>
          <a:noFill/>
          <a:ln cap="flat" cmpd="sng" w="9525">
            <a:solidFill>
              <a:schemeClr val="dk2"/>
            </a:solidFill>
            <a:prstDash val="solid"/>
            <a:round/>
            <a:headEnd len="med" w="med" type="none"/>
            <a:tailEnd len="med" w="med" type="none"/>
          </a:ln>
        </p:spPr>
      </p:sp>
      <p:sp>
        <p:nvSpPr>
          <p:cNvPr id="1801" name="Google Shape;1801;p90"/>
          <p:cNvSpPr/>
          <p:nvPr/>
        </p:nvSpPr>
        <p:spPr>
          <a:xfrm>
            <a:off x="3495050" y="2855500"/>
            <a:ext cx="1026900" cy="54050"/>
          </a:xfrm>
          <a:custGeom>
            <a:rect b="b" l="l" r="r" t="t"/>
            <a:pathLst>
              <a:path extrusionOk="0" h="2162" w="41076">
                <a:moveTo>
                  <a:pt x="0" y="0"/>
                </a:moveTo>
                <a:cubicBezTo>
                  <a:pt x="6846" y="360"/>
                  <a:pt x="34230" y="1802"/>
                  <a:pt x="41076" y="2162"/>
                </a:cubicBezTo>
              </a:path>
            </a:pathLst>
          </a:custGeom>
          <a:noFill/>
          <a:ln cap="flat" cmpd="sng" w="9525">
            <a:solidFill>
              <a:schemeClr val="dk2"/>
            </a:solidFill>
            <a:prstDash val="solid"/>
            <a:round/>
            <a:headEnd len="med" w="med" type="none"/>
            <a:tailEnd len="med" w="med" type="none"/>
          </a:ln>
        </p:spPr>
      </p:sp>
      <p:sp>
        <p:nvSpPr>
          <p:cNvPr id="1802" name="Google Shape;1802;p90"/>
          <p:cNvSpPr/>
          <p:nvPr/>
        </p:nvSpPr>
        <p:spPr>
          <a:xfrm>
            <a:off x="3990500" y="1765550"/>
            <a:ext cx="486425" cy="828725"/>
          </a:xfrm>
          <a:custGeom>
            <a:rect b="b" l="l" r="r" t="t"/>
            <a:pathLst>
              <a:path extrusionOk="0" h="33149" w="19457">
                <a:moveTo>
                  <a:pt x="0" y="0"/>
                </a:moveTo>
                <a:cubicBezTo>
                  <a:pt x="3243" y="5525"/>
                  <a:pt x="16214" y="27624"/>
                  <a:pt x="19457" y="33149"/>
                </a:cubicBezTo>
              </a:path>
            </a:pathLst>
          </a:custGeom>
          <a:noFill/>
          <a:ln cap="flat" cmpd="sng" w="9525">
            <a:solidFill>
              <a:schemeClr val="dk2"/>
            </a:solidFill>
            <a:prstDash val="solid"/>
            <a:round/>
            <a:headEnd len="med" w="med" type="none"/>
            <a:tailEnd len="med" w="med" type="none"/>
          </a:ln>
        </p:spPr>
      </p:sp>
      <p:sp>
        <p:nvSpPr>
          <p:cNvPr id="1803" name="Google Shape;1803;p90"/>
          <p:cNvSpPr/>
          <p:nvPr/>
        </p:nvSpPr>
        <p:spPr>
          <a:xfrm>
            <a:off x="4738150" y="2035775"/>
            <a:ext cx="963850" cy="306275"/>
          </a:xfrm>
          <a:custGeom>
            <a:rect b="b" l="l" r="r" t="t"/>
            <a:pathLst>
              <a:path extrusionOk="0" h="12251" w="38554">
                <a:moveTo>
                  <a:pt x="0" y="12251"/>
                </a:moveTo>
                <a:cubicBezTo>
                  <a:pt x="6426" y="10209"/>
                  <a:pt x="32128" y="2042"/>
                  <a:pt x="38554" y="0"/>
                </a:cubicBezTo>
              </a:path>
            </a:pathLst>
          </a:custGeom>
          <a:noFill/>
          <a:ln cap="flat" cmpd="sng" w="9525">
            <a:solidFill>
              <a:schemeClr val="dk2"/>
            </a:solidFill>
            <a:prstDash val="solid"/>
            <a:round/>
            <a:headEnd len="med" w="med" type="none"/>
            <a:tailEnd len="med" w="med" type="none"/>
          </a:ln>
        </p:spPr>
      </p:sp>
      <p:sp>
        <p:nvSpPr>
          <p:cNvPr id="1804" name="Google Shape;1804;p90"/>
          <p:cNvSpPr/>
          <p:nvPr/>
        </p:nvSpPr>
        <p:spPr>
          <a:xfrm>
            <a:off x="3675225" y="4332800"/>
            <a:ext cx="1044900" cy="18000"/>
          </a:xfrm>
          <a:custGeom>
            <a:rect b="b" l="l" r="r" t="t"/>
            <a:pathLst>
              <a:path extrusionOk="0" h="720" w="41796">
                <a:moveTo>
                  <a:pt x="0" y="720"/>
                </a:moveTo>
                <a:cubicBezTo>
                  <a:pt x="6966" y="600"/>
                  <a:pt x="34830" y="120"/>
                  <a:pt x="41796" y="0"/>
                </a:cubicBezTo>
              </a:path>
            </a:pathLst>
          </a:custGeom>
          <a:noFill/>
          <a:ln cap="flat" cmpd="sng" w="9525">
            <a:solidFill>
              <a:schemeClr val="dk2"/>
            </a:solidFill>
            <a:prstDash val="solid"/>
            <a:round/>
            <a:headEnd len="med" w="med" type="none"/>
            <a:tailEnd len="med" w="med" type="none"/>
          </a:ln>
        </p:spPr>
      </p:sp>
      <p:sp>
        <p:nvSpPr>
          <p:cNvPr id="1805" name="Google Shape;1805;p90"/>
          <p:cNvSpPr/>
          <p:nvPr/>
        </p:nvSpPr>
        <p:spPr>
          <a:xfrm>
            <a:off x="4720125" y="4062550"/>
            <a:ext cx="702625" cy="270250"/>
          </a:xfrm>
          <a:custGeom>
            <a:rect b="b" l="l" r="r" t="t"/>
            <a:pathLst>
              <a:path extrusionOk="0" h="10810" w="28105">
                <a:moveTo>
                  <a:pt x="28105" y="0"/>
                </a:moveTo>
                <a:cubicBezTo>
                  <a:pt x="23421" y="1802"/>
                  <a:pt x="4684" y="9008"/>
                  <a:pt x="0" y="10810"/>
                </a:cubicBezTo>
              </a:path>
            </a:pathLst>
          </a:custGeom>
          <a:noFill/>
          <a:ln cap="flat" cmpd="sng" w="9525">
            <a:solidFill>
              <a:schemeClr val="dk2"/>
            </a:solidFill>
            <a:prstDash val="solid"/>
            <a:round/>
            <a:headEnd len="med" w="med" type="none"/>
            <a:tailEnd len="med" w="med" type="none"/>
          </a:ln>
        </p:spPr>
      </p:sp>
      <p:sp>
        <p:nvSpPr>
          <p:cNvPr id="1806" name="Google Shape;1806;p90"/>
          <p:cNvSpPr/>
          <p:nvPr/>
        </p:nvSpPr>
        <p:spPr>
          <a:xfrm>
            <a:off x="5440750" y="4044550"/>
            <a:ext cx="648575" cy="18000"/>
          </a:xfrm>
          <a:custGeom>
            <a:rect b="b" l="l" r="r" t="t"/>
            <a:pathLst>
              <a:path extrusionOk="0" h="720" w="25943">
                <a:moveTo>
                  <a:pt x="25943" y="720"/>
                </a:moveTo>
                <a:cubicBezTo>
                  <a:pt x="21619" y="600"/>
                  <a:pt x="4324" y="120"/>
                  <a:pt x="0" y="0"/>
                </a:cubicBezTo>
              </a:path>
            </a:pathLst>
          </a:custGeom>
          <a:noFill/>
          <a:ln cap="flat" cmpd="sng" w="9525">
            <a:solidFill>
              <a:schemeClr val="dk2"/>
            </a:solidFill>
            <a:prstDash val="solid"/>
            <a:round/>
            <a:headEnd len="med" w="med" type="none"/>
            <a:tailEnd len="med" w="med" type="none"/>
          </a:ln>
        </p:spPr>
      </p:sp>
      <p:sp>
        <p:nvSpPr>
          <p:cNvPr id="1807" name="Google Shape;1807;p90"/>
          <p:cNvSpPr/>
          <p:nvPr/>
        </p:nvSpPr>
        <p:spPr>
          <a:xfrm>
            <a:off x="5972225" y="3531100"/>
            <a:ext cx="126100" cy="522450"/>
          </a:xfrm>
          <a:custGeom>
            <a:rect b="b" l="l" r="r" t="t"/>
            <a:pathLst>
              <a:path extrusionOk="0" h="20898" w="5044">
                <a:moveTo>
                  <a:pt x="0" y="0"/>
                </a:moveTo>
                <a:cubicBezTo>
                  <a:pt x="841" y="3483"/>
                  <a:pt x="4203" y="17415"/>
                  <a:pt x="5044" y="20898"/>
                </a:cubicBezTo>
              </a:path>
            </a:pathLst>
          </a:custGeom>
          <a:noFill/>
          <a:ln cap="flat" cmpd="sng" w="9525">
            <a:solidFill>
              <a:schemeClr val="dk2"/>
            </a:solidFill>
            <a:prstDash val="solid"/>
            <a:round/>
            <a:headEnd len="med" w="med" type="none"/>
            <a:tailEnd len="med" w="med" type="none"/>
          </a:ln>
        </p:spPr>
      </p:sp>
      <p:sp>
        <p:nvSpPr>
          <p:cNvPr id="1808" name="Google Shape;1808;p90"/>
          <p:cNvSpPr/>
          <p:nvPr/>
        </p:nvSpPr>
        <p:spPr>
          <a:xfrm>
            <a:off x="5990250" y="3242825"/>
            <a:ext cx="351300" cy="279250"/>
          </a:xfrm>
          <a:custGeom>
            <a:rect b="b" l="l" r="r" t="t"/>
            <a:pathLst>
              <a:path extrusionOk="0" h="11170" w="14052">
                <a:moveTo>
                  <a:pt x="14052" y="0"/>
                </a:moveTo>
                <a:cubicBezTo>
                  <a:pt x="11710" y="1862"/>
                  <a:pt x="2342" y="9308"/>
                  <a:pt x="0" y="11170"/>
                </a:cubicBezTo>
              </a:path>
            </a:pathLst>
          </a:custGeom>
          <a:noFill/>
          <a:ln cap="flat" cmpd="sng" w="9525">
            <a:solidFill>
              <a:schemeClr val="dk2"/>
            </a:solidFill>
            <a:prstDash val="solid"/>
            <a:round/>
            <a:headEnd len="med" w="med" type="none"/>
            <a:tailEnd len="med" w="med" type="none"/>
          </a:ln>
        </p:spPr>
      </p:sp>
      <p:sp>
        <p:nvSpPr>
          <p:cNvPr id="1809" name="Google Shape;1809;p90"/>
          <p:cNvSpPr/>
          <p:nvPr/>
        </p:nvSpPr>
        <p:spPr>
          <a:xfrm>
            <a:off x="5792075" y="2927550"/>
            <a:ext cx="558475" cy="324300"/>
          </a:xfrm>
          <a:custGeom>
            <a:rect b="b" l="l" r="r" t="t"/>
            <a:pathLst>
              <a:path extrusionOk="0" h="12972" w="22339">
                <a:moveTo>
                  <a:pt x="0" y="0"/>
                </a:moveTo>
                <a:cubicBezTo>
                  <a:pt x="3723" y="2162"/>
                  <a:pt x="18616" y="10810"/>
                  <a:pt x="22339" y="12972"/>
                </a:cubicBezTo>
              </a:path>
            </a:pathLst>
          </a:custGeom>
          <a:noFill/>
          <a:ln cap="flat" cmpd="sng" w="9525">
            <a:solidFill>
              <a:schemeClr val="dk2"/>
            </a:solidFill>
            <a:prstDash val="solid"/>
            <a:round/>
            <a:headEnd len="med" w="med" type="none"/>
            <a:tailEnd len="med" w="med" type="none"/>
          </a:ln>
        </p:spPr>
      </p:sp>
      <p:sp>
        <p:nvSpPr>
          <p:cNvPr id="1810" name="Google Shape;1810;p90"/>
          <p:cNvSpPr/>
          <p:nvPr/>
        </p:nvSpPr>
        <p:spPr>
          <a:xfrm>
            <a:off x="4494925" y="2585250"/>
            <a:ext cx="1297150" cy="360325"/>
          </a:xfrm>
          <a:custGeom>
            <a:rect b="b" l="l" r="r" t="t"/>
            <a:pathLst>
              <a:path extrusionOk="0" h="14413" w="51886">
                <a:moveTo>
                  <a:pt x="0" y="0"/>
                </a:moveTo>
                <a:cubicBezTo>
                  <a:pt x="8648" y="2402"/>
                  <a:pt x="43238" y="12011"/>
                  <a:pt x="51886" y="14413"/>
                </a:cubicBezTo>
              </a:path>
            </a:pathLst>
          </a:custGeom>
          <a:noFill/>
          <a:ln cap="flat" cmpd="sng" w="9525">
            <a:solidFill>
              <a:schemeClr val="dk2"/>
            </a:solidFill>
            <a:prstDash val="solid"/>
            <a:round/>
            <a:headEnd len="med" w="med" type="none"/>
            <a:tailEnd len="med" w="med" type="none"/>
          </a:ln>
        </p:spPr>
      </p:sp>
      <p:sp>
        <p:nvSpPr>
          <p:cNvPr id="1811" name="Google Shape;1811;p90"/>
          <p:cNvSpPr/>
          <p:nvPr/>
        </p:nvSpPr>
        <p:spPr>
          <a:xfrm>
            <a:off x="4467900" y="2900550"/>
            <a:ext cx="117100" cy="927800"/>
          </a:xfrm>
          <a:custGeom>
            <a:rect b="b" l="l" r="r" t="t"/>
            <a:pathLst>
              <a:path extrusionOk="0" h="37112" w="4684">
                <a:moveTo>
                  <a:pt x="0" y="0"/>
                </a:moveTo>
                <a:cubicBezTo>
                  <a:pt x="781" y="6185"/>
                  <a:pt x="3903" y="30927"/>
                  <a:pt x="4684" y="37112"/>
                </a:cubicBezTo>
              </a:path>
            </a:pathLst>
          </a:custGeom>
          <a:noFill/>
          <a:ln cap="flat" cmpd="sng" w="9525">
            <a:solidFill>
              <a:schemeClr val="dk2"/>
            </a:solidFill>
            <a:prstDash val="solid"/>
            <a:round/>
            <a:headEnd len="med" w="med" type="none"/>
            <a:tailEnd len="med" w="med" type="none"/>
          </a:ln>
        </p:spPr>
      </p:sp>
      <p:sp>
        <p:nvSpPr>
          <p:cNvPr id="1812" name="Google Shape;1812;p90"/>
          <p:cNvSpPr/>
          <p:nvPr/>
        </p:nvSpPr>
        <p:spPr>
          <a:xfrm>
            <a:off x="4576000" y="3792325"/>
            <a:ext cx="135125" cy="558475"/>
          </a:xfrm>
          <a:custGeom>
            <a:rect b="b" l="l" r="r" t="t"/>
            <a:pathLst>
              <a:path extrusionOk="0" h="22339" w="5405">
                <a:moveTo>
                  <a:pt x="0" y="0"/>
                </a:moveTo>
                <a:cubicBezTo>
                  <a:pt x="901" y="3723"/>
                  <a:pt x="4504" y="18616"/>
                  <a:pt x="5405" y="22339"/>
                </a:cubicBezTo>
              </a:path>
            </a:pathLst>
          </a:custGeom>
          <a:noFill/>
          <a:ln cap="flat" cmpd="sng" w="9525">
            <a:solidFill>
              <a:schemeClr val="dk2"/>
            </a:solidFill>
            <a:prstDash val="solid"/>
            <a:round/>
            <a:headEnd len="med" w="med" type="none"/>
            <a:tailEnd len="med" w="med" type="none"/>
          </a:ln>
        </p:spPr>
      </p:sp>
      <p:sp>
        <p:nvSpPr>
          <p:cNvPr id="1813" name="Google Shape;1813;p90"/>
          <p:cNvSpPr/>
          <p:nvPr/>
        </p:nvSpPr>
        <p:spPr>
          <a:xfrm>
            <a:off x="4089575" y="3675225"/>
            <a:ext cx="504450" cy="108075"/>
          </a:xfrm>
          <a:custGeom>
            <a:rect b="b" l="l" r="r" t="t"/>
            <a:pathLst>
              <a:path extrusionOk="0" h="4323" w="20178">
                <a:moveTo>
                  <a:pt x="20178" y="4323"/>
                </a:moveTo>
                <a:cubicBezTo>
                  <a:pt x="16815" y="3603"/>
                  <a:pt x="3363" y="721"/>
                  <a:pt x="0" y="0"/>
                </a:cubicBezTo>
              </a:path>
            </a:pathLst>
          </a:custGeom>
          <a:noFill/>
          <a:ln cap="flat" cmpd="sng" w="9525">
            <a:solidFill>
              <a:schemeClr val="dk2"/>
            </a:solidFill>
            <a:prstDash val="solid"/>
            <a:round/>
            <a:headEnd len="med" w="med" type="none"/>
            <a:tailEnd len="med" w="med" type="none"/>
          </a:ln>
        </p:spPr>
      </p:sp>
      <p:sp>
        <p:nvSpPr>
          <p:cNvPr id="1814" name="Google Shape;1814;p90"/>
          <p:cNvSpPr/>
          <p:nvPr/>
        </p:nvSpPr>
        <p:spPr>
          <a:xfrm>
            <a:off x="4503950" y="2900550"/>
            <a:ext cx="513450" cy="405350"/>
          </a:xfrm>
          <a:custGeom>
            <a:rect b="b" l="l" r="r" t="t"/>
            <a:pathLst>
              <a:path extrusionOk="0" h="16214" w="20538">
                <a:moveTo>
                  <a:pt x="0" y="0"/>
                </a:moveTo>
                <a:cubicBezTo>
                  <a:pt x="3423" y="2702"/>
                  <a:pt x="17115" y="13512"/>
                  <a:pt x="20538" y="16214"/>
                </a:cubicBezTo>
              </a:path>
            </a:pathLst>
          </a:custGeom>
          <a:noFill/>
          <a:ln cap="flat" cmpd="sng" w="9525">
            <a:solidFill>
              <a:schemeClr val="dk2"/>
            </a:solidFill>
            <a:prstDash val="solid"/>
            <a:round/>
            <a:headEnd len="med" w="med" type="none"/>
            <a:tailEnd len="med" w="med" type="none"/>
          </a:ln>
        </p:spPr>
      </p:sp>
      <p:sp>
        <p:nvSpPr>
          <p:cNvPr id="1815" name="Google Shape;1815;p90"/>
          <p:cNvSpPr/>
          <p:nvPr/>
        </p:nvSpPr>
        <p:spPr>
          <a:xfrm>
            <a:off x="5044425" y="3305900"/>
            <a:ext cx="927800" cy="261225"/>
          </a:xfrm>
          <a:custGeom>
            <a:rect b="b" l="l" r="r" t="t"/>
            <a:pathLst>
              <a:path extrusionOk="0" h="10449" w="37112">
                <a:moveTo>
                  <a:pt x="0" y="0"/>
                </a:moveTo>
                <a:cubicBezTo>
                  <a:pt x="6185" y="1742"/>
                  <a:pt x="30927" y="8708"/>
                  <a:pt x="37112" y="10449"/>
                </a:cubicBezTo>
              </a:path>
            </a:pathLst>
          </a:custGeom>
          <a:noFill/>
          <a:ln cap="flat" cmpd="sng" w="9525">
            <a:solidFill>
              <a:schemeClr val="dk2"/>
            </a:solidFill>
            <a:prstDash val="solid"/>
            <a:round/>
            <a:headEnd len="med" w="med" type="none"/>
            <a:tailEnd len="med" w="med" type="none"/>
          </a:ln>
        </p:spPr>
      </p:sp>
      <p:sp>
        <p:nvSpPr>
          <p:cNvPr id="1816" name="Google Shape;1816;p90"/>
          <p:cNvSpPr/>
          <p:nvPr/>
        </p:nvSpPr>
        <p:spPr>
          <a:xfrm>
            <a:off x="3486050" y="2837475"/>
            <a:ext cx="639550" cy="882775"/>
          </a:xfrm>
          <a:custGeom>
            <a:rect b="b" l="l" r="r" t="t"/>
            <a:pathLst>
              <a:path extrusionOk="0" h="35311" w="25582">
                <a:moveTo>
                  <a:pt x="0" y="0"/>
                </a:moveTo>
                <a:cubicBezTo>
                  <a:pt x="4264" y="5885"/>
                  <a:pt x="21318" y="29426"/>
                  <a:pt x="25582" y="35311"/>
                </a:cubicBezTo>
              </a:path>
            </a:pathLst>
          </a:custGeom>
          <a:noFill/>
          <a:ln cap="flat" cmpd="sng" w="9525">
            <a:solidFill>
              <a:schemeClr val="dk2"/>
            </a:solidFill>
            <a:prstDash val="solid"/>
            <a:round/>
            <a:headEnd len="med" w="med" type="none"/>
            <a:tailEnd len="med" w="med" type="none"/>
          </a:ln>
        </p:spPr>
      </p:sp>
      <p:sp>
        <p:nvSpPr>
          <p:cNvPr id="1817" name="Google Shape;1817;p90"/>
          <p:cNvSpPr/>
          <p:nvPr/>
        </p:nvSpPr>
        <p:spPr>
          <a:xfrm>
            <a:off x="5711000" y="2035775"/>
            <a:ext cx="54050" cy="891775"/>
          </a:xfrm>
          <a:custGeom>
            <a:rect b="b" l="l" r="r" t="t"/>
            <a:pathLst>
              <a:path extrusionOk="0" h="35671" w="2162">
                <a:moveTo>
                  <a:pt x="0" y="0"/>
                </a:moveTo>
                <a:cubicBezTo>
                  <a:pt x="360" y="5945"/>
                  <a:pt x="1802" y="29726"/>
                  <a:pt x="2162" y="35671"/>
                </a:cubicBezTo>
              </a:path>
            </a:pathLst>
          </a:custGeom>
          <a:noFill/>
          <a:ln cap="flat" cmpd="sng" w="9525">
            <a:solidFill>
              <a:schemeClr val="dk2"/>
            </a:solidFill>
            <a:prstDash val="solid"/>
            <a:round/>
            <a:headEnd len="med" w="med" type="none"/>
            <a:tailEnd len="med" w="med" type="none"/>
          </a:ln>
        </p:spPr>
      </p:sp>
      <p:sp>
        <p:nvSpPr>
          <p:cNvPr id="1818" name="Google Shape;1818;p90"/>
          <p:cNvSpPr/>
          <p:nvPr/>
        </p:nvSpPr>
        <p:spPr>
          <a:xfrm>
            <a:off x="3240434" y="123261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90"/>
          <p:cNvSpPr/>
          <p:nvPr/>
        </p:nvSpPr>
        <p:spPr>
          <a:xfrm>
            <a:off x="3392100" y="22945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90"/>
          <p:cNvSpPr/>
          <p:nvPr/>
        </p:nvSpPr>
        <p:spPr>
          <a:xfrm>
            <a:off x="3392100" y="2751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90"/>
          <p:cNvSpPr/>
          <p:nvPr/>
        </p:nvSpPr>
        <p:spPr>
          <a:xfrm>
            <a:off x="5667425" y="28292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90"/>
          <p:cNvSpPr/>
          <p:nvPr/>
        </p:nvSpPr>
        <p:spPr>
          <a:xfrm>
            <a:off x="4874000" y="31922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90"/>
          <p:cNvSpPr/>
          <p:nvPr/>
        </p:nvSpPr>
        <p:spPr>
          <a:xfrm>
            <a:off x="6233475" y="31340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90"/>
          <p:cNvSpPr/>
          <p:nvPr/>
        </p:nvSpPr>
        <p:spPr>
          <a:xfrm>
            <a:off x="59888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90"/>
          <p:cNvSpPr/>
          <p:nvPr/>
        </p:nvSpPr>
        <p:spPr>
          <a:xfrm>
            <a:off x="5320000" y="39646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90"/>
          <p:cNvSpPr/>
          <p:nvPr/>
        </p:nvSpPr>
        <p:spPr>
          <a:xfrm>
            <a:off x="4612025" y="42402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90"/>
          <p:cNvSpPr/>
          <p:nvPr/>
        </p:nvSpPr>
        <p:spPr>
          <a:xfrm>
            <a:off x="3580800" y="424025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90"/>
          <p:cNvSpPr/>
          <p:nvPr/>
        </p:nvSpPr>
        <p:spPr>
          <a:xfrm>
            <a:off x="4612034" y="9368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90"/>
          <p:cNvSpPr/>
          <p:nvPr/>
        </p:nvSpPr>
        <p:spPr>
          <a:xfrm>
            <a:off x="4566995" y="1470226"/>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90"/>
          <p:cNvSpPr/>
          <p:nvPr/>
        </p:nvSpPr>
        <p:spPr>
          <a:xfrm>
            <a:off x="5589325" y="19148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90"/>
          <p:cNvSpPr/>
          <p:nvPr/>
        </p:nvSpPr>
        <p:spPr>
          <a:xfrm>
            <a:off x="4612025" y="22583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90"/>
          <p:cNvSpPr/>
          <p:nvPr/>
        </p:nvSpPr>
        <p:spPr>
          <a:xfrm>
            <a:off x="4378300" y="247739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90"/>
          <p:cNvSpPr/>
          <p:nvPr/>
        </p:nvSpPr>
        <p:spPr>
          <a:xfrm>
            <a:off x="4378300" y="27929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90"/>
          <p:cNvSpPr/>
          <p:nvPr/>
        </p:nvSpPr>
        <p:spPr>
          <a:xfrm>
            <a:off x="5856125" y="34249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90"/>
          <p:cNvSpPr/>
          <p:nvPr/>
        </p:nvSpPr>
        <p:spPr>
          <a:xfrm>
            <a:off x="3988300" y="3576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90"/>
          <p:cNvSpPr/>
          <p:nvPr/>
        </p:nvSpPr>
        <p:spPr>
          <a:xfrm>
            <a:off x="4477650" y="3687623"/>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90"/>
          <p:cNvSpPr/>
          <p:nvPr/>
        </p:nvSpPr>
        <p:spPr>
          <a:xfrm>
            <a:off x="3881195" y="1653787"/>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90"/>
          <p:cNvSpPr/>
          <p:nvPr/>
        </p:nvSpPr>
        <p:spPr>
          <a:xfrm>
            <a:off x="3576395" y="1989748"/>
            <a:ext cx="188700" cy="18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90"/>
          <p:cNvSpPr txBox="1"/>
          <p:nvPr/>
        </p:nvSpPr>
        <p:spPr>
          <a:xfrm>
            <a:off x="3424000" y="15833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solidFill>
                  <a:srgbClr val="FF0000"/>
                </a:solidFill>
              </a:rPr>
              <a:t>Atlanta</a:t>
            </a:r>
            <a:endParaRPr b="1" sz="800">
              <a:solidFill>
                <a:srgbClr val="FF0000"/>
              </a:solidFill>
            </a:endParaRPr>
          </a:p>
        </p:txBody>
      </p:sp>
      <p:sp>
        <p:nvSpPr>
          <p:cNvPr id="1840" name="Google Shape;1840;p90"/>
          <p:cNvSpPr txBox="1"/>
          <p:nvPr/>
        </p:nvSpPr>
        <p:spPr>
          <a:xfrm>
            <a:off x="4742550" y="8812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Toccoa</a:t>
            </a:r>
            <a:endParaRPr sz="800"/>
          </a:p>
        </p:txBody>
      </p:sp>
      <p:sp>
        <p:nvSpPr>
          <p:cNvPr id="1841" name="Google Shape;1841;p90"/>
          <p:cNvSpPr txBox="1"/>
          <p:nvPr/>
        </p:nvSpPr>
        <p:spPr>
          <a:xfrm>
            <a:off x="2846768" y="1156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Rome</a:t>
            </a:r>
            <a:endParaRPr sz="800"/>
          </a:p>
        </p:txBody>
      </p:sp>
      <p:sp>
        <p:nvSpPr>
          <p:cNvPr id="1842" name="Google Shape;1842;p90"/>
          <p:cNvSpPr txBox="1"/>
          <p:nvPr/>
        </p:nvSpPr>
        <p:spPr>
          <a:xfrm>
            <a:off x="4688966" y="13905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Athens</a:t>
            </a:r>
            <a:endParaRPr sz="800"/>
          </a:p>
        </p:txBody>
      </p:sp>
      <p:sp>
        <p:nvSpPr>
          <p:cNvPr id="1843" name="Google Shape;1843;p90"/>
          <p:cNvSpPr txBox="1"/>
          <p:nvPr/>
        </p:nvSpPr>
        <p:spPr>
          <a:xfrm>
            <a:off x="3062699" y="190291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Newnan</a:t>
            </a:r>
            <a:endParaRPr sz="800"/>
          </a:p>
        </p:txBody>
      </p:sp>
      <p:sp>
        <p:nvSpPr>
          <p:cNvPr id="1844" name="Google Shape;1844;p90"/>
          <p:cNvSpPr txBox="1"/>
          <p:nvPr/>
        </p:nvSpPr>
        <p:spPr>
          <a:xfrm>
            <a:off x="5725609" y="181874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Augusta</a:t>
            </a:r>
            <a:endParaRPr sz="800"/>
          </a:p>
        </p:txBody>
      </p:sp>
      <p:sp>
        <p:nvSpPr>
          <p:cNvPr id="1845" name="Google Shape;1845;p90"/>
          <p:cNvSpPr txBox="1"/>
          <p:nvPr/>
        </p:nvSpPr>
        <p:spPr>
          <a:xfrm>
            <a:off x="2819751" y="2234999"/>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LaGrange</a:t>
            </a:r>
            <a:endParaRPr sz="800"/>
          </a:p>
        </p:txBody>
      </p:sp>
      <p:sp>
        <p:nvSpPr>
          <p:cNvPr id="1846" name="Google Shape;1846;p90"/>
          <p:cNvSpPr txBox="1"/>
          <p:nvPr/>
        </p:nvSpPr>
        <p:spPr>
          <a:xfrm>
            <a:off x="2819750" y="269232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Columbus</a:t>
            </a:r>
            <a:endParaRPr sz="800"/>
          </a:p>
        </p:txBody>
      </p:sp>
      <p:sp>
        <p:nvSpPr>
          <p:cNvPr id="1847" name="Google Shape;1847;p90"/>
          <p:cNvSpPr txBox="1"/>
          <p:nvPr/>
        </p:nvSpPr>
        <p:spPr>
          <a:xfrm>
            <a:off x="3566025" y="3512574"/>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Albany</a:t>
            </a:r>
            <a:endParaRPr sz="800"/>
          </a:p>
        </p:txBody>
      </p:sp>
      <p:sp>
        <p:nvSpPr>
          <p:cNvPr id="1848" name="Google Shape;1848;p90"/>
          <p:cNvSpPr txBox="1"/>
          <p:nvPr/>
        </p:nvSpPr>
        <p:spPr>
          <a:xfrm>
            <a:off x="2981625" y="42279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Bainbridge</a:t>
            </a:r>
            <a:endParaRPr sz="800"/>
          </a:p>
        </p:txBody>
      </p:sp>
      <p:sp>
        <p:nvSpPr>
          <p:cNvPr id="1849" name="Google Shape;1849;p90"/>
          <p:cNvSpPr txBox="1"/>
          <p:nvPr/>
        </p:nvSpPr>
        <p:spPr>
          <a:xfrm>
            <a:off x="4593293" y="3611772"/>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Tifton</a:t>
            </a:r>
            <a:endParaRPr sz="800"/>
          </a:p>
        </p:txBody>
      </p:sp>
      <p:sp>
        <p:nvSpPr>
          <p:cNvPr id="1850" name="Google Shape;1850;p90"/>
          <p:cNvSpPr txBox="1"/>
          <p:nvPr/>
        </p:nvSpPr>
        <p:spPr>
          <a:xfrm>
            <a:off x="4301400" y="43417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1"/>
                </a:solidFill>
              </a:rPr>
              <a:t>Valdosta</a:t>
            </a:r>
            <a:endParaRPr sz="800">
              <a:solidFill>
                <a:schemeClr val="dk1"/>
              </a:solidFill>
            </a:endParaRPr>
          </a:p>
        </p:txBody>
      </p:sp>
      <p:sp>
        <p:nvSpPr>
          <p:cNvPr id="1851" name="Google Shape;1851;p90"/>
          <p:cNvSpPr txBox="1"/>
          <p:nvPr/>
        </p:nvSpPr>
        <p:spPr>
          <a:xfrm>
            <a:off x="3941313" y="24072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Macon</a:t>
            </a:r>
            <a:endParaRPr sz="800"/>
          </a:p>
        </p:txBody>
      </p:sp>
      <p:sp>
        <p:nvSpPr>
          <p:cNvPr id="1852" name="Google Shape;1852;p90"/>
          <p:cNvSpPr txBox="1"/>
          <p:nvPr/>
        </p:nvSpPr>
        <p:spPr>
          <a:xfrm>
            <a:off x="4499815" y="2021622"/>
            <a:ext cx="846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Milledgeville</a:t>
            </a:r>
            <a:endParaRPr sz="800"/>
          </a:p>
        </p:txBody>
      </p:sp>
      <p:sp>
        <p:nvSpPr>
          <p:cNvPr id="1853" name="Google Shape;1853;p90"/>
          <p:cNvSpPr txBox="1"/>
          <p:nvPr/>
        </p:nvSpPr>
        <p:spPr>
          <a:xfrm>
            <a:off x="6133425" y="3964711"/>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Brunswick</a:t>
            </a:r>
            <a:endParaRPr sz="800"/>
          </a:p>
        </p:txBody>
      </p:sp>
      <p:sp>
        <p:nvSpPr>
          <p:cNvPr id="1854" name="Google Shape;1854;p90"/>
          <p:cNvSpPr txBox="1"/>
          <p:nvPr/>
        </p:nvSpPr>
        <p:spPr>
          <a:xfrm>
            <a:off x="5161525" y="40518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Waycross</a:t>
            </a:r>
            <a:endParaRPr sz="800"/>
          </a:p>
        </p:txBody>
      </p:sp>
      <p:sp>
        <p:nvSpPr>
          <p:cNvPr id="1855" name="Google Shape;1855;p90"/>
          <p:cNvSpPr txBox="1"/>
          <p:nvPr/>
        </p:nvSpPr>
        <p:spPr>
          <a:xfrm>
            <a:off x="4017513" y="2833374"/>
            <a:ext cx="69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FF0000"/>
                </a:solidFill>
              </a:rPr>
              <a:t>Warner Robins</a:t>
            </a:r>
            <a:endParaRPr sz="800">
              <a:solidFill>
                <a:srgbClr val="FF0000"/>
              </a:solidFill>
            </a:endParaRPr>
          </a:p>
        </p:txBody>
      </p:sp>
      <p:sp>
        <p:nvSpPr>
          <p:cNvPr id="1856" name="Google Shape;1856;p90"/>
          <p:cNvSpPr txBox="1"/>
          <p:nvPr/>
        </p:nvSpPr>
        <p:spPr>
          <a:xfrm>
            <a:off x="4972849" y="3079747"/>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McRae</a:t>
            </a:r>
            <a:endParaRPr sz="800"/>
          </a:p>
        </p:txBody>
      </p:sp>
      <p:sp>
        <p:nvSpPr>
          <p:cNvPr id="1857" name="Google Shape;1857;p90"/>
          <p:cNvSpPr txBox="1"/>
          <p:nvPr/>
        </p:nvSpPr>
        <p:spPr>
          <a:xfrm>
            <a:off x="5950282" y="3445378"/>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Hinesville</a:t>
            </a:r>
            <a:endParaRPr sz="800"/>
          </a:p>
        </p:txBody>
      </p:sp>
      <p:sp>
        <p:nvSpPr>
          <p:cNvPr id="1858" name="Google Shape;1858;p90"/>
          <p:cNvSpPr txBox="1"/>
          <p:nvPr/>
        </p:nvSpPr>
        <p:spPr>
          <a:xfrm>
            <a:off x="5754366" y="267493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Statesboro</a:t>
            </a:r>
            <a:endParaRPr sz="800"/>
          </a:p>
        </p:txBody>
      </p:sp>
      <p:sp>
        <p:nvSpPr>
          <p:cNvPr id="1859" name="Google Shape;1859;p90"/>
          <p:cNvSpPr txBox="1"/>
          <p:nvPr/>
        </p:nvSpPr>
        <p:spPr>
          <a:xfrm>
            <a:off x="6359575" y="3074486"/>
            <a:ext cx="693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1"/>
                </a:solidFill>
              </a:rPr>
              <a:t>Savannah</a:t>
            </a:r>
            <a:endParaRPr sz="800">
              <a:solidFill>
                <a:schemeClr val="dk1"/>
              </a:solidFill>
            </a:endParaRPr>
          </a:p>
        </p:txBody>
      </p:sp>
      <p:sp>
        <p:nvSpPr>
          <p:cNvPr id="1860" name="Google Shape;1860;p90"/>
          <p:cNvSpPr txBox="1"/>
          <p:nvPr/>
        </p:nvSpPr>
        <p:spPr>
          <a:xfrm>
            <a:off x="7377900" y="1305600"/>
            <a:ext cx="6483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0</a:t>
            </a:r>
            <a:endParaRPr sz="1000"/>
          </a:p>
        </p:txBody>
      </p:sp>
      <p:sp>
        <p:nvSpPr>
          <p:cNvPr id="1861" name="Google Shape;1861;p90"/>
          <p:cNvSpPr txBox="1"/>
          <p:nvPr/>
        </p:nvSpPr>
        <p:spPr>
          <a:xfrm>
            <a:off x="7377900" y="1762800"/>
            <a:ext cx="648300" cy="338700"/>
          </a:xfrm>
          <a:prstGeom prst="rect">
            <a:avLst/>
          </a:prstGeom>
          <a:solidFill>
            <a:srgbClr val="FFD96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1</a:t>
            </a:r>
            <a:endParaRPr sz="1000"/>
          </a:p>
        </p:txBody>
      </p:sp>
      <p:sp>
        <p:nvSpPr>
          <p:cNvPr id="1862" name="Google Shape;1862;p90"/>
          <p:cNvSpPr txBox="1"/>
          <p:nvPr/>
        </p:nvSpPr>
        <p:spPr>
          <a:xfrm>
            <a:off x="7377900" y="2220000"/>
            <a:ext cx="6483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2</a:t>
            </a:r>
            <a:endParaRPr sz="1000"/>
          </a:p>
        </p:txBody>
      </p:sp>
      <p:sp>
        <p:nvSpPr>
          <p:cNvPr id="1863" name="Google Shape;1863;p90"/>
          <p:cNvSpPr txBox="1"/>
          <p:nvPr/>
        </p:nvSpPr>
        <p:spPr>
          <a:xfrm>
            <a:off x="7377900" y="2677200"/>
            <a:ext cx="648300" cy="338700"/>
          </a:xfrm>
          <a:prstGeom prst="rect">
            <a:avLst/>
          </a:prstGeom>
          <a:solidFill>
            <a:srgbClr val="8E7CC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3</a:t>
            </a:r>
            <a:endParaRPr sz="1000"/>
          </a:p>
        </p:txBody>
      </p:sp>
      <p:sp>
        <p:nvSpPr>
          <p:cNvPr id="1864" name="Google Shape;1864;p90"/>
          <p:cNvSpPr txBox="1"/>
          <p:nvPr/>
        </p:nvSpPr>
        <p:spPr>
          <a:xfrm>
            <a:off x="7377900" y="3134400"/>
            <a:ext cx="648300" cy="338700"/>
          </a:xfrm>
          <a:prstGeom prst="rect">
            <a:avLst/>
          </a:prstGeom>
          <a:solidFill>
            <a:srgbClr val="3D85C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Level 4</a:t>
            </a:r>
            <a:endParaRPr sz="10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8" name="Shape 1868"/>
        <p:cNvGrpSpPr/>
        <p:nvPr/>
      </p:nvGrpSpPr>
      <p:grpSpPr>
        <a:xfrm>
          <a:off x="0" y="0"/>
          <a:ext cx="0" cy="0"/>
          <a:chOff x="0" y="0"/>
          <a:chExt cx="0" cy="0"/>
        </a:xfrm>
      </p:grpSpPr>
      <p:sp>
        <p:nvSpPr>
          <p:cNvPr id="1869" name="Google Shape;1869;p9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870" name="Google Shape;1870;p91"/>
          <p:cNvSpPr txBox="1"/>
          <p:nvPr/>
        </p:nvSpPr>
        <p:spPr>
          <a:xfrm>
            <a:off x="4030700" y="1093925"/>
            <a:ext cx="937500" cy="338700"/>
          </a:xfrm>
          <a:prstGeom prst="rect">
            <a:avLst/>
          </a:prstGeom>
          <a:solidFill>
            <a:srgbClr val="93C47D"/>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Atlanta</a:t>
            </a:r>
            <a:endParaRPr sz="1000"/>
          </a:p>
        </p:txBody>
      </p:sp>
      <p:sp>
        <p:nvSpPr>
          <p:cNvPr id="1871" name="Google Shape;1871;p91"/>
          <p:cNvSpPr txBox="1"/>
          <p:nvPr/>
        </p:nvSpPr>
        <p:spPr>
          <a:xfrm>
            <a:off x="3376488" y="1919100"/>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Agusta</a:t>
            </a:r>
            <a:endParaRPr sz="1000"/>
          </a:p>
        </p:txBody>
      </p:sp>
      <p:sp>
        <p:nvSpPr>
          <p:cNvPr id="1872" name="Google Shape;1872;p91"/>
          <p:cNvSpPr txBox="1"/>
          <p:nvPr/>
        </p:nvSpPr>
        <p:spPr>
          <a:xfrm>
            <a:off x="6179413" y="1919088"/>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Macon</a:t>
            </a:r>
            <a:endParaRPr sz="1000"/>
          </a:p>
        </p:txBody>
      </p:sp>
      <p:sp>
        <p:nvSpPr>
          <p:cNvPr id="1873" name="Google Shape;1873;p91"/>
          <p:cNvSpPr txBox="1"/>
          <p:nvPr/>
        </p:nvSpPr>
        <p:spPr>
          <a:xfrm>
            <a:off x="2706600" y="2782647"/>
            <a:ext cx="10968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Milledegeville</a:t>
            </a:r>
            <a:endParaRPr sz="1000"/>
          </a:p>
        </p:txBody>
      </p:sp>
      <p:sp>
        <p:nvSpPr>
          <p:cNvPr id="1874" name="Google Shape;1874;p91"/>
          <p:cNvSpPr txBox="1"/>
          <p:nvPr/>
        </p:nvSpPr>
        <p:spPr>
          <a:xfrm>
            <a:off x="6151086" y="2750297"/>
            <a:ext cx="12174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rgbClr val="FF0000"/>
                </a:solidFill>
              </a:rPr>
              <a:t>Warner Robins</a:t>
            </a:r>
            <a:endParaRPr b="1" sz="1000">
              <a:solidFill>
                <a:srgbClr val="FF0000"/>
              </a:solidFill>
            </a:endParaRPr>
          </a:p>
        </p:txBody>
      </p:sp>
      <p:cxnSp>
        <p:nvCxnSpPr>
          <p:cNvPr id="1875" name="Google Shape;1875;p91"/>
          <p:cNvCxnSpPr>
            <a:stCxn id="1870" idx="2"/>
            <a:endCxn id="1871" idx="0"/>
          </p:cNvCxnSpPr>
          <p:nvPr/>
        </p:nvCxnSpPr>
        <p:spPr>
          <a:xfrm flipH="1">
            <a:off x="3845150" y="1432625"/>
            <a:ext cx="654300" cy="486600"/>
          </a:xfrm>
          <a:prstGeom prst="straightConnector1">
            <a:avLst/>
          </a:prstGeom>
          <a:noFill/>
          <a:ln cap="flat" cmpd="sng" w="9525">
            <a:solidFill>
              <a:schemeClr val="dk2"/>
            </a:solidFill>
            <a:prstDash val="solid"/>
            <a:round/>
            <a:headEnd len="med" w="med" type="none"/>
            <a:tailEnd len="med" w="med" type="triangle"/>
          </a:ln>
        </p:spPr>
      </p:cxnSp>
      <p:cxnSp>
        <p:nvCxnSpPr>
          <p:cNvPr id="1876" name="Google Shape;1876;p91"/>
          <p:cNvCxnSpPr>
            <a:stCxn id="1870" idx="2"/>
            <a:endCxn id="1872" idx="0"/>
          </p:cNvCxnSpPr>
          <p:nvPr/>
        </p:nvCxnSpPr>
        <p:spPr>
          <a:xfrm>
            <a:off x="4499450" y="1432625"/>
            <a:ext cx="2148600" cy="486600"/>
          </a:xfrm>
          <a:prstGeom prst="straightConnector1">
            <a:avLst/>
          </a:prstGeom>
          <a:noFill/>
          <a:ln cap="flat" cmpd="sng" w="28575">
            <a:solidFill>
              <a:srgbClr val="FF0000"/>
            </a:solidFill>
            <a:prstDash val="solid"/>
            <a:round/>
            <a:headEnd len="med" w="med" type="triangle"/>
            <a:tailEnd len="med" w="med" type="none"/>
          </a:ln>
        </p:spPr>
      </p:cxnSp>
      <p:cxnSp>
        <p:nvCxnSpPr>
          <p:cNvPr id="1877" name="Google Shape;1877;p91"/>
          <p:cNvCxnSpPr>
            <a:stCxn id="1871" idx="2"/>
            <a:endCxn id="1873" idx="0"/>
          </p:cNvCxnSpPr>
          <p:nvPr/>
        </p:nvCxnSpPr>
        <p:spPr>
          <a:xfrm flipH="1">
            <a:off x="3255138" y="2257800"/>
            <a:ext cx="590100" cy="524700"/>
          </a:xfrm>
          <a:prstGeom prst="straightConnector1">
            <a:avLst/>
          </a:prstGeom>
          <a:noFill/>
          <a:ln cap="flat" cmpd="sng" w="9525">
            <a:solidFill>
              <a:schemeClr val="dk2"/>
            </a:solidFill>
            <a:prstDash val="solid"/>
            <a:round/>
            <a:headEnd len="med" w="med" type="none"/>
            <a:tailEnd len="med" w="med" type="triangle"/>
          </a:ln>
        </p:spPr>
      </p:cxnSp>
      <p:cxnSp>
        <p:nvCxnSpPr>
          <p:cNvPr id="1878" name="Google Shape;1878;p91"/>
          <p:cNvCxnSpPr>
            <a:stCxn id="1872" idx="2"/>
            <a:endCxn id="1874" idx="0"/>
          </p:cNvCxnSpPr>
          <p:nvPr/>
        </p:nvCxnSpPr>
        <p:spPr>
          <a:xfrm>
            <a:off x="6648163" y="2257788"/>
            <a:ext cx="111600" cy="492600"/>
          </a:xfrm>
          <a:prstGeom prst="straightConnector1">
            <a:avLst/>
          </a:prstGeom>
          <a:noFill/>
          <a:ln cap="flat" cmpd="sng" w="28575">
            <a:solidFill>
              <a:srgbClr val="FF0000"/>
            </a:solidFill>
            <a:prstDash val="solid"/>
            <a:round/>
            <a:headEnd len="med" w="med" type="triangle"/>
            <a:tailEnd len="med" w="med" type="none"/>
          </a:ln>
        </p:spPr>
      </p:cxnSp>
      <p:sp>
        <p:nvSpPr>
          <p:cNvPr id="1879" name="Google Shape;1879;p91"/>
          <p:cNvSpPr txBox="1"/>
          <p:nvPr>
            <p:ph type="title"/>
          </p:nvPr>
        </p:nvSpPr>
        <p:spPr>
          <a:xfrm>
            <a:off x="148125" y="99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Breadth-First Search: Atlanta to Warner Robins</a:t>
            </a:r>
            <a:br>
              <a:rPr lang="en"/>
            </a:br>
            <a:r>
              <a:rPr lang="en">
                <a:solidFill>
                  <a:srgbClr val="FF0000"/>
                </a:solidFill>
              </a:rPr>
              <a:t>Recovering the Solution Path</a:t>
            </a:r>
            <a:endParaRPr>
              <a:solidFill>
                <a:srgbClr val="FF0000"/>
              </a:solidFill>
            </a:endParaRPr>
          </a:p>
        </p:txBody>
      </p:sp>
      <p:pic>
        <p:nvPicPr>
          <p:cNvPr id="1880" name="Google Shape;1880;p91"/>
          <p:cNvPicPr preferRelativeResize="0"/>
          <p:nvPr/>
        </p:nvPicPr>
        <p:blipFill>
          <a:blip r:embed="rId3">
            <a:alphaModFix/>
          </a:blip>
          <a:stretch>
            <a:fillRect/>
          </a:stretch>
        </p:blipFill>
        <p:spPr>
          <a:xfrm>
            <a:off x="7287000" y="99700"/>
            <a:ext cx="1857000" cy="1619158"/>
          </a:xfrm>
          <a:prstGeom prst="rect">
            <a:avLst/>
          </a:prstGeom>
          <a:noFill/>
          <a:ln>
            <a:noFill/>
          </a:ln>
        </p:spPr>
      </p:pic>
      <p:sp>
        <p:nvSpPr>
          <p:cNvPr id="1881" name="Google Shape;1881;p91"/>
          <p:cNvSpPr txBox="1"/>
          <p:nvPr/>
        </p:nvSpPr>
        <p:spPr>
          <a:xfrm>
            <a:off x="2292206" y="1902850"/>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Rome</a:t>
            </a:r>
            <a:endParaRPr sz="1000"/>
          </a:p>
        </p:txBody>
      </p:sp>
      <p:sp>
        <p:nvSpPr>
          <p:cNvPr id="1882" name="Google Shape;1882;p91"/>
          <p:cNvSpPr txBox="1"/>
          <p:nvPr/>
        </p:nvSpPr>
        <p:spPr>
          <a:xfrm>
            <a:off x="4885175" y="1997400"/>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Newnan</a:t>
            </a:r>
            <a:endParaRPr sz="1000"/>
          </a:p>
        </p:txBody>
      </p:sp>
      <p:sp>
        <p:nvSpPr>
          <p:cNvPr id="1883" name="Google Shape;1883;p91"/>
          <p:cNvSpPr txBox="1"/>
          <p:nvPr/>
        </p:nvSpPr>
        <p:spPr>
          <a:xfrm>
            <a:off x="1277725" y="1919088"/>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Toccoa</a:t>
            </a:r>
            <a:endParaRPr sz="1000"/>
          </a:p>
        </p:txBody>
      </p:sp>
      <p:sp>
        <p:nvSpPr>
          <p:cNvPr id="1884" name="Google Shape;1884;p91"/>
          <p:cNvSpPr txBox="1"/>
          <p:nvPr/>
        </p:nvSpPr>
        <p:spPr>
          <a:xfrm>
            <a:off x="263248" y="1919103"/>
            <a:ext cx="937500" cy="338700"/>
          </a:xfrm>
          <a:prstGeom prst="rect">
            <a:avLst/>
          </a:prstGeom>
          <a:solidFill>
            <a:srgbClr val="FFE599"/>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Athens</a:t>
            </a:r>
            <a:endParaRPr sz="1000"/>
          </a:p>
        </p:txBody>
      </p:sp>
      <p:sp>
        <p:nvSpPr>
          <p:cNvPr id="1885" name="Google Shape;1885;p91"/>
          <p:cNvSpPr txBox="1"/>
          <p:nvPr/>
        </p:nvSpPr>
        <p:spPr>
          <a:xfrm>
            <a:off x="4968194" y="2757750"/>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Legrange</a:t>
            </a:r>
            <a:endParaRPr sz="1000"/>
          </a:p>
        </p:txBody>
      </p:sp>
      <p:cxnSp>
        <p:nvCxnSpPr>
          <p:cNvPr id="1886" name="Google Shape;1886;p91"/>
          <p:cNvCxnSpPr>
            <a:stCxn id="1882" idx="2"/>
            <a:endCxn id="1885" idx="0"/>
          </p:cNvCxnSpPr>
          <p:nvPr/>
        </p:nvCxnSpPr>
        <p:spPr>
          <a:xfrm>
            <a:off x="5353925" y="2336100"/>
            <a:ext cx="83100" cy="421800"/>
          </a:xfrm>
          <a:prstGeom prst="straightConnector1">
            <a:avLst/>
          </a:prstGeom>
          <a:noFill/>
          <a:ln cap="flat" cmpd="sng" w="9525">
            <a:solidFill>
              <a:schemeClr val="dk2"/>
            </a:solidFill>
            <a:prstDash val="solid"/>
            <a:round/>
            <a:headEnd len="med" w="med" type="none"/>
            <a:tailEnd len="med" w="med" type="triangle"/>
          </a:ln>
        </p:spPr>
      </p:cxnSp>
      <p:cxnSp>
        <p:nvCxnSpPr>
          <p:cNvPr id="1887" name="Google Shape;1887;p91"/>
          <p:cNvCxnSpPr>
            <a:stCxn id="1870" idx="2"/>
            <a:endCxn id="1883" idx="0"/>
          </p:cNvCxnSpPr>
          <p:nvPr/>
        </p:nvCxnSpPr>
        <p:spPr>
          <a:xfrm flipH="1">
            <a:off x="1746350" y="1432625"/>
            <a:ext cx="2753100" cy="486600"/>
          </a:xfrm>
          <a:prstGeom prst="straightConnector1">
            <a:avLst/>
          </a:prstGeom>
          <a:noFill/>
          <a:ln cap="flat" cmpd="sng" w="9525">
            <a:solidFill>
              <a:schemeClr val="dk2"/>
            </a:solidFill>
            <a:prstDash val="solid"/>
            <a:round/>
            <a:headEnd len="med" w="med" type="none"/>
            <a:tailEnd len="med" w="med" type="triangle"/>
          </a:ln>
        </p:spPr>
      </p:cxnSp>
      <p:cxnSp>
        <p:nvCxnSpPr>
          <p:cNvPr id="1888" name="Google Shape;1888;p91"/>
          <p:cNvCxnSpPr>
            <a:stCxn id="1870" idx="2"/>
            <a:endCxn id="1882" idx="0"/>
          </p:cNvCxnSpPr>
          <p:nvPr/>
        </p:nvCxnSpPr>
        <p:spPr>
          <a:xfrm>
            <a:off x="4499450" y="1432625"/>
            <a:ext cx="854400" cy="564900"/>
          </a:xfrm>
          <a:prstGeom prst="straightConnector1">
            <a:avLst/>
          </a:prstGeom>
          <a:noFill/>
          <a:ln cap="flat" cmpd="sng" w="9525">
            <a:solidFill>
              <a:schemeClr val="dk2"/>
            </a:solidFill>
            <a:prstDash val="solid"/>
            <a:round/>
            <a:headEnd len="med" w="med" type="none"/>
            <a:tailEnd len="med" w="med" type="triangle"/>
          </a:ln>
        </p:spPr>
      </p:cxnSp>
      <p:cxnSp>
        <p:nvCxnSpPr>
          <p:cNvPr id="1889" name="Google Shape;1889;p91"/>
          <p:cNvCxnSpPr>
            <a:stCxn id="1870" idx="2"/>
            <a:endCxn id="1881" idx="0"/>
          </p:cNvCxnSpPr>
          <p:nvPr/>
        </p:nvCxnSpPr>
        <p:spPr>
          <a:xfrm flipH="1">
            <a:off x="2760950" y="1432625"/>
            <a:ext cx="1738500" cy="470100"/>
          </a:xfrm>
          <a:prstGeom prst="straightConnector1">
            <a:avLst/>
          </a:prstGeom>
          <a:noFill/>
          <a:ln cap="flat" cmpd="sng" w="9525">
            <a:solidFill>
              <a:schemeClr val="dk2"/>
            </a:solidFill>
            <a:prstDash val="solid"/>
            <a:round/>
            <a:headEnd len="med" w="med" type="none"/>
            <a:tailEnd len="med" w="med" type="triangle"/>
          </a:ln>
        </p:spPr>
      </p:cxnSp>
      <p:cxnSp>
        <p:nvCxnSpPr>
          <p:cNvPr id="1890" name="Google Shape;1890;p91"/>
          <p:cNvCxnSpPr>
            <a:stCxn id="1871" idx="2"/>
            <a:endCxn id="1891" idx="0"/>
          </p:cNvCxnSpPr>
          <p:nvPr/>
        </p:nvCxnSpPr>
        <p:spPr>
          <a:xfrm>
            <a:off x="3845238" y="2257800"/>
            <a:ext cx="525900" cy="507600"/>
          </a:xfrm>
          <a:prstGeom prst="straightConnector1">
            <a:avLst/>
          </a:prstGeom>
          <a:noFill/>
          <a:ln cap="flat" cmpd="sng" w="9525">
            <a:solidFill>
              <a:schemeClr val="dk2"/>
            </a:solidFill>
            <a:prstDash val="solid"/>
            <a:round/>
            <a:headEnd len="med" w="med" type="none"/>
            <a:tailEnd len="med" w="med" type="triangle"/>
          </a:ln>
        </p:spPr>
      </p:cxnSp>
      <p:sp>
        <p:nvSpPr>
          <p:cNvPr id="1891" name="Google Shape;1891;p91"/>
          <p:cNvSpPr txBox="1"/>
          <p:nvPr/>
        </p:nvSpPr>
        <p:spPr>
          <a:xfrm>
            <a:off x="3902289" y="2765486"/>
            <a:ext cx="937500" cy="338700"/>
          </a:xfrm>
          <a:prstGeom prst="rect">
            <a:avLst/>
          </a:prstGeom>
          <a:solidFill>
            <a:srgbClr val="C27BA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Statesboro</a:t>
            </a:r>
            <a:endParaRPr sz="1000"/>
          </a:p>
        </p:txBody>
      </p:sp>
      <p:cxnSp>
        <p:nvCxnSpPr>
          <p:cNvPr id="1892" name="Google Shape;1892;p91"/>
          <p:cNvCxnSpPr>
            <a:stCxn id="1870" idx="2"/>
            <a:endCxn id="1884" idx="0"/>
          </p:cNvCxnSpPr>
          <p:nvPr/>
        </p:nvCxnSpPr>
        <p:spPr>
          <a:xfrm flipH="1">
            <a:off x="732050" y="1432625"/>
            <a:ext cx="3767400" cy="486600"/>
          </a:xfrm>
          <a:prstGeom prst="straightConnector1">
            <a:avLst/>
          </a:prstGeom>
          <a:noFill/>
          <a:ln cap="flat" cmpd="sng" w="9525">
            <a:solidFill>
              <a:schemeClr val="dk2"/>
            </a:solidFill>
            <a:prstDash val="solid"/>
            <a:round/>
            <a:headEnd len="med" w="med" type="none"/>
            <a:tailEnd len="med" w="med" type="triangle"/>
          </a:ln>
        </p:spPr>
      </p:cxnSp>
      <p:sp>
        <p:nvSpPr>
          <p:cNvPr id="1893" name="Google Shape;1893;p91"/>
          <p:cNvSpPr txBox="1"/>
          <p:nvPr/>
        </p:nvSpPr>
        <p:spPr>
          <a:xfrm>
            <a:off x="2695075" y="3780475"/>
            <a:ext cx="4293300" cy="1139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FF0000"/>
                </a:solidFill>
              </a:rPr>
              <a:t>Route/Path</a:t>
            </a:r>
            <a:endParaRPr b="1" sz="2000">
              <a:solidFill>
                <a:srgbClr val="FF0000"/>
              </a:solidFill>
            </a:endParaRPr>
          </a:p>
          <a:p>
            <a:pPr indent="-317500" lvl="0" marL="457200" rtl="0" algn="l">
              <a:spcBef>
                <a:spcPts val="0"/>
              </a:spcBef>
              <a:spcAft>
                <a:spcPts val="0"/>
              </a:spcAft>
              <a:buSzPts val="1400"/>
              <a:buChar char="●"/>
            </a:pPr>
            <a:r>
              <a:rPr lang="en"/>
              <a:t>Atlanta</a:t>
            </a:r>
            <a:endParaRPr/>
          </a:p>
          <a:p>
            <a:pPr indent="-317500" lvl="0" marL="457200" rtl="0" algn="l">
              <a:spcBef>
                <a:spcPts val="0"/>
              </a:spcBef>
              <a:spcAft>
                <a:spcPts val="0"/>
              </a:spcAft>
              <a:buSzPts val="1400"/>
              <a:buChar char="●"/>
            </a:pPr>
            <a:r>
              <a:rPr lang="en"/>
              <a:t>Macon</a:t>
            </a:r>
            <a:endParaRPr/>
          </a:p>
          <a:p>
            <a:pPr indent="-317500" lvl="0" marL="457200" rtl="0" algn="l">
              <a:spcBef>
                <a:spcPts val="0"/>
              </a:spcBef>
              <a:spcAft>
                <a:spcPts val="0"/>
              </a:spcAft>
              <a:buSzPts val="1400"/>
              <a:buChar char="●"/>
            </a:pPr>
            <a:r>
              <a:rPr lang="en"/>
              <a:t>Warner Robins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7" name="Shape 1897"/>
        <p:cNvGrpSpPr/>
        <p:nvPr/>
      </p:nvGrpSpPr>
      <p:grpSpPr>
        <a:xfrm>
          <a:off x="0" y="0"/>
          <a:ext cx="0" cy="0"/>
          <a:chOff x="0" y="0"/>
          <a:chExt cx="0" cy="0"/>
        </a:xfrm>
      </p:grpSpPr>
      <p:sp>
        <p:nvSpPr>
          <p:cNvPr id="1898" name="Google Shape;1898;p9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899" name="Google Shape;1899;p9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1900" name="Google Shape;1900;p9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4" name="Shape 1904"/>
        <p:cNvGrpSpPr/>
        <p:nvPr/>
      </p:nvGrpSpPr>
      <p:grpSpPr>
        <a:xfrm>
          <a:off x="0" y="0"/>
          <a:ext cx="0" cy="0"/>
          <a:chOff x="0" y="0"/>
          <a:chExt cx="0" cy="0"/>
        </a:xfrm>
      </p:grpSpPr>
      <p:sp>
        <p:nvSpPr>
          <p:cNvPr id="1905" name="Google Shape;1905;p93"/>
          <p:cNvSpPr txBox="1"/>
          <p:nvPr>
            <p:ph type="title"/>
          </p:nvPr>
        </p:nvSpPr>
        <p:spPr>
          <a:xfrm>
            <a:off x="311700" y="1073775"/>
            <a:ext cx="8520600" cy="2929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2640"/>
              <a:t>TPS - summarize what you learned today</a:t>
            </a:r>
            <a:endParaRPr sz="2640"/>
          </a:p>
        </p:txBody>
      </p:sp>
      <p:sp>
        <p:nvSpPr>
          <p:cNvPr id="1906" name="Google Shape;1906;p9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907" name="Google Shape;1907;p93"/>
          <p:cNvSpPr txBox="1"/>
          <p:nvPr>
            <p:ph type="title"/>
          </p:nvPr>
        </p:nvSpPr>
        <p:spPr>
          <a:xfrm>
            <a:off x="148125" y="252100"/>
            <a:ext cx="8520600" cy="5727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solidFill>
                  <a:srgbClr val="FF0000"/>
                </a:solidFill>
              </a:rPr>
              <a:t>Recap</a:t>
            </a:r>
            <a:endParaRPr>
              <a:solidFill>
                <a:srgbClr val="FF0000"/>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1" name="Shape 1911"/>
        <p:cNvGrpSpPr/>
        <p:nvPr/>
      </p:nvGrpSpPr>
      <p:grpSpPr>
        <a:xfrm>
          <a:off x="0" y="0"/>
          <a:ext cx="0" cy="0"/>
          <a:chOff x="0" y="0"/>
          <a:chExt cx="0" cy="0"/>
        </a:xfrm>
      </p:grpSpPr>
      <p:sp>
        <p:nvSpPr>
          <p:cNvPr id="1912" name="Google Shape;1912;p94"/>
          <p:cNvSpPr txBox="1"/>
          <p:nvPr>
            <p:ph type="title"/>
          </p:nvPr>
        </p:nvSpPr>
        <p:spPr>
          <a:xfrm>
            <a:off x="311700" y="1073775"/>
            <a:ext cx="8520600" cy="2929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2640"/>
              <a:t>So far we’ve talked about </a:t>
            </a:r>
            <a:r>
              <a:rPr lang="en" sz="2640">
                <a:solidFill>
                  <a:srgbClr val="0000FF"/>
                </a:solidFill>
              </a:rPr>
              <a:t>maps</a:t>
            </a:r>
            <a:r>
              <a:rPr lang="en" sz="2640"/>
              <a:t> and their </a:t>
            </a:r>
            <a:r>
              <a:rPr lang="en" sz="2640">
                <a:solidFill>
                  <a:srgbClr val="0000FF"/>
                </a:solidFill>
              </a:rPr>
              <a:t>representations</a:t>
            </a:r>
            <a:r>
              <a:rPr lang="en" sz="2640"/>
              <a:t>, and</a:t>
            </a:r>
            <a:r>
              <a:rPr lang="en" sz="2640">
                <a:solidFill>
                  <a:schemeClr val="dk1"/>
                </a:solidFill>
              </a:rPr>
              <a:t> </a:t>
            </a:r>
            <a:r>
              <a:rPr lang="en" sz="2640">
                <a:solidFill>
                  <a:srgbClr val="0000FF"/>
                </a:solidFill>
              </a:rPr>
              <a:t>an algorithm </a:t>
            </a:r>
            <a:endParaRPr sz="2640">
              <a:solidFill>
                <a:srgbClr val="0000FF"/>
              </a:solidFill>
            </a:endParaRPr>
          </a:p>
          <a:p>
            <a:pPr indent="0" lvl="0" marL="0" rtl="0" algn="ctr">
              <a:spcBef>
                <a:spcPts val="0"/>
              </a:spcBef>
              <a:spcAft>
                <a:spcPts val="0"/>
              </a:spcAft>
              <a:buSzPts val="990"/>
              <a:buNone/>
            </a:pPr>
            <a:r>
              <a:rPr lang="en" sz="2640"/>
              <a:t>that a self-driving car might use to navigate from one location to another.</a:t>
            </a:r>
            <a:endParaRPr sz="2640"/>
          </a:p>
          <a:p>
            <a:pPr indent="0" lvl="0" marL="0" rtl="0" algn="ctr">
              <a:spcBef>
                <a:spcPts val="0"/>
              </a:spcBef>
              <a:spcAft>
                <a:spcPts val="0"/>
              </a:spcAft>
              <a:buSzPts val="990"/>
              <a:buNone/>
            </a:pPr>
            <a:r>
              <a:t/>
            </a:r>
            <a:endParaRPr sz="2640"/>
          </a:p>
          <a:p>
            <a:pPr indent="0" lvl="0" marL="0" rtl="0" algn="ctr">
              <a:spcBef>
                <a:spcPts val="0"/>
              </a:spcBef>
              <a:spcAft>
                <a:spcPts val="0"/>
              </a:spcAft>
              <a:buSzPts val="990"/>
              <a:buNone/>
            </a:pPr>
            <a:r>
              <a:rPr lang="en" sz="2640"/>
              <a:t>We used labels, nodes, and links to create a graph of the state. Then used the breadth first search method to find a route from a starting location to a destination.</a:t>
            </a:r>
            <a:endParaRPr sz="2640"/>
          </a:p>
        </p:txBody>
      </p:sp>
      <p:sp>
        <p:nvSpPr>
          <p:cNvPr id="1913" name="Google Shape;1913;p9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914" name="Google Shape;1914;p94"/>
          <p:cNvSpPr txBox="1"/>
          <p:nvPr>
            <p:ph type="title"/>
          </p:nvPr>
        </p:nvSpPr>
        <p:spPr>
          <a:xfrm>
            <a:off x="148125" y="252100"/>
            <a:ext cx="8520600" cy="5727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solidFill>
                  <a:srgbClr val="FF0000"/>
                </a:solidFill>
              </a:rPr>
              <a:t>Recap</a:t>
            </a:r>
            <a:endParaRPr>
              <a:solidFill>
                <a:srgbClr val="FF0000"/>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8" name="Shape 1918"/>
        <p:cNvGrpSpPr/>
        <p:nvPr/>
      </p:nvGrpSpPr>
      <p:grpSpPr>
        <a:xfrm>
          <a:off x="0" y="0"/>
          <a:ext cx="0" cy="0"/>
          <a:chOff x="0" y="0"/>
          <a:chExt cx="0" cy="0"/>
        </a:xfrm>
      </p:grpSpPr>
      <p:sp>
        <p:nvSpPr>
          <p:cNvPr id="1919" name="Google Shape;1919;p9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t/>
            </a:r>
            <a:endParaRPr/>
          </a:p>
        </p:txBody>
      </p:sp>
      <p:sp>
        <p:nvSpPr>
          <p:cNvPr id="1920" name="Google Shape;1920;p9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4" name="Shape 1924"/>
        <p:cNvGrpSpPr/>
        <p:nvPr/>
      </p:nvGrpSpPr>
      <p:grpSpPr>
        <a:xfrm>
          <a:off x="0" y="0"/>
          <a:ext cx="0" cy="0"/>
          <a:chOff x="0" y="0"/>
          <a:chExt cx="0" cy="0"/>
        </a:xfrm>
      </p:grpSpPr>
      <p:sp>
        <p:nvSpPr>
          <p:cNvPr id="1925" name="Google Shape;1925;p96"/>
          <p:cNvSpPr txBox="1"/>
          <p:nvPr>
            <p:ph type="title"/>
          </p:nvPr>
        </p:nvSpPr>
        <p:spPr>
          <a:xfrm>
            <a:off x="311700" y="1484725"/>
            <a:ext cx="8520600" cy="22272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Other than a map for driving around a state, can you think of </a:t>
            </a:r>
            <a:r>
              <a:rPr b="1" lang="en"/>
              <a:t> other kinds of maps</a:t>
            </a:r>
            <a:r>
              <a:rPr lang="en"/>
              <a:t> a self-driving car or autonomous robot might </a:t>
            </a:r>
            <a:r>
              <a:rPr b="1" lang="en"/>
              <a:t>create for themselves?</a:t>
            </a:r>
            <a:endParaRPr b="1"/>
          </a:p>
        </p:txBody>
      </p:sp>
      <p:sp>
        <p:nvSpPr>
          <p:cNvPr id="1926" name="Google Shape;1926;p9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0" name="Shape 1930"/>
        <p:cNvGrpSpPr/>
        <p:nvPr/>
      </p:nvGrpSpPr>
      <p:grpSpPr>
        <a:xfrm>
          <a:off x="0" y="0"/>
          <a:ext cx="0" cy="0"/>
          <a:chOff x="0" y="0"/>
          <a:chExt cx="0" cy="0"/>
        </a:xfrm>
      </p:grpSpPr>
      <p:sp>
        <p:nvSpPr>
          <p:cNvPr id="1931" name="Google Shape;1931;p9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Other Applications for Route Finding</a:t>
            </a:r>
            <a:endParaRPr/>
          </a:p>
        </p:txBody>
      </p:sp>
      <p:sp>
        <p:nvSpPr>
          <p:cNvPr id="1932" name="Google Shape;1932;p9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933" name="Google Shape;1933;p97"/>
          <p:cNvSpPr txBox="1"/>
          <p:nvPr>
            <p:ph idx="1" type="body"/>
          </p:nvPr>
        </p:nvSpPr>
        <p:spPr>
          <a:xfrm>
            <a:off x="311700" y="1152475"/>
            <a:ext cx="3822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Autonomous robots might be given a map of a hotel, hospital, or warehouse.</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Robot vacuum </a:t>
            </a:r>
            <a:r>
              <a:rPr lang="en"/>
              <a:t>cleaners</a:t>
            </a:r>
            <a:r>
              <a:rPr lang="en"/>
              <a:t> create a map of the home and you can use an app to see the map and adjust it.  </a:t>
            </a:r>
            <a:endParaRPr/>
          </a:p>
        </p:txBody>
      </p:sp>
      <p:pic>
        <p:nvPicPr>
          <p:cNvPr id="1934" name="Google Shape;1934;p97"/>
          <p:cNvPicPr preferRelativeResize="0"/>
          <p:nvPr/>
        </p:nvPicPr>
        <p:blipFill>
          <a:blip r:embed="rId3">
            <a:alphaModFix/>
          </a:blip>
          <a:stretch>
            <a:fillRect/>
          </a:stretch>
        </p:blipFill>
        <p:spPr>
          <a:xfrm>
            <a:off x="4492450" y="2901450"/>
            <a:ext cx="3038426" cy="2025625"/>
          </a:xfrm>
          <a:prstGeom prst="rect">
            <a:avLst/>
          </a:prstGeom>
          <a:noFill/>
          <a:ln>
            <a:noFill/>
          </a:ln>
        </p:spPr>
      </p:pic>
      <p:pic>
        <p:nvPicPr>
          <p:cNvPr id="1935" name="Google Shape;1935;p97"/>
          <p:cNvPicPr preferRelativeResize="0"/>
          <p:nvPr/>
        </p:nvPicPr>
        <p:blipFill>
          <a:blip r:embed="rId4">
            <a:alphaModFix/>
          </a:blip>
          <a:stretch>
            <a:fillRect/>
          </a:stretch>
        </p:blipFill>
        <p:spPr>
          <a:xfrm>
            <a:off x="4686425" y="1051837"/>
            <a:ext cx="2568581" cy="1712388"/>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39" name="Shape 1939"/>
        <p:cNvGrpSpPr/>
        <p:nvPr/>
      </p:nvGrpSpPr>
      <p:grpSpPr>
        <a:xfrm>
          <a:off x="0" y="0"/>
          <a:ext cx="0" cy="0"/>
          <a:chOff x="0" y="0"/>
          <a:chExt cx="0" cy="0"/>
        </a:xfrm>
      </p:grpSpPr>
      <p:sp>
        <p:nvSpPr>
          <p:cNvPr id="1940" name="Google Shape;1940;p98"/>
          <p:cNvSpPr txBox="1"/>
          <p:nvPr>
            <p:ph type="title"/>
          </p:nvPr>
        </p:nvSpPr>
        <p:spPr>
          <a:xfrm>
            <a:off x="155125" y="107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sz="2466"/>
              <a:t>Assessment: </a:t>
            </a:r>
            <a:endParaRPr b="1" sz="2466"/>
          </a:p>
          <a:p>
            <a:pPr indent="0" lvl="0" marL="0" rtl="0" algn="ctr">
              <a:spcBef>
                <a:spcPts val="0"/>
              </a:spcBef>
              <a:spcAft>
                <a:spcPts val="0"/>
              </a:spcAft>
              <a:buNone/>
            </a:pPr>
            <a:r>
              <a:rPr lang="en" sz="2466"/>
              <a:t>Help Bloopaloop Junior Travel from Hinesville to Atlanta</a:t>
            </a:r>
            <a:endParaRPr sz="2466"/>
          </a:p>
          <a:p>
            <a:pPr indent="0" lvl="0" marL="0" rtl="0" algn="l">
              <a:spcBef>
                <a:spcPts val="0"/>
              </a:spcBef>
              <a:spcAft>
                <a:spcPts val="0"/>
              </a:spcAft>
              <a:buClr>
                <a:schemeClr val="dk1"/>
              </a:buClr>
              <a:buSzPct val="39285"/>
              <a:buFont typeface="Arial"/>
              <a:buNone/>
            </a:pPr>
            <a:r>
              <a:t/>
            </a:r>
            <a:endParaRPr/>
          </a:p>
          <a:p>
            <a:pPr indent="0" lvl="0" marL="0" rtl="0" algn="l">
              <a:spcBef>
                <a:spcPts val="0"/>
              </a:spcBef>
              <a:spcAft>
                <a:spcPts val="0"/>
              </a:spcAft>
              <a:buNone/>
            </a:pPr>
            <a:r>
              <a:rPr lang="en"/>
              <a:t> </a:t>
            </a:r>
            <a:endParaRPr/>
          </a:p>
        </p:txBody>
      </p:sp>
      <p:sp>
        <p:nvSpPr>
          <p:cNvPr id="1941" name="Google Shape;1941;p98"/>
          <p:cNvSpPr txBox="1"/>
          <p:nvPr>
            <p:ph idx="1" type="body"/>
          </p:nvPr>
        </p:nvSpPr>
        <p:spPr>
          <a:xfrm>
            <a:off x="167975" y="1057225"/>
            <a:ext cx="20367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b="1"/>
          </a:p>
          <a:p>
            <a:pPr indent="0" lvl="0" marL="0" rtl="0" algn="l">
              <a:spcBef>
                <a:spcPts val="1200"/>
              </a:spcBef>
              <a:spcAft>
                <a:spcPts val="0"/>
              </a:spcAft>
              <a:buNone/>
            </a:pPr>
            <a:r>
              <a:t/>
            </a:r>
            <a:endParaRPr/>
          </a:p>
          <a:p>
            <a:pPr indent="0" lvl="0" marL="0" rtl="0" algn="l">
              <a:spcBef>
                <a:spcPts val="1200"/>
              </a:spcBef>
              <a:spcAft>
                <a:spcPts val="0"/>
              </a:spcAft>
              <a:buNone/>
            </a:pPr>
            <a:r>
              <a:rPr b="1" lang="en">
                <a:solidFill>
                  <a:srgbClr val="FF9900"/>
                </a:solidFill>
                <a:highlight>
                  <a:srgbClr val="A1FDDD"/>
                </a:highlight>
              </a:rPr>
              <a:t>Let’s locate on the map </a:t>
            </a:r>
            <a:endParaRPr b="1">
              <a:solidFill>
                <a:srgbClr val="FF9900"/>
              </a:solidFill>
              <a:highlight>
                <a:srgbClr val="A1FDDD"/>
              </a:highlight>
            </a:endParaRPr>
          </a:p>
          <a:p>
            <a:pPr indent="-342900" lvl="0" marL="457200" rtl="0" algn="l">
              <a:spcBef>
                <a:spcPts val="1200"/>
              </a:spcBef>
              <a:spcAft>
                <a:spcPts val="0"/>
              </a:spcAft>
              <a:buClr>
                <a:schemeClr val="dk1"/>
              </a:buClr>
              <a:buSzPts val="1800"/>
              <a:buChar char="●"/>
            </a:pPr>
            <a:r>
              <a:rPr lang="en">
                <a:solidFill>
                  <a:schemeClr val="dk1"/>
                </a:solidFill>
              </a:rPr>
              <a:t>Hinesville to Atlanta</a:t>
            </a:r>
            <a:endParaRPr>
              <a:solidFill>
                <a:schemeClr val="dk1"/>
              </a:solidFill>
            </a:endParaRPr>
          </a:p>
        </p:txBody>
      </p:sp>
      <p:sp>
        <p:nvSpPr>
          <p:cNvPr id="1942" name="Google Shape;1942;p9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943" name="Google Shape;1943;p98"/>
          <p:cNvSpPr/>
          <p:nvPr/>
        </p:nvSpPr>
        <p:spPr>
          <a:xfrm>
            <a:off x="3425347" y="3065690"/>
            <a:ext cx="223264" cy="1682061"/>
          </a:xfrm>
          <a:custGeom>
            <a:rect b="b" l="l" r="r" t="t"/>
            <a:pathLst>
              <a:path extrusionOk="0" h="60533" w="7567">
                <a:moveTo>
                  <a:pt x="0" y="0"/>
                </a:moveTo>
                <a:cubicBezTo>
                  <a:pt x="1261" y="10089"/>
                  <a:pt x="6306" y="50444"/>
                  <a:pt x="7567" y="60533"/>
                </a:cubicBezTo>
              </a:path>
            </a:pathLst>
          </a:custGeom>
          <a:noFill/>
          <a:ln cap="flat" cmpd="sng" w="9525">
            <a:solidFill>
              <a:schemeClr val="dk2"/>
            </a:solidFill>
            <a:prstDash val="solid"/>
            <a:round/>
            <a:headEnd len="med" w="med" type="none"/>
            <a:tailEnd len="med" w="med" type="none"/>
          </a:ln>
        </p:spPr>
      </p:sp>
      <p:sp>
        <p:nvSpPr>
          <p:cNvPr id="1944" name="Google Shape;1944;p98"/>
          <p:cNvSpPr/>
          <p:nvPr/>
        </p:nvSpPr>
        <p:spPr>
          <a:xfrm>
            <a:off x="4010053" y="1633898"/>
            <a:ext cx="818616" cy="220244"/>
          </a:xfrm>
          <a:custGeom>
            <a:rect b="b" l="l" r="r" t="t"/>
            <a:pathLst>
              <a:path extrusionOk="0" h="7926" w="27745">
                <a:moveTo>
                  <a:pt x="27745" y="0"/>
                </a:moveTo>
                <a:cubicBezTo>
                  <a:pt x="23121" y="1321"/>
                  <a:pt x="4624" y="6605"/>
                  <a:pt x="0" y="7926"/>
                </a:cubicBezTo>
              </a:path>
            </a:pathLst>
          </a:custGeom>
          <a:noFill/>
          <a:ln cap="flat" cmpd="sng" w="9525">
            <a:solidFill>
              <a:schemeClr val="dk2"/>
            </a:solidFill>
            <a:prstDash val="solid"/>
            <a:round/>
            <a:headEnd len="med" w="med" type="none"/>
            <a:tailEnd len="med" w="med" type="none"/>
          </a:ln>
        </p:spPr>
      </p:sp>
      <p:sp>
        <p:nvSpPr>
          <p:cNvPr id="1945" name="Google Shape;1945;p98"/>
          <p:cNvSpPr/>
          <p:nvPr/>
        </p:nvSpPr>
        <p:spPr>
          <a:xfrm>
            <a:off x="3244627" y="1393584"/>
            <a:ext cx="765419" cy="460550"/>
          </a:xfrm>
          <a:custGeom>
            <a:rect b="b" l="l" r="r" t="t"/>
            <a:pathLst>
              <a:path extrusionOk="0" h="16574" w="25942">
                <a:moveTo>
                  <a:pt x="0" y="0"/>
                </a:moveTo>
                <a:cubicBezTo>
                  <a:pt x="4324" y="2762"/>
                  <a:pt x="21618" y="13812"/>
                  <a:pt x="25942" y="16574"/>
                </a:cubicBezTo>
              </a:path>
            </a:pathLst>
          </a:custGeom>
          <a:noFill/>
          <a:ln cap="flat" cmpd="sng" w="9525">
            <a:solidFill>
              <a:schemeClr val="dk2"/>
            </a:solidFill>
            <a:prstDash val="solid"/>
            <a:round/>
            <a:headEnd len="med" w="med" type="none"/>
            <a:tailEnd len="med" w="med" type="none"/>
          </a:ln>
        </p:spPr>
      </p:sp>
      <p:sp>
        <p:nvSpPr>
          <p:cNvPr id="1946" name="Google Shape;1946;p98"/>
          <p:cNvSpPr/>
          <p:nvPr/>
        </p:nvSpPr>
        <p:spPr>
          <a:xfrm>
            <a:off x="4828678" y="1063182"/>
            <a:ext cx="53139" cy="590707"/>
          </a:xfrm>
          <a:custGeom>
            <a:rect b="b" l="l" r="r" t="t"/>
            <a:pathLst>
              <a:path extrusionOk="0" h="21258" w="1801">
                <a:moveTo>
                  <a:pt x="1801" y="0"/>
                </a:moveTo>
                <a:cubicBezTo>
                  <a:pt x="1501" y="3543"/>
                  <a:pt x="300" y="17715"/>
                  <a:pt x="0" y="21258"/>
                </a:cubicBezTo>
              </a:path>
            </a:pathLst>
          </a:custGeom>
          <a:noFill/>
          <a:ln cap="flat" cmpd="sng" w="9525">
            <a:solidFill>
              <a:schemeClr val="dk2"/>
            </a:solidFill>
            <a:prstDash val="solid"/>
            <a:round/>
            <a:headEnd len="med" w="med" type="none"/>
            <a:tailEnd len="med" w="med" type="none"/>
          </a:ln>
        </p:spPr>
      </p:sp>
      <p:sp>
        <p:nvSpPr>
          <p:cNvPr id="1947" name="Google Shape;1947;p98"/>
          <p:cNvSpPr/>
          <p:nvPr/>
        </p:nvSpPr>
        <p:spPr>
          <a:xfrm>
            <a:off x="4031327" y="1073185"/>
            <a:ext cx="861103" cy="790971"/>
          </a:xfrm>
          <a:custGeom>
            <a:rect b="b" l="l" r="r" t="t"/>
            <a:pathLst>
              <a:path extrusionOk="0" h="28465" w="29185">
                <a:moveTo>
                  <a:pt x="29185" y="0"/>
                </a:moveTo>
                <a:cubicBezTo>
                  <a:pt x="24321" y="4744"/>
                  <a:pt x="4864" y="23721"/>
                  <a:pt x="0" y="28465"/>
                </a:cubicBezTo>
              </a:path>
            </a:pathLst>
          </a:custGeom>
          <a:noFill/>
          <a:ln cap="flat" cmpd="sng" w="9525">
            <a:solidFill>
              <a:schemeClr val="dk2"/>
            </a:solidFill>
            <a:prstDash val="solid"/>
            <a:round/>
            <a:headEnd len="med" w="med" type="none"/>
            <a:tailEnd len="med" w="med" type="none"/>
          </a:ln>
        </p:spPr>
      </p:sp>
      <p:sp>
        <p:nvSpPr>
          <p:cNvPr id="1948" name="Google Shape;1948;p98"/>
          <p:cNvSpPr/>
          <p:nvPr/>
        </p:nvSpPr>
        <p:spPr>
          <a:xfrm>
            <a:off x="3669857" y="1854148"/>
            <a:ext cx="372088" cy="380466"/>
          </a:xfrm>
          <a:custGeom>
            <a:rect b="b" l="l" r="r" t="t"/>
            <a:pathLst>
              <a:path extrusionOk="0" h="13692" w="12611">
                <a:moveTo>
                  <a:pt x="0" y="13692"/>
                </a:moveTo>
                <a:cubicBezTo>
                  <a:pt x="2102" y="11410"/>
                  <a:pt x="10509" y="2282"/>
                  <a:pt x="12611" y="0"/>
                </a:cubicBezTo>
              </a:path>
            </a:pathLst>
          </a:custGeom>
          <a:noFill/>
          <a:ln cap="flat" cmpd="sng" w="9525">
            <a:solidFill>
              <a:schemeClr val="dk2"/>
            </a:solidFill>
            <a:prstDash val="solid"/>
            <a:round/>
            <a:headEnd len="med" w="med" type="none"/>
            <a:tailEnd len="med" w="med" type="none"/>
          </a:ln>
        </p:spPr>
      </p:sp>
      <p:sp>
        <p:nvSpPr>
          <p:cNvPr id="1949" name="Google Shape;1949;p98"/>
          <p:cNvSpPr/>
          <p:nvPr/>
        </p:nvSpPr>
        <p:spPr>
          <a:xfrm>
            <a:off x="3425347" y="2234625"/>
            <a:ext cx="244508" cy="340425"/>
          </a:xfrm>
          <a:custGeom>
            <a:rect b="b" l="l" r="r" t="t"/>
            <a:pathLst>
              <a:path extrusionOk="0" h="12251" w="8287">
                <a:moveTo>
                  <a:pt x="0" y="12251"/>
                </a:moveTo>
                <a:cubicBezTo>
                  <a:pt x="1381" y="10209"/>
                  <a:pt x="6906" y="2042"/>
                  <a:pt x="8287" y="0"/>
                </a:cubicBezTo>
              </a:path>
            </a:pathLst>
          </a:custGeom>
          <a:noFill/>
          <a:ln cap="flat" cmpd="sng" w="9525">
            <a:solidFill>
              <a:schemeClr val="dk2"/>
            </a:solidFill>
            <a:prstDash val="solid"/>
            <a:round/>
            <a:headEnd len="med" w="med" type="none"/>
            <a:tailEnd len="med" w="med" type="none"/>
          </a:ln>
        </p:spPr>
      </p:sp>
      <p:sp>
        <p:nvSpPr>
          <p:cNvPr id="1950" name="Google Shape;1950;p98"/>
          <p:cNvSpPr/>
          <p:nvPr/>
        </p:nvSpPr>
        <p:spPr>
          <a:xfrm>
            <a:off x="3425347" y="2595095"/>
            <a:ext cx="10622" cy="480585"/>
          </a:xfrm>
          <a:custGeom>
            <a:rect b="b" l="l" r="r" t="t"/>
            <a:pathLst>
              <a:path extrusionOk="0" h="17295" w="360">
                <a:moveTo>
                  <a:pt x="360" y="17295"/>
                </a:moveTo>
                <a:cubicBezTo>
                  <a:pt x="300" y="14413"/>
                  <a:pt x="60" y="2883"/>
                  <a:pt x="0" y="0"/>
                </a:cubicBezTo>
              </a:path>
            </a:pathLst>
          </a:custGeom>
          <a:noFill/>
          <a:ln cap="flat" cmpd="sng" w="9525">
            <a:solidFill>
              <a:schemeClr val="dk2"/>
            </a:solidFill>
            <a:prstDash val="solid"/>
            <a:round/>
            <a:headEnd len="med" w="med" type="none"/>
            <a:tailEnd len="med" w="med" type="none"/>
          </a:ln>
        </p:spPr>
      </p:sp>
      <p:sp>
        <p:nvSpPr>
          <p:cNvPr id="1951" name="Google Shape;1951;p98"/>
          <p:cNvSpPr/>
          <p:nvPr/>
        </p:nvSpPr>
        <p:spPr>
          <a:xfrm>
            <a:off x="4063222" y="1844144"/>
            <a:ext cx="1988017" cy="310386"/>
          </a:xfrm>
          <a:custGeom>
            <a:rect b="b" l="l" r="r" t="t"/>
            <a:pathLst>
              <a:path extrusionOk="0" h="11170" w="67379">
                <a:moveTo>
                  <a:pt x="0" y="0"/>
                </a:moveTo>
                <a:cubicBezTo>
                  <a:pt x="11230" y="1862"/>
                  <a:pt x="56149" y="9308"/>
                  <a:pt x="67379" y="11170"/>
                </a:cubicBezTo>
              </a:path>
            </a:pathLst>
          </a:custGeom>
          <a:noFill/>
          <a:ln cap="flat" cmpd="sng" w="9525">
            <a:solidFill>
              <a:schemeClr val="dk2"/>
            </a:solidFill>
            <a:prstDash val="solid"/>
            <a:round/>
            <a:headEnd len="med" w="med" type="none"/>
            <a:tailEnd len="med" w="med" type="none"/>
          </a:ln>
        </p:spPr>
      </p:sp>
      <p:sp>
        <p:nvSpPr>
          <p:cNvPr id="1952" name="Google Shape;1952;p98"/>
          <p:cNvSpPr/>
          <p:nvPr/>
        </p:nvSpPr>
        <p:spPr>
          <a:xfrm>
            <a:off x="4605411" y="2514981"/>
            <a:ext cx="276403" cy="260313"/>
          </a:xfrm>
          <a:custGeom>
            <a:rect b="b" l="l" r="r" t="t"/>
            <a:pathLst>
              <a:path extrusionOk="0" h="9368" w="9368">
                <a:moveTo>
                  <a:pt x="9368" y="0"/>
                </a:moveTo>
                <a:cubicBezTo>
                  <a:pt x="7807" y="1561"/>
                  <a:pt x="1561" y="7807"/>
                  <a:pt x="0" y="9368"/>
                </a:cubicBezTo>
              </a:path>
            </a:pathLst>
          </a:custGeom>
          <a:noFill/>
          <a:ln cap="flat" cmpd="sng" w="9525">
            <a:solidFill>
              <a:schemeClr val="dk2"/>
            </a:solidFill>
            <a:prstDash val="solid"/>
            <a:round/>
            <a:headEnd len="med" w="med" type="none"/>
            <a:tailEnd len="med" w="med" type="none"/>
          </a:ln>
        </p:spPr>
      </p:sp>
      <p:sp>
        <p:nvSpPr>
          <p:cNvPr id="1953" name="Google Shape;1953;p98"/>
          <p:cNvSpPr/>
          <p:nvPr/>
        </p:nvSpPr>
        <p:spPr>
          <a:xfrm>
            <a:off x="4594790" y="2765298"/>
            <a:ext cx="21244" cy="370463"/>
          </a:xfrm>
          <a:custGeom>
            <a:rect b="b" l="l" r="r" t="t"/>
            <a:pathLst>
              <a:path extrusionOk="0" h="13332" w="720">
                <a:moveTo>
                  <a:pt x="0" y="0"/>
                </a:moveTo>
                <a:cubicBezTo>
                  <a:pt x="120" y="2222"/>
                  <a:pt x="600" y="11110"/>
                  <a:pt x="720" y="13332"/>
                </a:cubicBezTo>
              </a:path>
            </a:pathLst>
          </a:custGeom>
          <a:noFill/>
          <a:ln cap="flat" cmpd="sng" w="9525">
            <a:solidFill>
              <a:schemeClr val="dk2"/>
            </a:solidFill>
            <a:prstDash val="solid"/>
            <a:round/>
            <a:headEnd len="med" w="med" type="none"/>
            <a:tailEnd len="med" w="med" type="none"/>
          </a:ln>
        </p:spPr>
      </p:sp>
      <p:sp>
        <p:nvSpPr>
          <p:cNvPr id="1954" name="Google Shape;1954;p98"/>
          <p:cNvSpPr/>
          <p:nvPr/>
        </p:nvSpPr>
        <p:spPr>
          <a:xfrm>
            <a:off x="3435968" y="3075694"/>
            <a:ext cx="1211947" cy="60077"/>
          </a:xfrm>
          <a:custGeom>
            <a:rect b="b" l="l" r="r" t="t"/>
            <a:pathLst>
              <a:path extrusionOk="0" h="2162" w="41076">
                <a:moveTo>
                  <a:pt x="0" y="0"/>
                </a:moveTo>
                <a:cubicBezTo>
                  <a:pt x="6846" y="360"/>
                  <a:pt x="34230" y="1802"/>
                  <a:pt x="41076" y="2162"/>
                </a:cubicBezTo>
              </a:path>
            </a:pathLst>
          </a:custGeom>
          <a:noFill/>
          <a:ln cap="flat" cmpd="sng" w="9525">
            <a:solidFill>
              <a:schemeClr val="dk2"/>
            </a:solidFill>
            <a:prstDash val="solid"/>
            <a:round/>
            <a:headEnd len="med" w="med" type="none"/>
            <a:tailEnd len="med" w="med" type="none"/>
          </a:ln>
        </p:spPr>
      </p:sp>
      <p:sp>
        <p:nvSpPr>
          <p:cNvPr id="1955" name="Google Shape;1955;p98"/>
          <p:cNvSpPr/>
          <p:nvPr/>
        </p:nvSpPr>
        <p:spPr>
          <a:xfrm>
            <a:off x="4020705" y="1864179"/>
            <a:ext cx="574079" cy="921128"/>
          </a:xfrm>
          <a:custGeom>
            <a:rect b="b" l="l" r="r" t="t"/>
            <a:pathLst>
              <a:path extrusionOk="0" h="33149" w="19457">
                <a:moveTo>
                  <a:pt x="0" y="0"/>
                </a:moveTo>
                <a:cubicBezTo>
                  <a:pt x="3243" y="5525"/>
                  <a:pt x="16214" y="27624"/>
                  <a:pt x="19457" y="33149"/>
                </a:cubicBezTo>
              </a:path>
            </a:pathLst>
          </a:custGeom>
          <a:noFill/>
          <a:ln cap="flat" cmpd="sng" w="9525">
            <a:solidFill>
              <a:schemeClr val="dk2"/>
            </a:solidFill>
            <a:prstDash val="solid"/>
            <a:round/>
            <a:headEnd len="med" w="med" type="none"/>
            <a:tailEnd len="med" w="med" type="none"/>
          </a:ln>
        </p:spPr>
      </p:sp>
      <p:sp>
        <p:nvSpPr>
          <p:cNvPr id="1956" name="Google Shape;1956;p98"/>
          <p:cNvSpPr/>
          <p:nvPr/>
        </p:nvSpPr>
        <p:spPr>
          <a:xfrm>
            <a:off x="4903090" y="2164543"/>
            <a:ext cx="1137536" cy="340425"/>
          </a:xfrm>
          <a:custGeom>
            <a:rect b="b" l="l" r="r" t="t"/>
            <a:pathLst>
              <a:path extrusionOk="0" h="12251" w="38554">
                <a:moveTo>
                  <a:pt x="0" y="12251"/>
                </a:moveTo>
                <a:cubicBezTo>
                  <a:pt x="6426" y="10209"/>
                  <a:pt x="32128" y="2042"/>
                  <a:pt x="38554" y="0"/>
                </a:cubicBezTo>
              </a:path>
            </a:pathLst>
          </a:custGeom>
          <a:noFill/>
          <a:ln cap="flat" cmpd="sng" w="9525">
            <a:solidFill>
              <a:schemeClr val="dk2"/>
            </a:solidFill>
            <a:prstDash val="solid"/>
            <a:round/>
            <a:headEnd len="med" w="med" type="none"/>
            <a:tailEnd len="med" w="med" type="none"/>
          </a:ln>
        </p:spPr>
      </p:sp>
      <p:sp>
        <p:nvSpPr>
          <p:cNvPr id="1957" name="Google Shape;1957;p98"/>
          <p:cNvSpPr/>
          <p:nvPr/>
        </p:nvSpPr>
        <p:spPr>
          <a:xfrm>
            <a:off x="3648613" y="4717760"/>
            <a:ext cx="1233191" cy="20007"/>
          </a:xfrm>
          <a:custGeom>
            <a:rect b="b" l="l" r="r" t="t"/>
            <a:pathLst>
              <a:path extrusionOk="0" h="720" w="41796">
                <a:moveTo>
                  <a:pt x="0" y="720"/>
                </a:moveTo>
                <a:cubicBezTo>
                  <a:pt x="6966" y="600"/>
                  <a:pt x="34830" y="120"/>
                  <a:pt x="41796" y="0"/>
                </a:cubicBezTo>
              </a:path>
            </a:pathLst>
          </a:custGeom>
          <a:noFill/>
          <a:ln cap="flat" cmpd="sng" w="9525">
            <a:solidFill>
              <a:schemeClr val="dk2"/>
            </a:solidFill>
            <a:prstDash val="solid"/>
            <a:round/>
            <a:headEnd len="med" w="med" type="none"/>
            <a:tailEnd len="med" w="med" type="none"/>
          </a:ln>
        </p:spPr>
      </p:sp>
      <p:sp>
        <p:nvSpPr>
          <p:cNvPr id="1958" name="Google Shape;1958;p98"/>
          <p:cNvSpPr/>
          <p:nvPr/>
        </p:nvSpPr>
        <p:spPr>
          <a:xfrm>
            <a:off x="4881817" y="4417368"/>
            <a:ext cx="829238" cy="300383"/>
          </a:xfrm>
          <a:custGeom>
            <a:rect b="b" l="l" r="r" t="t"/>
            <a:pathLst>
              <a:path extrusionOk="0" h="10810" w="28105">
                <a:moveTo>
                  <a:pt x="28105" y="0"/>
                </a:moveTo>
                <a:cubicBezTo>
                  <a:pt x="23421" y="1802"/>
                  <a:pt x="4684" y="9008"/>
                  <a:pt x="0" y="10810"/>
                </a:cubicBezTo>
              </a:path>
            </a:pathLst>
          </a:custGeom>
          <a:noFill/>
          <a:ln cap="flat" cmpd="sng" w="9525">
            <a:solidFill>
              <a:schemeClr val="dk2"/>
            </a:solidFill>
            <a:prstDash val="solid"/>
            <a:round/>
            <a:headEnd len="med" w="med" type="none"/>
            <a:tailEnd len="med" w="med" type="none"/>
          </a:ln>
        </p:spPr>
      </p:sp>
      <p:sp>
        <p:nvSpPr>
          <p:cNvPr id="1959" name="Google Shape;1959;p98"/>
          <p:cNvSpPr/>
          <p:nvPr/>
        </p:nvSpPr>
        <p:spPr>
          <a:xfrm>
            <a:off x="5732308" y="4397361"/>
            <a:ext cx="765448" cy="20007"/>
          </a:xfrm>
          <a:custGeom>
            <a:rect b="b" l="l" r="r" t="t"/>
            <a:pathLst>
              <a:path extrusionOk="0" h="720" w="25943">
                <a:moveTo>
                  <a:pt x="25943" y="720"/>
                </a:moveTo>
                <a:cubicBezTo>
                  <a:pt x="21619" y="600"/>
                  <a:pt x="4324" y="120"/>
                  <a:pt x="0" y="0"/>
                </a:cubicBezTo>
              </a:path>
            </a:pathLst>
          </a:custGeom>
          <a:noFill/>
          <a:ln cap="flat" cmpd="sng" w="9525">
            <a:solidFill>
              <a:schemeClr val="dk2"/>
            </a:solidFill>
            <a:prstDash val="solid"/>
            <a:round/>
            <a:headEnd len="med" w="med" type="none"/>
            <a:tailEnd len="med" w="med" type="none"/>
          </a:ln>
        </p:spPr>
      </p:sp>
      <p:sp>
        <p:nvSpPr>
          <p:cNvPr id="1960" name="Google Shape;1960;p98"/>
          <p:cNvSpPr/>
          <p:nvPr/>
        </p:nvSpPr>
        <p:spPr>
          <a:xfrm>
            <a:off x="6359561" y="3826645"/>
            <a:ext cx="148823" cy="580703"/>
          </a:xfrm>
          <a:custGeom>
            <a:rect b="b" l="l" r="r" t="t"/>
            <a:pathLst>
              <a:path extrusionOk="0" h="20898" w="5044">
                <a:moveTo>
                  <a:pt x="0" y="0"/>
                </a:moveTo>
                <a:cubicBezTo>
                  <a:pt x="841" y="3483"/>
                  <a:pt x="4203" y="17415"/>
                  <a:pt x="5044" y="20898"/>
                </a:cubicBezTo>
              </a:path>
            </a:pathLst>
          </a:custGeom>
          <a:noFill/>
          <a:ln cap="flat" cmpd="sng" w="9525">
            <a:solidFill>
              <a:schemeClr val="dk2"/>
            </a:solidFill>
            <a:prstDash val="solid"/>
            <a:round/>
            <a:headEnd len="med" w="med" type="none"/>
            <a:tailEnd len="med" w="med" type="none"/>
          </a:ln>
        </p:spPr>
      </p:sp>
      <p:sp>
        <p:nvSpPr>
          <p:cNvPr id="1961" name="Google Shape;1961;p98"/>
          <p:cNvSpPr/>
          <p:nvPr/>
        </p:nvSpPr>
        <p:spPr>
          <a:xfrm>
            <a:off x="6380834" y="3506218"/>
            <a:ext cx="414604" cy="310386"/>
          </a:xfrm>
          <a:custGeom>
            <a:rect b="b" l="l" r="r" t="t"/>
            <a:pathLst>
              <a:path extrusionOk="0" h="11170" w="14052">
                <a:moveTo>
                  <a:pt x="14052" y="0"/>
                </a:moveTo>
                <a:cubicBezTo>
                  <a:pt x="11710" y="1862"/>
                  <a:pt x="2342" y="9308"/>
                  <a:pt x="0" y="11170"/>
                </a:cubicBezTo>
              </a:path>
            </a:pathLst>
          </a:custGeom>
          <a:noFill/>
          <a:ln cap="flat" cmpd="sng" w="9525">
            <a:solidFill>
              <a:schemeClr val="dk2"/>
            </a:solidFill>
            <a:prstDash val="solid"/>
            <a:round/>
            <a:headEnd len="med" w="med" type="none"/>
            <a:tailEnd len="med" w="med" type="none"/>
          </a:ln>
        </p:spPr>
      </p:sp>
      <p:sp>
        <p:nvSpPr>
          <p:cNvPr id="1962" name="Google Shape;1962;p98"/>
          <p:cNvSpPr/>
          <p:nvPr/>
        </p:nvSpPr>
        <p:spPr>
          <a:xfrm>
            <a:off x="6146946" y="3155779"/>
            <a:ext cx="659112" cy="360459"/>
          </a:xfrm>
          <a:custGeom>
            <a:rect b="b" l="l" r="r" t="t"/>
            <a:pathLst>
              <a:path extrusionOk="0" h="12972" w="22339">
                <a:moveTo>
                  <a:pt x="0" y="0"/>
                </a:moveTo>
                <a:cubicBezTo>
                  <a:pt x="3723" y="2162"/>
                  <a:pt x="18616" y="10810"/>
                  <a:pt x="22339" y="12972"/>
                </a:cubicBezTo>
              </a:path>
            </a:pathLst>
          </a:custGeom>
          <a:noFill/>
          <a:ln cap="flat" cmpd="sng" w="9525">
            <a:solidFill>
              <a:schemeClr val="dk2"/>
            </a:solidFill>
            <a:prstDash val="solid"/>
            <a:round/>
            <a:headEnd len="med" w="med" type="none"/>
            <a:tailEnd len="med" w="med" type="none"/>
          </a:ln>
        </p:spPr>
      </p:sp>
      <p:sp>
        <p:nvSpPr>
          <p:cNvPr id="1963" name="Google Shape;1963;p98"/>
          <p:cNvSpPr/>
          <p:nvPr/>
        </p:nvSpPr>
        <p:spPr>
          <a:xfrm>
            <a:off x="4616033" y="2775302"/>
            <a:ext cx="1530896" cy="400501"/>
          </a:xfrm>
          <a:custGeom>
            <a:rect b="b" l="l" r="r" t="t"/>
            <a:pathLst>
              <a:path extrusionOk="0" h="14413" w="51886">
                <a:moveTo>
                  <a:pt x="0" y="0"/>
                </a:moveTo>
                <a:cubicBezTo>
                  <a:pt x="8648" y="2402"/>
                  <a:pt x="43238" y="12011"/>
                  <a:pt x="51886" y="14413"/>
                </a:cubicBezTo>
              </a:path>
            </a:pathLst>
          </a:custGeom>
          <a:noFill/>
          <a:ln cap="flat" cmpd="sng" w="9525">
            <a:solidFill>
              <a:schemeClr val="dk2"/>
            </a:solidFill>
            <a:prstDash val="solid"/>
            <a:round/>
            <a:headEnd len="med" w="med" type="none"/>
            <a:tailEnd len="med" w="med" type="none"/>
          </a:ln>
        </p:spPr>
      </p:sp>
      <p:sp>
        <p:nvSpPr>
          <p:cNvPr id="1964" name="Google Shape;1964;p98"/>
          <p:cNvSpPr/>
          <p:nvPr/>
        </p:nvSpPr>
        <p:spPr>
          <a:xfrm>
            <a:off x="4584138" y="3125768"/>
            <a:ext cx="138201" cy="1031250"/>
          </a:xfrm>
          <a:custGeom>
            <a:rect b="b" l="l" r="r" t="t"/>
            <a:pathLst>
              <a:path extrusionOk="0" h="37112" w="4684">
                <a:moveTo>
                  <a:pt x="0" y="0"/>
                </a:moveTo>
                <a:cubicBezTo>
                  <a:pt x="781" y="6185"/>
                  <a:pt x="3903" y="30927"/>
                  <a:pt x="4684" y="37112"/>
                </a:cubicBezTo>
              </a:path>
            </a:pathLst>
          </a:custGeom>
          <a:noFill/>
          <a:ln cap="flat" cmpd="sng" w="9525">
            <a:solidFill>
              <a:schemeClr val="dk2"/>
            </a:solidFill>
            <a:prstDash val="solid"/>
            <a:round/>
            <a:headEnd len="med" w="med" type="none"/>
            <a:tailEnd len="med" w="med" type="none"/>
          </a:ln>
        </p:spPr>
      </p:sp>
      <p:sp>
        <p:nvSpPr>
          <p:cNvPr id="1965" name="Google Shape;1965;p98"/>
          <p:cNvSpPr/>
          <p:nvPr/>
        </p:nvSpPr>
        <p:spPr>
          <a:xfrm>
            <a:off x="4711719" y="4117005"/>
            <a:ext cx="159475" cy="620745"/>
          </a:xfrm>
          <a:custGeom>
            <a:rect b="b" l="l" r="r" t="t"/>
            <a:pathLst>
              <a:path extrusionOk="0" h="22339" w="5405">
                <a:moveTo>
                  <a:pt x="0" y="0"/>
                </a:moveTo>
                <a:cubicBezTo>
                  <a:pt x="901" y="3723"/>
                  <a:pt x="4504" y="18616"/>
                  <a:pt x="5405" y="22339"/>
                </a:cubicBezTo>
              </a:path>
            </a:pathLst>
          </a:custGeom>
          <a:noFill/>
          <a:ln cap="flat" cmpd="sng" w="9525">
            <a:solidFill>
              <a:schemeClr val="dk2"/>
            </a:solidFill>
            <a:prstDash val="solid"/>
            <a:round/>
            <a:headEnd len="med" w="med" type="none"/>
            <a:tailEnd len="med" w="med" type="none"/>
          </a:ln>
        </p:spPr>
      </p:sp>
      <p:sp>
        <p:nvSpPr>
          <p:cNvPr id="1966" name="Google Shape;1966;p98"/>
          <p:cNvSpPr/>
          <p:nvPr/>
        </p:nvSpPr>
        <p:spPr>
          <a:xfrm>
            <a:off x="4137634" y="3986844"/>
            <a:ext cx="595352" cy="120125"/>
          </a:xfrm>
          <a:custGeom>
            <a:rect b="b" l="l" r="r" t="t"/>
            <a:pathLst>
              <a:path extrusionOk="0" h="4323" w="20178">
                <a:moveTo>
                  <a:pt x="20178" y="4323"/>
                </a:moveTo>
                <a:cubicBezTo>
                  <a:pt x="16815" y="3603"/>
                  <a:pt x="3363" y="721"/>
                  <a:pt x="0" y="0"/>
                </a:cubicBezTo>
              </a:path>
            </a:pathLst>
          </a:custGeom>
          <a:noFill/>
          <a:ln cap="flat" cmpd="sng" w="9525">
            <a:solidFill>
              <a:schemeClr val="dk2"/>
            </a:solidFill>
            <a:prstDash val="solid"/>
            <a:round/>
            <a:headEnd len="med" w="med" type="none"/>
            <a:tailEnd len="med" w="med" type="none"/>
          </a:ln>
        </p:spPr>
      </p:sp>
      <p:sp>
        <p:nvSpPr>
          <p:cNvPr id="1967" name="Google Shape;1967;p98"/>
          <p:cNvSpPr/>
          <p:nvPr/>
        </p:nvSpPr>
        <p:spPr>
          <a:xfrm>
            <a:off x="4626685" y="3125768"/>
            <a:ext cx="605974" cy="450547"/>
          </a:xfrm>
          <a:custGeom>
            <a:rect b="b" l="l" r="r" t="t"/>
            <a:pathLst>
              <a:path extrusionOk="0" h="16214" w="20538">
                <a:moveTo>
                  <a:pt x="0" y="0"/>
                </a:moveTo>
                <a:cubicBezTo>
                  <a:pt x="3423" y="2702"/>
                  <a:pt x="17115" y="13512"/>
                  <a:pt x="20538" y="16214"/>
                </a:cubicBezTo>
              </a:path>
            </a:pathLst>
          </a:custGeom>
          <a:noFill/>
          <a:ln cap="flat" cmpd="sng" w="9525">
            <a:solidFill>
              <a:schemeClr val="dk2"/>
            </a:solidFill>
            <a:prstDash val="solid"/>
            <a:round/>
            <a:headEnd len="med" w="med" type="none"/>
            <a:tailEnd len="med" w="med" type="none"/>
          </a:ln>
        </p:spPr>
      </p:sp>
      <p:sp>
        <p:nvSpPr>
          <p:cNvPr id="1968" name="Google Shape;1968;p98"/>
          <p:cNvSpPr/>
          <p:nvPr/>
        </p:nvSpPr>
        <p:spPr>
          <a:xfrm>
            <a:off x="5264560" y="3576328"/>
            <a:ext cx="1094990" cy="290352"/>
          </a:xfrm>
          <a:custGeom>
            <a:rect b="b" l="l" r="r" t="t"/>
            <a:pathLst>
              <a:path extrusionOk="0" h="10449" w="37112">
                <a:moveTo>
                  <a:pt x="0" y="0"/>
                </a:moveTo>
                <a:cubicBezTo>
                  <a:pt x="6185" y="1742"/>
                  <a:pt x="30927" y="8708"/>
                  <a:pt x="37112" y="10449"/>
                </a:cubicBezTo>
              </a:path>
            </a:pathLst>
          </a:custGeom>
          <a:noFill/>
          <a:ln cap="flat" cmpd="sng" w="9525">
            <a:solidFill>
              <a:schemeClr val="dk2"/>
            </a:solidFill>
            <a:prstDash val="solid"/>
            <a:round/>
            <a:headEnd len="med" w="med" type="none"/>
            <a:tailEnd len="med" w="med" type="none"/>
          </a:ln>
        </p:spPr>
      </p:sp>
      <p:sp>
        <p:nvSpPr>
          <p:cNvPr id="1969" name="Google Shape;1969;p98"/>
          <p:cNvSpPr/>
          <p:nvPr/>
        </p:nvSpPr>
        <p:spPr>
          <a:xfrm>
            <a:off x="3425347" y="3055658"/>
            <a:ext cx="754797" cy="981204"/>
          </a:xfrm>
          <a:custGeom>
            <a:rect b="b" l="l" r="r" t="t"/>
            <a:pathLst>
              <a:path extrusionOk="0" h="35311" w="25582">
                <a:moveTo>
                  <a:pt x="0" y="0"/>
                </a:moveTo>
                <a:cubicBezTo>
                  <a:pt x="4264" y="5885"/>
                  <a:pt x="21318" y="29426"/>
                  <a:pt x="25582" y="35311"/>
                </a:cubicBezTo>
              </a:path>
            </a:pathLst>
          </a:custGeom>
          <a:noFill/>
          <a:ln cap="flat" cmpd="sng" w="9525">
            <a:solidFill>
              <a:schemeClr val="dk2"/>
            </a:solidFill>
            <a:prstDash val="solid"/>
            <a:round/>
            <a:headEnd len="med" w="med" type="none"/>
            <a:tailEnd len="med" w="med" type="none"/>
          </a:ln>
        </p:spPr>
      </p:sp>
      <p:sp>
        <p:nvSpPr>
          <p:cNvPr id="1970" name="Google Shape;1970;p98"/>
          <p:cNvSpPr/>
          <p:nvPr/>
        </p:nvSpPr>
        <p:spPr>
          <a:xfrm>
            <a:off x="6051260" y="2164543"/>
            <a:ext cx="63790" cy="991208"/>
          </a:xfrm>
          <a:custGeom>
            <a:rect b="b" l="l" r="r" t="t"/>
            <a:pathLst>
              <a:path extrusionOk="0" h="35671" w="2162">
                <a:moveTo>
                  <a:pt x="0" y="0"/>
                </a:moveTo>
                <a:cubicBezTo>
                  <a:pt x="360" y="5945"/>
                  <a:pt x="1802" y="29726"/>
                  <a:pt x="2162" y="35671"/>
                </a:cubicBezTo>
              </a:path>
            </a:pathLst>
          </a:custGeom>
          <a:noFill/>
          <a:ln cap="flat" cmpd="sng" w="9525">
            <a:solidFill>
              <a:schemeClr val="dk2"/>
            </a:solidFill>
            <a:prstDash val="solid"/>
            <a:round/>
            <a:headEnd len="med" w="med" type="none"/>
            <a:tailEnd len="med" w="med" type="none"/>
          </a:ln>
        </p:spPr>
      </p:sp>
      <p:sp>
        <p:nvSpPr>
          <p:cNvPr id="1971" name="Google Shape;1971;p98"/>
          <p:cNvSpPr/>
          <p:nvPr/>
        </p:nvSpPr>
        <p:spPr>
          <a:xfrm>
            <a:off x="3135468" y="1271809"/>
            <a:ext cx="222900" cy="2097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98"/>
          <p:cNvSpPr/>
          <p:nvPr/>
        </p:nvSpPr>
        <p:spPr>
          <a:xfrm>
            <a:off x="3314466" y="2452177"/>
            <a:ext cx="222900" cy="2097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98"/>
          <p:cNvSpPr/>
          <p:nvPr/>
        </p:nvSpPr>
        <p:spPr>
          <a:xfrm>
            <a:off x="3314466" y="2960369"/>
            <a:ext cx="222900" cy="2097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98"/>
          <p:cNvSpPr/>
          <p:nvPr/>
        </p:nvSpPr>
        <p:spPr>
          <a:xfrm>
            <a:off x="5999833" y="3046485"/>
            <a:ext cx="222900" cy="2097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98"/>
          <p:cNvSpPr/>
          <p:nvPr/>
        </p:nvSpPr>
        <p:spPr>
          <a:xfrm>
            <a:off x="5063423" y="3449971"/>
            <a:ext cx="222900" cy="2097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98"/>
          <p:cNvSpPr/>
          <p:nvPr/>
        </p:nvSpPr>
        <p:spPr>
          <a:xfrm>
            <a:off x="6667892" y="3385280"/>
            <a:ext cx="222900" cy="2097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98"/>
          <p:cNvSpPr/>
          <p:nvPr/>
        </p:nvSpPr>
        <p:spPr>
          <a:xfrm>
            <a:off x="6379123" y="4308602"/>
            <a:ext cx="222900" cy="2097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98"/>
          <p:cNvSpPr/>
          <p:nvPr/>
        </p:nvSpPr>
        <p:spPr>
          <a:xfrm>
            <a:off x="5589797" y="4308602"/>
            <a:ext cx="222900" cy="2097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98"/>
          <p:cNvSpPr/>
          <p:nvPr/>
        </p:nvSpPr>
        <p:spPr>
          <a:xfrm>
            <a:off x="4754237" y="4614885"/>
            <a:ext cx="222900" cy="2097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98"/>
          <p:cNvSpPr/>
          <p:nvPr/>
        </p:nvSpPr>
        <p:spPr>
          <a:xfrm>
            <a:off x="3537172" y="4614895"/>
            <a:ext cx="222900" cy="2097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98"/>
          <p:cNvSpPr/>
          <p:nvPr/>
        </p:nvSpPr>
        <p:spPr>
          <a:xfrm>
            <a:off x="4754247" y="943026"/>
            <a:ext cx="222900" cy="2097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98"/>
          <p:cNvSpPr/>
          <p:nvPr/>
        </p:nvSpPr>
        <p:spPr>
          <a:xfrm>
            <a:off x="4701091" y="1535918"/>
            <a:ext cx="222900" cy="2097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98"/>
          <p:cNvSpPr/>
          <p:nvPr/>
        </p:nvSpPr>
        <p:spPr>
          <a:xfrm>
            <a:off x="5907658" y="2030100"/>
            <a:ext cx="222900" cy="2097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98"/>
          <p:cNvSpPr/>
          <p:nvPr/>
        </p:nvSpPr>
        <p:spPr>
          <a:xfrm>
            <a:off x="4754237" y="2411912"/>
            <a:ext cx="222900" cy="2097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98"/>
          <p:cNvSpPr/>
          <p:nvPr/>
        </p:nvSpPr>
        <p:spPr>
          <a:xfrm>
            <a:off x="4478391" y="2655421"/>
            <a:ext cx="222900" cy="2097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98"/>
          <p:cNvSpPr/>
          <p:nvPr/>
        </p:nvSpPr>
        <p:spPr>
          <a:xfrm>
            <a:off x="4478391" y="3006137"/>
            <a:ext cx="222900" cy="2097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98"/>
          <p:cNvSpPr/>
          <p:nvPr/>
        </p:nvSpPr>
        <p:spPr>
          <a:xfrm>
            <a:off x="6222539" y="3708653"/>
            <a:ext cx="222900" cy="2097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98"/>
          <p:cNvSpPr/>
          <p:nvPr/>
        </p:nvSpPr>
        <p:spPr>
          <a:xfrm>
            <a:off x="4018109" y="3877244"/>
            <a:ext cx="222900" cy="2097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98"/>
          <p:cNvSpPr/>
          <p:nvPr/>
        </p:nvSpPr>
        <p:spPr>
          <a:xfrm>
            <a:off x="4595645" y="4000624"/>
            <a:ext cx="222900" cy="2097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98"/>
          <p:cNvSpPr/>
          <p:nvPr/>
        </p:nvSpPr>
        <p:spPr>
          <a:xfrm>
            <a:off x="3891701" y="1739951"/>
            <a:ext cx="222900" cy="2097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98"/>
          <p:cNvSpPr/>
          <p:nvPr/>
        </p:nvSpPr>
        <p:spPr>
          <a:xfrm>
            <a:off x="3531973" y="2113382"/>
            <a:ext cx="222900" cy="2097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2" name="Google Shape;1992;p98"/>
          <p:cNvSpPr txBox="1"/>
          <p:nvPr/>
        </p:nvSpPr>
        <p:spPr>
          <a:xfrm>
            <a:off x="3720198" y="1477274"/>
            <a:ext cx="8187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t>Atlanta</a:t>
            </a:r>
            <a:endParaRPr b="1" sz="900"/>
          </a:p>
        </p:txBody>
      </p:sp>
      <p:sp>
        <p:nvSpPr>
          <p:cNvPr id="1993" name="Google Shape;1993;p98"/>
          <p:cNvSpPr txBox="1"/>
          <p:nvPr/>
        </p:nvSpPr>
        <p:spPr>
          <a:xfrm>
            <a:off x="4908283" y="881250"/>
            <a:ext cx="8187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Toccoa</a:t>
            </a:r>
            <a:endParaRPr sz="900"/>
          </a:p>
        </p:txBody>
      </p:sp>
      <p:sp>
        <p:nvSpPr>
          <p:cNvPr id="1994" name="Google Shape;1994;p98"/>
          <p:cNvSpPr txBox="1"/>
          <p:nvPr/>
        </p:nvSpPr>
        <p:spPr>
          <a:xfrm>
            <a:off x="2708656" y="1186747"/>
            <a:ext cx="8187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Rome</a:t>
            </a:r>
            <a:endParaRPr sz="900"/>
          </a:p>
        </p:txBody>
      </p:sp>
      <p:sp>
        <p:nvSpPr>
          <p:cNvPr id="1995" name="Google Shape;1995;p98"/>
          <p:cNvSpPr txBox="1"/>
          <p:nvPr/>
        </p:nvSpPr>
        <p:spPr>
          <a:xfrm>
            <a:off x="4845043" y="1447395"/>
            <a:ext cx="8187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Athens</a:t>
            </a:r>
            <a:endParaRPr sz="900"/>
          </a:p>
        </p:txBody>
      </p:sp>
      <p:sp>
        <p:nvSpPr>
          <p:cNvPr id="1996" name="Google Shape;1996;p98"/>
          <p:cNvSpPr txBox="1"/>
          <p:nvPr/>
        </p:nvSpPr>
        <p:spPr>
          <a:xfrm>
            <a:off x="2966685" y="2016867"/>
            <a:ext cx="8187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Newnan</a:t>
            </a:r>
            <a:endParaRPr sz="900"/>
          </a:p>
        </p:txBody>
      </p:sp>
      <p:sp>
        <p:nvSpPr>
          <p:cNvPr id="1997" name="Google Shape;1997;p98"/>
          <p:cNvSpPr txBox="1"/>
          <p:nvPr/>
        </p:nvSpPr>
        <p:spPr>
          <a:xfrm>
            <a:off x="6068502" y="1923311"/>
            <a:ext cx="8187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Augusta</a:t>
            </a:r>
            <a:endParaRPr sz="900"/>
          </a:p>
        </p:txBody>
      </p:sp>
      <p:sp>
        <p:nvSpPr>
          <p:cNvPr id="1998" name="Google Shape;1998;p98"/>
          <p:cNvSpPr txBox="1"/>
          <p:nvPr/>
        </p:nvSpPr>
        <p:spPr>
          <a:xfrm>
            <a:off x="2698000" y="2418161"/>
            <a:ext cx="8187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LaGrange</a:t>
            </a:r>
            <a:endParaRPr sz="900"/>
          </a:p>
        </p:txBody>
      </p:sp>
      <p:sp>
        <p:nvSpPr>
          <p:cNvPr id="1999" name="Google Shape;1999;p98"/>
          <p:cNvSpPr txBox="1"/>
          <p:nvPr/>
        </p:nvSpPr>
        <p:spPr>
          <a:xfrm>
            <a:off x="2676858" y="2883565"/>
            <a:ext cx="8610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Columbus</a:t>
            </a:r>
            <a:endParaRPr sz="900"/>
          </a:p>
        </p:txBody>
      </p:sp>
      <p:sp>
        <p:nvSpPr>
          <p:cNvPr id="2000" name="Google Shape;2000;p98"/>
          <p:cNvSpPr txBox="1"/>
          <p:nvPr/>
        </p:nvSpPr>
        <p:spPr>
          <a:xfrm>
            <a:off x="3509083" y="3806053"/>
            <a:ext cx="8295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Albany</a:t>
            </a:r>
            <a:endParaRPr sz="900"/>
          </a:p>
        </p:txBody>
      </p:sp>
      <p:sp>
        <p:nvSpPr>
          <p:cNvPr id="2001" name="Google Shape;2001;p98"/>
          <p:cNvSpPr txBox="1"/>
          <p:nvPr/>
        </p:nvSpPr>
        <p:spPr>
          <a:xfrm>
            <a:off x="2650154" y="4601160"/>
            <a:ext cx="9984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Bainbridge</a:t>
            </a:r>
            <a:endParaRPr sz="900"/>
          </a:p>
        </p:txBody>
      </p:sp>
      <p:sp>
        <p:nvSpPr>
          <p:cNvPr id="2002" name="Google Shape;2002;p98"/>
          <p:cNvSpPr txBox="1"/>
          <p:nvPr/>
        </p:nvSpPr>
        <p:spPr>
          <a:xfrm>
            <a:off x="4732129" y="3916314"/>
            <a:ext cx="8187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Tifton</a:t>
            </a:r>
            <a:endParaRPr sz="900"/>
          </a:p>
        </p:txBody>
      </p:sp>
      <p:sp>
        <p:nvSpPr>
          <p:cNvPr id="2003" name="Google Shape;2003;p98"/>
          <p:cNvSpPr txBox="1"/>
          <p:nvPr/>
        </p:nvSpPr>
        <p:spPr>
          <a:xfrm>
            <a:off x="4387633" y="4727748"/>
            <a:ext cx="8187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1"/>
                </a:solidFill>
              </a:rPr>
              <a:t>Valdosta</a:t>
            </a:r>
            <a:endParaRPr sz="900">
              <a:solidFill>
                <a:schemeClr val="dk1"/>
              </a:solidFill>
            </a:endParaRPr>
          </a:p>
        </p:txBody>
      </p:sp>
      <p:sp>
        <p:nvSpPr>
          <p:cNvPr id="2004" name="Google Shape;2004;p98"/>
          <p:cNvSpPr txBox="1"/>
          <p:nvPr/>
        </p:nvSpPr>
        <p:spPr>
          <a:xfrm>
            <a:off x="4010015" y="2597908"/>
            <a:ext cx="8187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Macon</a:t>
            </a:r>
            <a:endParaRPr sz="900"/>
          </a:p>
        </p:txBody>
      </p:sp>
      <p:sp>
        <p:nvSpPr>
          <p:cNvPr id="2005" name="Google Shape;2005;p98"/>
          <p:cNvSpPr txBox="1"/>
          <p:nvPr/>
        </p:nvSpPr>
        <p:spPr>
          <a:xfrm>
            <a:off x="4547363" y="2140170"/>
            <a:ext cx="9984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Milledgeville</a:t>
            </a:r>
            <a:endParaRPr sz="900"/>
          </a:p>
        </p:txBody>
      </p:sp>
      <p:sp>
        <p:nvSpPr>
          <p:cNvPr id="2006" name="Google Shape;2006;p98"/>
          <p:cNvSpPr txBox="1"/>
          <p:nvPr/>
        </p:nvSpPr>
        <p:spPr>
          <a:xfrm>
            <a:off x="6549811" y="4308605"/>
            <a:ext cx="9984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Brunswick</a:t>
            </a:r>
            <a:endParaRPr sz="900"/>
          </a:p>
        </p:txBody>
      </p:sp>
      <p:sp>
        <p:nvSpPr>
          <p:cNvPr id="2007" name="Google Shape;2007;p98"/>
          <p:cNvSpPr txBox="1"/>
          <p:nvPr/>
        </p:nvSpPr>
        <p:spPr>
          <a:xfrm>
            <a:off x="5402763" y="4405471"/>
            <a:ext cx="8187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Waycross</a:t>
            </a:r>
            <a:endParaRPr sz="900"/>
          </a:p>
        </p:txBody>
      </p:sp>
      <p:sp>
        <p:nvSpPr>
          <p:cNvPr id="2008" name="Google Shape;2008;p98"/>
          <p:cNvSpPr txBox="1"/>
          <p:nvPr/>
        </p:nvSpPr>
        <p:spPr>
          <a:xfrm>
            <a:off x="4005052" y="3158849"/>
            <a:ext cx="818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Warner Robins</a:t>
            </a:r>
            <a:endParaRPr sz="900"/>
          </a:p>
        </p:txBody>
      </p:sp>
      <p:sp>
        <p:nvSpPr>
          <p:cNvPr id="2009" name="Google Shape;2009;p98"/>
          <p:cNvSpPr txBox="1"/>
          <p:nvPr/>
        </p:nvSpPr>
        <p:spPr>
          <a:xfrm>
            <a:off x="5180085" y="3324951"/>
            <a:ext cx="8187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McRae</a:t>
            </a:r>
            <a:endParaRPr sz="900"/>
          </a:p>
        </p:txBody>
      </p:sp>
      <p:sp>
        <p:nvSpPr>
          <p:cNvPr id="2010" name="Google Shape;2010;p98"/>
          <p:cNvSpPr txBox="1"/>
          <p:nvPr/>
        </p:nvSpPr>
        <p:spPr>
          <a:xfrm>
            <a:off x="6333663" y="3731362"/>
            <a:ext cx="8187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Hinesville</a:t>
            </a:r>
            <a:endParaRPr sz="900"/>
          </a:p>
        </p:txBody>
      </p:sp>
      <p:sp>
        <p:nvSpPr>
          <p:cNvPr id="2011" name="Google Shape;2011;p98"/>
          <p:cNvSpPr txBox="1"/>
          <p:nvPr/>
        </p:nvSpPr>
        <p:spPr>
          <a:xfrm>
            <a:off x="6102454" y="2874979"/>
            <a:ext cx="9984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Statesboro</a:t>
            </a:r>
            <a:endParaRPr sz="900"/>
          </a:p>
        </p:txBody>
      </p:sp>
      <p:sp>
        <p:nvSpPr>
          <p:cNvPr id="2012" name="Google Shape;2012;p98"/>
          <p:cNvSpPr txBox="1"/>
          <p:nvPr/>
        </p:nvSpPr>
        <p:spPr>
          <a:xfrm>
            <a:off x="6816716" y="3319091"/>
            <a:ext cx="9984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1"/>
                </a:solidFill>
              </a:rPr>
              <a:t>Savannah</a:t>
            </a:r>
            <a:endParaRPr sz="900">
              <a:solidFill>
                <a:schemeClr val="dk1"/>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6" name="Shape 2016"/>
        <p:cNvGrpSpPr/>
        <p:nvPr/>
      </p:nvGrpSpPr>
      <p:grpSpPr>
        <a:xfrm>
          <a:off x="0" y="0"/>
          <a:ext cx="0" cy="0"/>
          <a:chOff x="0" y="0"/>
          <a:chExt cx="0" cy="0"/>
        </a:xfrm>
      </p:grpSpPr>
      <p:sp>
        <p:nvSpPr>
          <p:cNvPr id="2017" name="Google Shape;2017;p99"/>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My Dream Bot</a:t>
            </a:r>
            <a:endParaRPr/>
          </a:p>
        </p:txBody>
      </p:sp>
      <p:sp>
        <p:nvSpPr>
          <p:cNvPr id="2018" name="Google Shape;2018;p99"/>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fontScale="92500" lnSpcReduction="10000"/>
          </a:bodyPr>
          <a:lstStyle/>
          <a:p>
            <a:pPr indent="0" lvl="0" marL="0" rtl="0" algn="ctr">
              <a:spcBef>
                <a:spcPts val="0"/>
              </a:spcBef>
              <a:spcAft>
                <a:spcPts val="0"/>
              </a:spcAft>
              <a:buNone/>
            </a:pPr>
            <a:r>
              <a:rPr lang="en"/>
              <a:t>Over the course of Unit 1, you will design your own dream robot.</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2" name="Shape 2022"/>
        <p:cNvGrpSpPr/>
        <p:nvPr/>
      </p:nvGrpSpPr>
      <p:grpSpPr>
        <a:xfrm>
          <a:off x="0" y="0"/>
          <a:ext cx="0" cy="0"/>
          <a:chOff x="0" y="0"/>
          <a:chExt cx="0" cy="0"/>
        </a:xfrm>
      </p:grpSpPr>
      <p:sp>
        <p:nvSpPr>
          <p:cNvPr id="2023" name="Google Shape;2023;p100"/>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Module</a:t>
            </a:r>
            <a:r>
              <a:rPr lang="en"/>
              <a:t> 1.5: Route Finding</a:t>
            </a:r>
            <a:endParaRPr/>
          </a:p>
        </p:txBody>
      </p:sp>
      <p:sp>
        <p:nvSpPr>
          <p:cNvPr id="2024" name="Google Shape;2024;p100"/>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65D8C0"/>
                </a:solidFill>
                <a:latin typeface="Comic Sans MS"/>
                <a:ea typeface="Comic Sans MS"/>
                <a:cs typeface="Comic Sans MS"/>
                <a:sym typeface="Comic Sans MS"/>
              </a:rPr>
              <a:t>Imagine you robot needs to move. </a:t>
            </a:r>
            <a:endParaRPr>
              <a:solidFill>
                <a:srgbClr val="65D8C0"/>
              </a:solidFill>
              <a:latin typeface="Comic Sans MS"/>
              <a:ea typeface="Comic Sans MS"/>
              <a:cs typeface="Comic Sans MS"/>
              <a:sym typeface="Comic Sans MS"/>
            </a:endParaRPr>
          </a:p>
          <a:p>
            <a:pPr indent="0" lvl="0" marL="0" rtl="0" algn="l">
              <a:spcBef>
                <a:spcPts val="1200"/>
              </a:spcBef>
              <a:spcAft>
                <a:spcPts val="0"/>
              </a:spcAft>
              <a:buNone/>
            </a:pPr>
            <a:r>
              <a:rPr lang="en">
                <a:solidFill>
                  <a:srgbClr val="65D8C0"/>
                </a:solidFill>
                <a:latin typeface="Comic Sans MS"/>
                <a:ea typeface="Comic Sans MS"/>
                <a:cs typeface="Comic Sans MS"/>
                <a:sym typeface="Comic Sans MS"/>
              </a:rPr>
              <a:t>How might your robot use “route finding”? </a:t>
            </a:r>
            <a:endParaRPr>
              <a:solidFill>
                <a:srgbClr val="65D8C0"/>
              </a:solidFill>
              <a:latin typeface="Comic Sans MS"/>
              <a:ea typeface="Comic Sans MS"/>
              <a:cs typeface="Comic Sans MS"/>
              <a:sym typeface="Comic Sans MS"/>
            </a:endParaRPr>
          </a:p>
          <a:p>
            <a:pPr indent="0" lvl="0" marL="0" rtl="0" algn="l">
              <a:spcBef>
                <a:spcPts val="1200"/>
              </a:spcBef>
              <a:spcAft>
                <a:spcPts val="0"/>
              </a:spcAft>
              <a:buNone/>
            </a:pPr>
            <a:r>
              <a:rPr lang="en">
                <a:solidFill>
                  <a:srgbClr val="65D8C0"/>
                </a:solidFill>
                <a:latin typeface="Comic Sans MS"/>
                <a:ea typeface="Comic Sans MS"/>
                <a:cs typeface="Comic Sans MS"/>
                <a:sym typeface="Comic Sans MS"/>
              </a:rPr>
              <a:t>What map would your robot need to know or discover?</a:t>
            </a:r>
            <a:endParaRPr>
              <a:solidFill>
                <a:srgbClr val="65D8C0"/>
              </a:solidFill>
              <a:latin typeface="Comic Sans MS"/>
              <a:ea typeface="Comic Sans MS"/>
              <a:cs typeface="Comic Sans MS"/>
              <a:sym typeface="Comic Sans MS"/>
            </a:endParaRPr>
          </a:p>
          <a:p>
            <a:pPr indent="0" lvl="0" marL="0" rtl="0" algn="l">
              <a:spcBef>
                <a:spcPts val="1200"/>
              </a:spcBef>
              <a:spcAft>
                <a:spcPts val="1200"/>
              </a:spcAft>
              <a:buNone/>
            </a:pPr>
            <a:r>
              <a:rPr lang="en">
                <a:solidFill>
                  <a:srgbClr val="65D8C0"/>
                </a:solidFill>
                <a:latin typeface="Comic Sans MS"/>
                <a:ea typeface="Comic Sans MS"/>
                <a:cs typeface="Comic Sans MS"/>
                <a:sym typeface="Comic Sans MS"/>
              </a:rPr>
              <a:t>How would your robot find the best route? (pre-determined, breadth-first, etc)</a:t>
            </a:r>
            <a:endParaRPr>
              <a:solidFill>
                <a:srgbClr val="65D8C0"/>
              </a:solidFill>
              <a:latin typeface="Comic Sans MS"/>
              <a:ea typeface="Comic Sans MS"/>
              <a:cs typeface="Comic Sans MS"/>
              <a:sym typeface="Comic Sans MS"/>
            </a:endParaRPr>
          </a:p>
        </p:txBody>
      </p:sp>
      <p:sp>
        <p:nvSpPr>
          <p:cNvPr id="2025" name="Google Shape;2025;p100"/>
          <p:cNvSpPr txBox="1"/>
          <p:nvPr/>
        </p:nvSpPr>
        <p:spPr>
          <a:xfrm>
            <a:off x="6331800" y="76275"/>
            <a:ext cx="2812200" cy="1025100"/>
          </a:xfrm>
          <a:prstGeom prst="rect">
            <a:avLst/>
          </a:prstGeom>
          <a:noFill/>
          <a:ln cap="flat" cmpd="sng" w="19050">
            <a:solidFill>
              <a:srgbClr val="FF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990"/>
              <a:buFont typeface="Arial"/>
              <a:buNone/>
            </a:pPr>
            <a:r>
              <a:rPr b="1" lang="en" sz="1820">
                <a:solidFill>
                  <a:srgbClr val="0000FF"/>
                </a:solidFill>
                <a:latin typeface="Comic Sans MS"/>
                <a:ea typeface="Comic Sans MS"/>
                <a:cs typeface="Comic Sans MS"/>
                <a:sym typeface="Comic Sans MS"/>
              </a:rPr>
              <a:t>Tip: Students should complete in their </a:t>
            </a:r>
            <a:r>
              <a:rPr b="1" lang="en" sz="1820" u="sng">
                <a:solidFill>
                  <a:srgbClr val="0000FF"/>
                </a:solidFill>
                <a:latin typeface="Comic Sans MS"/>
                <a:ea typeface="Comic Sans MS"/>
                <a:cs typeface="Comic Sans MS"/>
                <a:sym typeface="Comic Sans MS"/>
              </a:rPr>
              <a:t>own </a:t>
            </a:r>
            <a:r>
              <a:rPr b="1" lang="en" sz="1820">
                <a:solidFill>
                  <a:srgbClr val="0000FF"/>
                </a:solidFill>
                <a:latin typeface="Comic Sans MS"/>
                <a:ea typeface="Comic Sans MS"/>
                <a:cs typeface="Comic Sans MS"/>
                <a:sym typeface="Comic Sans MS"/>
              </a:rPr>
              <a:t> Dream Bot slides</a:t>
            </a:r>
            <a:endParaRPr>
              <a:solidFill>
                <a:srgbClr val="0000FF"/>
              </a:solidFill>
              <a:latin typeface="Open Sans"/>
              <a:ea typeface="Open Sans"/>
              <a:cs typeface="Open Sans"/>
              <a:sym typeface="Open Sans"/>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9" name="Shape 2029"/>
        <p:cNvGrpSpPr/>
        <p:nvPr/>
      </p:nvGrpSpPr>
      <p:grpSpPr>
        <a:xfrm>
          <a:off x="0" y="0"/>
          <a:ext cx="0" cy="0"/>
          <a:chOff x="0" y="0"/>
          <a:chExt cx="0" cy="0"/>
        </a:xfrm>
      </p:grpSpPr>
      <p:sp>
        <p:nvSpPr>
          <p:cNvPr id="2030" name="Google Shape;2030;p101"/>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Module</a:t>
            </a:r>
            <a:r>
              <a:rPr lang="en"/>
              <a:t> 1.6: Societal Impact</a:t>
            </a:r>
            <a:endParaRPr/>
          </a:p>
        </p:txBody>
      </p:sp>
      <p:sp>
        <p:nvSpPr>
          <p:cNvPr id="2031" name="Google Shape;2031;p101"/>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are some concerns people might have about your robot’s impact on society? </a:t>
            </a:r>
            <a:endParaRPr/>
          </a:p>
          <a:p>
            <a:pPr indent="0" lvl="0" marL="0" rtl="0" algn="l">
              <a:spcBef>
                <a:spcPts val="1200"/>
              </a:spcBef>
              <a:spcAft>
                <a:spcPts val="0"/>
              </a:spcAft>
              <a:buNone/>
            </a:pPr>
            <a:r>
              <a:rPr lang="en"/>
              <a:t>What are some aspects of your robot (or things you could add to it) that would have positive impacts on society?</a:t>
            </a:r>
            <a:endParaRPr/>
          </a:p>
          <a:p>
            <a:pPr indent="0" lvl="0" marL="0" rtl="0" algn="l">
              <a:spcBef>
                <a:spcPts val="1200"/>
              </a:spcBef>
              <a:spcAft>
                <a:spcPts val="1200"/>
              </a:spcAft>
              <a:buNone/>
            </a:pPr>
            <a:r>
              <a:rPr lang="en"/>
              <a:t>What type of work places or locations (industries) might be interested in using your robots?</a:t>
            </a:r>
            <a:endParaRPr/>
          </a:p>
        </p:txBody>
      </p:sp>
      <p:sp>
        <p:nvSpPr>
          <p:cNvPr id="2032" name="Google Shape;2032;p101"/>
          <p:cNvSpPr txBox="1"/>
          <p:nvPr/>
        </p:nvSpPr>
        <p:spPr>
          <a:xfrm>
            <a:off x="6331800" y="76275"/>
            <a:ext cx="2812200" cy="1025100"/>
          </a:xfrm>
          <a:prstGeom prst="rect">
            <a:avLst/>
          </a:prstGeom>
          <a:noFill/>
          <a:ln cap="flat" cmpd="sng" w="19050">
            <a:solidFill>
              <a:srgbClr val="FF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990"/>
              <a:buFont typeface="Arial"/>
              <a:buNone/>
            </a:pPr>
            <a:r>
              <a:rPr b="1" lang="en" sz="1820">
                <a:solidFill>
                  <a:srgbClr val="0000FF"/>
                </a:solidFill>
                <a:latin typeface="Comic Sans MS"/>
                <a:ea typeface="Comic Sans MS"/>
                <a:cs typeface="Comic Sans MS"/>
                <a:sym typeface="Comic Sans MS"/>
              </a:rPr>
              <a:t>Tip: Students should complete in their </a:t>
            </a:r>
            <a:r>
              <a:rPr b="1" lang="en" sz="1820" u="sng">
                <a:solidFill>
                  <a:srgbClr val="0000FF"/>
                </a:solidFill>
                <a:latin typeface="Comic Sans MS"/>
                <a:ea typeface="Comic Sans MS"/>
                <a:cs typeface="Comic Sans MS"/>
                <a:sym typeface="Comic Sans MS"/>
              </a:rPr>
              <a:t>own </a:t>
            </a:r>
            <a:r>
              <a:rPr b="1" lang="en" sz="1820">
                <a:solidFill>
                  <a:srgbClr val="0000FF"/>
                </a:solidFill>
                <a:latin typeface="Comic Sans MS"/>
                <a:ea typeface="Comic Sans MS"/>
                <a:cs typeface="Comic Sans MS"/>
                <a:sym typeface="Comic Sans MS"/>
              </a:rPr>
              <a:t> Dream Bot slides</a:t>
            </a:r>
            <a:endParaRPr>
              <a:solidFill>
                <a:srgbClr val="0000FF"/>
              </a:solidFill>
              <a:latin typeface="Open Sans"/>
              <a:ea typeface="Open Sans"/>
              <a:cs typeface="Open Sans"/>
              <a:sym typeface="Open Sa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