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7ecd5ea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7ecd5ea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7ecd5ea7f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7ecd5ea7f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7ecd5ea7f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7ecd5ea7f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7ecd5ea7f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7ecd5ea7f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7ecd5ea7f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7ecd5ea7f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237050" y="7975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55" name="Google Shape;55;p13"/>
          <p:cNvSpPr/>
          <p:nvPr/>
        </p:nvSpPr>
        <p:spPr>
          <a:xfrm>
            <a:off x="6847025" y="23113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</a:t>
            </a:r>
            <a:endParaRPr sz="2400"/>
          </a:p>
        </p:txBody>
      </p:sp>
      <p:sp>
        <p:nvSpPr>
          <p:cNvPr id="56" name="Google Shape;56;p13"/>
          <p:cNvSpPr/>
          <p:nvPr/>
        </p:nvSpPr>
        <p:spPr>
          <a:xfrm>
            <a:off x="604125" y="23875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sp>
        <p:nvSpPr>
          <p:cNvPr id="57" name="Google Shape;57;p13"/>
          <p:cNvSpPr/>
          <p:nvPr/>
        </p:nvSpPr>
        <p:spPr>
          <a:xfrm>
            <a:off x="3209775" y="41552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</a:t>
            </a:r>
            <a:endParaRPr sz="2400"/>
          </a:p>
        </p:txBody>
      </p:sp>
      <p:sp>
        <p:nvSpPr>
          <p:cNvPr id="58" name="Google Shape;58;p13"/>
          <p:cNvSpPr/>
          <p:nvPr/>
        </p:nvSpPr>
        <p:spPr>
          <a:xfrm>
            <a:off x="3470075" y="3536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</a:t>
            </a:r>
            <a:endParaRPr sz="2400"/>
          </a:p>
        </p:txBody>
      </p:sp>
      <p:sp>
        <p:nvSpPr>
          <p:cNvPr id="59" name="Google Shape;59;p13"/>
          <p:cNvSpPr/>
          <p:nvPr/>
        </p:nvSpPr>
        <p:spPr>
          <a:xfrm>
            <a:off x="6071375" y="421570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endParaRPr sz="2400"/>
          </a:p>
        </p:txBody>
      </p:sp>
      <p:sp>
        <p:nvSpPr>
          <p:cNvPr id="60" name="Google Shape;60;p13"/>
          <p:cNvSpPr/>
          <p:nvPr/>
        </p:nvSpPr>
        <p:spPr>
          <a:xfrm>
            <a:off x="1237050" y="421570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61" name="Google Shape;61;p13"/>
          <p:cNvSpPr/>
          <p:nvPr/>
        </p:nvSpPr>
        <p:spPr>
          <a:xfrm>
            <a:off x="6071375" y="7975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62" name="Google Shape;62;p13"/>
          <p:cNvCxnSpPr>
            <a:stCxn id="54" idx="6"/>
            <a:endCxn id="61" idx="2"/>
          </p:cNvCxnSpPr>
          <p:nvPr/>
        </p:nvCxnSpPr>
        <p:spPr>
          <a:xfrm>
            <a:off x="1757850" y="1057975"/>
            <a:ext cx="43134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>
            <a:stCxn id="54" idx="4"/>
            <a:endCxn id="60" idx="0"/>
          </p:cNvCxnSpPr>
          <p:nvPr/>
        </p:nvCxnSpPr>
        <p:spPr>
          <a:xfrm>
            <a:off x="1497450" y="1318375"/>
            <a:ext cx="0" cy="28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61" idx="3"/>
            <a:endCxn id="57" idx="7"/>
          </p:cNvCxnSpPr>
          <p:nvPr/>
        </p:nvCxnSpPr>
        <p:spPr>
          <a:xfrm flipH="1">
            <a:off x="3654344" y="1242106"/>
            <a:ext cx="2493300" cy="29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60" idx="7"/>
            <a:endCxn id="58" idx="4"/>
          </p:cNvCxnSpPr>
          <p:nvPr/>
        </p:nvCxnSpPr>
        <p:spPr>
          <a:xfrm flipH="1" rot="10800000">
            <a:off x="1681581" y="874369"/>
            <a:ext cx="2049000" cy="3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59" idx="2"/>
            <a:endCxn id="56" idx="5"/>
          </p:cNvCxnSpPr>
          <p:nvPr/>
        </p:nvCxnSpPr>
        <p:spPr>
          <a:xfrm rot="10800000">
            <a:off x="1048775" y="2832100"/>
            <a:ext cx="5022600" cy="164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stCxn id="58" idx="5"/>
            <a:endCxn id="55" idx="2"/>
          </p:cNvCxnSpPr>
          <p:nvPr/>
        </p:nvCxnSpPr>
        <p:spPr>
          <a:xfrm>
            <a:off x="3914606" y="798181"/>
            <a:ext cx="2932500" cy="17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>
            <a:stCxn id="55" idx="3"/>
            <a:endCxn id="57" idx="6"/>
          </p:cNvCxnSpPr>
          <p:nvPr/>
        </p:nvCxnSpPr>
        <p:spPr>
          <a:xfrm flipH="1">
            <a:off x="3730694" y="2755881"/>
            <a:ext cx="3192600" cy="16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stCxn id="58" idx="3"/>
            <a:endCxn id="56" idx="7"/>
          </p:cNvCxnSpPr>
          <p:nvPr/>
        </p:nvCxnSpPr>
        <p:spPr>
          <a:xfrm flipH="1">
            <a:off x="1048544" y="798181"/>
            <a:ext cx="2497800" cy="16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stCxn id="54" idx="5"/>
            <a:endCxn id="59" idx="1"/>
          </p:cNvCxnSpPr>
          <p:nvPr/>
        </p:nvCxnSpPr>
        <p:spPr>
          <a:xfrm>
            <a:off x="1681581" y="1242106"/>
            <a:ext cx="4466100" cy="30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 txBox="1"/>
          <p:nvPr/>
        </p:nvSpPr>
        <p:spPr>
          <a:xfrm>
            <a:off x="7186200" y="3615150"/>
            <a:ext cx="17487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Find the shortest path from A to 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1237050" y="797575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77" name="Google Shape;77;p14"/>
          <p:cNvSpPr/>
          <p:nvPr/>
        </p:nvSpPr>
        <p:spPr>
          <a:xfrm>
            <a:off x="6847025" y="2311350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</a:t>
            </a:r>
            <a:endParaRPr sz="2400"/>
          </a:p>
        </p:txBody>
      </p:sp>
      <p:sp>
        <p:nvSpPr>
          <p:cNvPr id="78" name="Google Shape;78;p14"/>
          <p:cNvSpPr/>
          <p:nvPr/>
        </p:nvSpPr>
        <p:spPr>
          <a:xfrm>
            <a:off x="604125" y="2387575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sp>
        <p:nvSpPr>
          <p:cNvPr id="79" name="Google Shape;79;p14"/>
          <p:cNvSpPr/>
          <p:nvPr/>
        </p:nvSpPr>
        <p:spPr>
          <a:xfrm>
            <a:off x="3209775" y="4155275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</a:t>
            </a:r>
            <a:endParaRPr sz="2400"/>
          </a:p>
        </p:txBody>
      </p:sp>
      <p:sp>
        <p:nvSpPr>
          <p:cNvPr id="80" name="Google Shape;80;p14"/>
          <p:cNvSpPr/>
          <p:nvPr/>
        </p:nvSpPr>
        <p:spPr>
          <a:xfrm>
            <a:off x="3470075" y="353650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</a:t>
            </a:r>
            <a:endParaRPr sz="2400"/>
          </a:p>
        </p:txBody>
      </p:sp>
      <p:sp>
        <p:nvSpPr>
          <p:cNvPr id="81" name="Google Shape;81;p14"/>
          <p:cNvSpPr/>
          <p:nvPr/>
        </p:nvSpPr>
        <p:spPr>
          <a:xfrm>
            <a:off x="6071375" y="4215700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endParaRPr sz="2400"/>
          </a:p>
        </p:txBody>
      </p:sp>
      <p:sp>
        <p:nvSpPr>
          <p:cNvPr id="82" name="Google Shape;82;p14"/>
          <p:cNvSpPr/>
          <p:nvPr/>
        </p:nvSpPr>
        <p:spPr>
          <a:xfrm>
            <a:off x="1237050" y="4215700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83" name="Google Shape;83;p14"/>
          <p:cNvSpPr/>
          <p:nvPr/>
        </p:nvSpPr>
        <p:spPr>
          <a:xfrm>
            <a:off x="6071375" y="797575"/>
            <a:ext cx="520800" cy="520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sp>
        <p:nvSpPr>
          <p:cNvPr id="84" name="Google Shape;84;p14"/>
          <p:cNvSpPr txBox="1"/>
          <p:nvPr/>
        </p:nvSpPr>
        <p:spPr>
          <a:xfrm>
            <a:off x="7186200" y="3615150"/>
            <a:ext cx="17487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Find the shortest path from A to E.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" name="Google Shape;85;p14"/>
          <p:cNvCxnSpPr>
            <a:stCxn id="76" idx="0"/>
            <a:endCxn id="81" idx="3"/>
          </p:cNvCxnSpPr>
          <p:nvPr/>
        </p:nvCxnSpPr>
        <p:spPr>
          <a:xfrm flipH="1" rot="-5400000">
            <a:off x="1891200" y="403825"/>
            <a:ext cx="3862800" cy="4650300"/>
          </a:xfrm>
          <a:prstGeom prst="curvedConnector5">
            <a:avLst>
              <a:gd fmla="val -6165" name="adj1"/>
              <a:gd fmla="val 51979" name="adj2"/>
              <a:gd fmla="val 108135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4"/>
          <p:cNvCxnSpPr>
            <a:stCxn id="76" idx="2"/>
            <a:endCxn id="83" idx="6"/>
          </p:cNvCxnSpPr>
          <p:nvPr/>
        </p:nvCxnSpPr>
        <p:spPr>
          <a:xfrm>
            <a:off x="1237050" y="1057975"/>
            <a:ext cx="5355000" cy="600"/>
          </a:xfrm>
          <a:prstGeom prst="curvedConnector5">
            <a:avLst>
              <a:gd fmla="val -4447" name="adj1"/>
              <a:gd fmla="val 247395833" name="adj2"/>
              <a:gd fmla="val 104449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4"/>
          <p:cNvCxnSpPr>
            <a:stCxn id="76" idx="1"/>
            <a:endCxn id="82" idx="3"/>
          </p:cNvCxnSpPr>
          <p:nvPr/>
        </p:nvCxnSpPr>
        <p:spPr>
          <a:xfrm flipH="1" rot="-5400000">
            <a:off x="-579531" y="2766694"/>
            <a:ext cx="3786300" cy="600"/>
          </a:xfrm>
          <a:prstGeom prst="curvedConnector5">
            <a:avLst>
              <a:gd fmla="val -8303" name="adj1"/>
              <a:gd fmla="val -179699066" name="adj2"/>
              <a:gd fmla="val 108306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4"/>
          <p:cNvCxnSpPr>
            <a:stCxn id="83" idx="0"/>
            <a:endCxn id="79" idx="4"/>
          </p:cNvCxnSpPr>
          <p:nvPr/>
        </p:nvCxnSpPr>
        <p:spPr>
          <a:xfrm rot="5400000">
            <a:off x="2961725" y="1305925"/>
            <a:ext cx="3878400" cy="2861700"/>
          </a:xfrm>
          <a:prstGeom prst="curvedConnector5">
            <a:avLst>
              <a:gd fmla="val -6140" name="adj1"/>
              <a:gd fmla="val 36388" name="adj2"/>
              <a:gd fmla="val 106142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4"/>
          <p:cNvCxnSpPr>
            <a:stCxn id="82" idx="5"/>
            <a:endCxn id="80" idx="1"/>
          </p:cNvCxnSpPr>
          <p:nvPr/>
        </p:nvCxnSpPr>
        <p:spPr>
          <a:xfrm rot="-5400000">
            <a:off x="498831" y="1612681"/>
            <a:ext cx="4230300" cy="1864800"/>
          </a:xfrm>
          <a:prstGeom prst="curvedConnector5">
            <a:avLst>
              <a:gd fmla="val -7432" name="adj1"/>
              <a:gd fmla="val 49999" name="adj2"/>
              <a:gd fmla="val 105299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4"/>
          <p:cNvCxnSpPr>
            <a:stCxn id="80" idx="2"/>
            <a:endCxn id="77" idx="6"/>
          </p:cNvCxnSpPr>
          <p:nvPr/>
        </p:nvCxnSpPr>
        <p:spPr>
          <a:xfrm>
            <a:off x="3470075" y="614050"/>
            <a:ext cx="3897900" cy="1957800"/>
          </a:xfrm>
          <a:prstGeom prst="curvedConnector5">
            <a:avLst>
              <a:gd fmla="val -10605" name="adj1"/>
              <a:gd fmla="val 49997" name="adj2"/>
              <a:gd fmla="val 106105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4"/>
          <p:cNvCxnSpPr>
            <a:stCxn id="80" idx="7"/>
            <a:endCxn id="78" idx="4"/>
          </p:cNvCxnSpPr>
          <p:nvPr/>
        </p:nvCxnSpPr>
        <p:spPr>
          <a:xfrm rot="5400000">
            <a:off x="1150256" y="144169"/>
            <a:ext cx="2478600" cy="3050100"/>
          </a:xfrm>
          <a:prstGeom prst="curvedConnector5">
            <a:avLst>
              <a:gd fmla="val -12684" name="adj1"/>
              <a:gd fmla="val 53018" name="adj2"/>
              <a:gd fmla="val 109601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4"/>
          <p:cNvCxnSpPr>
            <a:stCxn id="79" idx="2"/>
            <a:endCxn id="77" idx="1"/>
          </p:cNvCxnSpPr>
          <p:nvPr/>
        </p:nvCxnSpPr>
        <p:spPr>
          <a:xfrm flipH="1" rot="10800000">
            <a:off x="3209775" y="2387675"/>
            <a:ext cx="3713400" cy="2028000"/>
          </a:xfrm>
          <a:prstGeom prst="curvedConnector4">
            <a:avLst>
              <a:gd fmla="val -6413" name="adj1"/>
              <a:gd fmla="val 11550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4"/>
          <p:cNvCxnSpPr>
            <a:stCxn id="81" idx="2"/>
            <a:endCxn id="78" idx="7"/>
          </p:cNvCxnSpPr>
          <p:nvPr/>
        </p:nvCxnSpPr>
        <p:spPr>
          <a:xfrm rot="10800000">
            <a:off x="1048775" y="2463700"/>
            <a:ext cx="5022600" cy="2012400"/>
          </a:xfrm>
          <a:prstGeom prst="curvedConnector4">
            <a:avLst>
              <a:gd fmla="val 49242" name="adj1"/>
              <a:gd fmla="val 11561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Coloring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1237050" y="1102375"/>
            <a:ext cx="520800" cy="520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05" name="Google Shape;105;p16"/>
          <p:cNvSpPr/>
          <p:nvPr/>
        </p:nvSpPr>
        <p:spPr>
          <a:xfrm>
            <a:off x="6847025" y="26161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</a:t>
            </a:r>
            <a:endParaRPr sz="2400"/>
          </a:p>
        </p:txBody>
      </p:sp>
      <p:sp>
        <p:nvSpPr>
          <p:cNvPr id="106" name="Google Shape;106;p16"/>
          <p:cNvSpPr/>
          <p:nvPr/>
        </p:nvSpPr>
        <p:spPr>
          <a:xfrm>
            <a:off x="604125" y="26923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sp>
        <p:nvSpPr>
          <p:cNvPr id="107" name="Google Shape;107;p16"/>
          <p:cNvSpPr/>
          <p:nvPr/>
        </p:nvSpPr>
        <p:spPr>
          <a:xfrm>
            <a:off x="3209775" y="44600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</a:t>
            </a:r>
            <a:endParaRPr sz="2400"/>
          </a:p>
        </p:txBody>
      </p:sp>
      <p:sp>
        <p:nvSpPr>
          <p:cNvPr id="108" name="Google Shape;108;p16"/>
          <p:cNvSpPr/>
          <p:nvPr/>
        </p:nvSpPr>
        <p:spPr>
          <a:xfrm>
            <a:off x="3470075" y="6584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</a:t>
            </a:r>
            <a:endParaRPr sz="2400"/>
          </a:p>
        </p:txBody>
      </p:sp>
      <p:sp>
        <p:nvSpPr>
          <p:cNvPr id="109" name="Google Shape;109;p16"/>
          <p:cNvSpPr/>
          <p:nvPr/>
        </p:nvSpPr>
        <p:spPr>
          <a:xfrm>
            <a:off x="6071375" y="452050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endParaRPr sz="2400"/>
          </a:p>
        </p:txBody>
      </p:sp>
      <p:sp>
        <p:nvSpPr>
          <p:cNvPr id="110" name="Google Shape;110;p16"/>
          <p:cNvSpPr/>
          <p:nvPr/>
        </p:nvSpPr>
        <p:spPr>
          <a:xfrm>
            <a:off x="1237050" y="452050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11" name="Google Shape;111;p16"/>
          <p:cNvSpPr/>
          <p:nvPr/>
        </p:nvSpPr>
        <p:spPr>
          <a:xfrm>
            <a:off x="6071375" y="11023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12" name="Google Shape;112;p16"/>
          <p:cNvCxnSpPr>
            <a:stCxn id="104" idx="6"/>
            <a:endCxn id="111" idx="2"/>
          </p:cNvCxnSpPr>
          <p:nvPr/>
        </p:nvCxnSpPr>
        <p:spPr>
          <a:xfrm>
            <a:off x="1757850" y="1362775"/>
            <a:ext cx="43134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6"/>
          <p:cNvCxnSpPr>
            <a:stCxn id="104" idx="4"/>
            <a:endCxn id="110" idx="0"/>
          </p:cNvCxnSpPr>
          <p:nvPr/>
        </p:nvCxnSpPr>
        <p:spPr>
          <a:xfrm>
            <a:off x="1497450" y="1623175"/>
            <a:ext cx="0" cy="28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6"/>
          <p:cNvCxnSpPr>
            <a:stCxn id="111" idx="3"/>
            <a:endCxn id="107" idx="7"/>
          </p:cNvCxnSpPr>
          <p:nvPr/>
        </p:nvCxnSpPr>
        <p:spPr>
          <a:xfrm flipH="1">
            <a:off x="3654344" y="1546906"/>
            <a:ext cx="2493300" cy="29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6"/>
          <p:cNvCxnSpPr>
            <a:stCxn id="110" idx="7"/>
            <a:endCxn id="108" idx="4"/>
          </p:cNvCxnSpPr>
          <p:nvPr/>
        </p:nvCxnSpPr>
        <p:spPr>
          <a:xfrm flipH="1" rot="10800000">
            <a:off x="1681581" y="1179169"/>
            <a:ext cx="2049000" cy="3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6"/>
          <p:cNvCxnSpPr>
            <a:stCxn id="109" idx="2"/>
            <a:endCxn id="106" idx="5"/>
          </p:cNvCxnSpPr>
          <p:nvPr/>
        </p:nvCxnSpPr>
        <p:spPr>
          <a:xfrm rot="10800000">
            <a:off x="1048775" y="3136900"/>
            <a:ext cx="5022600" cy="164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6"/>
          <p:cNvCxnSpPr>
            <a:stCxn id="108" idx="5"/>
            <a:endCxn id="105" idx="2"/>
          </p:cNvCxnSpPr>
          <p:nvPr/>
        </p:nvCxnSpPr>
        <p:spPr>
          <a:xfrm>
            <a:off x="3914606" y="1102981"/>
            <a:ext cx="2932500" cy="17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6"/>
          <p:cNvCxnSpPr>
            <a:stCxn id="105" idx="3"/>
            <a:endCxn id="107" idx="6"/>
          </p:cNvCxnSpPr>
          <p:nvPr/>
        </p:nvCxnSpPr>
        <p:spPr>
          <a:xfrm flipH="1">
            <a:off x="3730694" y="3060681"/>
            <a:ext cx="3192600" cy="16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>
            <a:stCxn id="108" idx="3"/>
            <a:endCxn id="106" idx="7"/>
          </p:cNvCxnSpPr>
          <p:nvPr/>
        </p:nvCxnSpPr>
        <p:spPr>
          <a:xfrm flipH="1">
            <a:off x="1048544" y="1102981"/>
            <a:ext cx="2497800" cy="16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>
            <a:stCxn id="104" idx="5"/>
            <a:endCxn id="109" idx="1"/>
          </p:cNvCxnSpPr>
          <p:nvPr/>
        </p:nvCxnSpPr>
        <p:spPr>
          <a:xfrm>
            <a:off x="1681581" y="1546906"/>
            <a:ext cx="4466100" cy="30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6"/>
          <p:cNvSpPr txBox="1"/>
          <p:nvPr/>
        </p:nvSpPr>
        <p:spPr>
          <a:xfrm>
            <a:off x="130275" y="166750"/>
            <a:ext cx="4627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Find the shortest path to A to 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743900" y="307475"/>
            <a:ext cx="1297800" cy="453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743900" y="910075"/>
            <a:ext cx="1297800" cy="453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743900" y="1526675"/>
            <a:ext cx="1297800" cy="453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743900" y="2129275"/>
            <a:ext cx="1297800" cy="453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1237050" y="1102375"/>
            <a:ext cx="520800" cy="520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31" name="Google Shape;131;p17"/>
          <p:cNvSpPr/>
          <p:nvPr/>
        </p:nvSpPr>
        <p:spPr>
          <a:xfrm>
            <a:off x="6847025" y="26161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</a:t>
            </a:r>
            <a:endParaRPr sz="2400"/>
          </a:p>
        </p:txBody>
      </p:sp>
      <p:sp>
        <p:nvSpPr>
          <p:cNvPr id="132" name="Google Shape;132;p17"/>
          <p:cNvSpPr/>
          <p:nvPr/>
        </p:nvSpPr>
        <p:spPr>
          <a:xfrm>
            <a:off x="604125" y="26923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sp>
        <p:nvSpPr>
          <p:cNvPr id="133" name="Google Shape;133;p17"/>
          <p:cNvSpPr/>
          <p:nvPr/>
        </p:nvSpPr>
        <p:spPr>
          <a:xfrm>
            <a:off x="3209775" y="44600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</a:t>
            </a:r>
            <a:endParaRPr sz="2400"/>
          </a:p>
        </p:txBody>
      </p:sp>
      <p:sp>
        <p:nvSpPr>
          <p:cNvPr id="134" name="Google Shape;134;p17"/>
          <p:cNvSpPr/>
          <p:nvPr/>
        </p:nvSpPr>
        <p:spPr>
          <a:xfrm>
            <a:off x="3470075" y="6584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</a:t>
            </a:r>
            <a:endParaRPr sz="2400"/>
          </a:p>
        </p:txBody>
      </p:sp>
      <p:sp>
        <p:nvSpPr>
          <p:cNvPr id="135" name="Google Shape;135;p17"/>
          <p:cNvSpPr/>
          <p:nvPr/>
        </p:nvSpPr>
        <p:spPr>
          <a:xfrm>
            <a:off x="6071375" y="452050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endParaRPr sz="2400"/>
          </a:p>
        </p:txBody>
      </p:sp>
      <p:sp>
        <p:nvSpPr>
          <p:cNvPr id="136" name="Google Shape;136;p17"/>
          <p:cNvSpPr/>
          <p:nvPr/>
        </p:nvSpPr>
        <p:spPr>
          <a:xfrm>
            <a:off x="1237050" y="4520500"/>
            <a:ext cx="520800" cy="5208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37" name="Google Shape;137;p17"/>
          <p:cNvSpPr/>
          <p:nvPr/>
        </p:nvSpPr>
        <p:spPr>
          <a:xfrm>
            <a:off x="6071375" y="1102375"/>
            <a:ext cx="520800" cy="5208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38" name="Google Shape;138;p17"/>
          <p:cNvCxnSpPr>
            <a:stCxn id="130" idx="6"/>
            <a:endCxn id="137" idx="2"/>
          </p:cNvCxnSpPr>
          <p:nvPr/>
        </p:nvCxnSpPr>
        <p:spPr>
          <a:xfrm>
            <a:off x="1757850" y="1362775"/>
            <a:ext cx="43134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7"/>
          <p:cNvCxnSpPr>
            <a:stCxn id="130" idx="4"/>
            <a:endCxn id="136" idx="0"/>
          </p:cNvCxnSpPr>
          <p:nvPr/>
        </p:nvCxnSpPr>
        <p:spPr>
          <a:xfrm>
            <a:off x="1497450" y="1623175"/>
            <a:ext cx="0" cy="28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7"/>
          <p:cNvCxnSpPr>
            <a:stCxn id="137" idx="3"/>
            <a:endCxn id="133" idx="7"/>
          </p:cNvCxnSpPr>
          <p:nvPr/>
        </p:nvCxnSpPr>
        <p:spPr>
          <a:xfrm flipH="1">
            <a:off x="3654344" y="1546906"/>
            <a:ext cx="2493300" cy="29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7"/>
          <p:cNvCxnSpPr>
            <a:stCxn id="136" idx="7"/>
            <a:endCxn id="134" idx="4"/>
          </p:cNvCxnSpPr>
          <p:nvPr/>
        </p:nvCxnSpPr>
        <p:spPr>
          <a:xfrm flipH="1" rot="10800000">
            <a:off x="1681581" y="1179169"/>
            <a:ext cx="2049000" cy="3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7"/>
          <p:cNvCxnSpPr>
            <a:stCxn id="135" idx="2"/>
            <a:endCxn id="132" idx="5"/>
          </p:cNvCxnSpPr>
          <p:nvPr/>
        </p:nvCxnSpPr>
        <p:spPr>
          <a:xfrm rot="10800000">
            <a:off x="1048775" y="3136900"/>
            <a:ext cx="5022600" cy="164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7"/>
          <p:cNvCxnSpPr>
            <a:stCxn id="134" idx="5"/>
            <a:endCxn id="131" idx="2"/>
          </p:cNvCxnSpPr>
          <p:nvPr/>
        </p:nvCxnSpPr>
        <p:spPr>
          <a:xfrm>
            <a:off x="3914606" y="1102981"/>
            <a:ext cx="2932500" cy="17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7"/>
          <p:cNvCxnSpPr>
            <a:stCxn id="131" idx="3"/>
            <a:endCxn id="133" idx="6"/>
          </p:cNvCxnSpPr>
          <p:nvPr/>
        </p:nvCxnSpPr>
        <p:spPr>
          <a:xfrm flipH="1">
            <a:off x="3730694" y="3060681"/>
            <a:ext cx="3192600" cy="16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7"/>
          <p:cNvCxnSpPr>
            <a:stCxn id="134" idx="3"/>
            <a:endCxn id="132" idx="7"/>
          </p:cNvCxnSpPr>
          <p:nvPr/>
        </p:nvCxnSpPr>
        <p:spPr>
          <a:xfrm flipH="1">
            <a:off x="1048544" y="1102981"/>
            <a:ext cx="2497800" cy="16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7"/>
          <p:cNvCxnSpPr>
            <a:stCxn id="130" idx="5"/>
            <a:endCxn id="135" idx="1"/>
          </p:cNvCxnSpPr>
          <p:nvPr/>
        </p:nvCxnSpPr>
        <p:spPr>
          <a:xfrm>
            <a:off x="1681581" y="1546906"/>
            <a:ext cx="4466100" cy="30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7"/>
          <p:cNvSpPr txBox="1"/>
          <p:nvPr/>
        </p:nvSpPr>
        <p:spPr>
          <a:xfrm>
            <a:off x="130275" y="166750"/>
            <a:ext cx="4627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Find the shortest path to A to 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743900" y="307475"/>
            <a:ext cx="1297800" cy="453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743900" y="910075"/>
            <a:ext cx="1297800" cy="453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743900" y="1526675"/>
            <a:ext cx="1297800" cy="453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743900" y="2129275"/>
            <a:ext cx="1297800" cy="453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1237050" y="1102375"/>
            <a:ext cx="520800" cy="5208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</a:t>
            </a:r>
            <a:endParaRPr sz="2400"/>
          </a:p>
        </p:txBody>
      </p:sp>
      <p:sp>
        <p:nvSpPr>
          <p:cNvPr id="157" name="Google Shape;157;p18"/>
          <p:cNvSpPr/>
          <p:nvPr/>
        </p:nvSpPr>
        <p:spPr>
          <a:xfrm>
            <a:off x="6847025" y="2616150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</a:t>
            </a:r>
            <a:endParaRPr sz="2400"/>
          </a:p>
        </p:txBody>
      </p:sp>
      <p:sp>
        <p:nvSpPr>
          <p:cNvPr id="158" name="Google Shape;158;p18"/>
          <p:cNvSpPr/>
          <p:nvPr/>
        </p:nvSpPr>
        <p:spPr>
          <a:xfrm>
            <a:off x="604125" y="2692375"/>
            <a:ext cx="520800" cy="520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</a:t>
            </a:r>
            <a:endParaRPr sz="2400"/>
          </a:p>
        </p:txBody>
      </p:sp>
      <p:sp>
        <p:nvSpPr>
          <p:cNvPr id="159" name="Google Shape;159;p18"/>
          <p:cNvSpPr/>
          <p:nvPr/>
        </p:nvSpPr>
        <p:spPr>
          <a:xfrm>
            <a:off x="3209775" y="4460075"/>
            <a:ext cx="520800" cy="520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</a:t>
            </a:r>
            <a:endParaRPr sz="2400"/>
          </a:p>
        </p:txBody>
      </p:sp>
      <p:sp>
        <p:nvSpPr>
          <p:cNvPr id="160" name="Google Shape;160;p18"/>
          <p:cNvSpPr/>
          <p:nvPr/>
        </p:nvSpPr>
        <p:spPr>
          <a:xfrm>
            <a:off x="3470075" y="658450"/>
            <a:ext cx="520800" cy="520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</a:t>
            </a:r>
            <a:endParaRPr sz="2400"/>
          </a:p>
        </p:txBody>
      </p:sp>
      <p:sp>
        <p:nvSpPr>
          <p:cNvPr id="161" name="Google Shape;161;p18"/>
          <p:cNvSpPr/>
          <p:nvPr/>
        </p:nvSpPr>
        <p:spPr>
          <a:xfrm>
            <a:off x="6071375" y="4520500"/>
            <a:ext cx="520800" cy="5208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</a:t>
            </a:r>
            <a:endParaRPr sz="2400"/>
          </a:p>
        </p:txBody>
      </p:sp>
      <p:sp>
        <p:nvSpPr>
          <p:cNvPr id="162" name="Google Shape;162;p18"/>
          <p:cNvSpPr/>
          <p:nvPr/>
        </p:nvSpPr>
        <p:spPr>
          <a:xfrm>
            <a:off x="1237050" y="4520500"/>
            <a:ext cx="520800" cy="5208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</a:t>
            </a:r>
            <a:endParaRPr sz="2400"/>
          </a:p>
        </p:txBody>
      </p:sp>
      <p:sp>
        <p:nvSpPr>
          <p:cNvPr id="163" name="Google Shape;163;p18"/>
          <p:cNvSpPr/>
          <p:nvPr/>
        </p:nvSpPr>
        <p:spPr>
          <a:xfrm>
            <a:off x="6071375" y="1102375"/>
            <a:ext cx="520800" cy="5208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</a:t>
            </a:r>
            <a:endParaRPr sz="2400"/>
          </a:p>
        </p:txBody>
      </p:sp>
      <p:cxnSp>
        <p:nvCxnSpPr>
          <p:cNvPr id="164" name="Google Shape;164;p18"/>
          <p:cNvCxnSpPr>
            <a:stCxn id="156" idx="6"/>
            <a:endCxn id="163" idx="2"/>
          </p:cNvCxnSpPr>
          <p:nvPr/>
        </p:nvCxnSpPr>
        <p:spPr>
          <a:xfrm>
            <a:off x="1757850" y="1362775"/>
            <a:ext cx="4313400" cy="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8"/>
          <p:cNvCxnSpPr>
            <a:stCxn id="156" idx="4"/>
            <a:endCxn id="162" idx="0"/>
          </p:cNvCxnSpPr>
          <p:nvPr/>
        </p:nvCxnSpPr>
        <p:spPr>
          <a:xfrm>
            <a:off x="1497450" y="1623175"/>
            <a:ext cx="0" cy="289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18"/>
          <p:cNvCxnSpPr>
            <a:stCxn id="163" idx="3"/>
            <a:endCxn id="159" idx="7"/>
          </p:cNvCxnSpPr>
          <p:nvPr/>
        </p:nvCxnSpPr>
        <p:spPr>
          <a:xfrm flipH="1">
            <a:off x="3654344" y="1546906"/>
            <a:ext cx="2493300" cy="298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8"/>
          <p:cNvCxnSpPr>
            <a:stCxn id="162" idx="7"/>
            <a:endCxn id="160" idx="4"/>
          </p:cNvCxnSpPr>
          <p:nvPr/>
        </p:nvCxnSpPr>
        <p:spPr>
          <a:xfrm flipH="1" rot="10800000">
            <a:off x="1681581" y="1179169"/>
            <a:ext cx="2049000" cy="3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8"/>
          <p:cNvCxnSpPr>
            <a:stCxn id="161" idx="2"/>
            <a:endCxn id="158" idx="5"/>
          </p:cNvCxnSpPr>
          <p:nvPr/>
        </p:nvCxnSpPr>
        <p:spPr>
          <a:xfrm rot="10800000">
            <a:off x="1048775" y="3136900"/>
            <a:ext cx="5022600" cy="164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8"/>
          <p:cNvCxnSpPr>
            <a:stCxn id="160" idx="5"/>
            <a:endCxn id="157" idx="2"/>
          </p:cNvCxnSpPr>
          <p:nvPr/>
        </p:nvCxnSpPr>
        <p:spPr>
          <a:xfrm>
            <a:off x="3914606" y="1102981"/>
            <a:ext cx="2932500" cy="177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>
            <a:stCxn id="157" idx="3"/>
            <a:endCxn id="159" idx="6"/>
          </p:cNvCxnSpPr>
          <p:nvPr/>
        </p:nvCxnSpPr>
        <p:spPr>
          <a:xfrm flipH="1">
            <a:off x="3730694" y="3060681"/>
            <a:ext cx="3192600" cy="16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>
            <a:stCxn id="160" idx="3"/>
            <a:endCxn id="158" idx="7"/>
          </p:cNvCxnSpPr>
          <p:nvPr/>
        </p:nvCxnSpPr>
        <p:spPr>
          <a:xfrm flipH="1">
            <a:off x="1048544" y="1102981"/>
            <a:ext cx="2497800" cy="16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>
            <a:stCxn id="156" idx="5"/>
            <a:endCxn id="161" idx="1"/>
          </p:cNvCxnSpPr>
          <p:nvPr/>
        </p:nvCxnSpPr>
        <p:spPr>
          <a:xfrm>
            <a:off x="1681581" y="1546906"/>
            <a:ext cx="4466100" cy="304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8"/>
          <p:cNvSpPr txBox="1"/>
          <p:nvPr/>
        </p:nvSpPr>
        <p:spPr>
          <a:xfrm>
            <a:off x="130275" y="166750"/>
            <a:ext cx="4627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Find the shortest path to A to 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7743900" y="307475"/>
            <a:ext cx="1297800" cy="453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7743900" y="910075"/>
            <a:ext cx="1297800" cy="453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743900" y="1526675"/>
            <a:ext cx="1297800" cy="453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743900" y="2129275"/>
            <a:ext cx="1297800" cy="453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Level 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