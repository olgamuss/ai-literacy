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c9fbf665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c9fbf665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aeca4ab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aeca4ab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8df849218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8df849218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f7917e90a0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f7917e90a0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8df849218_6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e8df849218_6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e8df849218_6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e8df849218_6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e8df849218_6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e8df849218_6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e8df849218_6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e8df849218_6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e8df849218_6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e8df849218_6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1335900"/>
            <a:ext cx="8520600" cy="24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ROUTE FINDING </a:t>
            </a:r>
            <a:r>
              <a:rPr lang="en" sz="7200"/>
              <a:t>ACTIVITY</a:t>
            </a:r>
            <a:r>
              <a:rPr lang="en" sz="7200"/>
              <a:t> </a:t>
            </a:r>
            <a:endParaRPr sz="7200"/>
          </a:p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235300" y="57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1152475"/>
            <a:ext cx="8630700" cy="4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assignment, you will be practice using the Breadth-First Search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method of route finding. Your goal is to find the most direct route from Columbus to Brunswick, Georgia. Follow the steps below to complete the route.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Click and drag the green node        to the starting city, Columbus.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Find all the uncolored neighbors connected to Columbus.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and drag the yellow nodes   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to the neighbors connected to Columbus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Repeat step 3 with each of the colored nodes from Level 2,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and Level 4 until you have colored the destination city, Brunswick.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5: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Once you have finished coloring the nodes, Recover the Solution by  tracing backwards from the destination.  Be sure you do NOT repeat any colors when you trace for a solution.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4218875" y="2294125"/>
            <a:ext cx="2553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3931920" y="2240280"/>
            <a:ext cx="274200" cy="2775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4069080" y="3099816"/>
            <a:ext cx="274200" cy="2775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311700" y="1132275"/>
            <a:ext cx="14178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">
                <a:solidFill>
                  <a:srgbClr val="4A86E8"/>
                </a:solidFill>
              </a:rPr>
              <a:t>Tips!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You want to color the neighboring cities one step at a time. Place your finger on first city. Trace the lines that leave the city. Those are the neighbors.Use the arrow</a:t>
            </a:r>
            <a:endParaRPr sz="16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for the Recover the Solution step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1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Worksheet 1: Route Finding: Columbus to Brunswick </a:t>
            </a:r>
            <a:endParaRPr b="1"/>
          </a:p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8" name="Google Shape;118;p27"/>
          <p:cNvGrpSpPr/>
          <p:nvPr/>
        </p:nvGrpSpPr>
        <p:grpSpPr>
          <a:xfrm>
            <a:off x="1827363" y="690565"/>
            <a:ext cx="4795624" cy="4379467"/>
            <a:chOff x="2819750" y="881249"/>
            <a:chExt cx="4233425" cy="3722138"/>
          </a:xfrm>
        </p:grpSpPr>
        <p:sp>
          <p:nvSpPr>
            <p:cNvPr id="119" name="Google Shape;119;p27"/>
            <p:cNvSpPr/>
            <p:nvPr/>
          </p:nvSpPr>
          <p:spPr>
            <a:xfrm>
              <a:off x="3486050" y="2846500"/>
              <a:ext cx="189175" cy="1513325"/>
            </a:xfrm>
            <a:custGeom>
              <a:rect b="b" l="l" r="r" t="t"/>
              <a:pathLst>
                <a:path extrusionOk="0" h="60533" w="7567">
                  <a:moveTo>
                    <a:pt x="0" y="0"/>
                  </a:moveTo>
                  <a:cubicBezTo>
                    <a:pt x="1261" y="10089"/>
                    <a:pt x="6306" y="50444"/>
                    <a:pt x="7567" y="6053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0" name="Google Shape;120;p27"/>
            <p:cNvSpPr/>
            <p:nvPr/>
          </p:nvSpPr>
          <p:spPr>
            <a:xfrm>
              <a:off x="3981475" y="1558375"/>
              <a:ext cx="693625" cy="198150"/>
            </a:xfrm>
            <a:custGeom>
              <a:rect b="b" l="l" r="r" t="t"/>
              <a:pathLst>
                <a:path extrusionOk="0" h="7926" w="27745">
                  <a:moveTo>
                    <a:pt x="27745" y="0"/>
                  </a:moveTo>
                  <a:cubicBezTo>
                    <a:pt x="23121" y="1321"/>
                    <a:pt x="4624" y="6605"/>
                    <a:pt x="0" y="7926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1" name="Google Shape;121;p27"/>
            <p:cNvSpPr/>
            <p:nvPr/>
          </p:nvSpPr>
          <p:spPr>
            <a:xfrm>
              <a:off x="3332925" y="1342175"/>
              <a:ext cx="648550" cy="414350"/>
            </a:xfrm>
            <a:custGeom>
              <a:rect b="b" l="l" r="r" t="t"/>
              <a:pathLst>
                <a:path extrusionOk="0" h="16574" w="25942">
                  <a:moveTo>
                    <a:pt x="0" y="0"/>
                  </a:moveTo>
                  <a:cubicBezTo>
                    <a:pt x="4324" y="2762"/>
                    <a:pt x="21618" y="13812"/>
                    <a:pt x="25942" y="1657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2" name="Google Shape;122;p27"/>
            <p:cNvSpPr/>
            <p:nvPr/>
          </p:nvSpPr>
          <p:spPr>
            <a:xfrm>
              <a:off x="4675100" y="1044925"/>
              <a:ext cx="45025" cy="531450"/>
            </a:xfrm>
            <a:custGeom>
              <a:rect b="b" l="l" r="r" t="t"/>
              <a:pathLst>
                <a:path extrusionOk="0" h="21258" w="1801">
                  <a:moveTo>
                    <a:pt x="1801" y="0"/>
                  </a:moveTo>
                  <a:cubicBezTo>
                    <a:pt x="1501" y="3543"/>
                    <a:pt x="300" y="17715"/>
                    <a:pt x="0" y="2125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3" name="Google Shape;123;p27"/>
            <p:cNvSpPr/>
            <p:nvPr/>
          </p:nvSpPr>
          <p:spPr>
            <a:xfrm>
              <a:off x="3999500" y="1053925"/>
              <a:ext cx="729625" cy="711625"/>
            </a:xfrm>
            <a:custGeom>
              <a:rect b="b" l="l" r="r" t="t"/>
              <a:pathLst>
                <a:path extrusionOk="0" h="28465" w="29185">
                  <a:moveTo>
                    <a:pt x="29185" y="0"/>
                  </a:moveTo>
                  <a:cubicBezTo>
                    <a:pt x="24321" y="4744"/>
                    <a:pt x="4864" y="23721"/>
                    <a:pt x="0" y="28465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4" name="Google Shape;124;p27"/>
            <p:cNvSpPr/>
            <p:nvPr/>
          </p:nvSpPr>
          <p:spPr>
            <a:xfrm>
              <a:off x="3693225" y="1756525"/>
              <a:ext cx="315275" cy="342300"/>
            </a:xfrm>
            <a:custGeom>
              <a:rect b="b" l="l" r="r" t="t"/>
              <a:pathLst>
                <a:path extrusionOk="0" h="13692" w="12611">
                  <a:moveTo>
                    <a:pt x="0" y="13692"/>
                  </a:moveTo>
                  <a:cubicBezTo>
                    <a:pt x="2102" y="11410"/>
                    <a:pt x="10509" y="2282"/>
                    <a:pt x="12611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5" name="Google Shape;125;p27"/>
            <p:cNvSpPr/>
            <p:nvPr/>
          </p:nvSpPr>
          <p:spPr>
            <a:xfrm>
              <a:off x="3486050" y="2098825"/>
              <a:ext cx="207175" cy="306275"/>
            </a:xfrm>
            <a:custGeom>
              <a:rect b="b" l="l" r="r" t="t"/>
              <a:pathLst>
                <a:path extrusionOk="0" h="12251" w="8287">
                  <a:moveTo>
                    <a:pt x="0" y="12251"/>
                  </a:moveTo>
                  <a:cubicBezTo>
                    <a:pt x="1381" y="10209"/>
                    <a:pt x="6906" y="2042"/>
                    <a:pt x="8287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6" name="Google Shape;126;p27"/>
            <p:cNvSpPr/>
            <p:nvPr/>
          </p:nvSpPr>
          <p:spPr>
            <a:xfrm>
              <a:off x="3486050" y="2423125"/>
              <a:ext cx="9000" cy="432375"/>
            </a:xfrm>
            <a:custGeom>
              <a:rect b="b" l="l" r="r" t="t"/>
              <a:pathLst>
                <a:path extrusionOk="0" h="17295" w="360">
                  <a:moveTo>
                    <a:pt x="360" y="17295"/>
                  </a:moveTo>
                  <a:cubicBezTo>
                    <a:pt x="300" y="14413"/>
                    <a:pt x="60" y="288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7" name="Google Shape;127;p27"/>
            <p:cNvSpPr/>
            <p:nvPr/>
          </p:nvSpPr>
          <p:spPr>
            <a:xfrm>
              <a:off x="4026525" y="1747525"/>
              <a:ext cx="1684475" cy="279250"/>
            </a:xfrm>
            <a:custGeom>
              <a:rect b="b" l="l" r="r" t="t"/>
              <a:pathLst>
                <a:path extrusionOk="0" h="11170" w="67379">
                  <a:moveTo>
                    <a:pt x="0" y="0"/>
                  </a:moveTo>
                  <a:cubicBezTo>
                    <a:pt x="11230" y="1862"/>
                    <a:pt x="56149" y="9308"/>
                    <a:pt x="67379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8" name="Google Shape;128;p27"/>
            <p:cNvSpPr/>
            <p:nvPr/>
          </p:nvSpPr>
          <p:spPr>
            <a:xfrm>
              <a:off x="4485925" y="2351050"/>
              <a:ext cx="234200" cy="234200"/>
            </a:xfrm>
            <a:custGeom>
              <a:rect b="b" l="l" r="r" t="t"/>
              <a:pathLst>
                <a:path extrusionOk="0" h="9368" w="9368">
                  <a:moveTo>
                    <a:pt x="9368" y="0"/>
                  </a:moveTo>
                  <a:cubicBezTo>
                    <a:pt x="7807" y="1561"/>
                    <a:pt x="1561" y="7807"/>
                    <a:pt x="0" y="936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9" name="Google Shape;129;p27"/>
            <p:cNvSpPr/>
            <p:nvPr/>
          </p:nvSpPr>
          <p:spPr>
            <a:xfrm>
              <a:off x="4476925" y="2576250"/>
              <a:ext cx="18000" cy="333300"/>
            </a:xfrm>
            <a:custGeom>
              <a:rect b="b" l="l" r="r" t="t"/>
              <a:pathLst>
                <a:path extrusionOk="0" h="13332" w="720">
                  <a:moveTo>
                    <a:pt x="0" y="0"/>
                  </a:moveTo>
                  <a:cubicBezTo>
                    <a:pt x="120" y="2222"/>
                    <a:pt x="600" y="11110"/>
                    <a:pt x="720" y="1333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0" name="Google Shape;130;p27"/>
            <p:cNvSpPr/>
            <p:nvPr/>
          </p:nvSpPr>
          <p:spPr>
            <a:xfrm>
              <a:off x="3495050" y="2855500"/>
              <a:ext cx="1026900" cy="54050"/>
            </a:xfrm>
            <a:custGeom>
              <a:rect b="b" l="l" r="r" t="t"/>
              <a:pathLst>
                <a:path extrusionOk="0" h="2162" w="41076">
                  <a:moveTo>
                    <a:pt x="0" y="0"/>
                  </a:moveTo>
                  <a:cubicBezTo>
                    <a:pt x="6846" y="360"/>
                    <a:pt x="34230" y="1802"/>
                    <a:pt x="41076" y="216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1" name="Google Shape;131;p27"/>
            <p:cNvSpPr/>
            <p:nvPr/>
          </p:nvSpPr>
          <p:spPr>
            <a:xfrm>
              <a:off x="3990500" y="1765550"/>
              <a:ext cx="486425" cy="828725"/>
            </a:xfrm>
            <a:custGeom>
              <a:rect b="b" l="l" r="r" t="t"/>
              <a:pathLst>
                <a:path extrusionOk="0" h="33149" w="19457">
                  <a:moveTo>
                    <a:pt x="0" y="0"/>
                  </a:moveTo>
                  <a:cubicBezTo>
                    <a:pt x="3243" y="5525"/>
                    <a:pt x="16214" y="27624"/>
                    <a:pt x="19457" y="331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" name="Google Shape;132;p27"/>
            <p:cNvSpPr/>
            <p:nvPr/>
          </p:nvSpPr>
          <p:spPr>
            <a:xfrm>
              <a:off x="4738150" y="2035775"/>
              <a:ext cx="963850" cy="306275"/>
            </a:xfrm>
            <a:custGeom>
              <a:rect b="b" l="l" r="r" t="t"/>
              <a:pathLst>
                <a:path extrusionOk="0" h="12251" w="38554">
                  <a:moveTo>
                    <a:pt x="0" y="12251"/>
                  </a:moveTo>
                  <a:cubicBezTo>
                    <a:pt x="6426" y="10209"/>
                    <a:pt x="32128" y="2042"/>
                    <a:pt x="38554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" name="Google Shape;133;p27"/>
            <p:cNvSpPr/>
            <p:nvPr/>
          </p:nvSpPr>
          <p:spPr>
            <a:xfrm>
              <a:off x="3675225" y="4332800"/>
              <a:ext cx="1044900" cy="18000"/>
            </a:xfrm>
            <a:custGeom>
              <a:rect b="b" l="l" r="r" t="t"/>
              <a:pathLst>
                <a:path extrusionOk="0" h="720" w="41796">
                  <a:moveTo>
                    <a:pt x="0" y="720"/>
                  </a:moveTo>
                  <a:cubicBezTo>
                    <a:pt x="6966" y="600"/>
                    <a:pt x="34830" y="120"/>
                    <a:pt x="41796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4" name="Google Shape;134;p27"/>
            <p:cNvSpPr/>
            <p:nvPr/>
          </p:nvSpPr>
          <p:spPr>
            <a:xfrm>
              <a:off x="4720125" y="4062550"/>
              <a:ext cx="702625" cy="270250"/>
            </a:xfrm>
            <a:custGeom>
              <a:rect b="b" l="l" r="r" t="t"/>
              <a:pathLst>
                <a:path extrusionOk="0" h="10810" w="28105">
                  <a:moveTo>
                    <a:pt x="28105" y="0"/>
                  </a:moveTo>
                  <a:cubicBezTo>
                    <a:pt x="23421" y="1802"/>
                    <a:pt x="4684" y="9008"/>
                    <a:pt x="0" y="1081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5" name="Google Shape;135;p27"/>
            <p:cNvSpPr/>
            <p:nvPr/>
          </p:nvSpPr>
          <p:spPr>
            <a:xfrm>
              <a:off x="5440750" y="4044550"/>
              <a:ext cx="648575" cy="18000"/>
            </a:xfrm>
            <a:custGeom>
              <a:rect b="b" l="l" r="r" t="t"/>
              <a:pathLst>
                <a:path extrusionOk="0" h="720" w="25943">
                  <a:moveTo>
                    <a:pt x="25943" y="720"/>
                  </a:moveTo>
                  <a:cubicBezTo>
                    <a:pt x="21619" y="600"/>
                    <a:pt x="4324" y="12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6" name="Google Shape;136;p27"/>
            <p:cNvSpPr/>
            <p:nvPr/>
          </p:nvSpPr>
          <p:spPr>
            <a:xfrm>
              <a:off x="5972225" y="3531100"/>
              <a:ext cx="126100" cy="522450"/>
            </a:xfrm>
            <a:custGeom>
              <a:rect b="b" l="l" r="r" t="t"/>
              <a:pathLst>
                <a:path extrusionOk="0" h="20898" w="5044">
                  <a:moveTo>
                    <a:pt x="0" y="0"/>
                  </a:moveTo>
                  <a:cubicBezTo>
                    <a:pt x="841" y="3483"/>
                    <a:pt x="4203" y="17415"/>
                    <a:pt x="5044" y="2089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7" name="Google Shape;137;p27"/>
            <p:cNvSpPr/>
            <p:nvPr/>
          </p:nvSpPr>
          <p:spPr>
            <a:xfrm>
              <a:off x="5990250" y="3242825"/>
              <a:ext cx="351300" cy="279250"/>
            </a:xfrm>
            <a:custGeom>
              <a:rect b="b" l="l" r="r" t="t"/>
              <a:pathLst>
                <a:path extrusionOk="0" h="11170" w="14052">
                  <a:moveTo>
                    <a:pt x="14052" y="0"/>
                  </a:moveTo>
                  <a:cubicBezTo>
                    <a:pt x="11710" y="1862"/>
                    <a:pt x="2342" y="9308"/>
                    <a:pt x="0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8" name="Google Shape;138;p27"/>
            <p:cNvSpPr/>
            <p:nvPr/>
          </p:nvSpPr>
          <p:spPr>
            <a:xfrm>
              <a:off x="5792075" y="2927550"/>
              <a:ext cx="558475" cy="324300"/>
            </a:xfrm>
            <a:custGeom>
              <a:rect b="b" l="l" r="r" t="t"/>
              <a:pathLst>
                <a:path extrusionOk="0" h="12972" w="22339">
                  <a:moveTo>
                    <a:pt x="0" y="0"/>
                  </a:moveTo>
                  <a:cubicBezTo>
                    <a:pt x="3723" y="2162"/>
                    <a:pt x="18616" y="10810"/>
                    <a:pt x="22339" y="1297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9" name="Google Shape;139;p27"/>
            <p:cNvSpPr/>
            <p:nvPr/>
          </p:nvSpPr>
          <p:spPr>
            <a:xfrm>
              <a:off x="4494925" y="2585250"/>
              <a:ext cx="1297150" cy="360325"/>
            </a:xfrm>
            <a:custGeom>
              <a:rect b="b" l="l" r="r" t="t"/>
              <a:pathLst>
                <a:path extrusionOk="0" h="14413" w="51886">
                  <a:moveTo>
                    <a:pt x="0" y="0"/>
                  </a:moveTo>
                  <a:cubicBezTo>
                    <a:pt x="8648" y="2402"/>
                    <a:pt x="43238" y="12011"/>
                    <a:pt x="51886" y="1441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0" name="Google Shape;140;p27"/>
            <p:cNvSpPr/>
            <p:nvPr/>
          </p:nvSpPr>
          <p:spPr>
            <a:xfrm>
              <a:off x="4467900" y="2900550"/>
              <a:ext cx="117100" cy="927800"/>
            </a:xfrm>
            <a:custGeom>
              <a:rect b="b" l="l" r="r" t="t"/>
              <a:pathLst>
                <a:path extrusionOk="0" h="37112" w="4684">
                  <a:moveTo>
                    <a:pt x="0" y="0"/>
                  </a:moveTo>
                  <a:cubicBezTo>
                    <a:pt x="781" y="6185"/>
                    <a:pt x="3903" y="30927"/>
                    <a:pt x="4684" y="3711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1" name="Google Shape;141;p27"/>
            <p:cNvSpPr/>
            <p:nvPr/>
          </p:nvSpPr>
          <p:spPr>
            <a:xfrm>
              <a:off x="4576000" y="3792325"/>
              <a:ext cx="135125" cy="558475"/>
            </a:xfrm>
            <a:custGeom>
              <a:rect b="b" l="l" r="r" t="t"/>
              <a:pathLst>
                <a:path extrusionOk="0" h="22339" w="5405">
                  <a:moveTo>
                    <a:pt x="0" y="0"/>
                  </a:moveTo>
                  <a:cubicBezTo>
                    <a:pt x="901" y="3723"/>
                    <a:pt x="4504" y="18616"/>
                    <a:pt x="5405" y="2233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2" name="Google Shape;142;p27"/>
            <p:cNvSpPr/>
            <p:nvPr/>
          </p:nvSpPr>
          <p:spPr>
            <a:xfrm>
              <a:off x="4089575" y="3675225"/>
              <a:ext cx="504450" cy="108075"/>
            </a:xfrm>
            <a:custGeom>
              <a:rect b="b" l="l" r="r" t="t"/>
              <a:pathLst>
                <a:path extrusionOk="0" h="4323" w="20178">
                  <a:moveTo>
                    <a:pt x="20178" y="4323"/>
                  </a:moveTo>
                  <a:cubicBezTo>
                    <a:pt x="16815" y="3603"/>
                    <a:pt x="3363" y="7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3" name="Google Shape;143;p27"/>
            <p:cNvSpPr/>
            <p:nvPr/>
          </p:nvSpPr>
          <p:spPr>
            <a:xfrm>
              <a:off x="4503950" y="2900550"/>
              <a:ext cx="513450" cy="405350"/>
            </a:xfrm>
            <a:custGeom>
              <a:rect b="b" l="l" r="r" t="t"/>
              <a:pathLst>
                <a:path extrusionOk="0" h="16214" w="20538">
                  <a:moveTo>
                    <a:pt x="0" y="0"/>
                  </a:moveTo>
                  <a:cubicBezTo>
                    <a:pt x="3423" y="2702"/>
                    <a:pt x="17115" y="13512"/>
                    <a:pt x="20538" y="1621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4" name="Google Shape;144;p27"/>
            <p:cNvSpPr/>
            <p:nvPr/>
          </p:nvSpPr>
          <p:spPr>
            <a:xfrm>
              <a:off x="5044425" y="3305900"/>
              <a:ext cx="927800" cy="261225"/>
            </a:xfrm>
            <a:custGeom>
              <a:rect b="b" l="l" r="r" t="t"/>
              <a:pathLst>
                <a:path extrusionOk="0" h="10449" w="37112">
                  <a:moveTo>
                    <a:pt x="0" y="0"/>
                  </a:moveTo>
                  <a:cubicBezTo>
                    <a:pt x="6185" y="1742"/>
                    <a:pt x="30927" y="8708"/>
                    <a:pt x="37112" y="104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5" name="Google Shape;145;p27"/>
            <p:cNvSpPr/>
            <p:nvPr/>
          </p:nvSpPr>
          <p:spPr>
            <a:xfrm>
              <a:off x="3486050" y="2837475"/>
              <a:ext cx="639550" cy="882775"/>
            </a:xfrm>
            <a:custGeom>
              <a:rect b="b" l="l" r="r" t="t"/>
              <a:pathLst>
                <a:path extrusionOk="0" h="35311" w="25582">
                  <a:moveTo>
                    <a:pt x="0" y="0"/>
                  </a:moveTo>
                  <a:cubicBezTo>
                    <a:pt x="4264" y="5885"/>
                    <a:pt x="21318" y="29426"/>
                    <a:pt x="25582" y="3531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6" name="Google Shape;146;p27"/>
            <p:cNvSpPr/>
            <p:nvPr/>
          </p:nvSpPr>
          <p:spPr>
            <a:xfrm>
              <a:off x="5711000" y="2035775"/>
              <a:ext cx="54050" cy="891775"/>
            </a:xfrm>
            <a:custGeom>
              <a:rect b="b" l="l" r="r" t="t"/>
              <a:pathLst>
                <a:path extrusionOk="0" h="35671" w="2162">
                  <a:moveTo>
                    <a:pt x="0" y="0"/>
                  </a:moveTo>
                  <a:cubicBezTo>
                    <a:pt x="360" y="5945"/>
                    <a:pt x="1802" y="29726"/>
                    <a:pt x="2162" y="3567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7" name="Google Shape;147;p27"/>
            <p:cNvSpPr/>
            <p:nvPr/>
          </p:nvSpPr>
          <p:spPr>
            <a:xfrm>
              <a:off x="3240434" y="123261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3392100" y="22945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3392100" y="2751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5667425" y="2829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4874000" y="3192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6233475" y="31340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59888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53200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4612025" y="42402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3580800" y="424025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4612034" y="9368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4566995" y="14702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5589325" y="19148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4612025" y="22583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4378300" y="24773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378300" y="27929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5856125" y="34249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3988300" y="3576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4477650" y="3687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3881195" y="165378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3576395" y="1989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3424000" y="15833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/>
                <a:t>Atlanta</a:t>
              </a:r>
              <a:endParaRPr b="1" sz="800"/>
            </a:p>
          </p:txBody>
        </p:sp>
        <p:sp>
          <p:nvSpPr>
            <p:cNvPr id="169" name="Google Shape;169;p27"/>
            <p:cNvSpPr txBox="1"/>
            <p:nvPr/>
          </p:nvSpPr>
          <p:spPr>
            <a:xfrm>
              <a:off x="4742550" y="8812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Toccoa</a:t>
              </a:r>
              <a:endParaRPr sz="800"/>
            </a:p>
          </p:txBody>
        </p:sp>
        <p:sp>
          <p:nvSpPr>
            <p:cNvPr id="170" name="Google Shape;170;p27"/>
            <p:cNvSpPr txBox="1"/>
            <p:nvPr/>
          </p:nvSpPr>
          <p:spPr>
            <a:xfrm>
              <a:off x="2846768" y="1156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Rome</a:t>
              </a:r>
              <a:endParaRPr sz="800"/>
            </a:p>
          </p:txBody>
        </p:sp>
        <p:sp>
          <p:nvSpPr>
            <p:cNvPr id="171" name="Google Shape;171;p27"/>
            <p:cNvSpPr txBox="1"/>
            <p:nvPr/>
          </p:nvSpPr>
          <p:spPr>
            <a:xfrm>
              <a:off x="4688966" y="13905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Athens</a:t>
              </a:r>
              <a:endParaRPr sz="800"/>
            </a:p>
          </p:txBody>
        </p:sp>
        <p:sp>
          <p:nvSpPr>
            <p:cNvPr id="172" name="Google Shape;172;p27"/>
            <p:cNvSpPr txBox="1"/>
            <p:nvPr/>
          </p:nvSpPr>
          <p:spPr>
            <a:xfrm>
              <a:off x="3062699" y="190291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Newnan</a:t>
              </a:r>
              <a:endParaRPr sz="800"/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5725609" y="1818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Augusta</a:t>
              </a:r>
              <a:endParaRPr sz="800"/>
            </a:p>
          </p:txBody>
        </p:sp>
        <p:sp>
          <p:nvSpPr>
            <p:cNvPr id="174" name="Google Shape;174;p27"/>
            <p:cNvSpPr txBox="1"/>
            <p:nvPr/>
          </p:nvSpPr>
          <p:spPr>
            <a:xfrm>
              <a:off x="2819751" y="223499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LaGrange</a:t>
              </a:r>
              <a:endParaRPr sz="800"/>
            </a:p>
          </p:txBody>
        </p:sp>
        <p:sp>
          <p:nvSpPr>
            <p:cNvPr id="175" name="Google Shape;175;p27"/>
            <p:cNvSpPr txBox="1"/>
            <p:nvPr/>
          </p:nvSpPr>
          <p:spPr>
            <a:xfrm>
              <a:off x="2819750" y="2692324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  <a:highlight>
                    <a:srgbClr val="FFFFFF"/>
                  </a:highlight>
                </a:rPr>
                <a:t>Columbus</a:t>
              </a:r>
              <a:endParaRPr b="1" sz="900">
                <a:solidFill>
                  <a:srgbClr val="FF0000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176" name="Google Shape;176;p27"/>
            <p:cNvSpPr txBox="1"/>
            <p:nvPr/>
          </p:nvSpPr>
          <p:spPr>
            <a:xfrm>
              <a:off x="3566025" y="351257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Albany</a:t>
              </a:r>
              <a:endParaRPr sz="800"/>
            </a:p>
          </p:txBody>
        </p:sp>
        <p:sp>
          <p:nvSpPr>
            <p:cNvPr id="177" name="Google Shape;177;p27"/>
            <p:cNvSpPr txBox="1"/>
            <p:nvPr/>
          </p:nvSpPr>
          <p:spPr>
            <a:xfrm>
              <a:off x="2981625" y="42279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Bainbridge</a:t>
              </a:r>
              <a:endParaRPr sz="800"/>
            </a:p>
          </p:txBody>
        </p:sp>
        <p:sp>
          <p:nvSpPr>
            <p:cNvPr id="178" name="Google Shape;178;p27"/>
            <p:cNvSpPr txBox="1"/>
            <p:nvPr/>
          </p:nvSpPr>
          <p:spPr>
            <a:xfrm>
              <a:off x="4593293" y="3611772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Tifton</a:t>
              </a:r>
              <a:endParaRPr sz="800"/>
            </a:p>
          </p:txBody>
        </p:sp>
        <p:sp>
          <p:nvSpPr>
            <p:cNvPr id="179" name="Google Shape;179;p27"/>
            <p:cNvSpPr txBox="1"/>
            <p:nvPr/>
          </p:nvSpPr>
          <p:spPr>
            <a:xfrm>
              <a:off x="4301400" y="43417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Valdosta</a:t>
              </a:r>
              <a:endParaRPr sz="800"/>
            </a:p>
          </p:txBody>
        </p:sp>
        <p:sp>
          <p:nvSpPr>
            <p:cNvPr id="180" name="Google Shape;180;p27"/>
            <p:cNvSpPr txBox="1"/>
            <p:nvPr/>
          </p:nvSpPr>
          <p:spPr>
            <a:xfrm>
              <a:off x="3941313" y="24072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Macon</a:t>
              </a:r>
              <a:endParaRPr sz="800"/>
            </a:p>
          </p:txBody>
        </p:sp>
        <p:sp>
          <p:nvSpPr>
            <p:cNvPr id="181" name="Google Shape;181;p27"/>
            <p:cNvSpPr txBox="1"/>
            <p:nvPr/>
          </p:nvSpPr>
          <p:spPr>
            <a:xfrm>
              <a:off x="4499815" y="2021622"/>
              <a:ext cx="84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Milledgeville</a:t>
              </a:r>
              <a:endParaRPr sz="800"/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6133425" y="3964711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  <a:highlight>
                    <a:srgbClr val="FFFFFF"/>
                  </a:highlight>
                </a:rPr>
                <a:t>Brunswick</a:t>
              </a:r>
              <a:endParaRPr b="1" sz="900">
                <a:solidFill>
                  <a:srgbClr val="FF0000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183" name="Google Shape;183;p27"/>
            <p:cNvSpPr txBox="1"/>
            <p:nvPr/>
          </p:nvSpPr>
          <p:spPr>
            <a:xfrm>
              <a:off x="5161525" y="40518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Waycross</a:t>
              </a:r>
              <a:endParaRPr sz="800"/>
            </a:p>
          </p:txBody>
        </p:sp>
        <p:sp>
          <p:nvSpPr>
            <p:cNvPr id="184" name="Google Shape;184;p27"/>
            <p:cNvSpPr txBox="1"/>
            <p:nvPr/>
          </p:nvSpPr>
          <p:spPr>
            <a:xfrm>
              <a:off x="4017513" y="2833374"/>
              <a:ext cx="6936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Warner Robins</a:t>
              </a:r>
              <a:endParaRPr sz="800"/>
            </a:p>
          </p:txBody>
        </p:sp>
        <p:sp>
          <p:nvSpPr>
            <p:cNvPr id="185" name="Google Shape;185;p27"/>
            <p:cNvSpPr txBox="1"/>
            <p:nvPr/>
          </p:nvSpPr>
          <p:spPr>
            <a:xfrm>
              <a:off x="4972849" y="30797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McRae</a:t>
              </a:r>
              <a:endParaRPr sz="800"/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5950282" y="3445378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Hinesville</a:t>
              </a:r>
              <a:endParaRPr sz="800"/>
            </a:p>
          </p:txBody>
        </p:sp>
        <p:sp>
          <p:nvSpPr>
            <p:cNvPr id="187" name="Google Shape;187;p27"/>
            <p:cNvSpPr txBox="1"/>
            <p:nvPr/>
          </p:nvSpPr>
          <p:spPr>
            <a:xfrm>
              <a:off x="5754366" y="267493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Statesboro</a:t>
              </a:r>
              <a:endParaRPr sz="800"/>
            </a:p>
          </p:txBody>
        </p:sp>
        <p:sp>
          <p:nvSpPr>
            <p:cNvPr id="188" name="Google Shape;188;p27"/>
            <p:cNvSpPr txBox="1"/>
            <p:nvPr/>
          </p:nvSpPr>
          <p:spPr>
            <a:xfrm>
              <a:off x="6359575" y="30744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Savannah</a:t>
              </a:r>
              <a:endParaRPr sz="800"/>
            </a:p>
          </p:txBody>
        </p:sp>
      </p:grpSp>
      <p:cxnSp>
        <p:nvCxnSpPr>
          <p:cNvPr id="189" name="Google Shape;189;p27"/>
          <p:cNvCxnSpPr/>
          <p:nvPr/>
        </p:nvCxnSpPr>
        <p:spPr>
          <a:xfrm rot="10800000">
            <a:off x="521425" y="4023250"/>
            <a:ext cx="8448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7"/>
          <p:cNvSpPr txBox="1"/>
          <p:nvPr/>
        </p:nvSpPr>
        <p:spPr>
          <a:xfrm>
            <a:off x="8008875" y="914400"/>
            <a:ext cx="648300" cy="338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0</a:t>
            </a:r>
            <a:endParaRPr sz="1000"/>
          </a:p>
        </p:txBody>
      </p:sp>
      <p:sp>
        <p:nvSpPr>
          <p:cNvPr id="191" name="Google Shape;191;p27"/>
          <p:cNvSpPr txBox="1"/>
          <p:nvPr/>
        </p:nvSpPr>
        <p:spPr>
          <a:xfrm>
            <a:off x="8008875" y="1600200"/>
            <a:ext cx="6483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1</a:t>
            </a:r>
            <a:endParaRPr sz="1000"/>
          </a:p>
        </p:txBody>
      </p:sp>
      <p:sp>
        <p:nvSpPr>
          <p:cNvPr id="192" name="Google Shape;192;p27"/>
          <p:cNvSpPr txBox="1"/>
          <p:nvPr/>
        </p:nvSpPr>
        <p:spPr>
          <a:xfrm>
            <a:off x="8008875" y="2514600"/>
            <a:ext cx="648300" cy="338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2</a:t>
            </a:r>
            <a:endParaRPr sz="1000"/>
          </a:p>
        </p:txBody>
      </p:sp>
      <p:sp>
        <p:nvSpPr>
          <p:cNvPr id="193" name="Google Shape;193;p27"/>
          <p:cNvSpPr txBox="1"/>
          <p:nvPr/>
        </p:nvSpPr>
        <p:spPr>
          <a:xfrm>
            <a:off x="8008875" y="3429000"/>
            <a:ext cx="648300" cy="338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3</a:t>
            </a:r>
            <a:endParaRPr sz="1000"/>
          </a:p>
        </p:txBody>
      </p:sp>
      <p:sp>
        <p:nvSpPr>
          <p:cNvPr id="194" name="Google Shape;194;p27"/>
          <p:cNvSpPr txBox="1"/>
          <p:nvPr/>
        </p:nvSpPr>
        <p:spPr>
          <a:xfrm>
            <a:off x="8008875" y="4343400"/>
            <a:ext cx="648300" cy="338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4</a:t>
            </a:r>
            <a:endParaRPr sz="1000"/>
          </a:p>
        </p:txBody>
      </p:sp>
      <p:sp>
        <p:nvSpPr>
          <p:cNvPr id="195" name="Google Shape;195;p27"/>
          <p:cNvSpPr/>
          <p:nvPr/>
        </p:nvSpPr>
        <p:spPr>
          <a:xfrm>
            <a:off x="7644575" y="946650"/>
            <a:ext cx="274200" cy="2742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311700" y="1132275"/>
            <a:ext cx="14178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">
                <a:solidFill>
                  <a:srgbClr val="4A86E8"/>
                </a:solidFill>
              </a:rPr>
              <a:t>Tips!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You want to color the neighboring cities one step at a time. Place your finger on first city. Trace the lines that leave the city. Those are the neighbors.</a:t>
            </a:r>
            <a:r>
              <a:rPr lang="en" sz="1600">
                <a:solidFill>
                  <a:srgbClr val="4A86E8"/>
                </a:solidFill>
              </a:rPr>
              <a:t>Use the arrow</a:t>
            </a:r>
            <a:endParaRPr sz="16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for the Recover the Solution step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247" name="Google Shape;247;p28"/>
          <p:cNvSpPr txBox="1"/>
          <p:nvPr>
            <p:ph type="title"/>
          </p:nvPr>
        </p:nvSpPr>
        <p:spPr>
          <a:xfrm>
            <a:off x="311700" y="1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Worksheet 2: </a:t>
            </a:r>
            <a:r>
              <a:rPr b="1" lang="en"/>
              <a:t>Route</a:t>
            </a:r>
            <a:r>
              <a:rPr b="1" lang="en"/>
              <a:t> Finding: Savannah to Valdosta </a:t>
            </a:r>
            <a:endParaRPr b="1"/>
          </a:p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8008875" y="914400"/>
            <a:ext cx="648300" cy="338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0</a:t>
            </a:r>
            <a:endParaRPr sz="1000"/>
          </a:p>
        </p:txBody>
      </p:sp>
      <p:sp>
        <p:nvSpPr>
          <p:cNvPr id="250" name="Google Shape;250;p28"/>
          <p:cNvSpPr txBox="1"/>
          <p:nvPr/>
        </p:nvSpPr>
        <p:spPr>
          <a:xfrm>
            <a:off x="8008875" y="1600200"/>
            <a:ext cx="6483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1</a:t>
            </a:r>
            <a:endParaRPr sz="1000"/>
          </a:p>
        </p:txBody>
      </p:sp>
      <p:sp>
        <p:nvSpPr>
          <p:cNvPr id="251" name="Google Shape;251;p28"/>
          <p:cNvSpPr txBox="1"/>
          <p:nvPr/>
        </p:nvSpPr>
        <p:spPr>
          <a:xfrm>
            <a:off x="8008875" y="2514600"/>
            <a:ext cx="648300" cy="338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2</a:t>
            </a:r>
            <a:endParaRPr sz="1000"/>
          </a:p>
        </p:txBody>
      </p:sp>
      <p:sp>
        <p:nvSpPr>
          <p:cNvPr id="252" name="Google Shape;252;p28"/>
          <p:cNvSpPr txBox="1"/>
          <p:nvPr/>
        </p:nvSpPr>
        <p:spPr>
          <a:xfrm>
            <a:off x="8008875" y="3429000"/>
            <a:ext cx="648300" cy="338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3</a:t>
            </a:r>
            <a:endParaRPr sz="1000"/>
          </a:p>
        </p:txBody>
      </p:sp>
      <p:sp>
        <p:nvSpPr>
          <p:cNvPr id="253" name="Google Shape;253;p28"/>
          <p:cNvSpPr txBox="1"/>
          <p:nvPr/>
        </p:nvSpPr>
        <p:spPr>
          <a:xfrm>
            <a:off x="8008875" y="4343400"/>
            <a:ext cx="648300" cy="338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4</a:t>
            </a:r>
            <a:endParaRPr sz="1000"/>
          </a:p>
        </p:txBody>
      </p:sp>
      <p:grpSp>
        <p:nvGrpSpPr>
          <p:cNvPr id="254" name="Google Shape;254;p28"/>
          <p:cNvGrpSpPr/>
          <p:nvPr/>
        </p:nvGrpSpPr>
        <p:grpSpPr>
          <a:xfrm>
            <a:off x="1827363" y="690565"/>
            <a:ext cx="4795624" cy="4394998"/>
            <a:chOff x="2819750" y="881249"/>
            <a:chExt cx="4233425" cy="3735338"/>
          </a:xfrm>
        </p:grpSpPr>
        <p:sp>
          <p:nvSpPr>
            <p:cNvPr id="255" name="Google Shape;255;p28"/>
            <p:cNvSpPr/>
            <p:nvPr/>
          </p:nvSpPr>
          <p:spPr>
            <a:xfrm>
              <a:off x="3486050" y="2846500"/>
              <a:ext cx="189175" cy="1513325"/>
            </a:xfrm>
            <a:custGeom>
              <a:rect b="b" l="l" r="r" t="t"/>
              <a:pathLst>
                <a:path extrusionOk="0" h="60533" w="7567">
                  <a:moveTo>
                    <a:pt x="0" y="0"/>
                  </a:moveTo>
                  <a:cubicBezTo>
                    <a:pt x="1261" y="10089"/>
                    <a:pt x="6306" y="50444"/>
                    <a:pt x="7567" y="6053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6" name="Google Shape;256;p28"/>
            <p:cNvSpPr/>
            <p:nvPr/>
          </p:nvSpPr>
          <p:spPr>
            <a:xfrm>
              <a:off x="3981475" y="1558375"/>
              <a:ext cx="693625" cy="198150"/>
            </a:xfrm>
            <a:custGeom>
              <a:rect b="b" l="l" r="r" t="t"/>
              <a:pathLst>
                <a:path extrusionOk="0" h="7926" w="27745">
                  <a:moveTo>
                    <a:pt x="27745" y="0"/>
                  </a:moveTo>
                  <a:cubicBezTo>
                    <a:pt x="23121" y="1321"/>
                    <a:pt x="4624" y="6605"/>
                    <a:pt x="0" y="7926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7" name="Google Shape;257;p28"/>
            <p:cNvSpPr/>
            <p:nvPr/>
          </p:nvSpPr>
          <p:spPr>
            <a:xfrm>
              <a:off x="3332925" y="1342175"/>
              <a:ext cx="648550" cy="414350"/>
            </a:xfrm>
            <a:custGeom>
              <a:rect b="b" l="l" r="r" t="t"/>
              <a:pathLst>
                <a:path extrusionOk="0" h="16574" w="25942">
                  <a:moveTo>
                    <a:pt x="0" y="0"/>
                  </a:moveTo>
                  <a:cubicBezTo>
                    <a:pt x="4324" y="2762"/>
                    <a:pt x="21618" y="13812"/>
                    <a:pt x="25942" y="1657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8" name="Google Shape;258;p28"/>
            <p:cNvSpPr/>
            <p:nvPr/>
          </p:nvSpPr>
          <p:spPr>
            <a:xfrm>
              <a:off x="4675100" y="1044925"/>
              <a:ext cx="45025" cy="531450"/>
            </a:xfrm>
            <a:custGeom>
              <a:rect b="b" l="l" r="r" t="t"/>
              <a:pathLst>
                <a:path extrusionOk="0" h="21258" w="1801">
                  <a:moveTo>
                    <a:pt x="1801" y="0"/>
                  </a:moveTo>
                  <a:cubicBezTo>
                    <a:pt x="1501" y="3543"/>
                    <a:pt x="300" y="17715"/>
                    <a:pt x="0" y="2125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9" name="Google Shape;259;p28"/>
            <p:cNvSpPr/>
            <p:nvPr/>
          </p:nvSpPr>
          <p:spPr>
            <a:xfrm>
              <a:off x="3999500" y="1053925"/>
              <a:ext cx="729625" cy="711625"/>
            </a:xfrm>
            <a:custGeom>
              <a:rect b="b" l="l" r="r" t="t"/>
              <a:pathLst>
                <a:path extrusionOk="0" h="28465" w="29185">
                  <a:moveTo>
                    <a:pt x="29185" y="0"/>
                  </a:moveTo>
                  <a:cubicBezTo>
                    <a:pt x="24321" y="4744"/>
                    <a:pt x="4864" y="23721"/>
                    <a:pt x="0" y="28465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0" name="Google Shape;260;p28"/>
            <p:cNvSpPr/>
            <p:nvPr/>
          </p:nvSpPr>
          <p:spPr>
            <a:xfrm>
              <a:off x="3693225" y="1756525"/>
              <a:ext cx="315275" cy="342300"/>
            </a:xfrm>
            <a:custGeom>
              <a:rect b="b" l="l" r="r" t="t"/>
              <a:pathLst>
                <a:path extrusionOk="0" h="13692" w="12611">
                  <a:moveTo>
                    <a:pt x="0" y="13692"/>
                  </a:moveTo>
                  <a:cubicBezTo>
                    <a:pt x="2102" y="11410"/>
                    <a:pt x="10509" y="2282"/>
                    <a:pt x="12611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1" name="Google Shape;261;p28"/>
            <p:cNvSpPr/>
            <p:nvPr/>
          </p:nvSpPr>
          <p:spPr>
            <a:xfrm>
              <a:off x="3486050" y="2098825"/>
              <a:ext cx="207175" cy="306275"/>
            </a:xfrm>
            <a:custGeom>
              <a:rect b="b" l="l" r="r" t="t"/>
              <a:pathLst>
                <a:path extrusionOk="0" h="12251" w="8287">
                  <a:moveTo>
                    <a:pt x="0" y="12251"/>
                  </a:moveTo>
                  <a:cubicBezTo>
                    <a:pt x="1381" y="10209"/>
                    <a:pt x="6906" y="2042"/>
                    <a:pt x="8287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2" name="Google Shape;262;p28"/>
            <p:cNvSpPr/>
            <p:nvPr/>
          </p:nvSpPr>
          <p:spPr>
            <a:xfrm>
              <a:off x="3486050" y="2423125"/>
              <a:ext cx="9000" cy="432375"/>
            </a:xfrm>
            <a:custGeom>
              <a:rect b="b" l="l" r="r" t="t"/>
              <a:pathLst>
                <a:path extrusionOk="0" h="17295" w="360">
                  <a:moveTo>
                    <a:pt x="360" y="17295"/>
                  </a:moveTo>
                  <a:cubicBezTo>
                    <a:pt x="300" y="14413"/>
                    <a:pt x="60" y="288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3" name="Google Shape;263;p28"/>
            <p:cNvSpPr/>
            <p:nvPr/>
          </p:nvSpPr>
          <p:spPr>
            <a:xfrm>
              <a:off x="4026525" y="1747525"/>
              <a:ext cx="1684475" cy="279250"/>
            </a:xfrm>
            <a:custGeom>
              <a:rect b="b" l="l" r="r" t="t"/>
              <a:pathLst>
                <a:path extrusionOk="0" h="11170" w="67379">
                  <a:moveTo>
                    <a:pt x="0" y="0"/>
                  </a:moveTo>
                  <a:cubicBezTo>
                    <a:pt x="11230" y="1862"/>
                    <a:pt x="56149" y="9308"/>
                    <a:pt x="67379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4" name="Google Shape;264;p28"/>
            <p:cNvSpPr/>
            <p:nvPr/>
          </p:nvSpPr>
          <p:spPr>
            <a:xfrm>
              <a:off x="4485925" y="2351050"/>
              <a:ext cx="234200" cy="234200"/>
            </a:xfrm>
            <a:custGeom>
              <a:rect b="b" l="l" r="r" t="t"/>
              <a:pathLst>
                <a:path extrusionOk="0" h="9368" w="9368">
                  <a:moveTo>
                    <a:pt x="9368" y="0"/>
                  </a:moveTo>
                  <a:cubicBezTo>
                    <a:pt x="7807" y="1561"/>
                    <a:pt x="1561" y="7807"/>
                    <a:pt x="0" y="936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5" name="Google Shape;265;p28"/>
            <p:cNvSpPr/>
            <p:nvPr/>
          </p:nvSpPr>
          <p:spPr>
            <a:xfrm>
              <a:off x="4476925" y="2576250"/>
              <a:ext cx="18000" cy="333300"/>
            </a:xfrm>
            <a:custGeom>
              <a:rect b="b" l="l" r="r" t="t"/>
              <a:pathLst>
                <a:path extrusionOk="0" h="13332" w="720">
                  <a:moveTo>
                    <a:pt x="0" y="0"/>
                  </a:moveTo>
                  <a:cubicBezTo>
                    <a:pt x="120" y="2222"/>
                    <a:pt x="600" y="11110"/>
                    <a:pt x="720" y="1333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6" name="Google Shape;266;p28"/>
            <p:cNvSpPr/>
            <p:nvPr/>
          </p:nvSpPr>
          <p:spPr>
            <a:xfrm>
              <a:off x="3495050" y="2855500"/>
              <a:ext cx="1026900" cy="54050"/>
            </a:xfrm>
            <a:custGeom>
              <a:rect b="b" l="l" r="r" t="t"/>
              <a:pathLst>
                <a:path extrusionOk="0" h="2162" w="41076">
                  <a:moveTo>
                    <a:pt x="0" y="0"/>
                  </a:moveTo>
                  <a:cubicBezTo>
                    <a:pt x="6846" y="360"/>
                    <a:pt x="34230" y="1802"/>
                    <a:pt x="41076" y="216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7" name="Google Shape;267;p28"/>
            <p:cNvSpPr/>
            <p:nvPr/>
          </p:nvSpPr>
          <p:spPr>
            <a:xfrm>
              <a:off x="3990500" y="1765550"/>
              <a:ext cx="486425" cy="828725"/>
            </a:xfrm>
            <a:custGeom>
              <a:rect b="b" l="l" r="r" t="t"/>
              <a:pathLst>
                <a:path extrusionOk="0" h="33149" w="19457">
                  <a:moveTo>
                    <a:pt x="0" y="0"/>
                  </a:moveTo>
                  <a:cubicBezTo>
                    <a:pt x="3243" y="5525"/>
                    <a:pt x="16214" y="27624"/>
                    <a:pt x="19457" y="331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" name="Google Shape;268;p28"/>
            <p:cNvSpPr/>
            <p:nvPr/>
          </p:nvSpPr>
          <p:spPr>
            <a:xfrm>
              <a:off x="4738150" y="2035775"/>
              <a:ext cx="963850" cy="306275"/>
            </a:xfrm>
            <a:custGeom>
              <a:rect b="b" l="l" r="r" t="t"/>
              <a:pathLst>
                <a:path extrusionOk="0" h="12251" w="38554">
                  <a:moveTo>
                    <a:pt x="0" y="12251"/>
                  </a:moveTo>
                  <a:cubicBezTo>
                    <a:pt x="6426" y="10209"/>
                    <a:pt x="32128" y="2042"/>
                    <a:pt x="38554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9" name="Google Shape;269;p28"/>
            <p:cNvSpPr/>
            <p:nvPr/>
          </p:nvSpPr>
          <p:spPr>
            <a:xfrm>
              <a:off x="3675225" y="4332800"/>
              <a:ext cx="1044900" cy="18000"/>
            </a:xfrm>
            <a:custGeom>
              <a:rect b="b" l="l" r="r" t="t"/>
              <a:pathLst>
                <a:path extrusionOk="0" h="720" w="41796">
                  <a:moveTo>
                    <a:pt x="0" y="720"/>
                  </a:moveTo>
                  <a:cubicBezTo>
                    <a:pt x="6966" y="600"/>
                    <a:pt x="34830" y="120"/>
                    <a:pt x="41796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0" name="Google Shape;270;p28"/>
            <p:cNvSpPr/>
            <p:nvPr/>
          </p:nvSpPr>
          <p:spPr>
            <a:xfrm>
              <a:off x="4720125" y="4062550"/>
              <a:ext cx="702625" cy="270250"/>
            </a:xfrm>
            <a:custGeom>
              <a:rect b="b" l="l" r="r" t="t"/>
              <a:pathLst>
                <a:path extrusionOk="0" h="10810" w="28105">
                  <a:moveTo>
                    <a:pt x="28105" y="0"/>
                  </a:moveTo>
                  <a:cubicBezTo>
                    <a:pt x="23421" y="1802"/>
                    <a:pt x="4684" y="9008"/>
                    <a:pt x="0" y="1081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1" name="Google Shape;271;p28"/>
            <p:cNvSpPr/>
            <p:nvPr/>
          </p:nvSpPr>
          <p:spPr>
            <a:xfrm>
              <a:off x="5440750" y="4044550"/>
              <a:ext cx="648575" cy="18000"/>
            </a:xfrm>
            <a:custGeom>
              <a:rect b="b" l="l" r="r" t="t"/>
              <a:pathLst>
                <a:path extrusionOk="0" h="720" w="25943">
                  <a:moveTo>
                    <a:pt x="25943" y="720"/>
                  </a:moveTo>
                  <a:cubicBezTo>
                    <a:pt x="21619" y="600"/>
                    <a:pt x="4324" y="12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2" name="Google Shape;272;p28"/>
            <p:cNvSpPr/>
            <p:nvPr/>
          </p:nvSpPr>
          <p:spPr>
            <a:xfrm>
              <a:off x="5972225" y="3531100"/>
              <a:ext cx="126100" cy="522450"/>
            </a:xfrm>
            <a:custGeom>
              <a:rect b="b" l="l" r="r" t="t"/>
              <a:pathLst>
                <a:path extrusionOk="0" h="20898" w="5044">
                  <a:moveTo>
                    <a:pt x="0" y="0"/>
                  </a:moveTo>
                  <a:cubicBezTo>
                    <a:pt x="841" y="3483"/>
                    <a:pt x="4203" y="17415"/>
                    <a:pt x="5044" y="2089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3" name="Google Shape;273;p28"/>
            <p:cNvSpPr/>
            <p:nvPr/>
          </p:nvSpPr>
          <p:spPr>
            <a:xfrm>
              <a:off x="5990250" y="3242825"/>
              <a:ext cx="351300" cy="279250"/>
            </a:xfrm>
            <a:custGeom>
              <a:rect b="b" l="l" r="r" t="t"/>
              <a:pathLst>
                <a:path extrusionOk="0" h="11170" w="14052">
                  <a:moveTo>
                    <a:pt x="14052" y="0"/>
                  </a:moveTo>
                  <a:cubicBezTo>
                    <a:pt x="11710" y="1862"/>
                    <a:pt x="2342" y="9308"/>
                    <a:pt x="0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4" name="Google Shape;274;p28"/>
            <p:cNvSpPr/>
            <p:nvPr/>
          </p:nvSpPr>
          <p:spPr>
            <a:xfrm>
              <a:off x="5792075" y="2927550"/>
              <a:ext cx="558475" cy="324300"/>
            </a:xfrm>
            <a:custGeom>
              <a:rect b="b" l="l" r="r" t="t"/>
              <a:pathLst>
                <a:path extrusionOk="0" h="12972" w="22339">
                  <a:moveTo>
                    <a:pt x="0" y="0"/>
                  </a:moveTo>
                  <a:cubicBezTo>
                    <a:pt x="3723" y="2162"/>
                    <a:pt x="18616" y="10810"/>
                    <a:pt x="22339" y="1297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5" name="Google Shape;275;p28"/>
            <p:cNvSpPr/>
            <p:nvPr/>
          </p:nvSpPr>
          <p:spPr>
            <a:xfrm>
              <a:off x="4494925" y="2585250"/>
              <a:ext cx="1297150" cy="360325"/>
            </a:xfrm>
            <a:custGeom>
              <a:rect b="b" l="l" r="r" t="t"/>
              <a:pathLst>
                <a:path extrusionOk="0" h="14413" w="51886">
                  <a:moveTo>
                    <a:pt x="0" y="0"/>
                  </a:moveTo>
                  <a:cubicBezTo>
                    <a:pt x="8648" y="2402"/>
                    <a:pt x="43238" y="12011"/>
                    <a:pt x="51886" y="1441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6" name="Google Shape;276;p28"/>
            <p:cNvSpPr/>
            <p:nvPr/>
          </p:nvSpPr>
          <p:spPr>
            <a:xfrm>
              <a:off x="4467900" y="2900550"/>
              <a:ext cx="117100" cy="927800"/>
            </a:xfrm>
            <a:custGeom>
              <a:rect b="b" l="l" r="r" t="t"/>
              <a:pathLst>
                <a:path extrusionOk="0" h="37112" w="4684">
                  <a:moveTo>
                    <a:pt x="0" y="0"/>
                  </a:moveTo>
                  <a:cubicBezTo>
                    <a:pt x="781" y="6185"/>
                    <a:pt x="3903" y="30927"/>
                    <a:pt x="4684" y="3711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7" name="Google Shape;277;p28"/>
            <p:cNvSpPr/>
            <p:nvPr/>
          </p:nvSpPr>
          <p:spPr>
            <a:xfrm>
              <a:off x="4576000" y="3792325"/>
              <a:ext cx="135125" cy="558475"/>
            </a:xfrm>
            <a:custGeom>
              <a:rect b="b" l="l" r="r" t="t"/>
              <a:pathLst>
                <a:path extrusionOk="0" h="22339" w="5405">
                  <a:moveTo>
                    <a:pt x="0" y="0"/>
                  </a:moveTo>
                  <a:cubicBezTo>
                    <a:pt x="901" y="3723"/>
                    <a:pt x="4504" y="18616"/>
                    <a:pt x="5405" y="2233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8" name="Google Shape;278;p28"/>
            <p:cNvSpPr/>
            <p:nvPr/>
          </p:nvSpPr>
          <p:spPr>
            <a:xfrm>
              <a:off x="4089575" y="3675225"/>
              <a:ext cx="504450" cy="108075"/>
            </a:xfrm>
            <a:custGeom>
              <a:rect b="b" l="l" r="r" t="t"/>
              <a:pathLst>
                <a:path extrusionOk="0" h="4323" w="20178">
                  <a:moveTo>
                    <a:pt x="20178" y="4323"/>
                  </a:moveTo>
                  <a:cubicBezTo>
                    <a:pt x="16815" y="3603"/>
                    <a:pt x="3363" y="7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9" name="Google Shape;279;p28"/>
            <p:cNvSpPr/>
            <p:nvPr/>
          </p:nvSpPr>
          <p:spPr>
            <a:xfrm>
              <a:off x="4503950" y="2900550"/>
              <a:ext cx="513450" cy="405350"/>
            </a:xfrm>
            <a:custGeom>
              <a:rect b="b" l="l" r="r" t="t"/>
              <a:pathLst>
                <a:path extrusionOk="0" h="16214" w="20538">
                  <a:moveTo>
                    <a:pt x="0" y="0"/>
                  </a:moveTo>
                  <a:cubicBezTo>
                    <a:pt x="3423" y="2702"/>
                    <a:pt x="17115" y="13512"/>
                    <a:pt x="20538" y="1621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0" name="Google Shape;280;p28"/>
            <p:cNvSpPr/>
            <p:nvPr/>
          </p:nvSpPr>
          <p:spPr>
            <a:xfrm>
              <a:off x="5044425" y="3305900"/>
              <a:ext cx="927800" cy="261225"/>
            </a:xfrm>
            <a:custGeom>
              <a:rect b="b" l="l" r="r" t="t"/>
              <a:pathLst>
                <a:path extrusionOk="0" h="10449" w="37112">
                  <a:moveTo>
                    <a:pt x="0" y="0"/>
                  </a:moveTo>
                  <a:cubicBezTo>
                    <a:pt x="6185" y="1742"/>
                    <a:pt x="30927" y="8708"/>
                    <a:pt x="37112" y="104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1" name="Google Shape;281;p28"/>
            <p:cNvSpPr/>
            <p:nvPr/>
          </p:nvSpPr>
          <p:spPr>
            <a:xfrm>
              <a:off x="3486050" y="2837475"/>
              <a:ext cx="639550" cy="882775"/>
            </a:xfrm>
            <a:custGeom>
              <a:rect b="b" l="l" r="r" t="t"/>
              <a:pathLst>
                <a:path extrusionOk="0" h="35311" w="25582">
                  <a:moveTo>
                    <a:pt x="0" y="0"/>
                  </a:moveTo>
                  <a:cubicBezTo>
                    <a:pt x="4264" y="5885"/>
                    <a:pt x="21318" y="29426"/>
                    <a:pt x="25582" y="3531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2" name="Google Shape;282;p28"/>
            <p:cNvSpPr/>
            <p:nvPr/>
          </p:nvSpPr>
          <p:spPr>
            <a:xfrm>
              <a:off x="5711000" y="2035775"/>
              <a:ext cx="54050" cy="891775"/>
            </a:xfrm>
            <a:custGeom>
              <a:rect b="b" l="l" r="r" t="t"/>
              <a:pathLst>
                <a:path extrusionOk="0" h="35671" w="2162">
                  <a:moveTo>
                    <a:pt x="0" y="0"/>
                  </a:moveTo>
                  <a:cubicBezTo>
                    <a:pt x="360" y="5945"/>
                    <a:pt x="1802" y="29726"/>
                    <a:pt x="2162" y="3567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3" name="Google Shape;283;p28"/>
            <p:cNvSpPr/>
            <p:nvPr/>
          </p:nvSpPr>
          <p:spPr>
            <a:xfrm>
              <a:off x="3240434" y="123261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3392100" y="22945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3392100" y="2751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5667425" y="2829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4874000" y="3192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6233475" y="31340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59888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53200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8"/>
            <p:cNvSpPr/>
            <p:nvPr/>
          </p:nvSpPr>
          <p:spPr>
            <a:xfrm>
              <a:off x="4612025" y="42402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3580800" y="424025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4612034" y="9368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4566995" y="14702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5589325" y="19148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4612025" y="22583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4378300" y="24773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4378300" y="27929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5856125" y="34249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3988300" y="3576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4477650" y="3687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3881195" y="165378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3576395" y="1989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8"/>
            <p:cNvSpPr txBox="1"/>
            <p:nvPr/>
          </p:nvSpPr>
          <p:spPr>
            <a:xfrm>
              <a:off x="3424000" y="15833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/>
                <a:t>Atlanta</a:t>
              </a:r>
              <a:endParaRPr b="1" sz="800"/>
            </a:p>
          </p:txBody>
        </p:sp>
        <p:sp>
          <p:nvSpPr>
            <p:cNvPr id="305" name="Google Shape;305;p28"/>
            <p:cNvSpPr txBox="1"/>
            <p:nvPr/>
          </p:nvSpPr>
          <p:spPr>
            <a:xfrm>
              <a:off x="4742550" y="8812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Toccoa</a:t>
              </a:r>
              <a:endParaRPr sz="800"/>
            </a:p>
          </p:txBody>
        </p:sp>
        <p:sp>
          <p:nvSpPr>
            <p:cNvPr id="306" name="Google Shape;306;p28"/>
            <p:cNvSpPr txBox="1"/>
            <p:nvPr/>
          </p:nvSpPr>
          <p:spPr>
            <a:xfrm>
              <a:off x="2846768" y="1156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Rome</a:t>
              </a:r>
              <a:endParaRPr sz="800"/>
            </a:p>
          </p:txBody>
        </p:sp>
        <p:sp>
          <p:nvSpPr>
            <p:cNvPr id="307" name="Google Shape;307;p28"/>
            <p:cNvSpPr txBox="1"/>
            <p:nvPr/>
          </p:nvSpPr>
          <p:spPr>
            <a:xfrm>
              <a:off x="4688966" y="13905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Athens</a:t>
              </a:r>
              <a:endParaRPr sz="800"/>
            </a:p>
          </p:txBody>
        </p:sp>
        <p:sp>
          <p:nvSpPr>
            <p:cNvPr id="308" name="Google Shape;308;p28"/>
            <p:cNvSpPr txBox="1"/>
            <p:nvPr/>
          </p:nvSpPr>
          <p:spPr>
            <a:xfrm>
              <a:off x="3062699" y="190291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Newnan</a:t>
              </a:r>
              <a:endParaRPr sz="800"/>
            </a:p>
          </p:txBody>
        </p:sp>
        <p:sp>
          <p:nvSpPr>
            <p:cNvPr id="309" name="Google Shape;309;p28"/>
            <p:cNvSpPr txBox="1"/>
            <p:nvPr/>
          </p:nvSpPr>
          <p:spPr>
            <a:xfrm>
              <a:off x="5725609" y="1818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Augusta</a:t>
              </a:r>
              <a:endParaRPr sz="800"/>
            </a:p>
          </p:txBody>
        </p:sp>
        <p:sp>
          <p:nvSpPr>
            <p:cNvPr id="310" name="Google Shape;310;p28"/>
            <p:cNvSpPr txBox="1"/>
            <p:nvPr/>
          </p:nvSpPr>
          <p:spPr>
            <a:xfrm>
              <a:off x="2819751" y="223499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LaGrange</a:t>
              </a:r>
              <a:endParaRPr sz="800"/>
            </a:p>
          </p:txBody>
        </p:sp>
        <p:sp>
          <p:nvSpPr>
            <p:cNvPr id="311" name="Google Shape;311;p28"/>
            <p:cNvSpPr txBox="1"/>
            <p:nvPr/>
          </p:nvSpPr>
          <p:spPr>
            <a:xfrm>
              <a:off x="2819750" y="269232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highlight>
                    <a:srgbClr val="FFFFFF"/>
                  </a:highlight>
                </a:rPr>
                <a:t>Columbus</a:t>
              </a:r>
              <a:endParaRPr sz="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312" name="Google Shape;312;p28"/>
            <p:cNvSpPr txBox="1"/>
            <p:nvPr/>
          </p:nvSpPr>
          <p:spPr>
            <a:xfrm>
              <a:off x="3566025" y="351257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Albany</a:t>
              </a:r>
              <a:endParaRPr sz="800"/>
            </a:p>
          </p:txBody>
        </p:sp>
        <p:sp>
          <p:nvSpPr>
            <p:cNvPr id="313" name="Google Shape;313;p28"/>
            <p:cNvSpPr txBox="1"/>
            <p:nvPr/>
          </p:nvSpPr>
          <p:spPr>
            <a:xfrm>
              <a:off x="2981625" y="42279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Bainbridge</a:t>
              </a:r>
              <a:endParaRPr sz="800"/>
            </a:p>
          </p:txBody>
        </p:sp>
        <p:sp>
          <p:nvSpPr>
            <p:cNvPr id="314" name="Google Shape;314;p28"/>
            <p:cNvSpPr txBox="1"/>
            <p:nvPr/>
          </p:nvSpPr>
          <p:spPr>
            <a:xfrm>
              <a:off x="4593293" y="3611772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Tifton</a:t>
              </a:r>
              <a:endParaRPr sz="800"/>
            </a:p>
          </p:txBody>
        </p:sp>
        <p:sp>
          <p:nvSpPr>
            <p:cNvPr id="315" name="Google Shape;315;p28"/>
            <p:cNvSpPr txBox="1"/>
            <p:nvPr/>
          </p:nvSpPr>
          <p:spPr>
            <a:xfrm>
              <a:off x="4301400" y="4341786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Valdosta</a:t>
              </a:r>
              <a:endParaRPr b="1" sz="900">
                <a:solidFill>
                  <a:srgbClr val="FF0000"/>
                </a:solidFill>
              </a:endParaRPr>
            </a:p>
          </p:txBody>
        </p:sp>
        <p:sp>
          <p:nvSpPr>
            <p:cNvPr id="316" name="Google Shape;316;p28"/>
            <p:cNvSpPr txBox="1"/>
            <p:nvPr/>
          </p:nvSpPr>
          <p:spPr>
            <a:xfrm>
              <a:off x="3941313" y="24072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Macon</a:t>
              </a:r>
              <a:endParaRPr sz="800"/>
            </a:p>
          </p:txBody>
        </p:sp>
        <p:sp>
          <p:nvSpPr>
            <p:cNvPr id="317" name="Google Shape;317;p28"/>
            <p:cNvSpPr txBox="1"/>
            <p:nvPr/>
          </p:nvSpPr>
          <p:spPr>
            <a:xfrm>
              <a:off x="4499815" y="2021622"/>
              <a:ext cx="84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Milledgeville</a:t>
              </a:r>
              <a:endParaRPr sz="800"/>
            </a:p>
          </p:txBody>
        </p:sp>
        <p:sp>
          <p:nvSpPr>
            <p:cNvPr id="318" name="Google Shape;318;p28"/>
            <p:cNvSpPr txBox="1"/>
            <p:nvPr/>
          </p:nvSpPr>
          <p:spPr>
            <a:xfrm>
              <a:off x="6133425" y="39647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highlight>
                    <a:srgbClr val="FFFFFF"/>
                  </a:highlight>
                </a:rPr>
                <a:t>Brunswick</a:t>
              </a:r>
              <a:endParaRPr sz="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319" name="Google Shape;319;p28"/>
            <p:cNvSpPr txBox="1"/>
            <p:nvPr/>
          </p:nvSpPr>
          <p:spPr>
            <a:xfrm>
              <a:off x="5161525" y="40518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Waycross</a:t>
              </a:r>
              <a:endParaRPr sz="800"/>
            </a:p>
          </p:txBody>
        </p:sp>
        <p:sp>
          <p:nvSpPr>
            <p:cNvPr id="320" name="Google Shape;320;p28"/>
            <p:cNvSpPr txBox="1"/>
            <p:nvPr/>
          </p:nvSpPr>
          <p:spPr>
            <a:xfrm>
              <a:off x="4017513" y="2833374"/>
              <a:ext cx="6936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Warner Robins</a:t>
              </a:r>
              <a:endParaRPr sz="800"/>
            </a:p>
          </p:txBody>
        </p:sp>
        <p:sp>
          <p:nvSpPr>
            <p:cNvPr id="321" name="Google Shape;321;p28"/>
            <p:cNvSpPr txBox="1"/>
            <p:nvPr/>
          </p:nvSpPr>
          <p:spPr>
            <a:xfrm>
              <a:off x="4972849" y="30797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McRae</a:t>
              </a:r>
              <a:endParaRPr sz="800"/>
            </a:p>
          </p:txBody>
        </p:sp>
        <p:sp>
          <p:nvSpPr>
            <p:cNvPr id="322" name="Google Shape;322;p28"/>
            <p:cNvSpPr txBox="1"/>
            <p:nvPr/>
          </p:nvSpPr>
          <p:spPr>
            <a:xfrm>
              <a:off x="5950282" y="3445378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Hinesville</a:t>
              </a:r>
              <a:endParaRPr sz="800"/>
            </a:p>
          </p:txBody>
        </p:sp>
        <p:sp>
          <p:nvSpPr>
            <p:cNvPr id="323" name="Google Shape;323;p28"/>
            <p:cNvSpPr txBox="1"/>
            <p:nvPr/>
          </p:nvSpPr>
          <p:spPr>
            <a:xfrm>
              <a:off x="5754366" y="267493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Statesboro</a:t>
              </a:r>
              <a:endParaRPr sz="800"/>
            </a:p>
          </p:txBody>
        </p:sp>
        <p:sp>
          <p:nvSpPr>
            <p:cNvPr id="324" name="Google Shape;324;p28"/>
            <p:cNvSpPr txBox="1"/>
            <p:nvPr/>
          </p:nvSpPr>
          <p:spPr>
            <a:xfrm>
              <a:off x="6359575" y="3074486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Savannah</a:t>
              </a:r>
              <a:endParaRPr b="1" sz="900">
                <a:solidFill>
                  <a:srgbClr val="FF0000"/>
                </a:solidFill>
              </a:endParaRPr>
            </a:p>
          </p:txBody>
        </p:sp>
      </p:grpSp>
      <p:sp>
        <p:nvSpPr>
          <p:cNvPr id="325" name="Google Shape;325;p28"/>
          <p:cNvSpPr/>
          <p:nvPr/>
        </p:nvSpPr>
        <p:spPr>
          <a:xfrm>
            <a:off x="7644575" y="946650"/>
            <a:ext cx="274200" cy="2742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cxnSp>
        <p:nvCxnSpPr>
          <p:cNvPr id="346" name="Google Shape;346;p28"/>
          <p:cNvCxnSpPr/>
          <p:nvPr/>
        </p:nvCxnSpPr>
        <p:spPr>
          <a:xfrm rot="10800000">
            <a:off x="521425" y="4023250"/>
            <a:ext cx="8448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"/>
          <p:cNvSpPr txBox="1"/>
          <p:nvPr>
            <p:ph idx="1" type="body"/>
          </p:nvPr>
        </p:nvSpPr>
        <p:spPr>
          <a:xfrm>
            <a:off x="311700" y="1132275"/>
            <a:ext cx="14178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">
                <a:solidFill>
                  <a:srgbClr val="4A86E8"/>
                </a:solidFill>
              </a:rPr>
              <a:t>Tips!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You want to color the neighboring cities one step at a time. Place your finger on first city. Trace the lines that leave the city. Those are the neighbors.Use the arrow</a:t>
            </a:r>
            <a:endParaRPr sz="16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for the Recover the Solution step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378" name="Google Shape;378;p29"/>
          <p:cNvSpPr txBox="1"/>
          <p:nvPr>
            <p:ph type="title"/>
          </p:nvPr>
        </p:nvSpPr>
        <p:spPr>
          <a:xfrm>
            <a:off x="311700" y="1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Worksheet 2: Route Finding: Hinesville to Atlanta </a:t>
            </a:r>
            <a:endParaRPr b="1"/>
          </a:p>
        </p:txBody>
      </p:sp>
      <p:sp>
        <p:nvSpPr>
          <p:cNvPr id="379" name="Google Shape;37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0" name="Google Shape;380;p29"/>
          <p:cNvGrpSpPr/>
          <p:nvPr/>
        </p:nvGrpSpPr>
        <p:grpSpPr>
          <a:xfrm>
            <a:off x="1827363" y="690565"/>
            <a:ext cx="4795624" cy="4379467"/>
            <a:chOff x="2819750" y="881249"/>
            <a:chExt cx="4233425" cy="3722138"/>
          </a:xfrm>
        </p:grpSpPr>
        <p:sp>
          <p:nvSpPr>
            <p:cNvPr id="381" name="Google Shape;381;p29"/>
            <p:cNvSpPr/>
            <p:nvPr/>
          </p:nvSpPr>
          <p:spPr>
            <a:xfrm>
              <a:off x="3486050" y="2846500"/>
              <a:ext cx="189175" cy="1513325"/>
            </a:xfrm>
            <a:custGeom>
              <a:rect b="b" l="l" r="r" t="t"/>
              <a:pathLst>
                <a:path extrusionOk="0" h="60533" w="7567">
                  <a:moveTo>
                    <a:pt x="0" y="0"/>
                  </a:moveTo>
                  <a:cubicBezTo>
                    <a:pt x="1261" y="10089"/>
                    <a:pt x="6306" y="50444"/>
                    <a:pt x="7567" y="6053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2" name="Google Shape;382;p29"/>
            <p:cNvSpPr/>
            <p:nvPr/>
          </p:nvSpPr>
          <p:spPr>
            <a:xfrm>
              <a:off x="3981475" y="1558375"/>
              <a:ext cx="693625" cy="198150"/>
            </a:xfrm>
            <a:custGeom>
              <a:rect b="b" l="l" r="r" t="t"/>
              <a:pathLst>
                <a:path extrusionOk="0" h="7926" w="27745">
                  <a:moveTo>
                    <a:pt x="27745" y="0"/>
                  </a:moveTo>
                  <a:cubicBezTo>
                    <a:pt x="23121" y="1321"/>
                    <a:pt x="4624" y="6605"/>
                    <a:pt x="0" y="7926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3" name="Google Shape;383;p29"/>
            <p:cNvSpPr/>
            <p:nvPr/>
          </p:nvSpPr>
          <p:spPr>
            <a:xfrm>
              <a:off x="3332925" y="1342175"/>
              <a:ext cx="648550" cy="414350"/>
            </a:xfrm>
            <a:custGeom>
              <a:rect b="b" l="l" r="r" t="t"/>
              <a:pathLst>
                <a:path extrusionOk="0" h="16574" w="25942">
                  <a:moveTo>
                    <a:pt x="0" y="0"/>
                  </a:moveTo>
                  <a:cubicBezTo>
                    <a:pt x="4324" y="2762"/>
                    <a:pt x="21618" y="13812"/>
                    <a:pt x="25942" y="1657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4" name="Google Shape;384;p29"/>
            <p:cNvSpPr/>
            <p:nvPr/>
          </p:nvSpPr>
          <p:spPr>
            <a:xfrm>
              <a:off x="4675100" y="1044925"/>
              <a:ext cx="45025" cy="531450"/>
            </a:xfrm>
            <a:custGeom>
              <a:rect b="b" l="l" r="r" t="t"/>
              <a:pathLst>
                <a:path extrusionOk="0" h="21258" w="1801">
                  <a:moveTo>
                    <a:pt x="1801" y="0"/>
                  </a:moveTo>
                  <a:cubicBezTo>
                    <a:pt x="1501" y="3543"/>
                    <a:pt x="300" y="17715"/>
                    <a:pt x="0" y="2125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5" name="Google Shape;385;p29"/>
            <p:cNvSpPr/>
            <p:nvPr/>
          </p:nvSpPr>
          <p:spPr>
            <a:xfrm>
              <a:off x="3999500" y="1053925"/>
              <a:ext cx="729625" cy="711625"/>
            </a:xfrm>
            <a:custGeom>
              <a:rect b="b" l="l" r="r" t="t"/>
              <a:pathLst>
                <a:path extrusionOk="0" h="28465" w="29185">
                  <a:moveTo>
                    <a:pt x="29185" y="0"/>
                  </a:moveTo>
                  <a:cubicBezTo>
                    <a:pt x="24321" y="4744"/>
                    <a:pt x="4864" y="23721"/>
                    <a:pt x="0" y="28465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6" name="Google Shape;386;p29"/>
            <p:cNvSpPr/>
            <p:nvPr/>
          </p:nvSpPr>
          <p:spPr>
            <a:xfrm>
              <a:off x="3693225" y="1756525"/>
              <a:ext cx="315275" cy="342300"/>
            </a:xfrm>
            <a:custGeom>
              <a:rect b="b" l="l" r="r" t="t"/>
              <a:pathLst>
                <a:path extrusionOk="0" h="13692" w="12611">
                  <a:moveTo>
                    <a:pt x="0" y="13692"/>
                  </a:moveTo>
                  <a:cubicBezTo>
                    <a:pt x="2102" y="11410"/>
                    <a:pt x="10509" y="2282"/>
                    <a:pt x="12611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7" name="Google Shape;387;p29"/>
            <p:cNvSpPr/>
            <p:nvPr/>
          </p:nvSpPr>
          <p:spPr>
            <a:xfrm>
              <a:off x="3486050" y="2098825"/>
              <a:ext cx="207175" cy="306275"/>
            </a:xfrm>
            <a:custGeom>
              <a:rect b="b" l="l" r="r" t="t"/>
              <a:pathLst>
                <a:path extrusionOk="0" h="12251" w="8287">
                  <a:moveTo>
                    <a:pt x="0" y="12251"/>
                  </a:moveTo>
                  <a:cubicBezTo>
                    <a:pt x="1381" y="10209"/>
                    <a:pt x="6906" y="2042"/>
                    <a:pt x="8287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8" name="Google Shape;388;p29"/>
            <p:cNvSpPr/>
            <p:nvPr/>
          </p:nvSpPr>
          <p:spPr>
            <a:xfrm>
              <a:off x="3486050" y="2423125"/>
              <a:ext cx="9000" cy="432375"/>
            </a:xfrm>
            <a:custGeom>
              <a:rect b="b" l="l" r="r" t="t"/>
              <a:pathLst>
                <a:path extrusionOk="0" h="17295" w="360">
                  <a:moveTo>
                    <a:pt x="360" y="17295"/>
                  </a:moveTo>
                  <a:cubicBezTo>
                    <a:pt x="300" y="14413"/>
                    <a:pt x="60" y="288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89" name="Google Shape;389;p29"/>
            <p:cNvSpPr/>
            <p:nvPr/>
          </p:nvSpPr>
          <p:spPr>
            <a:xfrm>
              <a:off x="4026525" y="1747525"/>
              <a:ext cx="1684475" cy="279250"/>
            </a:xfrm>
            <a:custGeom>
              <a:rect b="b" l="l" r="r" t="t"/>
              <a:pathLst>
                <a:path extrusionOk="0" h="11170" w="67379">
                  <a:moveTo>
                    <a:pt x="0" y="0"/>
                  </a:moveTo>
                  <a:cubicBezTo>
                    <a:pt x="11230" y="1862"/>
                    <a:pt x="56149" y="9308"/>
                    <a:pt x="67379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0" name="Google Shape;390;p29"/>
            <p:cNvSpPr/>
            <p:nvPr/>
          </p:nvSpPr>
          <p:spPr>
            <a:xfrm>
              <a:off x="4485925" y="2351050"/>
              <a:ext cx="234200" cy="234200"/>
            </a:xfrm>
            <a:custGeom>
              <a:rect b="b" l="l" r="r" t="t"/>
              <a:pathLst>
                <a:path extrusionOk="0" h="9368" w="9368">
                  <a:moveTo>
                    <a:pt x="9368" y="0"/>
                  </a:moveTo>
                  <a:cubicBezTo>
                    <a:pt x="7807" y="1561"/>
                    <a:pt x="1561" y="7807"/>
                    <a:pt x="0" y="936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1" name="Google Shape;391;p29"/>
            <p:cNvSpPr/>
            <p:nvPr/>
          </p:nvSpPr>
          <p:spPr>
            <a:xfrm>
              <a:off x="4476925" y="2576250"/>
              <a:ext cx="18000" cy="333300"/>
            </a:xfrm>
            <a:custGeom>
              <a:rect b="b" l="l" r="r" t="t"/>
              <a:pathLst>
                <a:path extrusionOk="0" h="13332" w="720">
                  <a:moveTo>
                    <a:pt x="0" y="0"/>
                  </a:moveTo>
                  <a:cubicBezTo>
                    <a:pt x="120" y="2222"/>
                    <a:pt x="600" y="11110"/>
                    <a:pt x="720" y="1333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2" name="Google Shape;392;p29"/>
            <p:cNvSpPr/>
            <p:nvPr/>
          </p:nvSpPr>
          <p:spPr>
            <a:xfrm>
              <a:off x="3495050" y="2855500"/>
              <a:ext cx="1026900" cy="54050"/>
            </a:xfrm>
            <a:custGeom>
              <a:rect b="b" l="l" r="r" t="t"/>
              <a:pathLst>
                <a:path extrusionOk="0" h="2162" w="41076">
                  <a:moveTo>
                    <a:pt x="0" y="0"/>
                  </a:moveTo>
                  <a:cubicBezTo>
                    <a:pt x="6846" y="360"/>
                    <a:pt x="34230" y="1802"/>
                    <a:pt x="41076" y="216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3" name="Google Shape;393;p29"/>
            <p:cNvSpPr/>
            <p:nvPr/>
          </p:nvSpPr>
          <p:spPr>
            <a:xfrm>
              <a:off x="3990500" y="1765550"/>
              <a:ext cx="486425" cy="828725"/>
            </a:xfrm>
            <a:custGeom>
              <a:rect b="b" l="l" r="r" t="t"/>
              <a:pathLst>
                <a:path extrusionOk="0" h="33149" w="19457">
                  <a:moveTo>
                    <a:pt x="0" y="0"/>
                  </a:moveTo>
                  <a:cubicBezTo>
                    <a:pt x="3243" y="5525"/>
                    <a:pt x="16214" y="27624"/>
                    <a:pt x="19457" y="331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4" name="Google Shape;394;p29"/>
            <p:cNvSpPr/>
            <p:nvPr/>
          </p:nvSpPr>
          <p:spPr>
            <a:xfrm>
              <a:off x="4738150" y="2035775"/>
              <a:ext cx="963850" cy="306275"/>
            </a:xfrm>
            <a:custGeom>
              <a:rect b="b" l="l" r="r" t="t"/>
              <a:pathLst>
                <a:path extrusionOk="0" h="12251" w="38554">
                  <a:moveTo>
                    <a:pt x="0" y="12251"/>
                  </a:moveTo>
                  <a:cubicBezTo>
                    <a:pt x="6426" y="10209"/>
                    <a:pt x="32128" y="2042"/>
                    <a:pt x="38554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5" name="Google Shape;395;p29"/>
            <p:cNvSpPr/>
            <p:nvPr/>
          </p:nvSpPr>
          <p:spPr>
            <a:xfrm>
              <a:off x="3675225" y="4332800"/>
              <a:ext cx="1044900" cy="18000"/>
            </a:xfrm>
            <a:custGeom>
              <a:rect b="b" l="l" r="r" t="t"/>
              <a:pathLst>
                <a:path extrusionOk="0" h="720" w="41796">
                  <a:moveTo>
                    <a:pt x="0" y="720"/>
                  </a:moveTo>
                  <a:cubicBezTo>
                    <a:pt x="6966" y="600"/>
                    <a:pt x="34830" y="120"/>
                    <a:pt x="41796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6" name="Google Shape;396;p29"/>
            <p:cNvSpPr/>
            <p:nvPr/>
          </p:nvSpPr>
          <p:spPr>
            <a:xfrm>
              <a:off x="4720125" y="4062550"/>
              <a:ext cx="702625" cy="270250"/>
            </a:xfrm>
            <a:custGeom>
              <a:rect b="b" l="l" r="r" t="t"/>
              <a:pathLst>
                <a:path extrusionOk="0" h="10810" w="28105">
                  <a:moveTo>
                    <a:pt x="28105" y="0"/>
                  </a:moveTo>
                  <a:cubicBezTo>
                    <a:pt x="23421" y="1802"/>
                    <a:pt x="4684" y="9008"/>
                    <a:pt x="0" y="1081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7" name="Google Shape;397;p29"/>
            <p:cNvSpPr/>
            <p:nvPr/>
          </p:nvSpPr>
          <p:spPr>
            <a:xfrm>
              <a:off x="5440750" y="4044550"/>
              <a:ext cx="648575" cy="18000"/>
            </a:xfrm>
            <a:custGeom>
              <a:rect b="b" l="l" r="r" t="t"/>
              <a:pathLst>
                <a:path extrusionOk="0" h="720" w="25943">
                  <a:moveTo>
                    <a:pt x="25943" y="720"/>
                  </a:moveTo>
                  <a:cubicBezTo>
                    <a:pt x="21619" y="600"/>
                    <a:pt x="4324" y="12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8" name="Google Shape;398;p29"/>
            <p:cNvSpPr/>
            <p:nvPr/>
          </p:nvSpPr>
          <p:spPr>
            <a:xfrm>
              <a:off x="5972225" y="3531100"/>
              <a:ext cx="126100" cy="522450"/>
            </a:xfrm>
            <a:custGeom>
              <a:rect b="b" l="l" r="r" t="t"/>
              <a:pathLst>
                <a:path extrusionOk="0" h="20898" w="5044">
                  <a:moveTo>
                    <a:pt x="0" y="0"/>
                  </a:moveTo>
                  <a:cubicBezTo>
                    <a:pt x="841" y="3483"/>
                    <a:pt x="4203" y="17415"/>
                    <a:pt x="5044" y="2089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9" name="Google Shape;399;p29"/>
            <p:cNvSpPr/>
            <p:nvPr/>
          </p:nvSpPr>
          <p:spPr>
            <a:xfrm>
              <a:off x="5990250" y="3242825"/>
              <a:ext cx="351300" cy="279250"/>
            </a:xfrm>
            <a:custGeom>
              <a:rect b="b" l="l" r="r" t="t"/>
              <a:pathLst>
                <a:path extrusionOk="0" h="11170" w="14052">
                  <a:moveTo>
                    <a:pt x="14052" y="0"/>
                  </a:moveTo>
                  <a:cubicBezTo>
                    <a:pt x="11710" y="1862"/>
                    <a:pt x="2342" y="9308"/>
                    <a:pt x="0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0" name="Google Shape;400;p29"/>
            <p:cNvSpPr/>
            <p:nvPr/>
          </p:nvSpPr>
          <p:spPr>
            <a:xfrm>
              <a:off x="5792075" y="2927550"/>
              <a:ext cx="558475" cy="324300"/>
            </a:xfrm>
            <a:custGeom>
              <a:rect b="b" l="l" r="r" t="t"/>
              <a:pathLst>
                <a:path extrusionOk="0" h="12972" w="22339">
                  <a:moveTo>
                    <a:pt x="0" y="0"/>
                  </a:moveTo>
                  <a:cubicBezTo>
                    <a:pt x="3723" y="2162"/>
                    <a:pt x="18616" y="10810"/>
                    <a:pt x="22339" y="1297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1" name="Google Shape;401;p29"/>
            <p:cNvSpPr/>
            <p:nvPr/>
          </p:nvSpPr>
          <p:spPr>
            <a:xfrm>
              <a:off x="4494925" y="2585250"/>
              <a:ext cx="1297150" cy="360325"/>
            </a:xfrm>
            <a:custGeom>
              <a:rect b="b" l="l" r="r" t="t"/>
              <a:pathLst>
                <a:path extrusionOk="0" h="14413" w="51886">
                  <a:moveTo>
                    <a:pt x="0" y="0"/>
                  </a:moveTo>
                  <a:cubicBezTo>
                    <a:pt x="8648" y="2402"/>
                    <a:pt x="43238" y="12011"/>
                    <a:pt x="51886" y="1441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2" name="Google Shape;402;p29"/>
            <p:cNvSpPr/>
            <p:nvPr/>
          </p:nvSpPr>
          <p:spPr>
            <a:xfrm>
              <a:off x="4467900" y="2900550"/>
              <a:ext cx="117100" cy="927800"/>
            </a:xfrm>
            <a:custGeom>
              <a:rect b="b" l="l" r="r" t="t"/>
              <a:pathLst>
                <a:path extrusionOk="0" h="37112" w="4684">
                  <a:moveTo>
                    <a:pt x="0" y="0"/>
                  </a:moveTo>
                  <a:cubicBezTo>
                    <a:pt x="781" y="6185"/>
                    <a:pt x="3903" y="30927"/>
                    <a:pt x="4684" y="3711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3" name="Google Shape;403;p29"/>
            <p:cNvSpPr/>
            <p:nvPr/>
          </p:nvSpPr>
          <p:spPr>
            <a:xfrm>
              <a:off x="4576000" y="3792325"/>
              <a:ext cx="135125" cy="558475"/>
            </a:xfrm>
            <a:custGeom>
              <a:rect b="b" l="l" r="r" t="t"/>
              <a:pathLst>
                <a:path extrusionOk="0" h="22339" w="5405">
                  <a:moveTo>
                    <a:pt x="0" y="0"/>
                  </a:moveTo>
                  <a:cubicBezTo>
                    <a:pt x="901" y="3723"/>
                    <a:pt x="4504" y="18616"/>
                    <a:pt x="5405" y="2233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4" name="Google Shape;404;p29"/>
            <p:cNvSpPr/>
            <p:nvPr/>
          </p:nvSpPr>
          <p:spPr>
            <a:xfrm>
              <a:off x="4089575" y="3675225"/>
              <a:ext cx="504450" cy="108075"/>
            </a:xfrm>
            <a:custGeom>
              <a:rect b="b" l="l" r="r" t="t"/>
              <a:pathLst>
                <a:path extrusionOk="0" h="4323" w="20178">
                  <a:moveTo>
                    <a:pt x="20178" y="4323"/>
                  </a:moveTo>
                  <a:cubicBezTo>
                    <a:pt x="16815" y="3603"/>
                    <a:pt x="3363" y="7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5" name="Google Shape;405;p29"/>
            <p:cNvSpPr/>
            <p:nvPr/>
          </p:nvSpPr>
          <p:spPr>
            <a:xfrm>
              <a:off x="4503950" y="2900550"/>
              <a:ext cx="513450" cy="405350"/>
            </a:xfrm>
            <a:custGeom>
              <a:rect b="b" l="l" r="r" t="t"/>
              <a:pathLst>
                <a:path extrusionOk="0" h="16214" w="20538">
                  <a:moveTo>
                    <a:pt x="0" y="0"/>
                  </a:moveTo>
                  <a:cubicBezTo>
                    <a:pt x="3423" y="2702"/>
                    <a:pt x="17115" y="13512"/>
                    <a:pt x="20538" y="1621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6" name="Google Shape;406;p29"/>
            <p:cNvSpPr/>
            <p:nvPr/>
          </p:nvSpPr>
          <p:spPr>
            <a:xfrm>
              <a:off x="5044425" y="3305900"/>
              <a:ext cx="927800" cy="261225"/>
            </a:xfrm>
            <a:custGeom>
              <a:rect b="b" l="l" r="r" t="t"/>
              <a:pathLst>
                <a:path extrusionOk="0" h="10449" w="37112">
                  <a:moveTo>
                    <a:pt x="0" y="0"/>
                  </a:moveTo>
                  <a:cubicBezTo>
                    <a:pt x="6185" y="1742"/>
                    <a:pt x="30927" y="8708"/>
                    <a:pt x="37112" y="104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7" name="Google Shape;407;p29"/>
            <p:cNvSpPr/>
            <p:nvPr/>
          </p:nvSpPr>
          <p:spPr>
            <a:xfrm>
              <a:off x="3486050" y="2837475"/>
              <a:ext cx="639550" cy="882775"/>
            </a:xfrm>
            <a:custGeom>
              <a:rect b="b" l="l" r="r" t="t"/>
              <a:pathLst>
                <a:path extrusionOk="0" h="35311" w="25582">
                  <a:moveTo>
                    <a:pt x="0" y="0"/>
                  </a:moveTo>
                  <a:cubicBezTo>
                    <a:pt x="4264" y="5885"/>
                    <a:pt x="21318" y="29426"/>
                    <a:pt x="25582" y="3531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8" name="Google Shape;408;p29"/>
            <p:cNvSpPr/>
            <p:nvPr/>
          </p:nvSpPr>
          <p:spPr>
            <a:xfrm>
              <a:off x="5711000" y="2035775"/>
              <a:ext cx="54050" cy="891775"/>
            </a:xfrm>
            <a:custGeom>
              <a:rect b="b" l="l" r="r" t="t"/>
              <a:pathLst>
                <a:path extrusionOk="0" h="35671" w="2162">
                  <a:moveTo>
                    <a:pt x="0" y="0"/>
                  </a:moveTo>
                  <a:cubicBezTo>
                    <a:pt x="360" y="5945"/>
                    <a:pt x="1802" y="29726"/>
                    <a:pt x="2162" y="3567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9" name="Google Shape;409;p29"/>
            <p:cNvSpPr/>
            <p:nvPr/>
          </p:nvSpPr>
          <p:spPr>
            <a:xfrm>
              <a:off x="3240434" y="123261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3392100" y="22945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3392100" y="2751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5667425" y="2829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4874000" y="3192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6233475" y="31340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59888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53200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4612025" y="42402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3580800" y="424025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4612034" y="9368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4566995" y="14702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5589325" y="19148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612025" y="22583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4378300" y="24773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4378300" y="27929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5856125" y="34249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3988300" y="3576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4477650" y="3687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3881195" y="165378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3576395" y="1989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 txBox="1"/>
            <p:nvPr/>
          </p:nvSpPr>
          <p:spPr>
            <a:xfrm>
              <a:off x="3424000" y="1583349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Atlanta</a:t>
              </a:r>
              <a:endParaRPr b="1" sz="900">
                <a:solidFill>
                  <a:srgbClr val="FF0000"/>
                </a:solidFill>
              </a:endParaRPr>
            </a:p>
          </p:txBody>
        </p:sp>
        <p:sp>
          <p:nvSpPr>
            <p:cNvPr id="431" name="Google Shape;431;p29"/>
            <p:cNvSpPr txBox="1"/>
            <p:nvPr/>
          </p:nvSpPr>
          <p:spPr>
            <a:xfrm>
              <a:off x="4742550" y="8812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Toccoa</a:t>
              </a:r>
              <a:endParaRPr sz="800"/>
            </a:p>
          </p:txBody>
        </p:sp>
        <p:sp>
          <p:nvSpPr>
            <p:cNvPr id="432" name="Google Shape;432;p29"/>
            <p:cNvSpPr txBox="1"/>
            <p:nvPr/>
          </p:nvSpPr>
          <p:spPr>
            <a:xfrm>
              <a:off x="2846768" y="1156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Rome</a:t>
              </a:r>
              <a:endParaRPr sz="800"/>
            </a:p>
          </p:txBody>
        </p:sp>
        <p:sp>
          <p:nvSpPr>
            <p:cNvPr id="433" name="Google Shape;433;p29"/>
            <p:cNvSpPr txBox="1"/>
            <p:nvPr/>
          </p:nvSpPr>
          <p:spPr>
            <a:xfrm>
              <a:off x="4688966" y="13905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Athens</a:t>
              </a:r>
              <a:endParaRPr sz="800"/>
            </a:p>
          </p:txBody>
        </p:sp>
        <p:sp>
          <p:nvSpPr>
            <p:cNvPr id="434" name="Google Shape;434;p29"/>
            <p:cNvSpPr txBox="1"/>
            <p:nvPr/>
          </p:nvSpPr>
          <p:spPr>
            <a:xfrm>
              <a:off x="3062699" y="190291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Newnan</a:t>
              </a:r>
              <a:endParaRPr sz="800"/>
            </a:p>
          </p:txBody>
        </p:sp>
        <p:sp>
          <p:nvSpPr>
            <p:cNvPr id="435" name="Google Shape;435;p29"/>
            <p:cNvSpPr txBox="1"/>
            <p:nvPr/>
          </p:nvSpPr>
          <p:spPr>
            <a:xfrm>
              <a:off x="5725609" y="1818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Augusta</a:t>
              </a:r>
              <a:endParaRPr sz="800"/>
            </a:p>
          </p:txBody>
        </p:sp>
        <p:sp>
          <p:nvSpPr>
            <p:cNvPr id="436" name="Google Shape;436;p29"/>
            <p:cNvSpPr txBox="1"/>
            <p:nvPr/>
          </p:nvSpPr>
          <p:spPr>
            <a:xfrm>
              <a:off x="2819751" y="223499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LaGrange</a:t>
              </a:r>
              <a:endParaRPr sz="800"/>
            </a:p>
          </p:txBody>
        </p:sp>
        <p:sp>
          <p:nvSpPr>
            <p:cNvPr id="437" name="Google Shape;437;p29"/>
            <p:cNvSpPr txBox="1"/>
            <p:nvPr/>
          </p:nvSpPr>
          <p:spPr>
            <a:xfrm>
              <a:off x="2819750" y="2692324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</a:rPr>
                <a:t>Columbus</a:t>
              </a:r>
              <a:endParaRPr sz="9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438" name="Google Shape;438;p29"/>
            <p:cNvSpPr txBox="1"/>
            <p:nvPr/>
          </p:nvSpPr>
          <p:spPr>
            <a:xfrm>
              <a:off x="3566025" y="351257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Albany</a:t>
              </a:r>
              <a:endParaRPr sz="800"/>
            </a:p>
          </p:txBody>
        </p:sp>
        <p:sp>
          <p:nvSpPr>
            <p:cNvPr id="439" name="Google Shape;439;p29"/>
            <p:cNvSpPr txBox="1"/>
            <p:nvPr/>
          </p:nvSpPr>
          <p:spPr>
            <a:xfrm>
              <a:off x="2981625" y="42279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Bainbridge</a:t>
              </a:r>
              <a:endParaRPr sz="800"/>
            </a:p>
          </p:txBody>
        </p:sp>
        <p:sp>
          <p:nvSpPr>
            <p:cNvPr id="440" name="Google Shape;440;p29"/>
            <p:cNvSpPr txBox="1"/>
            <p:nvPr/>
          </p:nvSpPr>
          <p:spPr>
            <a:xfrm>
              <a:off x="4593293" y="3611772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Tifton</a:t>
              </a:r>
              <a:endParaRPr sz="800"/>
            </a:p>
          </p:txBody>
        </p:sp>
        <p:sp>
          <p:nvSpPr>
            <p:cNvPr id="441" name="Google Shape;441;p29"/>
            <p:cNvSpPr txBox="1"/>
            <p:nvPr/>
          </p:nvSpPr>
          <p:spPr>
            <a:xfrm>
              <a:off x="4301400" y="43417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Valdosta</a:t>
              </a:r>
              <a:endParaRPr sz="800"/>
            </a:p>
          </p:txBody>
        </p:sp>
        <p:sp>
          <p:nvSpPr>
            <p:cNvPr id="442" name="Google Shape;442;p29"/>
            <p:cNvSpPr txBox="1"/>
            <p:nvPr/>
          </p:nvSpPr>
          <p:spPr>
            <a:xfrm>
              <a:off x="3941313" y="24072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Macon</a:t>
              </a:r>
              <a:endParaRPr sz="800"/>
            </a:p>
          </p:txBody>
        </p:sp>
        <p:sp>
          <p:nvSpPr>
            <p:cNvPr id="443" name="Google Shape;443;p29"/>
            <p:cNvSpPr txBox="1"/>
            <p:nvPr/>
          </p:nvSpPr>
          <p:spPr>
            <a:xfrm>
              <a:off x="4499815" y="2021622"/>
              <a:ext cx="84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Milledgeville</a:t>
              </a:r>
              <a:endParaRPr sz="800"/>
            </a:p>
          </p:txBody>
        </p:sp>
        <p:sp>
          <p:nvSpPr>
            <p:cNvPr id="444" name="Google Shape;444;p29"/>
            <p:cNvSpPr txBox="1"/>
            <p:nvPr/>
          </p:nvSpPr>
          <p:spPr>
            <a:xfrm>
              <a:off x="6133425" y="39647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highlight>
                    <a:srgbClr val="FFFFFF"/>
                  </a:highlight>
                </a:rPr>
                <a:t>Brunswick</a:t>
              </a:r>
              <a:endParaRPr sz="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445" name="Google Shape;445;p29"/>
            <p:cNvSpPr txBox="1"/>
            <p:nvPr/>
          </p:nvSpPr>
          <p:spPr>
            <a:xfrm>
              <a:off x="5161525" y="40518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Waycross</a:t>
              </a:r>
              <a:endParaRPr sz="800"/>
            </a:p>
          </p:txBody>
        </p:sp>
        <p:sp>
          <p:nvSpPr>
            <p:cNvPr id="446" name="Google Shape;446;p29"/>
            <p:cNvSpPr txBox="1"/>
            <p:nvPr/>
          </p:nvSpPr>
          <p:spPr>
            <a:xfrm>
              <a:off x="4017513" y="2833374"/>
              <a:ext cx="6936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Warner Robins</a:t>
              </a:r>
              <a:endParaRPr sz="800"/>
            </a:p>
          </p:txBody>
        </p:sp>
        <p:sp>
          <p:nvSpPr>
            <p:cNvPr id="447" name="Google Shape;447;p29"/>
            <p:cNvSpPr txBox="1"/>
            <p:nvPr/>
          </p:nvSpPr>
          <p:spPr>
            <a:xfrm>
              <a:off x="4972849" y="30797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McRae</a:t>
              </a:r>
              <a:endParaRPr sz="800"/>
            </a:p>
          </p:txBody>
        </p:sp>
        <p:sp>
          <p:nvSpPr>
            <p:cNvPr id="448" name="Google Shape;448;p29"/>
            <p:cNvSpPr txBox="1"/>
            <p:nvPr/>
          </p:nvSpPr>
          <p:spPr>
            <a:xfrm>
              <a:off x="5950282" y="3445378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Hinesville</a:t>
              </a:r>
              <a:endParaRPr b="1" sz="900">
                <a:solidFill>
                  <a:srgbClr val="FF0000"/>
                </a:solidFill>
              </a:endParaRPr>
            </a:p>
          </p:txBody>
        </p:sp>
        <p:sp>
          <p:nvSpPr>
            <p:cNvPr id="449" name="Google Shape;449;p29"/>
            <p:cNvSpPr txBox="1"/>
            <p:nvPr/>
          </p:nvSpPr>
          <p:spPr>
            <a:xfrm>
              <a:off x="5754366" y="267493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Statesboro</a:t>
              </a:r>
              <a:endParaRPr sz="800"/>
            </a:p>
          </p:txBody>
        </p:sp>
        <p:sp>
          <p:nvSpPr>
            <p:cNvPr id="450" name="Google Shape;450;p29"/>
            <p:cNvSpPr txBox="1"/>
            <p:nvPr/>
          </p:nvSpPr>
          <p:spPr>
            <a:xfrm>
              <a:off x="6359575" y="30744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Savannah</a:t>
              </a:r>
              <a:endParaRPr sz="800"/>
            </a:p>
          </p:txBody>
        </p:sp>
      </p:grpSp>
      <p:cxnSp>
        <p:nvCxnSpPr>
          <p:cNvPr id="451" name="Google Shape;451;p29"/>
          <p:cNvCxnSpPr/>
          <p:nvPr/>
        </p:nvCxnSpPr>
        <p:spPr>
          <a:xfrm rot="10800000">
            <a:off x="521425" y="4023250"/>
            <a:ext cx="8448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29"/>
          <p:cNvSpPr txBox="1"/>
          <p:nvPr/>
        </p:nvSpPr>
        <p:spPr>
          <a:xfrm>
            <a:off x="8008875" y="914400"/>
            <a:ext cx="648300" cy="338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0</a:t>
            </a:r>
            <a:endParaRPr sz="1000"/>
          </a:p>
        </p:txBody>
      </p:sp>
      <p:sp>
        <p:nvSpPr>
          <p:cNvPr id="453" name="Google Shape;453;p29"/>
          <p:cNvSpPr txBox="1"/>
          <p:nvPr/>
        </p:nvSpPr>
        <p:spPr>
          <a:xfrm>
            <a:off x="8008875" y="1600200"/>
            <a:ext cx="6483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1</a:t>
            </a:r>
            <a:endParaRPr sz="1000"/>
          </a:p>
        </p:txBody>
      </p:sp>
      <p:sp>
        <p:nvSpPr>
          <p:cNvPr id="454" name="Google Shape;454;p29"/>
          <p:cNvSpPr txBox="1"/>
          <p:nvPr/>
        </p:nvSpPr>
        <p:spPr>
          <a:xfrm>
            <a:off x="8008875" y="2514600"/>
            <a:ext cx="648300" cy="338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2</a:t>
            </a:r>
            <a:endParaRPr sz="1000"/>
          </a:p>
        </p:txBody>
      </p:sp>
      <p:sp>
        <p:nvSpPr>
          <p:cNvPr id="455" name="Google Shape;455;p29"/>
          <p:cNvSpPr txBox="1"/>
          <p:nvPr/>
        </p:nvSpPr>
        <p:spPr>
          <a:xfrm>
            <a:off x="8008875" y="3429000"/>
            <a:ext cx="648300" cy="338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3</a:t>
            </a:r>
            <a:endParaRPr sz="1000"/>
          </a:p>
        </p:txBody>
      </p:sp>
      <p:sp>
        <p:nvSpPr>
          <p:cNvPr id="456" name="Google Shape;456;p29"/>
          <p:cNvSpPr txBox="1"/>
          <p:nvPr/>
        </p:nvSpPr>
        <p:spPr>
          <a:xfrm>
            <a:off x="8008875" y="4343400"/>
            <a:ext cx="648300" cy="338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4</a:t>
            </a:r>
            <a:endParaRPr sz="1000"/>
          </a:p>
        </p:txBody>
      </p:sp>
      <p:sp>
        <p:nvSpPr>
          <p:cNvPr id="457" name="Google Shape;457;p29"/>
          <p:cNvSpPr/>
          <p:nvPr/>
        </p:nvSpPr>
        <p:spPr>
          <a:xfrm>
            <a:off x="7644575" y="946650"/>
            <a:ext cx="274200" cy="2742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7644563" y="1645170"/>
            <a:ext cx="274200" cy="274200"/>
          </a:xfrm>
          <a:prstGeom prst="ellipse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7644570" y="2537083"/>
            <a:ext cx="274200" cy="2742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1" name="Google Shape;491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4" name="Google Shape;494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5" name="Google Shape;495;p29"/>
          <p:cNvSpPr/>
          <p:nvPr/>
        </p:nvSpPr>
        <p:spPr>
          <a:xfrm>
            <a:off x="7644570" y="3440245"/>
            <a:ext cx="274200" cy="2742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500" name="Google Shape;500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7644564" y="4375638"/>
            <a:ext cx="274200" cy="2742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/>
              <a:t>The following slides are for students who may have trouble </a:t>
            </a:r>
            <a:r>
              <a:rPr lang="en" sz="2600"/>
              <a:t>differentiating between colors.  The maps and activities are the same, but have been illustrated with shapes in addition to the colors.</a:t>
            </a:r>
            <a:endParaRPr sz="2600"/>
          </a:p>
        </p:txBody>
      </p:sp>
      <p:sp>
        <p:nvSpPr>
          <p:cNvPr id="509" name="Google Shape;50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1"/>
          <p:cNvSpPr txBox="1"/>
          <p:nvPr>
            <p:ph idx="1" type="body"/>
          </p:nvPr>
        </p:nvSpPr>
        <p:spPr>
          <a:xfrm>
            <a:off x="311700" y="1132275"/>
            <a:ext cx="14178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">
                <a:solidFill>
                  <a:srgbClr val="4A86E8"/>
                </a:solidFill>
              </a:rPr>
              <a:t>Tips!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You want to color the neighboring cities one step at a time. Place your finger on first city. Trace the lines that leave the city. Those are the neighbors.Use the arrow</a:t>
            </a:r>
            <a:endParaRPr sz="16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for the Recover the Solution step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515" name="Google Shape;515;p31"/>
          <p:cNvSpPr txBox="1"/>
          <p:nvPr>
            <p:ph type="title"/>
          </p:nvPr>
        </p:nvSpPr>
        <p:spPr>
          <a:xfrm>
            <a:off x="311700" y="1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Worksheet 1: Route Finding: Columbus to Brunswick </a:t>
            </a:r>
            <a:endParaRPr b="1"/>
          </a:p>
        </p:txBody>
      </p:sp>
      <p:sp>
        <p:nvSpPr>
          <p:cNvPr id="516" name="Google Shape;5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7" name="Google Shape;517;p31"/>
          <p:cNvGrpSpPr/>
          <p:nvPr/>
        </p:nvGrpSpPr>
        <p:grpSpPr>
          <a:xfrm>
            <a:off x="1827363" y="690565"/>
            <a:ext cx="4795624" cy="4379467"/>
            <a:chOff x="2819750" y="881249"/>
            <a:chExt cx="4233425" cy="3722138"/>
          </a:xfrm>
        </p:grpSpPr>
        <p:sp>
          <p:nvSpPr>
            <p:cNvPr id="518" name="Google Shape;518;p31"/>
            <p:cNvSpPr/>
            <p:nvPr/>
          </p:nvSpPr>
          <p:spPr>
            <a:xfrm>
              <a:off x="3486050" y="2846500"/>
              <a:ext cx="189175" cy="1513325"/>
            </a:xfrm>
            <a:custGeom>
              <a:rect b="b" l="l" r="r" t="t"/>
              <a:pathLst>
                <a:path extrusionOk="0" h="60533" w="7567">
                  <a:moveTo>
                    <a:pt x="0" y="0"/>
                  </a:moveTo>
                  <a:cubicBezTo>
                    <a:pt x="1261" y="10089"/>
                    <a:pt x="6306" y="50444"/>
                    <a:pt x="7567" y="6053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9" name="Google Shape;519;p31"/>
            <p:cNvSpPr/>
            <p:nvPr/>
          </p:nvSpPr>
          <p:spPr>
            <a:xfrm>
              <a:off x="3981475" y="1558375"/>
              <a:ext cx="693625" cy="198150"/>
            </a:xfrm>
            <a:custGeom>
              <a:rect b="b" l="l" r="r" t="t"/>
              <a:pathLst>
                <a:path extrusionOk="0" h="7926" w="27745">
                  <a:moveTo>
                    <a:pt x="27745" y="0"/>
                  </a:moveTo>
                  <a:cubicBezTo>
                    <a:pt x="23121" y="1321"/>
                    <a:pt x="4624" y="6605"/>
                    <a:pt x="0" y="7926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0" name="Google Shape;520;p31"/>
            <p:cNvSpPr/>
            <p:nvPr/>
          </p:nvSpPr>
          <p:spPr>
            <a:xfrm>
              <a:off x="3332925" y="1342175"/>
              <a:ext cx="648550" cy="414350"/>
            </a:xfrm>
            <a:custGeom>
              <a:rect b="b" l="l" r="r" t="t"/>
              <a:pathLst>
                <a:path extrusionOk="0" h="16574" w="25942">
                  <a:moveTo>
                    <a:pt x="0" y="0"/>
                  </a:moveTo>
                  <a:cubicBezTo>
                    <a:pt x="4324" y="2762"/>
                    <a:pt x="21618" y="13812"/>
                    <a:pt x="25942" y="1657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1" name="Google Shape;521;p31"/>
            <p:cNvSpPr/>
            <p:nvPr/>
          </p:nvSpPr>
          <p:spPr>
            <a:xfrm>
              <a:off x="4675100" y="1044925"/>
              <a:ext cx="45025" cy="531450"/>
            </a:xfrm>
            <a:custGeom>
              <a:rect b="b" l="l" r="r" t="t"/>
              <a:pathLst>
                <a:path extrusionOk="0" h="21258" w="1801">
                  <a:moveTo>
                    <a:pt x="1801" y="0"/>
                  </a:moveTo>
                  <a:cubicBezTo>
                    <a:pt x="1501" y="3543"/>
                    <a:pt x="300" y="17715"/>
                    <a:pt x="0" y="2125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2" name="Google Shape;522;p31"/>
            <p:cNvSpPr/>
            <p:nvPr/>
          </p:nvSpPr>
          <p:spPr>
            <a:xfrm>
              <a:off x="3999500" y="1053925"/>
              <a:ext cx="729625" cy="711625"/>
            </a:xfrm>
            <a:custGeom>
              <a:rect b="b" l="l" r="r" t="t"/>
              <a:pathLst>
                <a:path extrusionOk="0" h="28465" w="29185">
                  <a:moveTo>
                    <a:pt x="29185" y="0"/>
                  </a:moveTo>
                  <a:cubicBezTo>
                    <a:pt x="24321" y="4744"/>
                    <a:pt x="4864" y="23721"/>
                    <a:pt x="0" y="28465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3" name="Google Shape;523;p31"/>
            <p:cNvSpPr/>
            <p:nvPr/>
          </p:nvSpPr>
          <p:spPr>
            <a:xfrm>
              <a:off x="3693225" y="1756525"/>
              <a:ext cx="315275" cy="342300"/>
            </a:xfrm>
            <a:custGeom>
              <a:rect b="b" l="l" r="r" t="t"/>
              <a:pathLst>
                <a:path extrusionOk="0" h="13692" w="12611">
                  <a:moveTo>
                    <a:pt x="0" y="13692"/>
                  </a:moveTo>
                  <a:cubicBezTo>
                    <a:pt x="2102" y="11410"/>
                    <a:pt x="10509" y="2282"/>
                    <a:pt x="12611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4" name="Google Shape;524;p31"/>
            <p:cNvSpPr/>
            <p:nvPr/>
          </p:nvSpPr>
          <p:spPr>
            <a:xfrm>
              <a:off x="3486050" y="2098825"/>
              <a:ext cx="207175" cy="306275"/>
            </a:xfrm>
            <a:custGeom>
              <a:rect b="b" l="l" r="r" t="t"/>
              <a:pathLst>
                <a:path extrusionOk="0" h="12251" w="8287">
                  <a:moveTo>
                    <a:pt x="0" y="12251"/>
                  </a:moveTo>
                  <a:cubicBezTo>
                    <a:pt x="1381" y="10209"/>
                    <a:pt x="6906" y="2042"/>
                    <a:pt x="8287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5" name="Google Shape;525;p31"/>
            <p:cNvSpPr/>
            <p:nvPr/>
          </p:nvSpPr>
          <p:spPr>
            <a:xfrm>
              <a:off x="3486050" y="2423125"/>
              <a:ext cx="9000" cy="432375"/>
            </a:xfrm>
            <a:custGeom>
              <a:rect b="b" l="l" r="r" t="t"/>
              <a:pathLst>
                <a:path extrusionOk="0" h="17295" w="360">
                  <a:moveTo>
                    <a:pt x="360" y="17295"/>
                  </a:moveTo>
                  <a:cubicBezTo>
                    <a:pt x="300" y="14413"/>
                    <a:pt x="60" y="288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6" name="Google Shape;526;p31"/>
            <p:cNvSpPr/>
            <p:nvPr/>
          </p:nvSpPr>
          <p:spPr>
            <a:xfrm>
              <a:off x="4026525" y="1747525"/>
              <a:ext cx="1684475" cy="279250"/>
            </a:xfrm>
            <a:custGeom>
              <a:rect b="b" l="l" r="r" t="t"/>
              <a:pathLst>
                <a:path extrusionOk="0" h="11170" w="67379">
                  <a:moveTo>
                    <a:pt x="0" y="0"/>
                  </a:moveTo>
                  <a:cubicBezTo>
                    <a:pt x="11230" y="1862"/>
                    <a:pt x="56149" y="9308"/>
                    <a:pt x="67379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7" name="Google Shape;527;p31"/>
            <p:cNvSpPr/>
            <p:nvPr/>
          </p:nvSpPr>
          <p:spPr>
            <a:xfrm>
              <a:off x="4485925" y="2351050"/>
              <a:ext cx="234200" cy="234200"/>
            </a:xfrm>
            <a:custGeom>
              <a:rect b="b" l="l" r="r" t="t"/>
              <a:pathLst>
                <a:path extrusionOk="0" h="9368" w="9368">
                  <a:moveTo>
                    <a:pt x="9368" y="0"/>
                  </a:moveTo>
                  <a:cubicBezTo>
                    <a:pt x="7807" y="1561"/>
                    <a:pt x="1561" y="7807"/>
                    <a:pt x="0" y="936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8" name="Google Shape;528;p31"/>
            <p:cNvSpPr/>
            <p:nvPr/>
          </p:nvSpPr>
          <p:spPr>
            <a:xfrm>
              <a:off x="4476925" y="2576250"/>
              <a:ext cx="18000" cy="333300"/>
            </a:xfrm>
            <a:custGeom>
              <a:rect b="b" l="l" r="r" t="t"/>
              <a:pathLst>
                <a:path extrusionOk="0" h="13332" w="720">
                  <a:moveTo>
                    <a:pt x="0" y="0"/>
                  </a:moveTo>
                  <a:cubicBezTo>
                    <a:pt x="120" y="2222"/>
                    <a:pt x="600" y="11110"/>
                    <a:pt x="720" y="1333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9" name="Google Shape;529;p31"/>
            <p:cNvSpPr/>
            <p:nvPr/>
          </p:nvSpPr>
          <p:spPr>
            <a:xfrm>
              <a:off x="3495050" y="2855500"/>
              <a:ext cx="1026900" cy="54050"/>
            </a:xfrm>
            <a:custGeom>
              <a:rect b="b" l="l" r="r" t="t"/>
              <a:pathLst>
                <a:path extrusionOk="0" h="2162" w="41076">
                  <a:moveTo>
                    <a:pt x="0" y="0"/>
                  </a:moveTo>
                  <a:cubicBezTo>
                    <a:pt x="6846" y="360"/>
                    <a:pt x="34230" y="1802"/>
                    <a:pt x="41076" y="216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0" name="Google Shape;530;p31"/>
            <p:cNvSpPr/>
            <p:nvPr/>
          </p:nvSpPr>
          <p:spPr>
            <a:xfrm>
              <a:off x="3990500" y="1765550"/>
              <a:ext cx="486425" cy="828725"/>
            </a:xfrm>
            <a:custGeom>
              <a:rect b="b" l="l" r="r" t="t"/>
              <a:pathLst>
                <a:path extrusionOk="0" h="33149" w="19457">
                  <a:moveTo>
                    <a:pt x="0" y="0"/>
                  </a:moveTo>
                  <a:cubicBezTo>
                    <a:pt x="3243" y="5525"/>
                    <a:pt x="16214" y="27624"/>
                    <a:pt x="19457" y="331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1" name="Google Shape;531;p31"/>
            <p:cNvSpPr/>
            <p:nvPr/>
          </p:nvSpPr>
          <p:spPr>
            <a:xfrm>
              <a:off x="4738150" y="2035775"/>
              <a:ext cx="963850" cy="306275"/>
            </a:xfrm>
            <a:custGeom>
              <a:rect b="b" l="l" r="r" t="t"/>
              <a:pathLst>
                <a:path extrusionOk="0" h="12251" w="38554">
                  <a:moveTo>
                    <a:pt x="0" y="12251"/>
                  </a:moveTo>
                  <a:cubicBezTo>
                    <a:pt x="6426" y="10209"/>
                    <a:pt x="32128" y="2042"/>
                    <a:pt x="38554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2" name="Google Shape;532;p31"/>
            <p:cNvSpPr/>
            <p:nvPr/>
          </p:nvSpPr>
          <p:spPr>
            <a:xfrm>
              <a:off x="3675225" y="4332800"/>
              <a:ext cx="1044900" cy="18000"/>
            </a:xfrm>
            <a:custGeom>
              <a:rect b="b" l="l" r="r" t="t"/>
              <a:pathLst>
                <a:path extrusionOk="0" h="720" w="41796">
                  <a:moveTo>
                    <a:pt x="0" y="720"/>
                  </a:moveTo>
                  <a:cubicBezTo>
                    <a:pt x="6966" y="600"/>
                    <a:pt x="34830" y="120"/>
                    <a:pt x="41796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3" name="Google Shape;533;p31"/>
            <p:cNvSpPr/>
            <p:nvPr/>
          </p:nvSpPr>
          <p:spPr>
            <a:xfrm>
              <a:off x="4720125" y="4062550"/>
              <a:ext cx="702625" cy="270250"/>
            </a:xfrm>
            <a:custGeom>
              <a:rect b="b" l="l" r="r" t="t"/>
              <a:pathLst>
                <a:path extrusionOk="0" h="10810" w="28105">
                  <a:moveTo>
                    <a:pt x="28105" y="0"/>
                  </a:moveTo>
                  <a:cubicBezTo>
                    <a:pt x="23421" y="1802"/>
                    <a:pt x="4684" y="9008"/>
                    <a:pt x="0" y="1081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4" name="Google Shape;534;p31"/>
            <p:cNvSpPr/>
            <p:nvPr/>
          </p:nvSpPr>
          <p:spPr>
            <a:xfrm>
              <a:off x="5440750" y="4044550"/>
              <a:ext cx="648575" cy="18000"/>
            </a:xfrm>
            <a:custGeom>
              <a:rect b="b" l="l" r="r" t="t"/>
              <a:pathLst>
                <a:path extrusionOk="0" h="720" w="25943">
                  <a:moveTo>
                    <a:pt x="25943" y="720"/>
                  </a:moveTo>
                  <a:cubicBezTo>
                    <a:pt x="21619" y="600"/>
                    <a:pt x="4324" y="12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5" name="Google Shape;535;p31"/>
            <p:cNvSpPr/>
            <p:nvPr/>
          </p:nvSpPr>
          <p:spPr>
            <a:xfrm>
              <a:off x="5972225" y="3531100"/>
              <a:ext cx="126100" cy="522450"/>
            </a:xfrm>
            <a:custGeom>
              <a:rect b="b" l="l" r="r" t="t"/>
              <a:pathLst>
                <a:path extrusionOk="0" h="20898" w="5044">
                  <a:moveTo>
                    <a:pt x="0" y="0"/>
                  </a:moveTo>
                  <a:cubicBezTo>
                    <a:pt x="841" y="3483"/>
                    <a:pt x="4203" y="17415"/>
                    <a:pt x="5044" y="2089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6" name="Google Shape;536;p31"/>
            <p:cNvSpPr/>
            <p:nvPr/>
          </p:nvSpPr>
          <p:spPr>
            <a:xfrm>
              <a:off x="5990250" y="3242825"/>
              <a:ext cx="351300" cy="279250"/>
            </a:xfrm>
            <a:custGeom>
              <a:rect b="b" l="l" r="r" t="t"/>
              <a:pathLst>
                <a:path extrusionOk="0" h="11170" w="14052">
                  <a:moveTo>
                    <a:pt x="14052" y="0"/>
                  </a:moveTo>
                  <a:cubicBezTo>
                    <a:pt x="11710" y="1862"/>
                    <a:pt x="2342" y="9308"/>
                    <a:pt x="0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7" name="Google Shape;537;p31"/>
            <p:cNvSpPr/>
            <p:nvPr/>
          </p:nvSpPr>
          <p:spPr>
            <a:xfrm>
              <a:off x="5792075" y="2927550"/>
              <a:ext cx="558475" cy="324300"/>
            </a:xfrm>
            <a:custGeom>
              <a:rect b="b" l="l" r="r" t="t"/>
              <a:pathLst>
                <a:path extrusionOk="0" h="12972" w="22339">
                  <a:moveTo>
                    <a:pt x="0" y="0"/>
                  </a:moveTo>
                  <a:cubicBezTo>
                    <a:pt x="3723" y="2162"/>
                    <a:pt x="18616" y="10810"/>
                    <a:pt x="22339" y="1297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8" name="Google Shape;538;p31"/>
            <p:cNvSpPr/>
            <p:nvPr/>
          </p:nvSpPr>
          <p:spPr>
            <a:xfrm>
              <a:off x="4494925" y="2585250"/>
              <a:ext cx="1297150" cy="360325"/>
            </a:xfrm>
            <a:custGeom>
              <a:rect b="b" l="l" r="r" t="t"/>
              <a:pathLst>
                <a:path extrusionOk="0" h="14413" w="51886">
                  <a:moveTo>
                    <a:pt x="0" y="0"/>
                  </a:moveTo>
                  <a:cubicBezTo>
                    <a:pt x="8648" y="2402"/>
                    <a:pt x="43238" y="12011"/>
                    <a:pt x="51886" y="1441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9" name="Google Shape;539;p31"/>
            <p:cNvSpPr/>
            <p:nvPr/>
          </p:nvSpPr>
          <p:spPr>
            <a:xfrm>
              <a:off x="4467900" y="2900550"/>
              <a:ext cx="117100" cy="927800"/>
            </a:xfrm>
            <a:custGeom>
              <a:rect b="b" l="l" r="r" t="t"/>
              <a:pathLst>
                <a:path extrusionOk="0" h="37112" w="4684">
                  <a:moveTo>
                    <a:pt x="0" y="0"/>
                  </a:moveTo>
                  <a:cubicBezTo>
                    <a:pt x="781" y="6185"/>
                    <a:pt x="3903" y="30927"/>
                    <a:pt x="4684" y="3711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0" name="Google Shape;540;p31"/>
            <p:cNvSpPr/>
            <p:nvPr/>
          </p:nvSpPr>
          <p:spPr>
            <a:xfrm>
              <a:off x="4576000" y="3792325"/>
              <a:ext cx="135125" cy="558475"/>
            </a:xfrm>
            <a:custGeom>
              <a:rect b="b" l="l" r="r" t="t"/>
              <a:pathLst>
                <a:path extrusionOk="0" h="22339" w="5405">
                  <a:moveTo>
                    <a:pt x="0" y="0"/>
                  </a:moveTo>
                  <a:cubicBezTo>
                    <a:pt x="901" y="3723"/>
                    <a:pt x="4504" y="18616"/>
                    <a:pt x="5405" y="2233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1" name="Google Shape;541;p31"/>
            <p:cNvSpPr/>
            <p:nvPr/>
          </p:nvSpPr>
          <p:spPr>
            <a:xfrm>
              <a:off x="4089575" y="3675225"/>
              <a:ext cx="504450" cy="108075"/>
            </a:xfrm>
            <a:custGeom>
              <a:rect b="b" l="l" r="r" t="t"/>
              <a:pathLst>
                <a:path extrusionOk="0" h="4323" w="20178">
                  <a:moveTo>
                    <a:pt x="20178" y="4323"/>
                  </a:moveTo>
                  <a:cubicBezTo>
                    <a:pt x="16815" y="3603"/>
                    <a:pt x="3363" y="7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2" name="Google Shape;542;p31"/>
            <p:cNvSpPr/>
            <p:nvPr/>
          </p:nvSpPr>
          <p:spPr>
            <a:xfrm>
              <a:off x="4503950" y="2900550"/>
              <a:ext cx="513450" cy="405350"/>
            </a:xfrm>
            <a:custGeom>
              <a:rect b="b" l="l" r="r" t="t"/>
              <a:pathLst>
                <a:path extrusionOk="0" h="16214" w="20538">
                  <a:moveTo>
                    <a:pt x="0" y="0"/>
                  </a:moveTo>
                  <a:cubicBezTo>
                    <a:pt x="3423" y="2702"/>
                    <a:pt x="17115" y="13512"/>
                    <a:pt x="20538" y="1621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3" name="Google Shape;543;p31"/>
            <p:cNvSpPr/>
            <p:nvPr/>
          </p:nvSpPr>
          <p:spPr>
            <a:xfrm>
              <a:off x="5044425" y="3305900"/>
              <a:ext cx="927800" cy="261225"/>
            </a:xfrm>
            <a:custGeom>
              <a:rect b="b" l="l" r="r" t="t"/>
              <a:pathLst>
                <a:path extrusionOk="0" h="10449" w="37112">
                  <a:moveTo>
                    <a:pt x="0" y="0"/>
                  </a:moveTo>
                  <a:cubicBezTo>
                    <a:pt x="6185" y="1742"/>
                    <a:pt x="30927" y="8708"/>
                    <a:pt x="37112" y="104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4" name="Google Shape;544;p31"/>
            <p:cNvSpPr/>
            <p:nvPr/>
          </p:nvSpPr>
          <p:spPr>
            <a:xfrm>
              <a:off x="3486050" y="2837475"/>
              <a:ext cx="639550" cy="882775"/>
            </a:xfrm>
            <a:custGeom>
              <a:rect b="b" l="l" r="r" t="t"/>
              <a:pathLst>
                <a:path extrusionOk="0" h="35311" w="25582">
                  <a:moveTo>
                    <a:pt x="0" y="0"/>
                  </a:moveTo>
                  <a:cubicBezTo>
                    <a:pt x="4264" y="5885"/>
                    <a:pt x="21318" y="29426"/>
                    <a:pt x="25582" y="3531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5" name="Google Shape;545;p31"/>
            <p:cNvSpPr/>
            <p:nvPr/>
          </p:nvSpPr>
          <p:spPr>
            <a:xfrm>
              <a:off x="5711000" y="2035775"/>
              <a:ext cx="54050" cy="891775"/>
            </a:xfrm>
            <a:custGeom>
              <a:rect b="b" l="l" r="r" t="t"/>
              <a:pathLst>
                <a:path extrusionOk="0" h="35671" w="2162">
                  <a:moveTo>
                    <a:pt x="0" y="0"/>
                  </a:moveTo>
                  <a:cubicBezTo>
                    <a:pt x="360" y="5945"/>
                    <a:pt x="1802" y="29726"/>
                    <a:pt x="2162" y="3567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6" name="Google Shape;546;p31"/>
            <p:cNvSpPr/>
            <p:nvPr/>
          </p:nvSpPr>
          <p:spPr>
            <a:xfrm>
              <a:off x="3240434" y="123261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3392100" y="22945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3392100" y="2751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5667425" y="2829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4874000" y="3192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6233475" y="31340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59888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3200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4612025" y="42402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3580800" y="424025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4612034" y="9368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4566995" y="14702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5589325" y="19148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4612025" y="22583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4378300" y="24773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4378300" y="27929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5856125" y="34249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3988300" y="3576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4477650" y="3687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3881195" y="165378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3576395" y="1989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1"/>
            <p:cNvSpPr txBox="1"/>
            <p:nvPr/>
          </p:nvSpPr>
          <p:spPr>
            <a:xfrm>
              <a:off x="3424000" y="15833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/>
                <a:t>Atlanta</a:t>
              </a:r>
              <a:endParaRPr b="1" sz="800"/>
            </a:p>
          </p:txBody>
        </p:sp>
        <p:sp>
          <p:nvSpPr>
            <p:cNvPr id="568" name="Google Shape;568;p31"/>
            <p:cNvSpPr txBox="1"/>
            <p:nvPr/>
          </p:nvSpPr>
          <p:spPr>
            <a:xfrm>
              <a:off x="4742550" y="8812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Toccoa</a:t>
              </a:r>
              <a:endParaRPr sz="800"/>
            </a:p>
          </p:txBody>
        </p:sp>
        <p:sp>
          <p:nvSpPr>
            <p:cNvPr id="569" name="Google Shape;569;p31"/>
            <p:cNvSpPr txBox="1"/>
            <p:nvPr/>
          </p:nvSpPr>
          <p:spPr>
            <a:xfrm>
              <a:off x="2846768" y="1156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Rome</a:t>
              </a:r>
              <a:endParaRPr sz="800"/>
            </a:p>
          </p:txBody>
        </p:sp>
        <p:sp>
          <p:nvSpPr>
            <p:cNvPr id="570" name="Google Shape;570;p31"/>
            <p:cNvSpPr txBox="1"/>
            <p:nvPr/>
          </p:nvSpPr>
          <p:spPr>
            <a:xfrm>
              <a:off x="4688966" y="13905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Athens</a:t>
              </a:r>
              <a:endParaRPr sz="800"/>
            </a:p>
          </p:txBody>
        </p:sp>
        <p:sp>
          <p:nvSpPr>
            <p:cNvPr id="571" name="Google Shape;571;p31"/>
            <p:cNvSpPr txBox="1"/>
            <p:nvPr/>
          </p:nvSpPr>
          <p:spPr>
            <a:xfrm>
              <a:off x="3062699" y="190291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Newnan</a:t>
              </a:r>
              <a:endParaRPr sz="800"/>
            </a:p>
          </p:txBody>
        </p:sp>
        <p:sp>
          <p:nvSpPr>
            <p:cNvPr id="572" name="Google Shape;572;p31"/>
            <p:cNvSpPr txBox="1"/>
            <p:nvPr/>
          </p:nvSpPr>
          <p:spPr>
            <a:xfrm>
              <a:off x="5725609" y="1818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Augusta</a:t>
              </a:r>
              <a:endParaRPr sz="800"/>
            </a:p>
          </p:txBody>
        </p:sp>
        <p:sp>
          <p:nvSpPr>
            <p:cNvPr id="573" name="Google Shape;573;p31"/>
            <p:cNvSpPr txBox="1"/>
            <p:nvPr/>
          </p:nvSpPr>
          <p:spPr>
            <a:xfrm>
              <a:off x="2819751" y="223499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LaGrange</a:t>
              </a:r>
              <a:endParaRPr sz="800"/>
            </a:p>
          </p:txBody>
        </p:sp>
        <p:sp>
          <p:nvSpPr>
            <p:cNvPr id="574" name="Google Shape;574;p31"/>
            <p:cNvSpPr txBox="1"/>
            <p:nvPr/>
          </p:nvSpPr>
          <p:spPr>
            <a:xfrm>
              <a:off x="2819750" y="2692324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  <a:highlight>
                    <a:srgbClr val="FFFFFF"/>
                  </a:highlight>
                </a:rPr>
                <a:t>Columbus</a:t>
              </a:r>
              <a:endParaRPr b="1" sz="900">
                <a:solidFill>
                  <a:srgbClr val="FF0000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575" name="Google Shape;575;p31"/>
            <p:cNvSpPr txBox="1"/>
            <p:nvPr/>
          </p:nvSpPr>
          <p:spPr>
            <a:xfrm>
              <a:off x="3566025" y="351257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Albany</a:t>
              </a:r>
              <a:endParaRPr sz="800"/>
            </a:p>
          </p:txBody>
        </p:sp>
        <p:sp>
          <p:nvSpPr>
            <p:cNvPr id="576" name="Google Shape;576;p31"/>
            <p:cNvSpPr txBox="1"/>
            <p:nvPr/>
          </p:nvSpPr>
          <p:spPr>
            <a:xfrm>
              <a:off x="2981625" y="42279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Bainbridge</a:t>
              </a:r>
              <a:endParaRPr sz="800"/>
            </a:p>
          </p:txBody>
        </p:sp>
        <p:sp>
          <p:nvSpPr>
            <p:cNvPr id="577" name="Google Shape;577;p31"/>
            <p:cNvSpPr txBox="1"/>
            <p:nvPr/>
          </p:nvSpPr>
          <p:spPr>
            <a:xfrm>
              <a:off x="4593293" y="3611772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Tifton</a:t>
              </a:r>
              <a:endParaRPr sz="800"/>
            </a:p>
          </p:txBody>
        </p:sp>
        <p:sp>
          <p:nvSpPr>
            <p:cNvPr id="578" name="Google Shape;578;p31"/>
            <p:cNvSpPr txBox="1"/>
            <p:nvPr/>
          </p:nvSpPr>
          <p:spPr>
            <a:xfrm>
              <a:off x="4301400" y="43417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Valdosta</a:t>
              </a:r>
              <a:endParaRPr sz="800"/>
            </a:p>
          </p:txBody>
        </p:sp>
        <p:sp>
          <p:nvSpPr>
            <p:cNvPr id="579" name="Google Shape;579;p31"/>
            <p:cNvSpPr txBox="1"/>
            <p:nvPr/>
          </p:nvSpPr>
          <p:spPr>
            <a:xfrm>
              <a:off x="3941313" y="24072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Macon</a:t>
              </a:r>
              <a:endParaRPr sz="800"/>
            </a:p>
          </p:txBody>
        </p:sp>
        <p:sp>
          <p:nvSpPr>
            <p:cNvPr id="580" name="Google Shape;580;p31"/>
            <p:cNvSpPr txBox="1"/>
            <p:nvPr/>
          </p:nvSpPr>
          <p:spPr>
            <a:xfrm>
              <a:off x="4499815" y="2021622"/>
              <a:ext cx="84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Milledgeville</a:t>
              </a:r>
              <a:endParaRPr sz="800"/>
            </a:p>
          </p:txBody>
        </p:sp>
        <p:sp>
          <p:nvSpPr>
            <p:cNvPr id="581" name="Google Shape;581;p31"/>
            <p:cNvSpPr txBox="1"/>
            <p:nvPr/>
          </p:nvSpPr>
          <p:spPr>
            <a:xfrm>
              <a:off x="6133425" y="3964711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  <a:highlight>
                    <a:srgbClr val="FFFFFF"/>
                  </a:highlight>
                </a:rPr>
                <a:t>Brunswick</a:t>
              </a:r>
              <a:endParaRPr b="1" sz="900">
                <a:solidFill>
                  <a:srgbClr val="FF0000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582" name="Google Shape;582;p31"/>
            <p:cNvSpPr txBox="1"/>
            <p:nvPr/>
          </p:nvSpPr>
          <p:spPr>
            <a:xfrm>
              <a:off x="5161525" y="40518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Waycross</a:t>
              </a:r>
              <a:endParaRPr sz="800"/>
            </a:p>
          </p:txBody>
        </p:sp>
        <p:sp>
          <p:nvSpPr>
            <p:cNvPr id="583" name="Google Shape;583;p31"/>
            <p:cNvSpPr txBox="1"/>
            <p:nvPr/>
          </p:nvSpPr>
          <p:spPr>
            <a:xfrm>
              <a:off x="4017513" y="2833374"/>
              <a:ext cx="6936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Warner Robins</a:t>
              </a:r>
              <a:endParaRPr sz="800"/>
            </a:p>
          </p:txBody>
        </p:sp>
        <p:sp>
          <p:nvSpPr>
            <p:cNvPr id="584" name="Google Shape;584;p31"/>
            <p:cNvSpPr txBox="1"/>
            <p:nvPr/>
          </p:nvSpPr>
          <p:spPr>
            <a:xfrm>
              <a:off x="4972849" y="30797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McRae</a:t>
              </a:r>
              <a:endParaRPr sz="800"/>
            </a:p>
          </p:txBody>
        </p:sp>
        <p:sp>
          <p:nvSpPr>
            <p:cNvPr id="585" name="Google Shape;585;p31"/>
            <p:cNvSpPr txBox="1"/>
            <p:nvPr/>
          </p:nvSpPr>
          <p:spPr>
            <a:xfrm>
              <a:off x="5950282" y="3445378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Hinesville</a:t>
              </a:r>
              <a:endParaRPr sz="800"/>
            </a:p>
          </p:txBody>
        </p:sp>
        <p:sp>
          <p:nvSpPr>
            <p:cNvPr id="586" name="Google Shape;586;p31"/>
            <p:cNvSpPr txBox="1"/>
            <p:nvPr/>
          </p:nvSpPr>
          <p:spPr>
            <a:xfrm>
              <a:off x="5754366" y="267493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Statesboro</a:t>
              </a:r>
              <a:endParaRPr sz="800"/>
            </a:p>
          </p:txBody>
        </p:sp>
        <p:sp>
          <p:nvSpPr>
            <p:cNvPr id="587" name="Google Shape;587;p31"/>
            <p:cNvSpPr txBox="1"/>
            <p:nvPr/>
          </p:nvSpPr>
          <p:spPr>
            <a:xfrm>
              <a:off x="6359575" y="30744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Savannah</a:t>
              </a:r>
              <a:endParaRPr sz="800"/>
            </a:p>
          </p:txBody>
        </p:sp>
      </p:grpSp>
      <p:cxnSp>
        <p:nvCxnSpPr>
          <p:cNvPr id="588" name="Google Shape;588;p31"/>
          <p:cNvCxnSpPr/>
          <p:nvPr/>
        </p:nvCxnSpPr>
        <p:spPr>
          <a:xfrm rot="10800000">
            <a:off x="521425" y="4023250"/>
            <a:ext cx="8448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31"/>
          <p:cNvSpPr txBox="1"/>
          <p:nvPr/>
        </p:nvSpPr>
        <p:spPr>
          <a:xfrm>
            <a:off x="8008875" y="914400"/>
            <a:ext cx="648300" cy="338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0</a:t>
            </a:r>
            <a:endParaRPr sz="1000"/>
          </a:p>
        </p:txBody>
      </p:sp>
      <p:sp>
        <p:nvSpPr>
          <p:cNvPr id="590" name="Google Shape;590;p31"/>
          <p:cNvSpPr txBox="1"/>
          <p:nvPr/>
        </p:nvSpPr>
        <p:spPr>
          <a:xfrm>
            <a:off x="8008875" y="1600200"/>
            <a:ext cx="6483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1</a:t>
            </a:r>
            <a:endParaRPr sz="1000"/>
          </a:p>
        </p:txBody>
      </p:sp>
      <p:sp>
        <p:nvSpPr>
          <p:cNvPr id="591" name="Google Shape;591;p31"/>
          <p:cNvSpPr txBox="1"/>
          <p:nvPr/>
        </p:nvSpPr>
        <p:spPr>
          <a:xfrm>
            <a:off x="8008875" y="2514600"/>
            <a:ext cx="648300" cy="338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2</a:t>
            </a:r>
            <a:endParaRPr sz="1000"/>
          </a:p>
        </p:txBody>
      </p:sp>
      <p:sp>
        <p:nvSpPr>
          <p:cNvPr id="592" name="Google Shape;592;p31"/>
          <p:cNvSpPr txBox="1"/>
          <p:nvPr/>
        </p:nvSpPr>
        <p:spPr>
          <a:xfrm>
            <a:off x="8008875" y="3429000"/>
            <a:ext cx="648300" cy="338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3</a:t>
            </a:r>
            <a:endParaRPr sz="1000"/>
          </a:p>
        </p:txBody>
      </p:sp>
      <p:sp>
        <p:nvSpPr>
          <p:cNvPr id="593" name="Google Shape;593;p31"/>
          <p:cNvSpPr txBox="1"/>
          <p:nvPr/>
        </p:nvSpPr>
        <p:spPr>
          <a:xfrm>
            <a:off x="8008875" y="4343400"/>
            <a:ext cx="648300" cy="338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4</a:t>
            </a:r>
            <a:endParaRPr sz="1000"/>
          </a:p>
        </p:txBody>
      </p:sp>
      <p:sp>
        <p:nvSpPr>
          <p:cNvPr id="594" name="Google Shape;594;p31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1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1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1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1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1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1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1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2"/>
          <p:cNvSpPr txBox="1"/>
          <p:nvPr>
            <p:ph idx="1" type="body"/>
          </p:nvPr>
        </p:nvSpPr>
        <p:spPr>
          <a:xfrm>
            <a:off x="311700" y="1132275"/>
            <a:ext cx="14178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">
                <a:solidFill>
                  <a:srgbClr val="4A86E8"/>
                </a:solidFill>
              </a:rPr>
              <a:t>Tips!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You want to color the neighboring cities one step at a time. Place your finger on first city. Trace the lines that leave the city. Those are the neighbors.Use the arrow</a:t>
            </a:r>
            <a:endParaRPr sz="16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for the Recover the Solution step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653" name="Google Shape;653;p32"/>
          <p:cNvSpPr txBox="1"/>
          <p:nvPr>
            <p:ph type="title"/>
          </p:nvPr>
        </p:nvSpPr>
        <p:spPr>
          <a:xfrm>
            <a:off x="311700" y="1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Worksheet 2: Route Finding: Savannah to Valdosta </a:t>
            </a:r>
            <a:endParaRPr b="1"/>
          </a:p>
        </p:txBody>
      </p:sp>
      <p:sp>
        <p:nvSpPr>
          <p:cNvPr id="654" name="Google Shape;6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5" name="Google Shape;655;p32"/>
          <p:cNvGrpSpPr/>
          <p:nvPr/>
        </p:nvGrpSpPr>
        <p:grpSpPr>
          <a:xfrm>
            <a:off x="1827363" y="690565"/>
            <a:ext cx="4795624" cy="4394998"/>
            <a:chOff x="2819750" y="881249"/>
            <a:chExt cx="4233425" cy="3735338"/>
          </a:xfrm>
        </p:grpSpPr>
        <p:sp>
          <p:nvSpPr>
            <p:cNvPr id="656" name="Google Shape;656;p32"/>
            <p:cNvSpPr/>
            <p:nvPr/>
          </p:nvSpPr>
          <p:spPr>
            <a:xfrm>
              <a:off x="3486050" y="2846500"/>
              <a:ext cx="189175" cy="1513325"/>
            </a:xfrm>
            <a:custGeom>
              <a:rect b="b" l="l" r="r" t="t"/>
              <a:pathLst>
                <a:path extrusionOk="0" h="60533" w="7567">
                  <a:moveTo>
                    <a:pt x="0" y="0"/>
                  </a:moveTo>
                  <a:cubicBezTo>
                    <a:pt x="1261" y="10089"/>
                    <a:pt x="6306" y="50444"/>
                    <a:pt x="7567" y="6053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7" name="Google Shape;657;p32"/>
            <p:cNvSpPr/>
            <p:nvPr/>
          </p:nvSpPr>
          <p:spPr>
            <a:xfrm>
              <a:off x="3981475" y="1558375"/>
              <a:ext cx="693625" cy="198150"/>
            </a:xfrm>
            <a:custGeom>
              <a:rect b="b" l="l" r="r" t="t"/>
              <a:pathLst>
                <a:path extrusionOk="0" h="7926" w="27745">
                  <a:moveTo>
                    <a:pt x="27745" y="0"/>
                  </a:moveTo>
                  <a:cubicBezTo>
                    <a:pt x="23121" y="1321"/>
                    <a:pt x="4624" y="6605"/>
                    <a:pt x="0" y="7926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8" name="Google Shape;658;p32"/>
            <p:cNvSpPr/>
            <p:nvPr/>
          </p:nvSpPr>
          <p:spPr>
            <a:xfrm>
              <a:off x="3332925" y="1342175"/>
              <a:ext cx="648550" cy="414350"/>
            </a:xfrm>
            <a:custGeom>
              <a:rect b="b" l="l" r="r" t="t"/>
              <a:pathLst>
                <a:path extrusionOk="0" h="16574" w="25942">
                  <a:moveTo>
                    <a:pt x="0" y="0"/>
                  </a:moveTo>
                  <a:cubicBezTo>
                    <a:pt x="4324" y="2762"/>
                    <a:pt x="21618" y="13812"/>
                    <a:pt x="25942" y="1657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9" name="Google Shape;659;p32"/>
            <p:cNvSpPr/>
            <p:nvPr/>
          </p:nvSpPr>
          <p:spPr>
            <a:xfrm>
              <a:off x="4675100" y="1044925"/>
              <a:ext cx="45025" cy="531450"/>
            </a:xfrm>
            <a:custGeom>
              <a:rect b="b" l="l" r="r" t="t"/>
              <a:pathLst>
                <a:path extrusionOk="0" h="21258" w="1801">
                  <a:moveTo>
                    <a:pt x="1801" y="0"/>
                  </a:moveTo>
                  <a:cubicBezTo>
                    <a:pt x="1501" y="3543"/>
                    <a:pt x="300" y="17715"/>
                    <a:pt x="0" y="2125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0" name="Google Shape;660;p32"/>
            <p:cNvSpPr/>
            <p:nvPr/>
          </p:nvSpPr>
          <p:spPr>
            <a:xfrm>
              <a:off x="3999500" y="1053925"/>
              <a:ext cx="729625" cy="711625"/>
            </a:xfrm>
            <a:custGeom>
              <a:rect b="b" l="l" r="r" t="t"/>
              <a:pathLst>
                <a:path extrusionOk="0" h="28465" w="29185">
                  <a:moveTo>
                    <a:pt x="29185" y="0"/>
                  </a:moveTo>
                  <a:cubicBezTo>
                    <a:pt x="24321" y="4744"/>
                    <a:pt x="4864" y="23721"/>
                    <a:pt x="0" y="28465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1" name="Google Shape;661;p32"/>
            <p:cNvSpPr/>
            <p:nvPr/>
          </p:nvSpPr>
          <p:spPr>
            <a:xfrm>
              <a:off x="3693225" y="1756525"/>
              <a:ext cx="315275" cy="342300"/>
            </a:xfrm>
            <a:custGeom>
              <a:rect b="b" l="l" r="r" t="t"/>
              <a:pathLst>
                <a:path extrusionOk="0" h="13692" w="12611">
                  <a:moveTo>
                    <a:pt x="0" y="13692"/>
                  </a:moveTo>
                  <a:cubicBezTo>
                    <a:pt x="2102" y="11410"/>
                    <a:pt x="10509" y="2282"/>
                    <a:pt x="12611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2" name="Google Shape;662;p32"/>
            <p:cNvSpPr/>
            <p:nvPr/>
          </p:nvSpPr>
          <p:spPr>
            <a:xfrm>
              <a:off x="3486050" y="2098825"/>
              <a:ext cx="207175" cy="306275"/>
            </a:xfrm>
            <a:custGeom>
              <a:rect b="b" l="l" r="r" t="t"/>
              <a:pathLst>
                <a:path extrusionOk="0" h="12251" w="8287">
                  <a:moveTo>
                    <a:pt x="0" y="12251"/>
                  </a:moveTo>
                  <a:cubicBezTo>
                    <a:pt x="1381" y="10209"/>
                    <a:pt x="6906" y="2042"/>
                    <a:pt x="8287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3" name="Google Shape;663;p32"/>
            <p:cNvSpPr/>
            <p:nvPr/>
          </p:nvSpPr>
          <p:spPr>
            <a:xfrm>
              <a:off x="3486050" y="2423125"/>
              <a:ext cx="9000" cy="432375"/>
            </a:xfrm>
            <a:custGeom>
              <a:rect b="b" l="l" r="r" t="t"/>
              <a:pathLst>
                <a:path extrusionOk="0" h="17295" w="360">
                  <a:moveTo>
                    <a:pt x="360" y="17295"/>
                  </a:moveTo>
                  <a:cubicBezTo>
                    <a:pt x="300" y="14413"/>
                    <a:pt x="60" y="288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4" name="Google Shape;664;p32"/>
            <p:cNvSpPr/>
            <p:nvPr/>
          </p:nvSpPr>
          <p:spPr>
            <a:xfrm>
              <a:off x="4026525" y="1747525"/>
              <a:ext cx="1684475" cy="279250"/>
            </a:xfrm>
            <a:custGeom>
              <a:rect b="b" l="l" r="r" t="t"/>
              <a:pathLst>
                <a:path extrusionOk="0" h="11170" w="67379">
                  <a:moveTo>
                    <a:pt x="0" y="0"/>
                  </a:moveTo>
                  <a:cubicBezTo>
                    <a:pt x="11230" y="1862"/>
                    <a:pt x="56149" y="9308"/>
                    <a:pt x="67379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5" name="Google Shape;665;p32"/>
            <p:cNvSpPr/>
            <p:nvPr/>
          </p:nvSpPr>
          <p:spPr>
            <a:xfrm>
              <a:off x="4485925" y="2351050"/>
              <a:ext cx="234200" cy="234200"/>
            </a:xfrm>
            <a:custGeom>
              <a:rect b="b" l="l" r="r" t="t"/>
              <a:pathLst>
                <a:path extrusionOk="0" h="9368" w="9368">
                  <a:moveTo>
                    <a:pt x="9368" y="0"/>
                  </a:moveTo>
                  <a:cubicBezTo>
                    <a:pt x="7807" y="1561"/>
                    <a:pt x="1561" y="7807"/>
                    <a:pt x="0" y="936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6" name="Google Shape;666;p32"/>
            <p:cNvSpPr/>
            <p:nvPr/>
          </p:nvSpPr>
          <p:spPr>
            <a:xfrm>
              <a:off x="4476925" y="2576250"/>
              <a:ext cx="18000" cy="333300"/>
            </a:xfrm>
            <a:custGeom>
              <a:rect b="b" l="l" r="r" t="t"/>
              <a:pathLst>
                <a:path extrusionOk="0" h="13332" w="720">
                  <a:moveTo>
                    <a:pt x="0" y="0"/>
                  </a:moveTo>
                  <a:cubicBezTo>
                    <a:pt x="120" y="2222"/>
                    <a:pt x="600" y="11110"/>
                    <a:pt x="720" y="1333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7" name="Google Shape;667;p32"/>
            <p:cNvSpPr/>
            <p:nvPr/>
          </p:nvSpPr>
          <p:spPr>
            <a:xfrm>
              <a:off x="3495050" y="2855500"/>
              <a:ext cx="1026900" cy="54050"/>
            </a:xfrm>
            <a:custGeom>
              <a:rect b="b" l="l" r="r" t="t"/>
              <a:pathLst>
                <a:path extrusionOk="0" h="2162" w="41076">
                  <a:moveTo>
                    <a:pt x="0" y="0"/>
                  </a:moveTo>
                  <a:cubicBezTo>
                    <a:pt x="6846" y="360"/>
                    <a:pt x="34230" y="1802"/>
                    <a:pt x="41076" y="216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8" name="Google Shape;668;p32"/>
            <p:cNvSpPr/>
            <p:nvPr/>
          </p:nvSpPr>
          <p:spPr>
            <a:xfrm>
              <a:off x="3990500" y="1765550"/>
              <a:ext cx="486425" cy="828725"/>
            </a:xfrm>
            <a:custGeom>
              <a:rect b="b" l="l" r="r" t="t"/>
              <a:pathLst>
                <a:path extrusionOk="0" h="33149" w="19457">
                  <a:moveTo>
                    <a:pt x="0" y="0"/>
                  </a:moveTo>
                  <a:cubicBezTo>
                    <a:pt x="3243" y="5525"/>
                    <a:pt x="16214" y="27624"/>
                    <a:pt x="19457" y="331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9" name="Google Shape;669;p32"/>
            <p:cNvSpPr/>
            <p:nvPr/>
          </p:nvSpPr>
          <p:spPr>
            <a:xfrm>
              <a:off x="4738150" y="2035775"/>
              <a:ext cx="963850" cy="306275"/>
            </a:xfrm>
            <a:custGeom>
              <a:rect b="b" l="l" r="r" t="t"/>
              <a:pathLst>
                <a:path extrusionOk="0" h="12251" w="38554">
                  <a:moveTo>
                    <a:pt x="0" y="12251"/>
                  </a:moveTo>
                  <a:cubicBezTo>
                    <a:pt x="6426" y="10209"/>
                    <a:pt x="32128" y="2042"/>
                    <a:pt x="38554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0" name="Google Shape;670;p32"/>
            <p:cNvSpPr/>
            <p:nvPr/>
          </p:nvSpPr>
          <p:spPr>
            <a:xfrm>
              <a:off x="3675225" y="4332800"/>
              <a:ext cx="1044900" cy="18000"/>
            </a:xfrm>
            <a:custGeom>
              <a:rect b="b" l="l" r="r" t="t"/>
              <a:pathLst>
                <a:path extrusionOk="0" h="720" w="41796">
                  <a:moveTo>
                    <a:pt x="0" y="720"/>
                  </a:moveTo>
                  <a:cubicBezTo>
                    <a:pt x="6966" y="600"/>
                    <a:pt x="34830" y="120"/>
                    <a:pt x="41796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1" name="Google Shape;671;p32"/>
            <p:cNvSpPr/>
            <p:nvPr/>
          </p:nvSpPr>
          <p:spPr>
            <a:xfrm>
              <a:off x="4720125" y="4062550"/>
              <a:ext cx="702625" cy="270250"/>
            </a:xfrm>
            <a:custGeom>
              <a:rect b="b" l="l" r="r" t="t"/>
              <a:pathLst>
                <a:path extrusionOk="0" h="10810" w="28105">
                  <a:moveTo>
                    <a:pt x="28105" y="0"/>
                  </a:moveTo>
                  <a:cubicBezTo>
                    <a:pt x="23421" y="1802"/>
                    <a:pt x="4684" y="9008"/>
                    <a:pt x="0" y="1081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2" name="Google Shape;672;p32"/>
            <p:cNvSpPr/>
            <p:nvPr/>
          </p:nvSpPr>
          <p:spPr>
            <a:xfrm>
              <a:off x="5440750" y="4044550"/>
              <a:ext cx="648575" cy="18000"/>
            </a:xfrm>
            <a:custGeom>
              <a:rect b="b" l="l" r="r" t="t"/>
              <a:pathLst>
                <a:path extrusionOk="0" h="720" w="25943">
                  <a:moveTo>
                    <a:pt x="25943" y="720"/>
                  </a:moveTo>
                  <a:cubicBezTo>
                    <a:pt x="21619" y="600"/>
                    <a:pt x="4324" y="12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3" name="Google Shape;673;p32"/>
            <p:cNvSpPr/>
            <p:nvPr/>
          </p:nvSpPr>
          <p:spPr>
            <a:xfrm>
              <a:off x="5972225" y="3531100"/>
              <a:ext cx="126100" cy="522450"/>
            </a:xfrm>
            <a:custGeom>
              <a:rect b="b" l="l" r="r" t="t"/>
              <a:pathLst>
                <a:path extrusionOk="0" h="20898" w="5044">
                  <a:moveTo>
                    <a:pt x="0" y="0"/>
                  </a:moveTo>
                  <a:cubicBezTo>
                    <a:pt x="841" y="3483"/>
                    <a:pt x="4203" y="17415"/>
                    <a:pt x="5044" y="2089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4" name="Google Shape;674;p32"/>
            <p:cNvSpPr/>
            <p:nvPr/>
          </p:nvSpPr>
          <p:spPr>
            <a:xfrm>
              <a:off x="5990250" y="3242825"/>
              <a:ext cx="351300" cy="279250"/>
            </a:xfrm>
            <a:custGeom>
              <a:rect b="b" l="l" r="r" t="t"/>
              <a:pathLst>
                <a:path extrusionOk="0" h="11170" w="14052">
                  <a:moveTo>
                    <a:pt x="14052" y="0"/>
                  </a:moveTo>
                  <a:cubicBezTo>
                    <a:pt x="11710" y="1862"/>
                    <a:pt x="2342" y="9308"/>
                    <a:pt x="0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5" name="Google Shape;675;p32"/>
            <p:cNvSpPr/>
            <p:nvPr/>
          </p:nvSpPr>
          <p:spPr>
            <a:xfrm>
              <a:off x="5792075" y="2927550"/>
              <a:ext cx="558475" cy="324300"/>
            </a:xfrm>
            <a:custGeom>
              <a:rect b="b" l="l" r="r" t="t"/>
              <a:pathLst>
                <a:path extrusionOk="0" h="12972" w="22339">
                  <a:moveTo>
                    <a:pt x="0" y="0"/>
                  </a:moveTo>
                  <a:cubicBezTo>
                    <a:pt x="3723" y="2162"/>
                    <a:pt x="18616" y="10810"/>
                    <a:pt x="22339" y="1297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6" name="Google Shape;676;p32"/>
            <p:cNvSpPr/>
            <p:nvPr/>
          </p:nvSpPr>
          <p:spPr>
            <a:xfrm>
              <a:off x="4494925" y="2585250"/>
              <a:ext cx="1297150" cy="360325"/>
            </a:xfrm>
            <a:custGeom>
              <a:rect b="b" l="l" r="r" t="t"/>
              <a:pathLst>
                <a:path extrusionOk="0" h="14413" w="51886">
                  <a:moveTo>
                    <a:pt x="0" y="0"/>
                  </a:moveTo>
                  <a:cubicBezTo>
                    <a:pt x="8648" y="2402"/>
                    <a:pt x="43238" y="12011"/>
                    <a:pt x="51886" y="1441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7" name="Google Shape;677;p32"/>
            <p:cNvSpPr/>
            <p:nvPr/>
          </p:nvSpPr>
          <p:spPr>
            <a:xfrm>
              <a:off x="4467900" y="2900550"/>
              <a:ext cx="117100" cy="927800"/>
            </a:xfrm>
            <a:custGeom>
              <a:rect b="b" l="l" r="r" t="t"/>
              <a:pathLst>
                <a:path extrusionOk="0" h="37112" w="4684">
                  <a:moveTo>
                    <a:pt x="0" y="0"/>
                  </a:moveTo>
                  <a:cubicBezTo>
                    <a:pt x="781" y="6185"/>
                    <a:pt x="3903" y="30927"/>
                    <a:pt x="4684" y="3711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8" name="Google Shape;678;p32"/>
            <p:cNvSpPr/>
            <p:nvPr/>
          </p:nvSpPr>
          <p:spPr>
            <a:xfrm>
              <a:off x="4576000" y="3792325"/>
              <a:ext cx="135125" cy="558475"/>
            </a:xfrm>
            <a:custGeom>
              <a:rect b="b" l="l" r="r" t="t"/>
              <a:pathLst>
                <a:path extrusionOk="0" h="22339" w="5405">
                  <a:moveTo>
                    <a:pt x="0" y="0"/>
                  </a:moveTo>
                  <a:cubicBezTo>
                    <a:pt x="901" y="3723"/>
                    <a:pt x="4504" y="18616"/>
                    <a:pt x="5405" y="2233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9" name="Google Shape;679;p32"/>
            <p:cNvSpPr/>
            <p:nvPr/>
          </p:nvSpPr>
          <p:spPr>
            <a:xfrm>
              <a:off x="4089575" y="3675225"/>
              <a:ext cx="504450" cy="108075"/>
            </a:xfrm>
            <a:custGeom>
              <a:rect b="b" l="l" r="r" t="t"/>
              <a:pathLst>
                <a:path extrusionOk="0" h="4323" w="20178">
                  <a:moveTo>
                    <a:pt x="20178" y="4323"/>
                  </a:moveTo>
                  <a:cubicBezTo>
                    <a:pt x="16815" y="3603"/>
                    <a:pt x="3363" y="7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0" name="Google Shape;680;p32"/>
            <p:cNvSpPr/>
            <p:nvPr/>
          </p:nvSpPr>
          <p:spPr>
            <a:xfrm>
              <a:off x="4503950" y="2900550"/>
              <a:ext cx="513450" cy="405350"/>
            </a:xfrm>
            <a:custGeom>
              <a:rect b="b" l="l" r="r" t="t"/>
              <a:pathLst>
                <a:path extrusionOk="0" h="16214" w="20538">
                  <a:moveTo>
                    <a:pt x="0" y="0"/>
                  </a:moveTo>
                  <a:cubicBezTo>
                    <a:pt x="3423" y="2702"/>
                    <a:pt x="17115" y="13512"/>
                    <a:pt x="20538" y="1621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1" name="Google Shape;681;p32"/>
            <p:cNvSpPr/>
            <p:nvPr/>
          </p:nvSpPr>
          <p:spPr>
            <a:xfrm>
              <a:off x="5044425" y="3305900"/>
              <a:ext cx="927800" cy="261225"/>
            </a:xfrm>
            <a:custGeom>
              <a:rect b="b" l="l" r="r" t="t"/>
              <a:pathLst>
                <a:path extrusionOk="0" h="10449" w="37112">
                  <a:moveTo>
                    <a:pt x="0" y="0"/>
                  </a:moveTo>
                  <a:cubicBezTo>
                    <a:pt x="6185" y="1742"/>
                    <a:pt x="30927" y="8708"/>
                    <a:pt x="37112" y="104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2" name="Google Shape;682;p32"/>
            <p:cNvSpPr/>
            <p:nvPr/>
          </p:nvSpPr>
          <p:spPr>
            <a:xfrm>
              <a:off x="3486050" y="2837475"/>
              <a:ext cx="639550" cy="882775"/>
            </a:xfrm>
            <a:custGeom>
              <a:rect b="b" l="l" r="r" t="t"/>
              <a:pathLst>
                <a:path extrusionOk="0" h="35311" w="25582">
                  <a:moveTo>
                    <a:pt x="0" y="0"/>
                  </a:moveTo>
                  <a:cubicBezTo>
                    <a:pt x="4264" y="5885"/>
                    <a:pt x="21318" y="29426"/>
                    <a:pt x="25582" y="3531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3" name="Google Shape;683;p32"/>
            <p:cNvSpPr/>
            <p:nvPr/>
          </p:nvSpPr>
          <p:spPr>
            <a:xfrm>
              <a:off x="5711000" y="2035775"/>
              <a:ext cx="54050" cy="891775"/>
            </a:xfrm>
            <a:custGeom>
              <a:rect b="b" l="l" r="r" t="t"/>
              <a:pathLst>
                <a:path extrusionOk="0" h="35671" w="2162">
                  <a:moveTo>
                    <a:pt x="0" y="0"/>
                  </a:moveTo>
                  <a:cubicBezTo>
                    <a:pt x="360" y="5945"/>
                    <a:pt x="1802" y="29726"/>
                    <a:pt x="2162" y="3567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4" name="Google Shape;684;p32"/>
            <p:cNvSpPr/>
            <p:nvPr/>
          </p:nvSpPr>
          <p:spPr>
            <a:xfrm>
              <a:off x="3240434" y="123261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2"/>
            <p:cNvSpPr/>
            <p:nvPr/>
          </p:nvSpPr>
          <p:spPr>
            <a:xfrm>
              <a:off x="3392100" y="22945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2"/>
            <p:cNvSpPr/>
            <p:nvPr/>
          </p:nvSpPr>
          <p:spPr>
            <a:xfrm>
              <a:off x="3392100" y="2751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2"/>
            <p:cNvSpPr/>
            <p:nvPr/>
          </p:nvSpPr>
          <p:spPr>
            <a:xfrm>
              <a:off x="5667425" y="2829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2"/>
            <p:cNvSpPr/>
            <p:nvPr/>
          </p:nvSpPr>
          <p:spPr>
            <a:xfrm>
              <a:off x="4874000" y="3192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2"/>
            <p:cNvSpPr/>
            <p:nvPr/>
          </p:nvSpPr>
          <p:spPr>
            <a:xfrm>
              <a:off x="6233475" y="31340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2"/>
            <p:cNvSpPr/>
            <p:nvPr/>
          </p:nvSpPr>
          <p:spPr>
            <a:xfrm>
              <a:off x="59888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2"/>
            <p:cNvSpPr/>
            <p:nvPr/>
          </p:nvSpPr>
          <p:spPr>
            <a:xfrm>
              <a:off x="53200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4612025" y="42402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3580800" y="424025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4612034" y="9368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2"/>
            <p:cNvSpPr/>
            <p:nvPr/>
          </p:nvSpPr>
          <p:spPr>
            <a:xfrm>
              <a:off x="4566995" y="14702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2"/>
            <p:cNvSpPr/>
            <p:nvPr/>
          </p:nvSpPr>
          <p:spPr>
            <a:xfrm>
              <a:off x="5589325" y="19148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4612025" y="22583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4378300" y="24773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2"/>
            <p:cNvSpPr/>
            <p:nvPr/>
          </p:nvSpPr>
          <p:spPr>
            <a:xfrm>
              <a:off x="4378300" y="27929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2"/>
            <p:cNvSpPr/>
            <p:nvPr/>
          </p:nvSpPr>
          <p:spPr>
            <a:xfrm>
              <a:off x="5856125" y="34249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2"/>
            <p:cNvSpPr/>
            <p:nvPr/>
          </p:nvSpPr>
          <p:spPr>
            <a:xfrm>
              <a:off x="3988300" y="3576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2"/>
            <p:cNvSpPr/>
            <p:nvPr/>
          </p:nvSpPr>
          <p:spPr>
            <a:xfrm>
              <a:off x="4477650" y="3687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2"/>
            <p:cNvSpPr/>
            <p:nvPr/>
          </p:nvSpPr>
          <p:spPr>
            <a:xfrm>
              <a:off x="3881195" y="165378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2"/>
            <p:cNvSpPr/>
            <p:nvPr/>
          </p:nvSpPr>
          <p:spPr>
            <a:xfrm>
              <a:off x="3576395" y="1989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 txBox="1"/>
            <p:nvPr/>
          </p:nvSpPr>
          <p:spPr>
            <a:xfrm>
              <a:off x="3424000" y="15833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/>
                <a:t>Atlanta</a:t>
              </a:r>
              <a:endParaRPr b="1" sz="800"/>
            </a:p>
          </p:txBody>
        </p:sp>
        <p:sp>
          <p:nvSpPr>
            <p:cNvPr id="706" name="Google Shape;706;p32"/>
            <p:cNvSpPr txBox="1"/>
            <p:nvPr/>
          </p:nvSpPr>
          <p:spPr>
            <a:xfrm>
              <a:off x="4742550" y="8812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Toccoa</a:t>
              </a:r>
              <a:endParaRPr sz="800"/>
            </a:p>
          </p:txBody>
        </p:sp>
        <p:sp>
          <p:nvSpPr>
            <p:cNvPr id="707" name="Google Shape;707;p32"/>
            <p:cNvSpPr txBox="1"/>
            <p:nvPr/>
          </p:nvSpPr>
          <p:spPr>
            <a:xfrm>
              <a:off x="2846768" y="1156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Rome</a:t>
              </a:r>
              <a:endParaRPr sz="800"/>
            </a:p>
          </p:txBody>
        </p:sp>
        <p:sp>
          <p:nvSpPr>
            <p:cNvPr id="708" name="Google Shape;708;p32"/>
            <p:cNvSpPr txBox="1"/>
            <p:nvPr/>
          </p:nvSpPr>
          <p:spPr>
            <a:xfrm>
              <a:off x="4688966" y="13905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Athens</a:t>
              </a:r>
              <a:endParaRPr sz="800"/>
            </a:p>
          </p:txBody>
        </p:sp>
        <p:sp>
          <p:nvSpPr>
            <p:cNvPr id="709" name="Google Shape;709;p32"/>
            <p:cNvSpPr txBox="1"/>
            <p:nvPr/>
          </p:nvSpPr>
          <p:spPr>
            <a:xfrm>
              <a:off x="3062699" y="190291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Newnan</a:t>
              </a:r>
              <a:endParaRPr sz="800"/>
            </a:p>
          </p:txBody>
        </p:sp>
        <p:sp>
          <p:nvSpPr>
            <p:cNvPr id="710" name="Google Shape;710;p32"/>
            <p:cNvSpPr txBox="1"/>
            <p:nvPr/>
          </p:nvSpPr>
          <p:spPr>
            <a:xfrm>
              <a:off x="5725609" y="1818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Augusta</a:t>
              </a:r>
              <a:endParaRPr sz="800"/>
            </a:p>
          </p:txBody>
        </p:sp>
        <p:sp>
          <p:nvSpPr>
            <p:cNvPr id="711" name="Google Shape;711;p32"/>
            <p:cNvSpPr txBox="1"/>
            <p:nvPr/>
          </p:nvSpPr>
          <p:spPr>
            <a:xfrm>
              <a:off x="2819751" y="223499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LaGrange</a:t>
              </a:r>
              <a:endParaRPr sz="800"/>
            </a:p>
          </p:txBody>
        </p:sp>
        <p:sp>
          <p:nvSpPr>
            <p:cNvPr id="712" name="Google Shape;712;p32"/>
            <p:cNvSpPr txBox="1"/>
            <p:nvPr/>
          </p:nvSpPr>
          <p:spPr>
            <a:xfrm>
              <a:off x="2819750" y="269232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highlight>
                    <a:srgbClr val="FFFFFF"/>
                  </a:highlight>
                </a:rPr>
                <a:t>Columbus</a:t>
              </a:r>
              <a:endParaRPr sz="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713" name="Google Shape;713;p32"/>
            <p:cNvSpPr txBox="1"/>
            <p:nvPr/>
          </p:nvSpPr>
          <p:spPr>
            <a:xfrm>
              <a:off x="3566025" y="351257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Albany</a:t>
              </a:r>
              <a:endParaRPr sz="800"/>
            </a:p>
          </p:txBody>
        </p:sp>
        <p:sp>
          <p:nvSpPr>
            <p:cNvPr id="714" name="Google Shape;714;p32"/>
            <p:cNvSpPr txBox="1"/>
            <p:nvPr/>
          </p:nvSpPr>
          <p:spPr>
            <a:xfrm>
              <a:off x="2981625" y="42279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Bainbridge</a:t>
              </a:r>
              <a:endParaRPr sz="800"/>
            </a:p>
          </p:txBody>
        </p:sp>
        <p:sp>
          <p:nvSpPr>
            <p:cNvPr id="715" name="Google Shape;715;p32"/>
            <p:cNvSpPr txBox="1"/>
            <p:nvPr/>
          </p:nvSpPr>
          <p:spPr>
            <a:xfrm>
              <a:off x="4593293" y="3611772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Tifton</a:t>
              </a:r>
              <a:endParaRPr sz="800"/>
            </a:p>
          </p:txBody>
        </p:sp>
        <p:sp>
          <p:nvSpPr>
            <p:cNvPr id="716" name="Google Shape;716;p32"/>
            <p:cNvSpPr txBox="1"/>
            <p:nvPr/>
          </p:nvSpPr>
          <p:spPr>
            <a:xfrm>
              <a:off x="4301400" y="4341786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Valdosta</a:t>
              </a:r>
              <a:endParaRPr b="1" sz="900">
                <a:solidFill>
                  <a:srgbClr val="FF0000"/>
                </a:solidFill>
              </a:endParaRPr>
            </a:p>
          </p:txBody>
        </p:sp>
        <p:sp>
          <p:nvSpPr>
            <p:cNvPr id="717" name="Google Shape;717;p32"/>
            <p:cNvSpPr txBox="1"/>
            <p:nvPr/>
          </p:nvSpPr>
          <p:spPr>
            <a:xfrm>
              <a:off x="3941313" y="24072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Macon</a:t>
              </a:r>
              <a:endParaRPr sz="800"/>
            </a:p>
          </p:txBody>
        </p:sp>
        <p:sp>
          <p:nvSpPr>
            <p:cNvPr id="718" name="Google Shape;718;p32"/>
            <p:cNvSpPr txBox="1"/>
            <p:nvPr/>
          </p:nvSpPr>
          <p:spPr>
            <a:xfrm>
              <a:off x="4499815" y="2021622"/>
              <a:ext cx="84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Milledgeville</a:t>
              </a:r>
              <a:endParaRPr sz="800"/>
            </a:p>
          </p:txBody>
        </p:sp>
        <p:sp>
          <p:nvSpPr>
            <p:cNvPr id="719" name="Google Shape;719;p32"/>
            <p:cNvSpPr txBox="1"/>
            <p:nvPr/>
          </p:nvSpPr>
          <p:spPr>
            <a:xfrm>
              <a:off x="6133425" y="39647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highlight>
                    <a:srgbClr val="FFFFFF"/>
                  </a:highlight>
                </a:rPr>
                <a:t>Brunswick</a:t>
              </a:r>
              <a:endParaRPr sz="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720" name="Google Shape;720;p32"/>
            <p:cNvSpPr txBox="1"/>
            <p:nvPr/>
          </p:nvSpPr>
          <p:spPr>
            <a:xfrm>
              <a:off x="5161525" y="40518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Waycross</a:t>
              </a:r>
              <a:endParaRPr sz="800"/>
            </a:p>
          </p:txBody>
        </p:sp>
        <p:sp>
          <p:nvSpPr>
            <p:cNvPr id="721" name="Google Shape;721;p32"/>
            <p:cNvSpPr txBox="1"/>
            <p:nvPr/>
          </p:nvSpPr>
          <p:spPr>
            <a:xfrm>
              <a:off x="4017513" y="2833374"/>
              <a:ext cx="6936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Warner Robins</a:t>
              </a:r>
              <a:endParaRPr sz="800"/>
            </a:p>
          </p:txBody>
        </p:sp>
        <p:sp>
          <p:nvSpPr>
            <p:cNvPr id="722" name="Google Shape;722;p32"/>
            <p:cNvSpPr txBox="1"/>
            <p:nvPr/>
          </p:nvSpPr>
          <p:spPr>
            <a:xfrm>
              <a:off x="4972849" y="30797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McRae</a:t>
              </a:r>
              <a:endParaRPr sz="800"/>
            </a:p>
          </p:txBody>
        </p:sp>
        <p:sp>
          <p:nvSpPr>
            <p:cNvPr id="723" name="Google Shape;723;p32"/>
            <p:cNvSpPr txBox="1"/>
            <p:nvPr/>
          </p:nvSpPr>
          <p:spPr>
            <a:xfrm>
              <a:off x="5950282" y="3445378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Hinesville</a:t>
              </a:r>
              <a:endParaRPr sz="800"/>
            </a:p>
          </p:txBody>
        </p:sp>
        <p:sp>
          <p:nvSpPr>
            <p:cNvPr id="724" name="Google Shape;724;p32"/>
            <p:cNvSpPr txBox="1"/>
            <p:nvPr/>
          </p:nvSpPr>
          <p:spPr>
            <a:xfrm>
              <a:off x="5754366" y="267493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Statesboro</a:t>
              </a:r>
              <a:endParaRPr sz="800"/>
            </a:p>
          </p:txBody>
        </p:sp>
        <p:sp>
          <p:nvSpPr>
            <p:cNvPr id="725" name="Google Shape;725;p32"/>
            <p:cNvSpPr txBox="1"/>
            <p:nvPr/>
          </p:nvSpPr>
          <p:spPr>
            <a:xfrm>
              <a:off x="6359575" y="3074486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Savannah</a:t>
              </a:r>
              <a:endParaRPr b="1" sz="900">
                <a:solidFill>
                  <a:srgbClr val="FF0000"/>
                </a:solidFill>
              </a:endParaRPr>
            </a:p>
          </p:txBody>
        </p:sp>
      </p:grpSp>
      <p:cxnSp>
        <p:nvCxnSpPr>
          <p:cNvPr id="726" name="Google Shape;726;p32"/>
          <p:cNvCxnSpPr/>
          <p:nvPr/>
        </p:nvCxnSpPr>
        <p:spPr>
          <a:xfrm rot="10800000">
            <a:off x="521425" y="4023250"/>
            <a:ext cx="8448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32"/>
          <p:cNvSpPr txBox="1"/>
          <p:nvPr/>
        </p:nvSpPr>
        <p:spPr>
          <a:xfrm>
            <a:off x="8008875" y="914400"/>
            <a:ext cx="648300" cy="338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0</a:t>
            </a:r>
            <a:endParaRPr sz="1000"/>
          </a:p>
        </p:txBody>
      </p:sp>
      <p:sp>
        <p:nvSpPr>
          <p:cNvPr id="728" name="Google Shape;728;p32"/>
          <p:cNvSpPr txBox="1"/>
          <p:nvPr/>
        </p:nvSpPr>
        <p:spPr>
          <a:xfrm>
            <a:off x="8008875" y="1600200"/>
            <a:ext cx="6483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1</a:t>
            </a:r>
            <a:endParaRPr sz="1000"/>
          </a:p>
        </p:txBody>
      </p:sp>
      <p:sp>
        <p:nvSpPr>
          <p:cNvPr id="729" name="Google Shape;729;p32"/>
          <p:cNvSpPr txBox="1"/>
          <p:nvPr/>
        </p:nvSpPr>
        <p:spPr>
          <a:xfrm>
            <a:off x="8008875" y="2514600"/>
            <a:ext cx="648300" cy="338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2</a:t>
            </a:r>
            <a:endParaRPr sz="1000"/>
          </a:p>
        </p:txBody>
      </p:sp>
      <p:sp>
        <p:nvSpPr>
          <p:cNvPr id="730" name="Google Shape;730;p32"/>
          <p:cNvSpPr txBox="1"/>
          <p:nvPr/>
        </p:nvSpPr>
        <p:spPr>
          <a:xfrm>
            <a:off x="8008875" y="3429000"/>
            <a:ext cx="648300" cy="338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3</a:t>
            </a:r>
            <a:endParaRPr sz="1000"/>
          </a:p>
        </p:txBody>
      </p:sp>
      <p:sp>
        <p:nvSpPr>
          <p:cNvPr id="731" name="Google Shape;731;p32"/>
          <p:cNvSpPr txBox="1"/>
          <p:nvPr/>
        </p:nvSpPr>
        <p:spPr>
          <a:xfrm>
            <a:off x="8008875" y="4343400"/>
            <a:ext cx="648300" cy="338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4</a:t>
            </a:r>
            <a:endParaRPr sz="1000"/>
          </a:p>
        </p:txBody>
      </p:sp>
      <p:sp>
        <p:nvSpPr>
          <p:cNvPr id="732" name="Google Shape;732;p32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2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2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2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2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2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3"/>
          <p:cNvSpPr txBox="1"/>
          <p:nvPr>
            <p:ph idx="1" type="body"/>
          </p:nvPr>
        </p:nvSpPr>
        <p:spPr>
          <a:xfrm>
            <a:off x="311700" y="1132275"/>
            <a:ext cx="14178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">
                <a:solidFill>
                  <a:srgbClr val="4A86E8"/>
                </a:solidFill>
              </a:rPr>
              <a:t>Tips!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You want to color the neighboring cities one step at a time. Place your finger on first city. Trace the lines that leave the city. Those are the neighbors.Use the arrow</a:t>
            </a:r>
            <a:endParaRPr sz="16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4A86E8"/>
                </a:solidFill>
              </a:rPr>
              <a:t>for the Recover the Solution step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791" name="Google Shape;791;p33"/>
          <p:cNvSpPr txBox="1"/>
          <p:nvPr>
            <p:ph type="title"/>
          </p:nvPr>
        </p:nvSpPr>
        <p:spPr>
          <a:xfrm>
            <a:off x="311700" y="1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Worksheet 3: Route Finding: Hinesville to Atlanta </a:t>
            </a:r>
            <a:endParaRPr b="1"/>
          </a:p>
        </p:txBody>
      </p:sp>
      <p:sp>
        <p:nvSpPr>
          <p:cNvPr id="792" name="Google Shape;79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93" name="Google Shape;793;p33"/>
          <p:cNvGrpSpPr/>
          <p:nvPr/>
        </p:nvGrpSpPr>
        <p:grpSpPr>
          <a:xfrm>
            <a:off x="1827363" y="690565"/>
            <a:ext cx="4795624" cy="4379467"/>
            <a:chOff x="2819750" y="881249"/>
            <a:chExt cx="4233425" cy="3722138"/>
          </a:xfrm>
        </p:grpSpPr>
        <p:sp>
          <p:nvSpPr>
            <p:cNvPr id="794" name="Google Shape;794;p33"/>
            <p:cNvSpPr/>
            <p:nvPr/>
          </p:nvSpPr>
          <p:spPr>
            <a:xfrm>
              <a:off x="3486050" y="2846500"/>
              <a:ext cx="189175" cy="1513325"/>
            </a:xfrm>
            <a:custGeom>
              <a:rect b="b" l="l" r="r" t="t"/>
              <a:pathLst>
                <a:path extrusionOk="0" h="60533" w="7567">
                  <a:moveTo>
                    <a:pt x="0" y="0"/>
                  </a:moveTo>
                  <a:cubicBezTo>
                    <a:pt x="1261" y="10089"/>
                    <a:pt x="6306" y="50444"/>
                    <a:pt x="7567" y="6053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5" name="Google Shape;795;p33"/>
            <p:cNvSpPr/>
            <p:nvPr/>
          </p:nvSpPr>
          <p:spPr>
            <a:xfrm>
              <a:off x="3981475" y="1558375"/>
              <a:ext cx="693625" cy="198150"/>
            </a:xfrm>
            <a:custGeom>
              <a:rect b="b" l="l" r="r" t="t"/>
              <a:pathLst>
                <a:path extrusionOk="0" h="7926" w="27745">
                  <a:moveTo>
                    <a:pt x="27745" y="0"/>
                  </a:moveTo>
                  <a:cubicBezTo>
                    <a:pt x="23121" y="1321"/>
                    <a:pt x="4624" y="6605"/>
                    <a:pt x="0" y="7926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6" name="Google Shape;796;p33"/>
            <p:cNvSpPr/>
            <p:nvPr/>
          </p:nvSpPr>
          <p:spPr>
            <a:xfrm>
              <a:off x="3332925" y="1342175"/>
              <a:ext cx="648550" cy="414350"/>
            </a:xfrm>
            <a:custGeom>
              <a:rect b="b" l="l" r="r" t="t"/>
              <a:pathLst>
                <a:path extrusionOk="0" h="16574" w="25942">
                  <a:moveTo>
                    <a:pt x="0" y="0"/>
                  </a:moveTo>
                  <a:cubicBezTo>
                    <a:pt x="4324" y="2762"/>
                    <a:pt x="21618" y="13812"/>
                    <a:pt x="25942" y="1657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7" name="Google Shape;797;p33"/>
            <p:cNvSpPr/>
            <p:nvPr/>
          </p:nvSpPr>
          <p:spPr>
            <a:xfrm>
              <a:off x="4675100" y="1044925"/>
              <a:ext cx="45025" cy="531450"/>
            </a:xfrm>
            <a:custGeom>
              <a:rect b="b" l="l" r="r" t="t"/>
              <a:pathLst>
                <a:path extrusionOk="0" h="21258" w="1801">
                  <a:moveTo>
                    <a:pt x="1801" y="0"/>
                  </a:moveTo>
                  <a:cubicBezTo>
                    <a:pt x="1501" y="3543"/>
                    <a:pt x="300" y="17715"/>
                    <a:pt x="0" y="2125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8" name="Google Shape;798;p33"/>
            <p:cNvSpPr/>
            <p:nvPr/>
          </p:nvSpPr>
          <p:spPr>
            <a:xfrm>
              <a:off x="3999500" y="1053925"/>
              <a:ext cx="729625" cy="711625"/>
            </a:xfrm>
            <a:custGeom>
              <a:rect b="b" l="l" r="r" t="t"/>
              <a:pathLst>
                <a:path extrusionOk="0" h="28465" w="29185">
                  <a:moveTo>
                    <a:pt x="29185" y="0"/>
                  </a:moveTo>
                  <a:cubicBezTo>
                    <a:pt x="24321" y="4744"/>
                    <a:pt x="4864" y="23721"/>
                    <a:pt x="0" y="28465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9" name="Google Shape;799;p33"/>
            <p:cNvSpPr/>
            <p:nvPr/>
          </p:nvSpPr>
          <p:spPr>
            <a:xfrm>
              <a:off x="3693225" y="1756525"/>
              <a:ext cx="315275" cy="342300"/>
            </a:xfrm>
            <a:custGeom>
              <a:rect b="b" l="l" r="r" t="t"/>
              <a:pathLst>
                <a:path extrusionOk="0" h="13692" w="12611">
                  <a:moveTo>
                    <a:pt x="0" y="13692"/>
                  </a:moveTo>
                  <a:cubicBezTo>
                    <a:pt x="2102" y="11410"/>
                    <a:pt x="10509" y="2282"/>
                    <a:pt x="12611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0" name="Google Shape;800;p33"/>
            <p:cNvSpPr/>
            <p:nvPr/>
          </p:nvSpPr>
          <p:spPr>
            <a:xfrm>
              <a:off x="3486050" y="2098825"/>
              <a:ext cx="207175" cy="306275"/>
            </a:xfrm>
            <a:custGeom>
              <a:rect b="b" l="l" r="r" t="t"/>
              <a:pathLst>
                <a:path extrusionOk="0" h="12251" w="8287">
                  <a:moveTo>
                    <a:pt x="0" y="12251"/>
                  </a:moveTo>
                  <a:cubicBezTo>
                    <a:pt x="1381" y="10209"/>
                    <a:pt x="6906" y="2042"/>
                    <a:pt x="8287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1" name="Google Shape;801;p33"/>
            <p:cNvSpPr/>
            <p:nvPr/>
          </p:nvSpPr>
          <p:spPr>
            <a:xfrm>
              <a:off x="3486050" y="2423125"/>
              <a:ext cx="9000" cy="432375"/>
            </a:xfrm>
            <a:custGeom>
              <a:rect b="b" l="l" r="r" t="t"/>
              <a:pathLst>
                <a:path extrusionOk="0" h="17295" w="360">
                  <a:moveTo>
                    <a:pt x="360" y="17295"/>
                  </a:moveTo>
                  <a:cubicBezTo>
                    <a:pt x="300" y="14413"/>
                    <a:pt x="60" y="288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2" name="Google Shape;802;p33"/>
            <p:cNvSpPr/>
            <p:nvPr/>
          </p:nvSpPr>
          <p:spPr>
            <a:xfrm>
              <a:off x="4026525" y="1747525"/>
              <a:ext cx="1684475" cy="279250"/>
            </a:xfrm>
            <a:custGeom>
              <a:rect b="b" l="l" r="r" t="t"/>
              <a:pathLst>
                <a:path extrusionOk="0" h="11170" w="67379">
                  <a:moveTo>
                    <a:pt x="0" y="0"/>
                  </a:moveTo>
                  <a:cubicBezTo>
                    <a:pt x="11230" y="1862"/>
                    <a:pt x="56149" y="9308"/>
                    <a:pt x="67379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3" name="Google Shape;803;p33"/>
            <p:cNvSpPr/>
            <p:nvPr/>
          </p:nvSpPr>
          <p:spPr>
            <a:xfrm>
              <a:off x="4485925" y="2351050"/>
              <a:ext cx="234200" cy="234200"/>
            </a:xfrm>
            <a:custGeom>
              <a:rect b="b" l="l" r="r" t="t"/>
              <a:pathLst>
                <a:path extrusionOk="0" h="9368" w="9368">
                  <a:moveTo>
                    <a:pt x="9368" y="0"/>
                  </a:moveTo>
                  <a:cubicBezTo>
                    <a:pt x="7807" y="1561"/>
                    <a:pt x="1561" y="7807"/>
                    <a:pt x="0" y="936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4" name="Google Shape;804;p33"/>
            <p:cNvSpPr/>
            <p:nvPr/>
          </p:nvSpPr>
          <p:spPr>
            <a:xfrm>
              <a:off x="4476925" y="2576250"/>
              <a:ext cx="18000" cy="333300"/>
            </a:xfrm>
            <a:custGeom>
              <a:rect b="b" l="l" r="r" t="t"/>
              <a:pathLst>
                <a:path extrusionOk="0" h="13332" w="720">
                  <a:moveTo>
                    <a:pt x="0" y="0"/>
                  </a:moveTo>
                  <a:cubicBezTo>
                    <a:pt x="120" y="2222"/>
                    <a:pt x="600" y="11110"/>
                    <a:pt x="720" y="1333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5" name="Google Shape;805;p33"/>
            <p:cNvSpPr/>
            <p:nvPr/>
          </p:nvSpPr>
          <p:spPr>
            <a:xfrm>
              <a:off x="3495050" y="2855500"/>
              <a:ext cx="1026900" cy="54050"/>
            </a:xfrm>
            <a:custGeom>
              <a:rect b="b" l="l" r="r" t="t"/>
              <a:pathLst>
                <a:path extrusionOk="0" h="2162" w="41076">
                  <a:moveTo>
                    <a:pt x="0" y="0"/>
                  </a:moveTo>
                  <a:cubicBezTo>
                    <a:pt x="6846" y="360"/>
                    <a:pt x="34230" y="1802"/>
                    <a:pt x="41076" y="216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6" name="Google Shape;806;p33"/>
            <p:cNvSpPr/>
            <p:nvPr/>
          </p:nvSpPr>
          <p:spPr>
            <a:xfrm>
              <a:off x="3990500" y="1765550"/>
              <a:ext cx="486425" cy="828725"/>
            </a:xfrm>
            <a:custGeom>
              <a:rect b="b" l="l" r="r" t="t"/>
              <a:pathLst>
                <a:path extrusionOk="0" h="33149" w="19457">
                  <a:moveTo>
                    <a:pt x="0" y="0"/>
                  </a:moveTo>
                  <a:cubicBezTo>
                    <a:pt x="3243" y="5525"/>
                    <a:pt x="16214" y="27624"/>
                    <a:pt x="19457" y="331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7" name="Google Shape;807;p33"/>
            <p:cNvSpPr/>
            <p:nvPr/>
          </p:nvSpPr>
          <p:spPr>
            <a:xfrm>
              <a:off x="4738150" y="2035775"/>
              <a:ext cx="963850" cy="306275"/>
            </a:xfrm>
            <a:custGeom>
              <a:rect b="b" l="l" r="r" t="t"/>
              <a:pathLst>
                <a:path extrusionOk="0" h="12251" w="38554">
                  <a:moveTo>
                    <a:pt x="0" y="12251"/>
                  </a:moveTo>
                  <a:cubicBezTo>
                    <a:pt x="6426" y="10209"/>
                    <a:pt x="32128" y="2042"/>
                    <a:pt x="38554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8" name="Google Shape;808;p33"/>
            <p:cNvSpPr/>
            <p:nvPr/>
          </p:nvSpPr>
          <p:spPr>
            <a:xfrm>
              <a:off x="3675225" y="4332800"/>
              <a:ext cx="1044900" cy="18000"/>
            </a:xfrm>
            <a:custGeom>
              <a:rect b="b" l="l" r="r" t="t"/>
              <a:pathLst>
                <a:path extrusionOk="0" h="720" w="41796">
                  <a:moveTo>
                    <a:pt x="0" y="720"/>
                  </a:moveTo>
                  <a:cubicBezTo>
                    <a:pt x="6966" y="600"/>
                    <a:pt x="34830" y="120"/>
                    <a:pt x="41796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9" name="Google Shape;809;p33"/>
            <p:cNvSpPr/>
            <p:nvPr/>
          </p:nvSpPr>
          <p:spPr>
            <a:xfrm>
              <a:off x="4720125" y="4062550"/>
              <a:ext cx="702625" cy="270250"/>
            </a:xfrm>
            <a:custGeom>
              <a:rect b="b" l="l" r="r" t="t"/>
              <a:pathLst>
                <a:path extrusionOk="0" h="10810" w="28105">
                  <a:moveTo>
                    <a:pt x="28105" y="0"/>
                  </a:moveTo>
                  <a:cubicBezTo>
                    <a:pt x="23421" y="1802"/>
                    <a:pt x="4684" y="9008"/>
                    <a:pt x="0" y="1081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0" name="Google Shape;810;p33"/>
            <p:cNvSpPr/>
            <p:nvPr/>
          </p:nvSpPr>
          <p:spPr>
            <a:xfrm>
              <a:off x="5440750" y="4044550"/>
              <a:ext cx="648575" cy="18000"/>
            </a:xfrm>
            <a:custGeom>
              <a:rect b="b" l="l" r="r" t="t"/>
              <a:pathLst>
                <a:path extrusionOk="0" h="720" w="25943">
                  <a:moveTo>
                    <a:pt x="25943" y="720"/>
                  </a:moveTo>
                  <a:cubicBezTo>
                    <a:pt x="21619" y="600"/>
                    <a:pt x="4324" y="12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1" name="Google Shape;811;p33"/>
            <p:cNvSpPr/>
            <p:nvPr/>
          </p:nvSpPr>
          <p:spPr>
            <a:xfrm>
              <a:off x="5972225" y="3531100"/>
              <a:ext cx="126100" cy="522450"/>
            </a:xfrm>
            <a:custGeom>
              <a:rect b="b" l="l" r="r" t="t"/>
              <a:pathLst>
                <a:path extrusionOk="0" h="20898" w="5044">
                  <a:moveTo>
                    <a:pt x="0" y="0"/>
                  </a:moveTo>
                  <a:cubicBezTo>
                    <a:pt x="841" y="3483"/>
                    <a:pt x="4203" y="17415"/>
                    <a:pt x="5044" y="20898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2" name="Google Shape;812;p33"/>
            <p:cNvSpPr/>
            <p:nvPr/>
          </p:nvSpPr>
          <p:spPr>
            <a:xfrm>
              <a:off x="5990250" y="3242825"/>
              <a:ext cx="351300" cy="279250"/>
            </a:xfrm>
            <a:custGeom>
              <a:rect b="b" l="l" r="r" t="t"/>
              <a:pathLst>
                <a:path extrusionOk="0" h="11170" w="14052">
                  <a:moveTo>
                    <a:pt x="14052" y="0"/>
                  </a:moveTo>
                  <a:cubicBezTo>
                    <a:pt x="11710" y="1862"/>
                    <a:pt x="2342" y="9308"/>
                    <a:pt x="0" y="1117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3" name="Google Shape;813;p33"/>
            <p:cNvSpPr/>
            <p:nvPr/>
          </p:nvSpPr>
          <p:spPr>
            <a:xfrm>
              <a:off x="5792075" y="2927550"/>
              <a:ext cx="558475" cy="324300"/>
            </a:xfrm>
            <a:custGeom>
              <a:rect b="b" l="l" r="r" t="t"/>
              <a:pathLst>
                <a:path extrusionOk="0" h="12972" w="22339">
                  <a:moveTo>
                    <a:pt x="0" y="0"/>
                  </a:moveTo>
                  <a:cubicBezTo>
                    <a:pt x="3723" y="2162"/>
                    <a:pt x="18616" y="10810"/>
                    <a:pt x="22339" y="1297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4" name="Google Shape;814;p33"/>
            <p:cNvSpPr/>
            <p:nvPr/>
          </p:nvSpPr>
          <p:spPr>
            <a:xfrm>
              <a:off x="4494925" y="2585250"/>
              <a:ext cx="1297150" cy="360325"/>
            </a:xfrm>
            <a:custGeom>
              <a:rect b="b" l="l" r="r" t="t"/>
              <a:pathLst>
                <a:path extrusionOk="0" h="14413" w="51886">
                  <a:moveTo>
                    <a:pt x="0" y="0"/>
                  </a:moveTo>
                  <a:cubicBezTo>
                    <a:pt x="8648" y="2402"/>
                    <a:pt x="43238" y="12011"/>
                    <a:pt x="51886" y="14413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5" name="Google Shape;815;p33"/>
            <p:cNvSpPr/>
            <p:nvPr/>
          </p:nvSpPr>
          <p:spPr>
            <a:xfrm>
              <a:off x="4467900" y="2900550"/>
              <a:ext cx="117100" cy="927800"/>
            </a:xfrm>
            <a:custGeom>
              <a:rect b="b" l="l" r="r" t="t"/>
              <a:pathLst>
                <a:path extrusionOk="0" h="37112" w="4684">
                  <a:moveTo>
                    <a:pt x="0" y="0"/>
                  </a:moveTo>
                  <a:cubicBezTo>
                    <a:pt x="781" y="6185"/>
                    <a:pt x="3903" y="30927"/>
                    <a:pt x="4684" y="37112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6" name="Google Shape;816;p33"/>
            <p:cNvSpPr/>
            <p:nvPr/>
          </p:nvSpPr>
          <p:spPr>
            <a:xfrm>
              <a:off x="4576000" y="3792325"/>
              <a:ext cx="135125" cy="558475"/>
            </a:xfrm>
            <a:custGeom>
              <a:rect b="b" l="l" r="r" t="t"/>
              <a:pathLst>
                <a:path extrusionOk="0" h="22339" w="5405">
                  <a:moveTo>
                    <a:pt x="0" y="0"/>
                  </a:moveTo>
                  <a:cubicBezTo>
                    <a:pt x="901" y="3723"/>
                    <a:pt x="4504" y="18616"/>
                    <a:pt x="5405" y="2233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7" name="Google Shape;817;p33"/>
            <p:cNvSpPr/>
            <p:nvPr/>
          </p:nvSpPr>
          <p:spPr>
            <a:xfrm>
              <a:off x="4089575" y="3675225"/>
              <a:ext cx="504450" cy="108075"/>
            </a:xfrm>
            <a:custGeom>
              <a:rect b="b" l="l" r="r" t="t"/>
              <a:pathLst>
                <a:path extrusionOk="0" h="4323" w="20178">
                  <a:moveTo>
                    <a:pt x="20178" y="4323"/>
                  </a:moveTo>
                  <a:cubicBezTo>
                    <a:pt x="16815" y="3603"/>
                    <a:pt x="3363" y="7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8" name="Google Shape;818;p33"/>
            <p:cNvSpPr/>
            <p:nvPr/>
          </p:nvSpPr>
          <p:spPr>
            <a:xfrm>
              <a:off x="4503950" y="2900550"/>
              <a:ext cx="513450" cy="405350"/>
            </a:xfrm>
            <a:custGeom>
              <a:rect b="b" l="l" r="r" t="t"/>
              <a:pathLst>
                <a:path extrusionOk="0" h="16214" w="20538">
                  <a:moveTo>
                    <a:pt x="0" y="0"/>
                  </a:moveTo>
                  <a:cubicBezTo>
                    <a:pt x="3423" y="2702"/>
                    <a:pt x="17115" y="13512"/>
                    <a:pt x="20538" y="16214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9" name="Google Shape;819;p33"/>
            <p:cNvSpPr/>
            <p:nvPr/>
          </p:nvSpPr>
          <p:spPr>
            <a:xfrm>
              <a:off x="5044425" y="3305900"/>
              <a:ext cx="927800" cy="261225"/>
            </a:xfrm>
            <a:custGeom>
              <a:rect b="b" l="l" r="r" t="t"/>
              <a:pathLst>
                <a:path extrusionOk="0" h="10449" w="37112">
                  <a:moveTo>
                    <a:pt x="0" y="0"/>
                  </a:moveTo>
                  <a:cubicBezTo>
                    <a:pt x="6185" y="1742"/>
                    <a:pt x="30927" y="8708"/>
                    <a:pt x="37112" y="10449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20" name="Google Shape;820;p33"/>
            <p:cNvSpPr/>
            <p:nvPr/>
          </p:nvSpPr>
          <p:spPr>
            <a:xfrm>
              <a:off x="3486050" y="2837475"/>
              <a:ext cx="639550" cy="882775"/>
            </a:xfrm>
            <a:custGeom>
              <a:rect b="b" l="l" r="r" t="t"/>
              <a:pathLst>
                <a:path extrusionOk="0" h="35311" w="25582">
                  <a:moveTo>
                    <a:pt x="0" y="0"/>
                  </a:moveTo>
                  <a:cubicBezTo>
                    <a:pt x="4264" y="5885"/>
                    <a:pt x="21318" y="29426"/>
                    <a:pt x="25582" y="3531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21" name="Google Shape;821;p33"/>
            <p:cNvSpPr/>
            <p:nvPr/>
          </p:nvSpPr>
          <p:spPr>
            <a:xfrm>
              <a:off x="5711000" y="2035775"/>
              <a:ext cx="54050" cy="891775"/>
            </a:xfrm>
            <a:custGeom>
              <a:rect b="b" l="l" r="r" t="t"/>
              <a:pathLst>
                <a:path extrusionOk="0" h="35671" w="2162">
                  <a:moveTo>
                    <a:pt x="0" y="0"/>
                  </a:moveTo>
                  <a:cubicBezTo>
                    <a:pt x="360" y="5945"/>
                    <a:pt x="1802" y="29726"/>
                    <a:pt x="2162" y="35671"/>
                  </a:cubicBez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22" name="Google Shape;822;p33"/>
            <p:cNvSpPr/>
            <p:nvPr/>
          </p:nvSpPr>
          <p:spPr>
            <a:xfrm>
              <a:off x="3240434" y="123261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3392100" y="22945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3392100" y="2751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3"/>
            <p:cNvSpPr/>
            <p:nvPr/>
          </p:nvSpPr>
          <p:spPr>
            <a:xfrm>
              <a:off x="5667425" y="2829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4874000" y="31922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6233475" y="31340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59888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5320000" y="39646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4612025" y="42402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3580800" y="424025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4612034" y="9368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4566995" y="1470226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3"/>
            <p:cNvSpPr/>
            <p:nvPr/>
          </p:nvSpPr>
          <p:spPr>
            <a:xfrm>
              <a:off x="5589325" y="19148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4612025" y="22583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4378300" y="247739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4378300" y="27929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5856125" y="34249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3988300" y="3576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4477650" y="3687623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3881195" y="1653787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3576395" y="1989748"/>
              <a:ext cx="188700" cy="1887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3"/>
            <p:cNvSpPr txBox="1"/>
            <p:nvPr/>
          </p:nvSpPr>
          <p:spPr>
            <a:xfrm>
              <a:off x="3424000" y="1583349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Atlanta</a:t>
              </a:r>
              <a:endParaRPr b="1" sz="900">
                <a:solidFill>
                  <a:srgbClr val="FF0000"/>
                </a:solidFill>
              </a:endParaRPr>
            </a:p>
          </p:txBody>
        </p:sp>
        <p:sp>
          <p:nvSpPr>
            <p:cNvPr id="844" name="Google Shape;844;p33"/>
            <p:cNvSpPr txBox="1"/>
            <p:nvPr/>
          </p:nvSpPr>
          <p:spPr>
            <a:xfrm>
              <a:off x="4742550" y="8812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Toccoa</a:t>
              </a:r>
              <a:endParaRPr sz="800"/>
            </a:p>
          </p:txBody>
        </p:sp>
        <p:sp>
          <p:nvSpPr>
            <p:cNvPr id="845" name="Google Shape;845;p33"/>
            <p:cNvSpPr txBox="1"/>
            <p:nvPr/>
          </p:nvSpPr>
          <p:spPr>
            <a:xfrm>
              <a:off x="2846768" y="1156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Rome</a:t>
              </a:r>
              <a:endParaRPr sz="800"/>
            </a:p>
          </p:txBody>
        </p:sp>
        <p:sp>
          <p:nvSpPr>
            <p:cNvPr id="846" name="Google Shape;846;p33"/>
            <p:cNvSpPr txBox="1"/>
            <p:nvPr/>
          </p:nvSpPr>
          <p:spPr>
            <a:xfrm>
              <a:off x="4688966" y="13905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Athens</a:t>
              </a:r>
              <a:endParaRPr sz="800"/>
            </a:p>
          </p:txBody>
        </p:sp>
        <p:sp>
          <p:nvSpPr>
            <p:cNvPr id="847" name="Google Shape;847;p33"/>
            <p:cNvSpPr txBox="1"/>
            <p:nvPr/>
          </p:nvSpPr>
          <p:spPr>
            <a:xfrm>
              <a:off x="3062699" y="190291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Newnan</a:t>
              </a:r>
              <a:endParaRPr sz="800"/>
            </a:p>
          </p:txBody>
        </p:sp>
        <p:sp>
          <p:nvSpPr>
            <p:cNvPr id="848" name="Google Shape;848;p33"/>
            <p:cNvSpPr txBox="1"/>
            <p:nvPr/>
          </p:nvSpPr>
          <p:spPr>
            <a:xfrm>
              <a:off x="5725609" y="181874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Augusta</a:t>
              </a:r>
              <a:endParaRPr sz="800"/>
            </a:p>
          </p:txBody>
        </p:sp>
        <p:sp>
          <p:nvSpPr>
            <p:cNvPr id="849" name="Google Shape;849;p33"/>
            <p:cNvSpPr txBox="1"/>
            <p:nvPr/>
          </p:nvSpPr>
          <p:spPr>
            <a:xfrm>
              <a:off x="2819751" y="2234999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LaGrange</a:t>
              </a:r>
              <a:endParaRPr sz="800"/>
            </a:p>
          </p:txBody>
        </p:sp>
        <p:sp>
          <p:nvSpPr>
            <p:cNvPr id="850" name="Google Shape;850;p33"/>
            <p:cNvSpPr txBox="1"/>
            <p:nvPr/>
          </p:nvSpPr>
          <p:spPr>
            <a:xfrm>
              <a:off x="2819750" y="2692324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highlight>
                    <a:srgbClr val="FFFFFF"/>
                  </a:highlight>
                </a:rPr>
                <a:t>Columbus</a:t>
              </a:r>
              <a:endParaRPr sz="9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851" name="Google Shape;851;p33"/>
            <p:cNvSpPr txBox="1"/>
            <p:nvPr/>
          </p:nvSpPr>
          <p:spPr>
            <a:xfrm>
              <a:off x="3566025" y="3512574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Albany</a:t>
              </a:r>
              <a:endParaRPr sz="800"/>
            </a:p>
          </p:txBody>
        </p:sp>
        <p:sp>
          <p:nvSpPr>
            <p:cNvPr id="852" name="Google Shape;852;p33"/>
            <p:cNvSpPr txBox="1"/>
            <p:nvPr/>
          </p:nvSpPr>
          <p:spPr>
            <a:xfrm>
              <a:off x="2981625" y="42279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Bainbridge</a:t>
              </a:r>
              <a:endParaRPr sz="800"/>
            </a:p>
          </p:txBody>
        </p:sp>
        <p:sp>
          <p:nvSpPr>
            <p:cNvPr id="853" name="Google Shape;853;p33"/>
            <p:cNvSpPr txBox="1"/>
            <p:nvPr/>
          </p:nvSpPr>
          <p:spPr>
            <a:xfrm>
              <a:off x="4593293" y="3611772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Tifton</a:t>
              </a:r>
              <a:endParaRPr sz="800"/>
            </a:p>
          </p:txBody>
        </p:sp>
        <p:sp>
          <p:nvSpPr>
            <p:cNvPr id="854" name="Google Shape;854;p33"/>
            <p:cNvSpPr txBox="1"/>
            <p:nvPr/>
          </p:nvSpPr>
          <p:spPr>
            <a:xfrm>
              <a:off x="4301400" y="43417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Valdosta</a:t>
              </a:r>
              <a:endParaRPr sz="800"/>
            </a:p>
          </p:txBody>
        </p:sp>
        <p:sp>
          <p:nvSpPr>
            <p:cNvPr id="855" name="Google Shape;855;p33"/>
            <p:cNvSpPr txBox="1"/>
            <p:nvPr/>
          </p:nvSpPr>
          <p:spPr>
            <a:xfrm>
              <a:off x="3941313" y="24072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Macon</a:t>
              </a:r>
              <a:endParaRPr sz="800"/>
            </a:p>
          </p:txBody>
        </p:sp>
        <p:sp>
          <p:nvSpPr>
            <p:cNvPr id="856" name="Google Shape;856;p33"/>
            <p:cNvSpPr txBox="1"/>
            <p:nvPr/>
          </p:nvSpPr>
          <p:spPr>
            <a:xfrm>
              <a:off x="4499815" y="2021622"/>
              <a:ext cx="84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Milledgeville</a:t>
              </a:r>
              <a:endParaRPr sz="800"/>
            </a:p>
          </p:txBody>
        </p:sp>
        <p:sp>
          <p:nvSpPr>
            <p:cNvPr id="857" name="Google Shape;857;p33"/>
            <p:cNvSpPr txBox="1"/>
            <p:nvPr/>
          </p:nvSpPr>
          <p:spPr>
            <a:xfrm>
              <a:off x="6133425" y="3964711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highlight>
                    <a:srgbClr val="FFFFFF"/>
                  </a:highlight>
                </a:rPr>
                <a:t>Brunswick</a:t>
              </a:r>
              <a:endParaRPr sz="800">
                <a:solidFill>
                  <a:schemeClr val="dk1"/>
                </a:solidFill>
                <a:highlight>
                  <a:srgbClr val="FFFFFF"/>
                </a:highlight>
              </a:endParaRPr>
            </a:p>
          </p:txBody>
        </p:sp>
        <p:sp>
          <p:nvSpPr>
            <p:cNvPr id="858" name="Google Shape;858;p33"/>
            <p:cNvSpPr txBox="1"/>
            <p:nvPr/>
          </p:nvSpPr>
          <p:spPr>
            <a:xfrm>
              <a:off x="5161525" y="40518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Waycross</a:t>
              </a:r>
              <a:endParaRPr sz="800"/>
            </a:p>
          </p:txBody>
        </p:sp>
        <p:sp>
          <p:nvSpPr>
            <p:cNvPr id="859" name="Google Shape;859;p33"/>
            <p:cNvSpPr txBox="1"/>
            <p:nvPr/>
          </p:nvSpPr>
          <p:spPr>
            <a:xfrm>
              <a:off x="4017513" y="2833374"/>
              <a:ext cx="6936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Warner Robins</a:t>
              </a:r>
              <a:endParaRPr sz="800"/>
            </a:p>
          </p:txBody>
        </p:sp>
        <p:sp>
          <p:nvSpPr>
            <p:cNvPr id="860" name="Google Shape;860;p33"/>
            <p:cNvSpPr txBox="1"/>
            <p:nvPr/>
          </p:nvSpPr>
          <p:spPr>
            <a:xfrm>
              <a:off x="4972849" y="3079747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McRae</a:t>
              </a:r>
              <a:endParaRPr sz="800"/>
            </a:p>
          </p:txBody>
        </p:sp>
        <p:sp>
          <p:nvSpPr>
            <p:cNvPr id="861" name="Google Shape;861;p33"/>
            <p:cNvSpPr txBox="1"/>
            <p:nvPr/>
          </p:nvSpPr>
          <p:spPr>
            <a:xfrm>
              <a:off x="5950282" y="3445378"/>
              <a:ext cx="693600" cy="2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0000"/>
                  </a:solidFill>
                </a:rPr>
                <a:t>Hinesville</a:t>
              </a:r>
              <a:endParaRPr b="1" sz="900">
                <a:solidFill>
                  <a:srgbClr val="FF0000"/>
                </a:solidFill>
              </a:endParaRPr>
            </a:p>
          </p:txBody>
        </p:sp>
        <p:sp>
          <p:nvSpPr>
            <p:cNvPr id="862" name="Google Shape;862;p33"/>
            <p:cNvSpPr txBox="1"/>
            <p:nvPr/>
          </p:nvSpPr>
          <p:spPr>
            <a:xfrm>
              <a:off x="5754366" y="267493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Statesboro</a:t>
              </a:r>
              <a:endParaRPr sz="800"/>
            </a:p>
          </p:txBody>
        </p:sp>
        <p:sp>
          <p:nvSpPr>
            <p:cNvPr id="863" name="Google Shape;863;p33"/>
            <p:cNvSpPr txBox="1"/>
            <p:nvPr/>
          </p:nvSpPr>
          <p:spPr>
            <a:xfrm>
              <a:off x="6359575" y="3074486"/>
              <a:ext cx="6936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Savannah</a:t>
              </a:r>
              <a:endParaRPr sz="800"/>
            </a:p>
          </p:txBody>
        </p:sp>
      </p:grpSp>
      <p:cxnSp>
        <p:nvCxnSpPr>
          <p:cNvPr id="864" name="Google Shape;864;p33"/>
          <p:cNvCxnSpPr/>
          <p:nvPr/>
        </p:nvCxnSpPr>
        <p:spPr>
          <a:xfrm rot="10800000">
            <a:off x="521425" y="4023250"/>
            <a:ext cx="844800" cy="11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5" name="Google Shape;865;p33"/>
          <p:cNvSpPr txBox="1"/>
          <p:nvPr/>
        </p:nvSpPr>
        <p:spPr>
          <a:xfrm>
            <a:off x="8008875" y="914400"/>
            <a:ext cx="648300" cy="338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0</a:t>
            </a:r>
            <a:endParaRPr sz="1000"/>
          </a:p>
        </p:txBody>
      </p:sp>
      <p:sp>
        <p:nvSpPr>
          <p:cNvPr id="866" name="Google Shape;866;p33"/>
          <p:cNvSpPr txBox="1"/>
          <p:nvPr/>
        </p:nvSpPr>
        <p:spPr>
          <a:xfrm>
            <a:off x="8008875" y="1600200"/>
            <a:ext cx="648300" cy="338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1</a:t>
            </a:r>
            <a:endParaRPr sz="1000"/>
          </a:p>
        </p:txBody>
      </p:sp>
      <p:sp>
        <p:nvSpPr>
          <p:cNvPr id="867" name="Google Shape;867;p33"/>
          <p:cNvSpPr txBox="1"/>
          <p:nvPr/>
        </p:nvSpPr>
        <p:spPr>
          <a:xfrm>
            <a:off x="8008875" y="2514600"/>
            <a:ext cx="648300" cy="338700"/>
          </a:xfrm>
          <a:prstGeom prst="rect">
            <a:avLst/>
          </a:prstGeom>
          <a:solidFill>
            <a:srgbClr val="C27BA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2</a:t>
            </a:r>
            <a:endParaRPr sz="1000"/>
          </a:p>
        </p:txBody>
      </p:sp>
      <p:sp>
        <p:nvSpPr>
          <p:cNvPr id="868" name="Google Shape;868;p33"/>
          <p:cNvSpPr txBox="1"/>
          <p:nvPr/>
        </p:nvSpPr>
        <p:spPr>
          <a:xfrm>
            <a:off x="8008875" y="3429000"/>
            <a:ext cx="648300" cy="338700"/>
          </a:xfrm>
          <a:prstGeom prst="rect">
            <a:avLst/>
          </a:prstGeom>
          <a:solidFill>
            <a:srgbClr val="8E7C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3</a:t>
            </a:r>
            <a:endParaRPr sz="1000"/>
          </a:p>
        </p:txBody>
      </p:sp>
      <p:sp>
        <p:nvSpPr>
          <p:cNvPr id="869" name="Google Shape;869;p33"/>
          <p:cNvSpPr txBox="1"/>
          <p:nvPr/>
        </p:nvSpPr>
        <p:spPr>
          <a:xfrm>
            <a:off x="8008875" y="4343400"/>
            <a:ext cx="648300" cy="3387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Level 4</a:t>
            </a:r>
            <a:endParaRPr sz="1000"/>
          </a:p>
        </p:txBody>
      </p:sp>
      <p:sp>
        <p:nvSpPr>
          <p:cNvPr id="870" name="Google Shape;870;p33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3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3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3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3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3"/>
          <p:cNvSpPr/>
          <p:nvPr/>
        </p:nvSpPr>
        <p:spPr>
          <a:xfrm>
            <a:off x="7407025" y="927450"/>
            <a:ext cx="281400" cy="312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3"/>
          <p:cNvSpPr/>
          <p:nvPr/>
        </p:nvSpPr>
        <p:spPr>
          <a:xfrm>
            <a:off x="7407025" y="2472901"/>
            <a:ext cx="281400" cy="422100"/>
          </a:xfrm>
          <a:prstGeom prst="moon">
            <a:avLst>
              <a:gd fmla="val 5000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3"/>
          <p:cNvSpPr/>
          <p:nvPr/>
        </p:nvSpPr>
        <p:spPr>
          <a:xfrm>
            <a:off x="7360075" y="1611321"/>
            <a:ext cx="375300" cy="312600"/>
          </a:xfrm>
          <a:prstGeom prst="hear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3"/>
          <p:cNvSpPr/>
          <p:nvPr/>
        </p:nvSpPr>
        <p:spPr>
          <a:xfrm>
            <a:off x="7360075" y="3438564"/>
            <a:ext cx="375300" cy="374100"/>
          </a:xfrm>
          <a:prstGeom prst="triangle">
            <a:avLst>
              <a:gd fmla="val 5000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3"/>
          <p:cNvSpPr/>
          <p:nvPr/>
        </p:nvSpPr>
        <p:spPr>
          <a:xfrm>
            <a:off x="7360063" y="4356225"/>
            <a:ext cx="375300" cy="422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