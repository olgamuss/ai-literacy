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e84a4369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e84a4369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e84a4369b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e84a4369b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Options: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 Read this out and give the students think time.  Think, Pair, Share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You can have the students do this individually and then go over it large group.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e84a4369b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e84a4369b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84a4369b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84a4369b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152944621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152944621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e84a4369b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e84a4369b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8738b5ab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e8738b5ab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e84a4369b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e84a4369b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e8738b5ab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e8738b5ab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879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620">
                <a:solidFill>
                  <a:srgbClr val="FF0000"/>
                </a:solidFill>
              </a:rPr>
              <a:t>CALLING ALL</a:t>
            </a:r>
            <a:r>
              <a:rPr b="1" lang="en" sz="3620">
                <a:solidFill>
                  <a:srgbClr val="FF0000"/>
                </a:solidFill>
              </a:rPr>
              <a:t> </a:t>
            </a:r>
            <a:endParaRPr b="1" sz="362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620">
                <a:solidFill>
                  <a:srgbClr val="FF0000"/>
                </a:solidFill>
              </a:rPr>
              <a:t>Autonomous Sensor Experts</a:t>
            </a:r>
            <a:endParaRPr b="1" sz="3620">
              <a:solidFill>
                <a:srgbClr val="FF0000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2622875"/>
            <a:ext cx="8520600" cy="17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that you are an autonomous robot sensor expert, people will come to you to get help with their robots whenever the sensors malfunction.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Read the scenarios on the following slides.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Diagnose the robot, suggest which sensor needs repairs and why.</a:t>
            </a:r>
            <a:endParaRPr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0" y="0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0622" y="3123200"/>
            <a:ext cx="3025625" cy="20203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Diagnose and Repair Scenario 1: Robot Horse</a:t>
            </a:r>
            <a:endParaRPr b="1"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company creates robot horses for horse races. The horses are only supposed to let a person ride if they recognize their owners name on the rider’s helmet. For some reason, the horses have been allowing the wrong person to ride. The horse only has 3 sensors: Camera, Radar, and GPS.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Which sensor do you think is malfunctioning?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FF00"/>
              </a:buClr>
              <a:buSzPts val="1800"/>
              <a:buChar char="●"/>
            </a:pPr>
            <a:r>
              <a:rPr lang="en">
                <a:solidFill>
                  <a:srgbClr val="00FF00"/>
                </a:solidFill>
              </a:rPr>
              <a:t>…</a:t>
            </a:r>
            <a:endParaRPr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How did you figure out which sensor is malfunctioning?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FF00"/>
              </a:buClr>
              <a:buSzPts val="1800"/>
              <a:buChar char="●"/>
            </a:pPr>
            <a:r>
              <a:rPr lang="en">
                <a:solidFill>
                  <a:srgbClr val="00FF00"/>
                </a:solidFill>
              </a:rPr>
              <a:t>…</a:t>
            </a:r>
            <a:endParaRPr b="1"/>
          </a:p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Diagnose and Repair </a:t>
            </a:r>
            <a:r>
              <a:rPr b="1" lang="en"/>
              <a:t>Scenario 2: Robot Bird</a:t>
            </a:r>
            <a:endParaRPr b="1"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company specializes in making self-flying drones shaped like birds. Recently, their drones have been crashing into small </a:t>
            </a:r>
            <a:r>
              <a:rPr lang="en"/>
              <a:t>hummingbirds</a:t>
            </a:r>
            <a:r>
              <a:rPr lang="en"/>
              <a:t> while flying. The drone only has 3 sensors: GPS, Lidar, and Radar.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Which sensor do you think is malfunctioning?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FF00"/>
              </a:buClr>
              <a:buSzPts val="1800"/>
              <a:buChar char="●"/>
            </a:pPr>
            <a:r>
              <a:rPr lang="en">
                <a:solidFill>
                  <a:srgbClr val="00FF00"/>
                </a:solidFill>
              </a:rPr>
              <a:t>…</a:t>
            </a:r>
            <a:endParaRPr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How did you figure out which sensor is malfunctioning?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FF00"/>
              </a:buClr>
              <a:buSzPts val="1800"/>
              <a:buChar char="●"/>
            </a:pPr>
            <a:r>
              <a:rPr lang="en">
                <a:solidFill>
                  <a:srgbClr val="00FF00"/>
                </a:solidFill>
              </a:rPr>
              <a:t>…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0225" y="3467400"/>
            <a:ext cx="2393775" cy="15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/>
              <a:t>Diagnose and Repair </a:t>
            </a:r>
            <a:r>
              <a:rPr b="1" lang="en" sz="2420"/>
              <a:t>Scenario 3: </a:t>
            </a:r>
            <a:r>
              <a:rPr b="1" lang="en" sz="2420"/>
              <a:t>Treasure</a:t>
            </a:r>
            <a:r>
              <a:rPr b="1" lang="en" sz="2420"/>
              <a:t> Hunting Trike </a:t>
            </a:r>
            <a:endParaRPr b="1" sz="2420"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are on a </a:t>
            </a:r>
            <a:r>
              <a:rPr lang="en"/>
              <a:t>treasure hunt.  Each group is riding on an autonomous trike.  You program location 1 into the trike and find yourself at a lake but are supposed to be at the museum.</a:t>
            </a:r>
            <a:r>
              <a:rPr b="1" lang="en"/>
              <a:t> </a:t>
            </a:r>
            <a:r>
              <a:rPr lang="en"/>
              <a:t>The trike only has 3 sensors: GPS, Lidar, and Radar.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 Which sensor do you think is malfunctioning?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FF00"/>
              </a:buClr>
              <a:buSzPts val="1800"/>
              <a:buChar char="●"/>
            </a:pPr>
            <a:r>
              <a:rPr lang="en">
                <a:solidFill>
                  <a:srgbClr val="00FF00"/>
                </a:solidFill>
              </a:rPr>
              <a:t>…</a:t>
            </a:r>
            <a:endParaRPr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How did you figure out which sensor is malfunctioning?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FF00"/>
              </a:buClr>
              <a:buSzPts val="1800"/>
              <a:buChar char="●"/>
            </a:pPr>
            <a:r>
              <a:rPr lang="en">
                <a:solidFill>
                  <a:srgbClr val="00FF00"/>
                </a:solidFill>
              </a:rPr>
              <a:t>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 rotWithShape="1">
          <a:blip r:embed="rId3">
            <a:alphaModFix/>
          </a:blip>
          <a:srcRect b="0" l="11016" r="20041" t="0"/>
          <a:stretch/>
        </p:blipFill>
        <p:spPr>
          <a:xfrm>
            <a:off x="6515100" y="3048000"/>
            <a:ext cx="2623125" cy="207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 title="Big bag of money - Backgrounds - FREE-VECTORS.NET"/>
          <p:cNvPicPr preferRelativeResize="0"/>
          <p:nvPr/>
        </p:nvPicPr>
        <p:blipFill rotWithShape="1">
          <a:blip r:embed="rId3">
            <a:alphaModFix/>
          </a:blip>
          <a:srcRect b="5651" l="0" r="0" t="0"/>
          <a:stretch/>
        </p:blipFill>
        <p:spPr>
          <a:xfrm>
            <a:off x="2362200" y="242650"/>
            <a:ext cx="6858000" cy="48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6900" y="1228675"/>
            <a:ext cx="268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/>
              <a:t>Now that you have helped people repair their autonomous robots, you have become popular in the robot community. People want to </a:t>
            </a:r>
            <a:r>
              <a:rPr lang="en" sz="2000"/>
              <a:t>consult</a:t>
            </a:r>
            <a:r>
              <a:rPr lang="en" sz="2000"/>
              <a:t> you to make their dream robots a reality. Let’s do it!</a:t>
            </a:r>
            <a:endParaRPr sz="2000"/>
          </a:p>
        </p:txBody>
      </p:sp>
      <p:sp>
        <p:nvSpPr>
          <p:cNvPr id="89" name="Google Shape;89;p17"/>
          <p:cNvSpPr txBox="1"/>
          <p:nvPr>
            <p:ph type="title"/>
          </p:nvPr>
        </p:nvSpPr>
        <p:spPr>
          <a:xfrm>
            <a:off x="411075" y="445025"/>
            <a:ext cx="842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920"/>
              <a:t>NICE JOB!</a:t>
            </a:r>
            <a:endParaRPr b="1" sz="2920"/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Design </a:t>
            </a:r>
            <a:r>
              <a:rPr b="1" lang="en"/>
              <a:t>Scenario 1: iDoggo</a:t>
            </a:r>
            <a:endParaRPr b="1"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560525"/>
            <a:ext cx="8520600" cy="43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Apple has contacted you to help create their iDoggo robot pet. They want the it to be a companion to people while they are at home. It does not need to go outside.</a:t>
            </a:r>
            <a:endParaRPr sz="2000"/>
          </a:p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076" y="1417300"/>
            <a:ext cx="3487125" cy="34871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5233725" y="2791413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Created by Midjourney prompt “Ddoggo a robot dog home companion made by Apple Computer”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Design Scenario 1: iDoggo</a:t>
            </a:r>
            <a:endParaRPr b="1"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838200"/>
            <a:ext cx="8520600" cy="41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List 3 decisions iDoggo needs to know how to make.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…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…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…</a:t>
            </a:r>
            <a:endParaRPr sz="18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Which sensors will iDoggo need to function properly?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…</a:t>
            </a:r>
            <a:endParaRPr sz="18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Why are those the best sensors for iDoggo?	</a:t>
            </a:r>
            <a:endParaRPr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…</a:t>
            </a:r>
            <a:endParaRPr sz="2000"/>
          </a:p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8600" y="0"/>
            <a:ext cx="1838750" cy="183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Design</a:t>
            </a:r>
            <a:r>
              <a:rPr b="1" lang="en"/>
              <a:t> Scenario 2: </a:t>
            </a:r>
            <a:r>
              <a:rPr b="1" lang="en"/>
              <a:t>Coaster Cleanser</a:t>
            </a:r>
            <a:endParaRPr b="1"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771475"/>
            <a:ext cx="4160100" cy="3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Six Flags has called you to help build their amusement park custodial robot called the </a:t>
            </a:r>
            <a:r>
              <a:rPr lang="en"/>
              <a:t>Shine Sentry</a:t>
            </a:r>
            <a:r>
              <a:rPr lang="en"/>
              <a:t>. This robot needs to be able to </a:t>
            </a:r>
            <a:r>
              <a:rPr lang="en"/>
              <a:t>clean up the amusement park everyday while the customers are present, even in bad weather.</a:t>
            </a:r>
            <a:endParaRPr sz="20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0400" y="873850"/>
            <a:ext cx="3736250" cy="373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/>
        </p:nvSpPr>
        <p:spPr>
          <a:xfrm>
            <a:off x="1452600" y="3722275"/>
            <a:ext cx="324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Created by Midjourney prompt “a robot designed to clean amusement parks”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Design Scenario 2: Coaster Cleanser</a:t>
            </a:r>
            <a:endParaRPr b="1"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11700" y="1152475"/>
            <a:ext cx="8520600" cy="3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List 3 decisions Coaster Cleanser needs to know how to make.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…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…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…</a:t>
            </a:r>
            <a:endParaRPr sz="18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Which sensors will Coaster Cleanser need to function properly?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…</a:t>
            </a:r>
            <a:endParaRPr sz="18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Why are those the best sensors for Coaster Cleanser?	</a:t>
            </a:r>
            <a:endParaRPr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…</a:t>
            </a:r>
            <a:endParaRPr sz="20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8600" y="-2425"/>
            <a:ext cx="1515400" cy="151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