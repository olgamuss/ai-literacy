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4"/>
    <p:sldMasterId id="2147483695" r:id="rId5"/>
    <p:sldMasterId id="2147483696" r:id="rId6"/>
    <p:sldMasterId id="214748369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Lst>
  <p:sldSz cy="5143500" cx="9144000"/>
  <p:notesSz cx="6858000" cy="9144000"/>
  <p:embeddedFontLst>
    <p:embeddedFont>
      <p:font typeface="Roboto"/>
      <p:regular r:id="rId44"/>
      <p:bold r:id="rId45"/>
      <p:italic r:id="rId46"/>
      <p:boldItalic r:id="rId47"/>
    </p:embeddedFont>
    <p:embeddedFont>
      <p:font typeface="PT Sans Narrow"/>
      <p:regular r:id="rId48"/>
      <p:bold r:id="rId49"/>
    </p:embeddedFont>
    <p:embeddedFont>
      <p:font typeface="Permanent Marker"/>
      <p:regular r:id="rId50"/>
    </p:embeddedFont>
    <p:embeddedFont>
      <p:font typeface="Old Standard TT"/>
      <p:regular r:id="rId51"/>
      <p:bold r:id="rId52"/>
      <p:italic r:id="rId53"/>
    </p:embeddedFont>
    <p:embeddedFont>
      <p:font typeface="Helvetica Neue"/>
      <p:regular r:id="rId54"/>
      <p:bold r:id="rId55"/>
      <p:italic r:id="rId56"/>
      <p:boldItalic r:id="rId57"/>
    </p:embeddedFont>
    <p:embeddedFont>
      <p:font typeface="Gill Sans"/>
      <p:regular r:id="rId58"/>
      <p:bold r:id="rId59"/>
    </p:embeddedFont>
    <p:embeddedFont>
      <p:font typeface="Merriweather"/>
      <p:regular r:id="rId60"/>
      <p:bold r:id="rId61"/>
      <p:italic r:id="rId62"/>
      <p:boldItalic r:id="rId63"/>
    </p:embeddedFont>
    <p:embeddedFont>
      <p:font typeface="Open Sans"/>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font" Target="fonts/Roboto-regular.fntdata"/><Relationship Id="rId43" Type="http://schemas.openxmlformats.org/officeDocument/2006/relationships/slide" Target="slides/slide35.xml"/><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PTSansNarrow-regular.fntdata"/><Relationship Id="rId47" Type="http://schemas.openxmlformats.org/officeDocument/2006/relationships/font" Target="fonts/Roboto-boldItalic.fntdata"/><Relationship Id="rId49" Type="http://schemas.openxmlformats.org/officeDocument/2006/relationships/font" Target="fonts/PTSansNarrow-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Merriweather-italic.fntdata"/><Relationship Id="rId61" Type="http://schemas.openxmlformats.org/officeDocument/2006/relationships/font" Target="fonts/Merriweather-bold.fntdata"/><Relationship Id="rId20" Type="http://schemas.openxmlformats.org/officeDocument/2006/relationships/slide" Target="slides/slide12.xml"/><Relationship Id="rId64" Type="http://schemas.openxmlformats.org/officeDocument/2006/relationships/font" Target="fonts/OpenSans-regular.fntdata"/><Relationship Id="rId63" Type="http://schemas.openxmlformats.org/officeDocument/2006/relationships/font" Target="fonts/Merriweather-boldItalic.fntdata"/><Relationship Id="rId22" Type="http://schemas.openxmlformats.org/officeDocument/2006/relationships/slide" Target="slides/slide14.xml"/><Relationship Id="rId66" Type="http://schemas.openxmlformats.org/officeDocument/2006/relationships/font" Target="fonts/OpenSans-italic.fntdata"/><Relationship Id="rId21" Type="http://schemas.openxmlformats.org/officeDocument/2006/relationships/slide" Target="slides/slide13.xml"/><Relationship Id="rId65" Type="http://schemas.openxmlformats.org/officeDocument/2006/relationships/font" Target="fonts/OpenSans-bold.fntdata"/><Relationship Id="rId24" Type="http://schemas.openxmlformats.org/officeDocument/2006/relationships/slide" Target="slides/slide16.xml"/><Relationship Id="rId23" Type="http://schemas.openxmlformats.org/officeDocument/2006/relationships/slide" Target="slides/slide15.xml"/><Relationship Id="rId67" Type="http://schemas.openxmlformats.org/officeDocument/2006/relationships/font" Target="fonts/OpenSans-boldItalic.fntdata"/><Relationship Id="rId60" Type="http://schemas.openxmlformats.org/officeDocument/2006/relationships/font" Target="fonts/Merriweather-regular.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OldStandardTT-regular.fntdata"/><Relationship Id="rId50" Type="http://schemas.openxmlformats.org/officeDocument/2006/relationships/font" Target="fonts/PermanentMarker-regular.fntdata"/><Relationship Id="rId53" Type="http://schemas.openxmlformats.org/officeDocument/2006/relationships/font" Target="fonts/OldStandardTT-italic.fntdata"/><Relationship Id="rId52" Type="http://schemas.openxmlformats.org/officeDocument/2006/relationships/font" Target="fonts/OldStandardTT-bold.fntdata"/><Relationship Id="rId11" Type="http://schemas.openxmlformats.org/officeDocument/2006/relationships/slide" Target="slides/slide3.xml"/><Relationship Id="rId55" Type="http://schemas.openxmlformats.org/officeDocument/2006/relationships/font" Target="fonts/HelveticaNeue-bold.fntdata"/><Relationship Id="rId10" Type="http://schemas.openxmlformats.org/officeDocument/2006/relationships/slide" Target="slides/slide2.xml"/><Relationship Id="rId54" Type="http://schemas.openxmlformats.org/officeDocument/2006/relationships/font" Target="fonts/HelveticaNeue-regular.fntdata"/><Relationship Id="rId13" Type="http://schemas.openxmlformats.org/officeDocument/2006/relationships/slide" Target="slides/slide5.xml"/><Relationship Id="rId57" Type="http://schemas.openxmlformats.org/officeDocument/2006/relationships/font" Target="fonts/HelveticaNeue-boldItalic.fntdata"/><Relationship Id="rId12" Type="http://schemas.openxmlformats.org/officeDocument/2006/relationships/slide" Target="slides/slide4.xml"/><Relationship Id="rId56" Type="http://schemas.openxmlformats.org/officeDocument/2006/relationships/font" Target="fonts/HelveticaNeue-italic.fntdata"/><Relationship Id="rId15" Type="http://schemas.openxmlformats.org/officeDocument/2006/relationships/slide" Target="slides/slide7.xml"/><Relationship Id="rId59" Type="http://schemas.openxmlformats.org/officeDocument/2006/relationships/font" Target="fonts/GillSans-bold.fntdata"/><Relationship Id="rId14" Type="http://schemas.openxmlformats.org/officeDocument/2006/relationships/slide" Target="slides/slide6.xml"/><Relationship Id="rId58" Type="http://schemas.openxmlformats.org/officeDocument/2006/relationships/font" Target="fonts/GillSans-regular.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andymohd/the-incredibly-shrinking-world-of-vehicle-radar-design-b82f4077922b"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reate.arduino.cc/projecthub/massimo0572/car-radar-safety-6766d2"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hinkautonomous.medium.com/can-self-driving-car-think-6c9e8d939d60" TargetMode="External"/><Relationship Id="rId3" Type="http://schemas.openxmlformats.org/officeDocument/2006/relationships/hyperlink" Target="https://blog.waymo.com/2016/12/mastering-three-point-turn.html" TargetMode="External"/><Relationship Id="rId4" Type="http://schemas.openxmlformats.org/officeDocument/2006/relationships/hyperlink" Target="https://jonathan-hui.medium.com/self-driving-car-path-planning-to-maneuver-the-traffic-ac63f5a620e2" TargetMode="External"/><Relationship Id="rId5" Type="http://schemas.openxmlformats.org/officeDocument/2006/relationships/hyperlink" Target="https://robomechjournal.springeropen.com/track/pdf/10.1186/s40648-014-0001-z.pdf"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zone.com/articles/object-recognition-and-spacial-awareness-for-a-spo"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B8R148hFxPw" TargetMode="External"/><Relationship Id="rId3" Type="http://schemas.openxmlformats.org/officeDocument/2006/relationships/hyperlink" Target="https://www.youtube.com/watch?v=gEy91PGGLR0" TargetMode="External"/><Relationship Id="rId4" Type="http://schemas.openxmlformats.org/officeDocument/2006/relationships/hyperlink" Target="https://www.youtube.com/watch?v=yFYljZc968I"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5c0467d399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5c0467d399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75cc5fa2a7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75cc5fa2a7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75cc5fa2a7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75cc5fa2a7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Watch together in whole group.</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75cc5fa2a7_0_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75cc5fa2a7_0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75cc5fa2a7_0_6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75cc5fa2a7_0_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1" marL="400050" rtl="0" algn="l">
              <a:spcBef>
                <a:spcPts val="0"/>
              </a:spcBef>
              <a:spcAft>
                <a:spcPts val="0"/>
              </a:spcAft>
              <a:buClr>
                <a:schemeClr val="dk1"/>
              </a:buClr>
              <a:buSzPts val="1100"/>
              <a:buChar char="○"/>
            </a:pPr>
            <a:r>
              <a:rPr lang="en"/>
              <a:t>Watch in partners or small groups while completing the chart.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75cc5fa2a7_0_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75cc5fa2a7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75cc5fa2a7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75cc5fa2a7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75cc5fa2a7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75cc5fa2a7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3rd Period Starts Here and needs to do Activity 2 and 3</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75cc5fa2a7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75cc5fa2a7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75cc5fa2a7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75cc5fa2a7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https://medium.com/@andymohd/the-incredibly-shrinking-world-of-vehicle-radar-design-b82f4077922b</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75cc5fa2a7_0_6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75cc5fa2a7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75cc5fa2a7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75cc5fa2a7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75cc5fa2a7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75cc5fa2a7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175cc5fa2a7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175cc5fa2a7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75cc5fa2a7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175cc5fa2a7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75cc5fa2a7_0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75cc5fa2a7_0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75cc5fa2a7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75cc5fa2a7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171450" rtl="0" algn="l">
              <a:spcBef>
                <a:spcPts val="0"/>
              </a:spcBef>
              <a:spcAft>
                <a:spcPts val="0"/>
              </a:spcAft>
              <a:buClr>
                <a:schemeClr val="dk1"/>
              </a:buClr>
              <a:buSzPts val="1100"/>
              <a:buChar char="●"/>
            </a:pPr>
            <a:r>
              <a:rPr lang="en">
                <a:solidFill>
                  <a:schemeClr val="dk1"/>
                </a:solidFill>
              </a:rPr>
              <a:t>Mini-lecture:</a:t>
            </a:r>
            <a:endParaRPr>
              <a:solidFill>
                <a:schemeClr val="dk1"/>
              </a:solidFill>
            </a:endParaRPr>
          </a:p>
          <a:p>
            <a:pPr indent="-298450" lvl="1" marL="400050" rtl="0" algn="l">
              <a:spcBef>
                <a:spcPts val="0"/>
              </a:spcBef>
              <a:spcAft>
                <a:spcPts val="0"/>
              </a:spcAft>
              <a:buClr>
                <a:schemeClr val="dk1"/>
              </a:buClr>
              <a:buSzPts val="1100"/>
              <a:buChar char="○"/>
            </a:pPr>
            <a:r>
              <a:rPr lang="en">
                <a:solidFill>
                  <a:schemeClr val="dk1"/>
                </a:solidFill>
              </a:rPr>
              <a:t>Autonomous Car System-level view - break down the anatomy of a self-driving car video</a:t>
            </a:r>
            <a:endParaRPr>
              <a:solidFill>
                <a:schemeClr val="dk1"/>
              </a:solidFill>
            </a:endParaRPr>
          </a:p>
          <a:p>
            <a:pPr indent="-298450" lvl="2" marL="800100" rtl="0" algn="l">
              <a:spcBef>
                <a:spcPts val="0"/>
              </a:spcBef>
              <a:spcAft>
                <a:spcPts val="0"/>
              </a:spcAft>
              <a:buClr>
                <a:schemeClr val="dk1"/>
              </a:buClr>
              <a:buSzPts val="1100"/>
              <a:buChar char="■"/>
            </a:pPr>
            <a:r>
              <a:rPr lang="en">
                <a:solidFill>
                  <a:schemeClr val="dk1"/>
                </a:solidFill>
              </a:rPr>
              <a:t>What is a system? What is a subsystem? What is a sensor?</a:t>
            </a:r>
            <a:endParaRPr>
              <a:solidFill>
                <a:schemeClr val="dk1"/>
              </a:solidFill>
            </a:endParaRPr>
          </a:p>
          <a:p>
            <a:pPr indent="-298450" lvl="3" marL="971550" rtl="0" algn="l">
              <a:spcBef>
                <a:spcPts val="0"/>
              </a:spcBef>
              <a:spcAft>
                <a:spcPts val="0"/>
              </a:spcAft>
              <a:buClr>
                <a:schemeClr val="dk1"/>
              </a:buClr>
              <a:buSzPts val="1100"/>
              <a:buChar char="●"/>
            </a:pPr>
            <a:r>
              <a:rPr lang="en">
                <a:solidFill>
                  <a:schemeClr val="dk1"/>
                </a:solidFill>
              </a:rPr>
              <a:t>Have them try this out by exploring a cell phone or everyday technology</a:t>
            </a:r>
            <a:endParaRPr>
              <a:solidFill>
                <a:schemeClr val="dk1"/>
              </a:solidFill>
            </a:endParaRPr>
          </a:p>
          <a:p>
            <a:pPr indent="-298450" lvl="2" marL="800100" rtl="0" algn="l">
              <a:spcBef>
                <a:spcPts val="0"/>
              </a:spcBef>
              <a:spcAft>
                <a:spcPts val="0"/>
              </a:spcAft>
              <a:buClr>
                <a:schemeClr val="dk1"/>
              </a:buClr>
              <a:buSzPts val="1100"/>
              <a:buChar char="■"/>
            </a:pPr>
            <a:r>
              <a:rPr lang="en">
                <a:solidFill>
                  <a:schemeClr val="dk1"/>
                </a:solidFill>
              </a:rPr>
              <a:t>Roles &amp; goals of Sensors, subsystems</a:t>
            </a:r>
            <a:endParaRPr>
              <a:solidFill>
                <a:schemeClr val="dk1"/>
              </a:solidFill>
            </a:endParaRPr>
          </a:p>
          <a:p>
            <a:pPr indent="-298450" lvl="2" marL="800100" rtl="0" algn="l">
              <a:spcBef>
                <a:spcPts val="0"/>
              </a:spcBef>
              <a:spcAft>
                <a:spcPts val="0"/>
              </a:spcAft>
              <a:buClr>
                <a:schemeClr val="dk1"/>
              </a:buClr>
              <a:buSzPts val="1100"/>
              <a:buChar char="■"/>
            </a:pPr>
            <a:r>
              <a:rPr lang="en">
                <a:solidFill>
                  <a:schemeClr val="dk1"/>
                </a:solidFill>
              </a:rPr>
              <a:t>Tool: Interactive Graphics - KISS Rule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75cc5fa2a7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75cc5fa2a7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https://create.arduino.cc/projecthub/massimo0572/car-radar-safety-6766d2</a:t>
            </a:r>
            <a:endParaRPr/>
          </a:p>
          <a:p>
            <a:pPr indent="0" lvl="0" marL="0" rtl="0" algn="l">
              <a:spcBef>
                <a:spcPts val="0"/>
              </a:spcBef>
              <a:spcAft>
                <a:spcPts val="0"/>
              </a:spcAft>
              <a:buNone/>
            </a:pPr>
            <a:r>
              <a:rPr lang="en"/>
              <a:t>Behaviors a car can exhibit</a:t>
            </a:r>
            <a:endParaRPr/>
          </a:p>
          <a:p>
            <a:pPr indent="0" lvl="0" marL="0" rtl="0" algn="l">
              <a:spcBef>
                <a:spcPts val="0"/>
              </a:spcBef>
              <a:spcAft>
                <a:spcPts val="0"/>
              </a:spcAft>
              <a:buNone/>
            </a:pPr>
            <a:r>
              <a:rPr lang="en"/>
              <a:t>Surround view - switching lanes, on-coming traffic, monitoring </a:t>
            </a:r>
            <a:endParaRPr/>
          </a:p>
          <a:p>
            <a:pPr indent="0" lvl="0" marL="0" rtl="0" algn="l">
              <a:spcBef>
                <a:spcPts val="0"/>
              </a:spcBef>
              <a:spcAft>
                <a:spcPts val="0"/>
              </a:spcAft>
              <a:buNone/>
            </a:pPr>
            <a:r>
              <a:rPr lang="en"/>
              <a:t>Blind spot detection - comprehensive picture of the environment</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75cc5fa2a7_0_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75cc5fa2a7_0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Consider reducing text by making this a table.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75cc5fa2a7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75cc5fa2a7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https://thinkautonomous.medium.com/can-self-driving-car-think-6c9e8d939d60</a:t>
            </a:r>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3-point turn - </a:t>
            </a:r>
            <a:r>
              <a:rPr lang="en" sz="1400" u="sng">
                <a:solidFill>
                  <a:srgbClr val="0097A7"/>
                </a:solidFill>
                <a:hlinkClick r:id="rId3">
                  <a:extLst>
                    <a:ext uri="{A12FA001-AC4F-418D-AE19-62706E023703}">
                      <ahyp:hlinkClr val="tx"/>
                    </a:ext>
                  </a:extLst>
                </a:hlinkClick>
              </a:rPr>
              <a:t>WAYMO article</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Left turn figure is from </a:t>
            </a:r>
            <a:r>
              <a:rPr lang="en" sz="1400" u="sng">
                <a:solidFill>
                  <a:schemeClr val="hlink"/>
                </a:solidFill>
                <a:hlinkClick r:id="rId4"/>
              </a:rPr>
              <a:t>https://jonathan-hui.medium.com/self-driving-car-path-planning-to-maneuver-the-traffic-ac63f5a620e2</a:t>
            </a:r>
            <a:r>
              <a:rPr lang="en" sz="1400">
                <a:solidFill>
                  <a:schemeClr val="dk1"/>
                </a:solidFill>
              </a:rPr>
              <a:t> which cites the source as </a:t>
            </a:r>
            <a:r>
              <a:rPr lang="en" sz="1400" u="sng">
                <a:solidFill>
                  <a:schemeClr val="hlink"/>
                </a:solidFill>
                <a:hlinkClick r:id="rId5"/>
              </a:rPr>
              <a:t>https://robomechjournal.springeropen.com/track/pdf/10.1186/s40648-014-0001-z.pdf</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75cc5fa2a7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75cc5fa2a7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75cc5fa2a7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75cc5fa2a7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762dff027d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762dff027d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1762dff027d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1762dff027d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75cc5fa2a7_0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75cc5fa2a7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175cc5fa2a7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175cc5fa2a7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75cc5fa2a7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75cc5fa2a7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https://dzone.com/articles/object-recognition-and-spacial-awareness-for-a-spo</a:t>
            </a:r>
            <a:endParaRPr/>
          </a:p>
          <a:p>
            <a:pPr indent="-298450" lvl="0" marL="457200" rtl="0" algn="l">
              <a:spcBef>
                <a:spcPts val="0"/>
              </a:spcBef>
              <a:spcAft>
                <a:spcPts val="0"/>
              </a:spcAft>
              <a:buSzPts val="1100"/>
              <a:buAutoNum type="arabicPeriod"/>
            </a:pPr>
            <a:r>
              <a:rPr lang="en"/>
              <a:t>Where Am I?</a:t>
            </a:r>
            <a:endParaRPr/>
          </a:p>
          <a:p>
            <a:pPr indent="-298450" lvl="0" marL="457200" rtl="0" algn="l">
              <a:spcBef>
                <a:spcPts val="0"/>
              </a:spcBef>
              <a:spcAft>
                <a:spcPts val="0"/>
              </a:spcAft>
              <a:buSzPts val="1100"/>
              <a:buAutoNum type="arabicPeriod"/>
            </a:pPr>
            <a:r>
              <a:rPr lang="en"/>
              <a:t>Where Am I going?</a:t>
            </a:r>
            <a:endParaRPr/>
          </a:p>
          <a:p>
            <a:pPr indent="-298450" lvl="0" marL="457200" rtl="0" algn="l">
              <a:spcBef>
                <a:spcPts val="0"/>
              </a:spcBef>
              <a:spcAft>
                <a:spcPts val="0"/>
              </a:spcAft>
              <a:buSzPts val="1100"/>
              <a:buAutoNum type="arabicPeriod"/>
            </a:pPr>
            <a:r>
              <a:rPr lang="en"/>
              <a:t>How do I keep Safe?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Autonomy - takes many different forms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 Roomba</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75cc5fa2a7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75cc5fa2a7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171450" rtl="0" algn="l">
              <a:spcBef>
                <a:spcPts val="0"/>
              </a:spcBef>
              <a:spcAft>
                <a:spcPts val="0"/>
              </a:spcAft>
              <a:buClr>
                <a:schemeClr val="dk1"/>
              </a:buClr>
              <a:buSzPts val="1100"/>
              <a:buChar char="●"/>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75cc5fa2a7_0_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175cc5fa2a7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75cc5fa2a7_0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75cc5fa2a7_0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41300" lvl="0" marL="171450" rtl="0" algn="l">
              <a:spcBef>
                <a:spcPts val="0"/>
              </a:spcBef>
              <a:spcAft>
                <a:spcPts val="0"/>
              </a:spcAft>
              <a:buClr>
                <a:schemeClr val="dk1"/>
              </a:buClr>
              <a:buSzPts val="1100"/>
              <a:buChar char="●"/>
            </a:pPr>
            <a:r>
              <a:rPr lang="en">
                <a:solidFill>
                  <a:schemeClr val="dk1"/>
                </a:solidFill>
              </a:rPr>
              <a:t>Videos/Classroom- Level viewing of all 3 videos (15 mins)</a:t>
            </a:r>
            <a:endParaRPr>
              <a:solidFill>
                <a:schemeClr val="dk1"/>
              </a:solidFill>
            </a:endParaRPr>
          </a:p>
          <a:p>
            <a:pPr indent="-298450" lvl="1" marL="400050" rtl="0" algn="l">
              <a:spcBef>
                <a:spcPts val="0"/>
              </a:spcBef>
              <a:spcAft>
                <a:spcPts val="0"/>
              </a:spcAft>
              <a:buClr>
                <a:schemeClr val="dk1"/>
              </a:buClr>
              <a:buSzPts val="1100"/>
              <a:buChar char="○"/>
            </a:pPr>
            <a:r>
              <a:rPr lang="en">
                <a:solidFill>
                  <a:schemeClr val="dk1"/>
                </a:solidFill>
              </a:rPr>
              <a:t>Video - </a:t>
            </a:r>
            <a:r>
              <a:rPr lang="en" u="sng">
                <a:solidFill>
                  <a:srgbClr val="1155CC"/>
                </a:solidFill>
                <a:hlinkClick r:id="rId2">
                  <a:extLst>
                    <a:ext uri="{A12FA001-AC4F-418D-AE19-62706E023703}">
                      <ahyp:hlinkClr val="tx"/>
                    </a:ext>
                  </a:extLst>
                </a:hlinkClick>
              </a:rPr>
              <a:t>Inside a self driving car</a:t>
            </a:r>
            <a:endParaRPr>
              <a:solidFill>
                <a:schemeClr val="dk1"/>
              </a:solidFill>
            </a:endParaRPr>
          </a:p>
          <a:p>
            <a:pPr indent="-298450" lvl="1" marL="400050" rtl="0" algn="l">
              <a:spcBef>
                <a:spcPts val="0"/>
              </a:spcBef>
              <a:spcAft>
                <a:spcPts val="0"/>
              </a:spcAft>
              <a:buClr>
                <a:schemeClr val="dk1"/>
              </a:buClr>
              <a:buSzPts val="1100"/>
              <a:buChar char="○"/>
            </a:pPr>
            <a:r>
              <a:rPr lang="en">
                <a:solidFill>
                  <a:schemeClr val="dk1"/>
                </a:solidFill>
              </a:rPr>
              <a:t>Video - </a:t>
            </a:r>
            <a:r>
              <a:rPr lang="en" u="sng">
                <a:solidFill>
                  <a:srgbClr val="1155CC"/>
                </a:solidFill>
                <a:hlinkClick r:id="rId3">
                  <a:extLst>
                    <a:ext uri="{A12FA001-AC4F-418D-AE19-62706E023703}">
                      <ahyp:hlinkClr val="tx"/>
                    </a:ext>
                  </a:extLst>
                </a:hlinkClick>
              </a:rPr>
              <a:t>anatomy of a self-driving car</a:t>
            </a:r>
            <a:endParaRPr>
              <a:solidFill>
                <a:schemeClr val="dk1"/>
              </a:solidFill>
            </a:endParaRPr>
          </a:p>
          <a:p>
            <a:pPr indent="-298450" lvl="1" marL="400050" rtl="0" algn="l">
              <a:spcBef>
                <a:spcPts val="0"/>
              </a:spcBef>
              <a:spcAft>
                <a:spcPts val="0"/>
              </a:spcAft>
              <a:buClr>
                <a:schemeClr val="dk1"/>
              </a:buClr>
              <a:buSzPts val="1100"/>
              <a:buChar char="○"/>
            </a:pPr>
            <a:r>
              <a:rPr lang="en">
                <a:solidFill>
                  <a:schemeClr val="dk1"/>
                </a:solidFill>
              </a:rPr>
              <a:t>Video - </a:t>
            </a:r>
            <a:r>
              <a:rPr lang="en" u="sng">
                <a:solidFill>
                  <a:srgbClr val="1155CC"/>
                </a:solidFill>
                <a:hlinkClick r:id="rId4">
                  <a:extLst>
                    <a:ext uri="{A12FA001-AC4F-418D-AE19-62706E023703}">
                      <ahyp:hlinkClr val="tx"/>
                    </a:ext>
                  </a:extLst>
                </a:hlinkClick>
              </a:rPr>
              <a:t>Nuro Pizza delivery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762dff027d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762dff027d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762dff027d_4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762dff027d_4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1762dff027d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1762dff027d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e555de882e_1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3" name="Google Shape;513;g2e555de882e_1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75cc5fa2a7_0_8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0" name="Google Shape;520;g175cc5fa2a7_0_8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5" name="Shape 55"/>
        <p:cNvGrpSpPr/>
        <p:nvPr/>
      </p:nvGrpSpPr>
      <p:grpSpPr>
        <a:xfrm>
          <a:off x="0" y="0"/>
          <a:ext cx="0" cy="0"/>
          <a:chOff x="0" y="0"/>
          <a:chExt cx="0" cy="0"/>
        </a:xfrm>
      </p:grpSpPr>
      <p:sp>
        <p:nvSpPr>
          <p:cNvPr id="56" name="Google Shape;56;p13"/>
          <p:cNvSpPr txBox="1"/>
          <p:nvPr>
            <p:ph type="title"/>
          </p:nvPr>
        </p:nvSpPr>
        <p:spPr>
          <a:xfrm>
            <a:off x="1088684" y="603389"/>
            <a:ext cx="7202400" cy="786900"/>
          </a:xfrm>
          <a:prstGeom prst="rect">
            <a:avLst/>
          </a:prstGeom>
          <a:noFill/>
          <a:ln>
            <a:noFill/>
          </a:ln>
        </p:spPr>
        <p:txBody>
          <a:bodyPr anchorCtr="0" anchor="t"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7" name="Google Shape;57;p13"/>
          <p:cNvSpPr txBox="1"/>
          <p:nvPr>
            <p:ph idx="1" type="body"/>
          </p:nvPr>
        </p:nvSpPr>
        <p:spPr>
          <a:xfrm>
            <a:off x="1088684" y="1511799"/>
            <a:ext cx="7202400" cy="2588100"/>
          </a:xfrm>
          <a:prstGeom prst="rect">
            <a:avLst/>
          </a:prstGeom>
          <a:noFill/>
          <a:ln>
            <a:noFill/>
          </a:ln>
        </p:spPr>
        <p:txBody>
          <a:bodyPr anchorCtr="0" anchor="t" bIns="34275" lIns="68575" spcFirstLastPara="1" rIns="68575" wrap="square" tIns="34275">
            <a:normAutofit/>
          </a:bodyPr>
          <a:lstStyle>
            <a:lvl1pPr indent="-317500" lvl="0" marL="457200" rtl="0" algn="l">
              <a:lnSpc>
                <a:spcPct val="120000"/>
              </a:lnSpc>
              <a:spcBef>
                <a:spcPts val="800"/>
              </a:spcBef>
              <a:spcAft>
                <a:spcPts val="0"/>
              </a:spcAft>
              <a:buSzPts val="1400"/>
              <a:buChar char="•"/>
              <a:defRPr/>
            </a:lvl1pPr>
            <a:lvl2pPr indent="-317500" lvl="1" marL="914400" rtl="0" algn="l">
              <a:lnSpc>
                <a:spcPct val="120000"/>
              </a:lnSpc>
              <a:spcBef>
                <a:spcPts val="400"/>
              </a:spcBef>
              <a:spcAft>
                <a:spcPts val="0"/>
              </a:spcAft>
              <a:buSzPts val="1400"/>
              <a:buChar char="•"/>
              <a:defRPr/>
            </a:lvl2pPr>
            <a:lvl3pPr indent="-317500" lvl="2" marL="1371600" rtl="0" algn="l">
              <a:lnSpc>
                <a:spcPct val="120000"/>
              </a:lnSpc>
              <a:spcBef>
                <a:spcPts val="400"/>
              </a:spcBef>
              <a:spcAft>
                <a:spcPts val="0"/>
              </a:spcAft>
              <a:buSzPts val="1400"/>
              <a:buChar char="•"/>
              <a:defRPr/>
            </a:lvl3pPr>
            <a:lvl4pPr indent="-317500" lvl="3" marL="1828800" rtl="0" algn="l">
              <a:lnSpc>
                <a:spcPct val="120000"/>
              </a:lnSpc>
              <a:spcBef>
                <a:spcPts val="400"/>
              </a:spcBef>
              <a:spcAft>
                <a:spcPts val="0"/>
              </a:spcAft>
              <a:buSzPts val="1400"/>
              <a:buChar char="•"/>
              <a:defRPr/>
            </a:lvl4pPr>
            <a:lvl5pPr indent="-317500" lvl="4" marL="2286000" rtl="0" algn="l">
              <a:lnSpc>
                <a:spcPct val="120000"/>
              </a:lnSpc>
              <a:spcBef>
                <a:spcPts val="400"/>
              </a:spcBef>
              <a:spcAft>
                <a:spcPts val="0"/>
              </a:spcAft>
              <a:buSzPts val="1400"/>
              <a:buChar char="•"/>
              <a:defRPr/>
            </a:lvl5pPr>
            <a:lvl6pPr indent="-317500" lvl="5" marL="2743200" rtl="0" algn="l">
              <a:lnSpc>
                <a:spcPct val="120000"/>
              </a:lnSpc>
              <a:spcBef>
                <a:spcPts val="400"/>
              </a:spcBef>
              <a:spcAft>
                <a:spcPts val="0"/>
              </a:spcAft>
              <a:buSzPts val="1400"/>
              <a:buChar char="•"/>
              <a:defRPr/>
            </a:lvl6pPr>
            <a:lvl7pPr indent="-317500" lvl="6" marL="3200400" rtl="0" algn="l">
              <a:lnSpc>
                <a:spcPct val="120000"/>
              </a:lnSpc>
              <a:spcBef>
                <a:spcPts val="400"/>
              </a:spcBef>
              <a:spcAft>
                <a:spcPts val="0"/>
              </a:spcAft>
              <a:buSzPts val="1400"/>
              <a:buChar char="•"/>
              <a:defRPr/>
            </a:lvl7pPr>
            <a:lvl8pPr indent="-317500" lvl="7" marL="3657600" rtl="0" algn="l">
              <a:lnSpc>
                <a:spcPct val="120000"/>
              </a:lnSpc>
              <a:spcBef>
                <a:spcPts val="400"/>
              </a:spcBef>
              <a:spcAft>
                <a:spcPts val="0"/>
              </a:spcAft>
              <a:buSzPts val="1400"/>
              <a:buChar char="•"/>
              <a:defRPr/>
            </a:lvl8pPr>
            <a:lvl9pPr indent="-317500" lvl="8" marL="4114800" rtl="0" algn="l">
              <a:lnSpc>
                <a:spcPct val="120000"/>
              </a:lnSpc>
              <a:spcBef>
                <a:spcPts val="400"/>
              </a:spcBef>
              <a:spcAft>
                <a:spcPts val="0"/>
              </a:spcAft>
              <a:buSzPts val="1400"/>
              <a:buChar char="•"/>
              <a:defRPr/>
            </a:lvl9pPr>
          </a:lstStyle>
          <a:p/>
        </p:txBody>
      </p:sp>
      <p:sp>
        <p:nvSpPr>
          <p:cNvPr id="58" name="Google Shape;58;p13"/>
          <p:cNvSpPr txBox="1"/>
          <p:nvPr>
            <p:ph idx="10" type="dt"/>
          </p:nvPr>
        </p:nvSpPr>
        <p:spPr>
          <a:xfrm>
            <a:off x="5665604" y="247778"/>
            <a:ext cx="2625600" cy="231900"/>
          </a:xfrm>
          <a:prstGeom prst="rect">
            <a:avLst/>
          </a:prstGeom>
          <a:noFill/>
          <a:ln>
            <a:noFill/>
          </a:ln>
        </p:spPr>
        <p:txBody>
          <a:bodyPr anchorCtr="0" anchor="ctr" bIns="34275" lIns="68575" spcFirstLastPara="1" rIns="68575" wrap="square" tIns="34275">
            <a:noAutofit/>
          </a:bodyPr>
          <a:lstStyle>
            <a:lvl1pPr lvl="0" rtl="0" algn="r">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59" name="Google Shape;59;p13"/>
          <p:cNvSpPr txBox="1"/>
          <p:nvPr>
            <p:ph idx="11" type="ftr"/>
          </p:nvPr>
        </p:nvSpPr>
        <p:spPr>
          <a:xfrm>
            <a:off x="1088684" y="246980"/>
            <a:ext cx="4454100" cy="231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60" name="Google Shape;60;p13"/>
          <p:cNvSpPr txBox="1"/>
          <p:nvPr>
            <p:ph idx="12" type="sldNum"/>
          </p:nvPr>
        </p:nvSpPr>
        <p:spPr>
          <a:xfrm>
            <a:off x="360045" y="599230"/>
            <a:ext cx="608100" cy="3777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cxnSp>
        <p:nvCxnSpPr>
          <p:cNvPr id="61" name="Google Shape;61;p13"/>
          <p:cNvCxnSpPr/>
          <p:nvPr/>
        </p:nvCxnSpPr>
        <p:spPr>
          <a:xfrm>
            <a:off x="1090422" y="1385316"/>
            <a:ext cx="7205700"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1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8" name="Google Shape;68;p1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0000"/>
              </a:buClr>
              <a:buSzPts val="2800"/>
              <a:buNone/>
              <a:defRPr sz="2800">
                <a:solidFill>
                  <a:srgbClr val="000000"/>
                </a:solidFill>
              </a:defRPr>
            </a:lvl1pPr>
            <a:lvl2pPr lvl="1" rtl="0" algn="ctr">
              <a:lnSpc>
                <a:spcPct val="100000"/>
              </a:lnSpc>
              <a:spcBef>
                <a:spcPts val="0"/>
              </a:spcBef>
              <a:spcAft>
                <a:spcPts val="0"/>
              </a:spcAft>
              <a:buClr>
                <a:srgbClr val="000000"/>
              </a:buClr>
              <a:buSzPts val="2800"/>
              <a:buNone/>
              <a:defRPr sz="2800">
                <a:solidFill>
                  <a:srgbClr val="000000"/>
                </a:solidFill>
              </a:defRPr>
            </a:lvl2pPr>
            <a:lvl3pPr lvl="2" rtl="0" algn="ctr">
              <a:lnSpc>
                <a:spcPct val="100000"/>
              </a:lnSpc>
              <a:spcBef>
                <a:spcPts val="0"/>
              </a:spcBef>
              <a:spcAft>
                <a:spcPts val="0"/>
              </a:spcAft>
              <a:buClr>
                <a:srgbClr val="000000"/>
              </a:buClr>
              <a:buSzPts val="2800"/>
              <a:buNone/>
              <a:defRPr sz="2800">
                <a:solidFill>
                  <a:srgbClr val="000000"/>
                </a:solidFill>
              </a:defRPr>
            </a:lvl3pPr>
            <a:lvl4pPr lvl="3" rtl="0" algn="ctr">
              <a:lnSpc>
                <a:spcPct val="100000"/>
              </a:lnSpc>
              <a:spcBef>
                <a:spcPts val="0"/>
              </a:spcBef>
              <a:spcAft>
                <a:spcPts val="0"/>
              </a:spcAft>
              <a:buClr>
                <a:srgbClr val="000000"/>
              </a:buClr>
              <a:buSzPts val="2800"/>
              <a:buNone/>
              <a:defRPr sz="2800">
                <a:solidFill>
                  <a:srgbClr val="000000"/>
                </a:solidFill>
              </a:defRPr>
            </a:lvl4pPr>
            <a:lvl5pPr lvl="4" rtl="0" algn="ctr">
              <a:lnSpc>
                <a:spcPct val="100000"/>
              </a:lnSpc>
              <a:spcBef>
                <a:spcPts val="0"/>
              </a:spcBef>
              <a:spcAft>
                <a:spcPts val="0"/>
              </a:spcAft>
              <a:buClr>
                <a:srgbClr val="000000"/>
              </a:buClr>
              <a:buSzPts val="2800"/>
              <a:buNone/>
              <a:defRPr sz="2800">
                <a:solidFill>
                  <a:srgbClr val="000000"/>
                </a:solidFill>
              </a:defRPr>
            </a:lvl5pPr>
            <a:lvl6pPr lvl="5" rtl="0" algn="ctr">
              <a:lnSpc>
                <a:spcPct val="100000"/>
              </a:lnSpc>
              <a:spcBef>
                <a:spcPts val="0"/>
              </a:spcBef>
              <a:spcAft>
                <a:spcPts val="0"/>
              </a:spcAft>
              <a:buClr>
                <a:srgbClr val="000000"/>
              </a:buClr>
              <a:buSzPts val="2800"/>
              <a:buNone/>
              <a:defRPr sz="2800">
                <a:solidFill>
                  <a:srgbClr val="000000"/>
                </a:solidFill>
              </a:defRPr>
            </a:lvl6pPr>
            <a:lvl7pPr lvl="6" rtl="0" algn="ctr">
              <a:lnSpc>
                <a:spcPct val="100000"/>
              </a:lnSpc>
              <a:spcBef>
                <a:spcPts val="0"/>
              </a:spcBef>
              <a:spcAft>
                <a:spcPts val="0"/>
              </a:spcAft>
              <a:buClr>
                <a:srgbClr val="000000"/>
              </a:buClr>
              <a:buSzPts val="2800"/>
              <a:buNone/>
              <a:defRPr sz="2800">
                <a:solidFill>
                  <a:srgbClr val="000000"/>
                </a:solidFill>
              </a:defRPr>
            </a:lvl7pPr>
            <a:lvl8pPr lvl="7" rtl="0" algn="ctr">
              <a:lnSpc>
                <a:spcPct val="100000"/>
              </a:lnSpc>
              <a:spcBef>
                <a:spcPts val="0"/>
              </a:spcBef>
              <a:spcAft>
                <a:spcPts val="0"/>
              </a:spcAft>
              <a:buClr>
                <a:srgbClr val="000000"/>
              </a:buClr>
              <a:buSzPts val="2800"/>
              <a:buNone/>
              <a:defRPr sz="2800">
                <a:solidFill>
                  <a:srgbClr val="000000"/>
                </a:solidFill>
              </a:defRPr>
            </a:lvl8pPr>
            <a:lvl9pPr lvl="8" rtl="0" algn="ctr">
              <a:lnSpc>
                <a:spcPct val="100000"/>
              </a:lnSpc>
              <a:spcBef>
                <a:spcPts val="0"/>
              </a:spcBef>
              <a:spcAft>
                <a:spcPts val="0"/>
              </a:spcAft>
              <a:buClr>
                <a:srgbClr val="000000"/>
              </a:buClr>
              <a:buSzPts val="2800"/>
              <a:buNone/>
              <a:defRPr sz="2800">
                <a:solidFill>
                  <a:srgbClr val="000000"/>
                </a:solidFill>
              </a:defRPr>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0" name="Shape 70"/>
        <p:cNvGrpSpPr/>
        <p:nvPr/>
      </p:nvGrpSpPr>
      <p:grpSpPr>
        <a:xfrm>
          <a:off x="0" y="0"/>
          <a:ext cx="0" cy="0"/>
          <a:chOff x="0" y="0"/>
          <a:chExt cx="0" cy="0"/>
        </a:xfrm>
      </p:grpSpPr>
      <p:sp>
        <p:nvSpPr>
          <p:cNvPr id="71" name="Google Shape;71;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rgbClr val="000000"/>
              </a:buClr>
              <a:buSzPts val="3600"/>
              <a:buNone/>
              <a:defRPr sz="3600">
                <a:solidFill>
                  <a:srgbClr val="000000"/>
                </a:solidFill>
              </a:defRPr>
            </a:lvl1pPr>
            <a:lvl2pPr lvl="1" rtl="0" algn="ctr">
              <a:spcBef>
                <a:spcPts val="0"/>
              </a:spcBef>
              <a:spcAft>
                <a:spcPts val="0"/>
              </a:spcAft>
              <a:buClr>
                <a:srgbClr val="000000"/>
              </a:buClr>
              <a:buSzPts val="3600"/>
              <a:buNone/>
              <a:defRPr sz="3600">
                <a:solidFill>
                  <a:srgbClr val="000000"/>
                </a:solidFill>
              </a:defRPr>
            </a:lvl2pPr>
            <a:lvl3pPr lvl="2" rtl="0" algn="ctr">
              <a:spcBef>
                <a:spcPts val="0"/>
              </a:spcBef>
              <a:spcAft>
                <a:spcPts val="0"/>
              </a:spcAft>
              <a:buClr>
                <a:srgbClr val="000000"/>
              </a:buClr>
              <a:buSzPts val="3600"/>
              <a:buNone/>
              <a:defRPr sz="3600">
                <a:solidFill>
                  <a:srgbClr val="000000"/>
                </a:solidFill>
              </a:defRPr>
            </a:lvl3pPr>
            <a:lvl4pPr lvl="3" rtl="0" algn="ctr">
              <a:spcBef>
                <a:spcPts val="0"/>
              </a:spcBef>
              <a:spcAft>
                <a:spcPts val="0"/>
              </a:spcAft>
              <a:buClr>
                <a:srgbClr val="000000"/>
              </a:buClr>
              <a:buSzPts val="3600"/>
              <a:buNone/>
              <a:defRPr sz="3600">
                <a:solidFill>
                  <a:srgbClr val="000000"/>
                </a:solidFill>
              </a:defRPr>
            </a:lvl4pPr>
            <a:lvl5pPr lvl="4" rtl="0" algn="ctr">
              <a:spcBef>
                <a:spcPts val="0"/>
              </a:spcBef>
              <a:spcAft>
                <a:spcPts val="0"/>
              </a:spcAft>
              <a:buClr>
                <a:srgbClr val="000000"/>
              </a:buClr>
              <a:buSzPts val="3600"/>
              <a:buNone/>
              <a:defRPr sz="3600">
                <a:solidFill>
                  <a:srgbClr val="000000"/>
                </a:solidFill>
              </a:defRPr>
            </a:lvl5pPr>
            <a:lvl6pPr lvl="5" rtl="0" algn="ctr">
              <a:spcBef>
                <a:spcPts val="0"/>
              </a:spcBef>
              <a:spcAft>
                <a:spcPts val="0"/>
              </a:spcAft>
              <a:buClr>
                <a:srgbClr val="000000"/>
              </a:buClr>
              <a:buSzPts val="3600"/>
              <a:buNone/>
              <a:defRPr sz="3600">
                <a:solidFill>
                  <a:srgbClr val="000000"/>
                </a:solidFill>
              </a:defRPr>
            </a:lvl6pPr>
            <a:lvl7pPr lvl="6" rtl="0" algn="ctr">
              <a:spcBef>
                <a:spcPts val="0"/>
              </a:spcBef>
              <a:spcAft>
                <a:spcPts val="0"/>
              </a:spcAft>
              <a:buClr>
                <a:srgbClr val="000000"/>
              </a:buClr>
              <a:buSzPts val="3600"/>
              <a:buNone/>
              <a:defRPr sz="3600">
                <a:solidFill>
                  <a:srgbClr val="000000"/>
                </a:solidFill>
              </a:defRPr>
            </a:lvl7pPr>
            <a:lvl8pPr lvl="7" rtl="0" algn="ctr">
              <a:spcBef>
                <a:spcPts val="0"/>
              </a:spcBef>
              <a:spcAft>
                <a:spcPts val="0"/>
              </a:spcAft>
              <a:buClr>
                <a:srgbClr val="000000"/>
              </a:buClr>
              <a:buSzPts val="3600"/>
              <a:buNone/>
              <a:defRPr sz="3600">
                <a:solidFill>
                  <a:srgbClr val="000000"/>
                </a:solidFill>
              </a:defRPr>
            </a:lvl8pPr>
            <a:lvl9pPr lvl="8" rtl="0" algn="ctr">
              <a:spcBef>
                <a:spcPts val="0"/>
              </a:spcBef>
              <a:spcAft>
                <a:spcPts val="0"/>
              </a:spcAft>
              <a:buClr>
                <a:srgbClr val="000000"/>
              </a:buClr>
              <a:buSzPts val="3600"/>
              <a:buNone/>
              <a:defRPr sz="3600">
                <a:solidFill>
                  <a:srgbClr val="000000"/>
                </a:solidFill>
              </a:defRPr>
            </a:lvl9pPr>
          </a:lstStyle>
          <a:p/>
        </p:txBody>
      </p:sp>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3" name="Shape 73"/>
        <p:cNvGrpSpPr/>
        <p:nvPr/>
      </p:nvGrpSpPr>
      <p:grpSpPr>
        <a:xfrm>
          <a:off x="0" y="0"/>
          <a:ext cx="0" cy="0"/>
          <a:chOff x="0" y="0"/>
          <a:chExt cx="0" cy="0"/>
        </a:xfrm>
      </p:grpSpPr>
      <p:sp>
        <p:nvSpPr>
          <p:cNvPr id="74" name="Google Shape;74;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6" name="Google Shape;76;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7" name="Shape 77"/>
        <p:cNvGrpSpPr/>
        <p:nvPr/>
      </p:nvGrpSpPr>
      <p:grpSpPr>
        <a:xfrm>
          <a:off x="0" y="0"/>
          <a:ext cx="0" cy="0"/>
          <a:chOff x="0" y="0"/>
          <a:chExt cx="0" cy="0"/>
        </a:xfrm>
      </p:grpSpPr>
      <p:sp>
        <p:nvSpPr>
          <p:cNvPr id="78" name="Google Shape;78;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 name="Google Shape;79;p1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0" name="Google Shape;80;p1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1" name="Google Shape;8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2" name="Shape 82"/>
        <p:cNvGrpSpPr/>
        <p:nvPr/>
      </p:nvGrpSpPr>
      <p:grpSpPr>
        <a:xfrm>
          <a:off x="0" y="0"/>
          <a:ext cx="0" cy="0"/>
          <a:chOff x="0" y="0"/>
          <a:chExt cx="0" cy="0"/>
        </a:xfrm>
      </p:grpSpPr>
      <p:sp>
        <p:nvSpPr>
          <p:cNvPr id="83" name="Google Shape;83;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0000"/>
              </a:buClr>
              <a:buSzPts val="2800"/>
              <a:buNone/>
              <a:defRPr>
                <a:solidFill>
                  <a:srgbClr val="000000"/>
                </a:solidFill>
              </a:defRPr>
            </a:lvl1pPr>
            <a:lvl2pPr lvl="1" rtl="0">
              <a:spcBef>
                <a:spcPts val="0"/>
              </a:spcBef>
              <a:spcAft>
                <a:spcPts val="0"/>
              </a:spcAft>
              <a:buClr>
                <a:srgbClr val="000000"/>
              </a:buClr>
              <a:buSzPts val="2800"/>
              <a:buNone/>
              <a:defRPr>
                <a:solidFill>
                  <a:srgbClr val="000000"/>
                </a:solidFill>
              </a:defRPr>
            </a:lvl2pPr>
            <a:lvl3pPr lvl="2" rtl="0">
              <a:spcBef>
                <a:spcPts val="0"/>
              </a:spcBef>
              <a:spcAft>
                <a:spcPts val="0"/>
              </a:spcAft>
              <a:buClr>
                <a:srgbClr val="000000"/>
              </a:buClr>
              <a:buSzPts val="2800"/>
              <a:buNone/>
              <a:defRPr>
                <a:solidFill>
                  <a:srgbClr val="000000"/>
                </a:solidFill>
              </a:defRPr>
            </a:lvl3pPr>
            <a:lvl4pPr lvl="3" rtl="0">
              <a:spcBef>
                <a:spcPts val="0"/>
              </a:spcBef>
              <a:spcAft>
                <a:spcPts val="0"/>
              </a:spcAft>
              <a:buClr>
                <a:srgbClr val="000000"/>
              </a:buClr>
              <a:buSzPts val="2800"/>
              <a:buNone/>
              <a:defRPr>
                <a:solidFill>
                  <a:srgbClr val="000000"/>
                </a:solidFill>
              </a:defRPr>
            </a:lvl4pPr>
            <a:lvl5pPr lvl="4" rtl="0">
              <a:spcBef>
                <a:spcPts val="0"/>
              </a:spcBef>
              <a:spcAft>
                <a:spcPts val="0"/>
              </a:spcAft>
              <a:buClr>
                <a:srgbClr val="000000"/>
              </a:buClr>
              <a:buSzPts val="2800"/>
              <a:buNone/>
              <a:defRPr>
                <a:solidFill>
                  <a:srgbClr val="000000"/>
                </a:solidFill>
              </a:defRPr>
            </a:lvl5pPr>
            <a:lvl6pPr lvl="5" rtl="0">
              <a:spcBef>
                <a:spcPts val="0"/>
              </a:spcBef>
              <a:spcAft>
                <a:spcPts val="0"/>
              </a:spcAft>
              <a:buClr>
                <a:srgbClr val="000000"/>
              </a:buClr>
              <a:buSzPts val="2800"/>
              <a:buNone/>
              <a:defRPr>
                <a:solidFill>
                  <a:srgbClr val="000000"/>
                </a:solidFill>
              </a:defRPr>
            </a:lvl6pPr>
            <a:lvl7pPr lvl="6" rtl="0">
              <a:spcBef>
                <a:spcPts val="0"/>
              </a:spcBef>
              <a:spcAft>
                <a:spcPts val="0"/>
              </a:spcAft>
              <a:buClr>
                <a:srgbClr val="000000"/>
              </a:buClr>
              <a:buSzPts val="2800"/>
              <a:buNone/>
              <a:defRPr>
                <a:solidFill>
                  <a:srgbClr val="000000"/>
                </a:solidFill>
              </a:defRPr>
            </a:lvl7pPr>
            <a:lvl8pPr lvl="7" rtl="0">
              <a:spcBef>
                <a:spcPts val="0"/>
              </a:spcBef>
              <a:spcAft>
                <a:spcPts val="0"/>
              </a:spcAft>
              <a:buClr>
                <a:srgbClr val="000000"/>
              </a:buClr>
              <a:buSzPts val="2800"/>
              <a:buNone/>
              <a:defRPr>
                <a:solidFill>
                  <a:srgbClr val="000000"/>
                </a:solidFill>
              </a:defRPr>
            </a:lvl8pPr>
            <a:lvl9pPr lvl="8" rtl="0">
              <a:spcBef>
                <a:spcPts val="0"/>
              </a:spcBef>
              <a:spcAft>
                <a:spcPts val="0"/>
              </a:spcAft>
              <a:buClr>
                <a:srgbClr val="000000"/>
              </a:buClr>
              <a:buSzPts val="2800"/>
              <a:buNone/>
              <a:defRPr>
                <a:solidFill>
                  <a:srgbClr val="000000"/>
                </a:solidFill>
              </a:defRPr>
            </a:lvl9pPr>
          </a:lstStyle>
          <a:p/>
        </p:txBody>
      </p:sp>
      <p:sp>
        <p:nvSpPr>
          <p:cNvPr id="84" name="Google Shape;8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5" name="Shape 85"/>
        <p:cNvGrpSpPr/>
        <p:nvPr/>
      </p:nvGrpSpPr>
      <p:grpSpPr>
        <a:xfrm>
          <a:off x="0" y="0"/>
          <a:ext cx="0" cy="0"/>
          <a:chOff x="0" y="0"/>
          <a:chExt cx="0" cy="0"/>
        </a:xfrm>
      </p:grpSpPr>
      <p:sp>
        <p:nvSpPr>
          <p:cNvPr id="86" name="Google Shape;86;p2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7" name="Google Shape;87;p20"/>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8" name="Google Shape;8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9" name="Shape 89"/>
        <p:cNvGrpSpPr/>
        <p:nvPr/>
      </p:nvGrpSpPr>
      <p:grpSpPr>
        <a:xfrm>
          <a:off x="0" y="0"/>
          <a:ext cx="0" cy="0"/>
          <a:chOff x="0" y="0"/>
          <a:chExt cx="0" cy="0"/>
        </a:xfrm>
      </p:grpSpPr>
      <p:sp>
        <p:nvSpPr>
          <p:cNvPr id="90" name="Google Shape;90;p21"/>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000000"/>
              </a:buClr>
              <a:buSzPts val="4800"/>
              <a:buNone/>
              <a:defRPr sz="4800">
                <a:solidFill>
                  <a:srgbClr val="000000"/>
                </a:solidFill>
              </a:defRPr>
            </a:lvl1pPr>
            <a:lvl2pPr lvl="1" rtl="0">
              <a:spcBef>
                <a:spcPts val="0"/>
              </a:spcBef>
              <a:spcAft>
                <a:spcPts val="0"/>
              </a:spcAft>
              <a:buClr>
                <a:srgbClr val="000000"/>
              </a:buClr>
              <a:buSzPts val="4800"/>
              <a:buNone/>
              <a:defRPr sz="4800">
                <a:solidFill>
                  <a:srgbClr val="000000"/>
                </a:solidFill>
              </a:defRPr>
            </a:lvl2pPr>
            <a:lvl3pPr lvl="2" rtl="0">
              <a:spcBef>
                <a:spcPts val="0"/>
              </a:spcBef>
              <a:spcAft>
                <a:spcPts val="0"/>
              </a:spcAft>
              <a:buClr>
                <a:srgbClr val="000000"/>
              </a:buClr>
              <a:buSzPts val="4800"/>
              <a:buNone/>
              <a:defRPr sz="4800">
                <a:solidFill>
                  <a:srgbClr val="000000"/>
                </a:solidFill>
              </a:defRPr>
            </a:lvl3pPr>
            <a:lvl4pPr lvl="3" rtl="0">
              <a:spcBef>
                <a:spcPts val="0"/>
              </a:spcBef>
              <a:spcAft>
                <a:spcPts val="0"/>
              </a:spcAft>
              <a:buClr>
                <a:srgbClr val="000000"/>
              </a:buClr>
              <a:buSzPts val="4800"/>
              <a:buNone/>
              <a:defRPr sz="4800">
                <a:solidFill>
                  <a:srgbClr val="000000"/>
                </a:solidFill>
              </a:defRPr>
            </a:lvl4pPr>
            <a:lvl5pPr lvl="4" rtl="0">
              <a:spcBef>
                <a:spcPts val="0"/>
              </a:spcBef>
              <a:spcAft>
                <a:spcPts val="0"/>
              </a:spcAft>
              <a:buClr>
                <a:srgbClr val="000000"/>
              </a:buClr>
              <a:buSzPts val="4800"/>
              <a:buNone/>
              <a:defRPr sz="4800">
                <a:solidFill>
                  <a:srgbClr val="000000"/>
                </a:solidFill>
              </a:defRPr>
            </a:lvl5pPr>
            <a:lvl6pPr lvl="5" rtl="0">
              <a:spcBef>
                <a:spcPts val="0"/>
              </a:spcBef>
              <a:spcAft>
                <a:spcPts val="0"/>
              </a:spcAft>
              <a:buClr>
                <a:srgbClr val="000000"/>
              </a:buClr>
              <a:buSzPts val="4800"/>
              <a:buNone/>
              <a:defRPr sz="4800">
                <a:solidFill>
                  <a:srgbClr val="000000"/>
                </a:solidFill>
              </a:defRPr>
            </a:lvl6pPr>
            <a:lvl7pPr lvl="6" rtl="0">
              <a:spcBef>
                <a:spcPts val="0"/>
              </a:spcBef>
              <a:spcAft>
                <a:spcPts val="0"/>
              </a:spcAft>
              <a:buClr>
                <a:srgbClr val="000000"/>
              </a:buClr>
              <a:buSzPts val="4800"/>
              <a:buNone/>
              <a:defRPr sz="4800">
                <a:solidFill>
                  <a:srgbClr val="000000"/>
                </a:solidFill>
              </a:defRPr>
            </a:lvl7pPr>
            <a:lvl8pPr lvl="7" rtl="0">
              <a:spcBef>
                <a:spcPts val="0"/>
              </a:spcBef>
              <a:spcAft>
                <a:spcPts val="0"/>
              </a:spcAft>
              <a:buClr>
                <a:srgbClr val="000000"/>
              </a:buClr>
              <a:buSzPts val="4800"/>
              <a:buNone/>
              <a:defRPr sz="4800">
                <a:solidFill>
                  <a:srgbClr val="000000"/>
                </a:solidFill>
              </a:defRPr>
            </a:lvl8pPr>
            <a:lvl9pPr lvl="8" rtl="0">
              <a:spcBef>
                <a:spcPts val="0"/>
              </a:spcBef>
              <a:spcAft>
                <a:spcPts val="0"/>
              </a:spcAft>
              <a:buClr>
                <a:srgbClr val="000000"/>
              </a:buClr>
              <a:buSzPts val="4800"/>
              <a:buNone/>
              <a:defRPr sz="4800">
                <a:solidFill>
                  <a:srgbClr val="000000"/>
                </a:solidFill>
              </a:defRPr>
            </a:lvl9pPr>
          </a:lstStyle>
          <a:p/>
        </p:txBody>
      </p:sp>
      <p:sp>
        <p:nvSpPr>
          <p:cNvPr id="91" name="Google Shape;91;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2" name="Shape 92"/>
        <p:cNvGrpSpPr/>
        <p:nvPr/>
      </p:nvGrpSpPr>
      <p:grpSpPr>
        <a:xfrm>
          <a:off x="0" y="0"/>
          <a:ext cx="0" cy="0"/>
          <a:chOff x="0" y="0"/>
          <a:chExt cx="0" cy="0"/>
        </a:xfrm>
      </p:grpSpPr>
      <p:sp>
        <p:nvSpPr>
          <p:cNvPr id="93" name="Google Shape;93;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2"/>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5" name="Google Shape;95;p22"/>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6" name="Google Shape;96;p22"/>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97" name="Google Shape;97;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8" name="Shape 98"/>
        <p:cNvGrpSpPr/>
        <p:nvPr/>
      </p:nvGrpSpPr>
      <p:grpSpPr>
        <a:xfrm>
          <a:off x="0" y="0"/>
          <a:ext cx="0" cy="0"/>
          <a:chOff x="0" y="0"/>
          <a:chExt cx="0" cy="0"/>
        </a:xfrm>
      </p:grpSpPr>
      <p:sp>
        <p:nvSpPr>
          <p:cNvPr id="99" name="Google Shape;99;p23"/>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00" name="Google Shape;10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1" name="Shape 101"/>
        <p:cNvGrpSpPr/>
        <p:nvPr/>
      </p:nvGrpSpPr>
      <p:grpSpPr>
        <a:xfrm>
          <a:off x="0" y="0"/>
          <a:ext cx="0" cy="0"/>
          <a:chOff x="0" y="0"/>
          <a:chExt cx="0" cy="0"/>
        </a:xfrm>
      </p:grpSpPr>
      <p:sp>
        <p:nvSpPr>
          <p:cNvPr id="102" name="Google Shape;102;p24"/>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3" name="Google Shape;103;p24"/>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04" name="Google Shape;10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7" name="Shape 107"/>
        <p:cNvGrpSpPr/>
        <p:nvPr/>
      </p:nvGrpSpPr>
      <p:grpSpPr>
        <a:xfrm>
          <a:off x="0" y="0"/>
          <a:ext cx="0" cy="0"/>
          <a:chOff x="0" y="0"/>
          <a:chExt cx="0" cy="0"/>
        </a:xfrm>
      </p:grpSpPr>
      <p:sp>
        <p:nvSpPr>
          <p:cNvPr id="108" name="Google Shape;108;p26"/>
          <p:cNvSpPr txBox="1"/>
          <p:nvPr>
            <p:ph type="title"/>
          </p:nvPr>
        </p:nvSpPr>
        <p:spPr>
          <a:xfrm>
            <a:off x="1088684" y="603389"/>
            <a:ext cx="7202400" cy="786900"/>
          </a:xfrm>
          <a:prstGeom prst="rect">
            <a:avLst/>
          </a:prstGeom>
          <a:noFill/>
          <a:ln>
            <a:noFill/>
          </a:ln>
        </p:spPr>
        <p:txBody>
          <a:bodyPr anchorCtr="0" anchor="t"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109" name="Google Shape;109;p26"/>
          <p:cNvSpPr txBox="1"/>
          <p:nvPr>
            <p:ph idx="1" type="body"/>
          </p:nvPr>
        </p:nvSpPr>
        <p:spPr>
          <a:xfrm>
            <a:off x="1088684" y="1511799"/>
            <a:ext cx="7202400" cy="2588100"/>
          </a:xfrm>
          <a:prstGeom prst="rect">
            <a:avLst/>
          </a:prstGeom>
          <a:noFill/>
          <a:ln>
            <a:noFill/>
          </a:ln>
        </p:spPr>
        <p:txBody>
          <a:bodyPr anchorCtr="0" anchor="t" bIns="34275" lIns="68575" spcFirstLastPara="1" rIns="68575" wrap="square" tIns="34275">
            <a:normAutofit/>
          </a:bodyPr>
          <a:lstStyle>
            <a:lvl1pPr indent="-317500" lvl="0" marL="457200" rtl="0" algn="l">
              <a:lnSpc>
                <a:spcPct val="120000"/>
              </a:lnSpc>
              <a:spcBef>
                <a:spcPts val="800"/>
              </a:spcBef>
              <a:spcAft>
                <a:spcPts val="0"/>
              </a:spcAft>
              <a:buSzPts val="1400"/>
              <a:buChar char="•"/>
              <a:defRPr/>
            </a:lvl1pPr>
            <a:lvl2pPr indent="-317500" lvl="1" marL="914400" rtl="0" algn="l">
              <a:lnSpc>
                <a:spcPct val="120000"/>
              </a:lnSpc>
              <a:spcBef>
                <a:spcPts val="400"/>
              </a:spcBef>
              <a:spcAft>
                <a:spcPts val="0"/>
              </a:spcAft>
              <a:buSzPts val="1400"/>
              <a:buChar char="•"/>
              <a:defRPr/>
            </a:lvl2pPr>
            <a:lvl3pPr indent="-317500" lvl="2" marL="1371600" rtl="0" algn="l">
              <a:lnSpc>
                <a:spcPct val="120000"/>
              </a:lnSpc>
              <a:spcBef>
                <a:spcPts val="400"/>
              </a:spcBef>
              <a:spcAft>
                <a:spcPts val="0"/>
              </a:spcAft>
              <a:buSzPts val="1400"/>
              <a:buChar char="•"/>
              <a:defRPr/>
            </a:lvl3pPr>
            <a:lvl4pPr indent="-317500" lvl="3" marL="1828800" rtl="0" algn="l">
              <a:lnSpc>
                <a:spcPct val="120000"/>
              </a:lnSpc>
              <a:spcBef>
                <a:spcPts val="400"/>
              </a:spcBef>
              <a:spcAft>
                <a:spcPts val="0"/>
              </a:spcAft>
              <a:buSzPts val="1400"/>
              <a:buChar char="•"/>
              <a:defRPr/>
            </a:lvl4pPr>
            <a:lvl5pPr indent="-317500" lvl="4" marL="2286000" rtl="0" algn="l">
              <a:lnSpc>
                <a:spcPct val="120000"/>
              </a:lnSpc>
              <a:spcBef>
                <a:spcPts val="400"/>
              </a:spcBef>
              <a:spcAft>
                <a:spcPts val="0"/>
              </a:spcAft>
              <a:buSzPts val="1400"/>
              <a:buChar char="•"/>
              <a:defRPr/>
            </a:lvl5pPr>
            <a:lvl6pPr indent="-317500" lvl="5" marL="2743200" rtl="0" algn="l">
              <a:lnSpc>
                <a:spcPct val="120000"/>
              </a:lnSpc>
              <a:spcBef>
                <a:spcPts val="400"/>
              </a:spcBef>
              <a:spcAft>
                <a:spcPts val="0"/>
              </a:spcAft>
              <a:buSzPts val="1400"/>
              <a:buChar char="•"/>
              <a:defRPr/>
            </a:lvl6pPr>
            <a:lvl7pPr indent="-317500" lvl="6" marL="3200400" rtl="0" algn="l">
              <a:lnSpc>
                <a:spcPct val="120000"/>
              </a:lnSpc>
              <a:spcBef>
                <a:spcPts val="400"/>
              </a:spcBef>
              <a:spcAft>
                <a:spcPts val="0"/>
              </a:spcAft>
              <a:buSzPts val="1400"/>
              <a:buChar char="•"/>
              <a:defRPr/>
            </a:lvl7pPr>
            <a:lvl8pPr indent="-317500" lvl="7" marL="3657600" rtl="0" algn="l">
              <a:lnSpc>
                <a:spcPct val="120000"/>
              </a:lnSpc>
              <a:spcBef>
                <a:spcPts val="400"/>
              </a:spcBef>
              <a:spcAft>
                <a:spcPts val="0"/>
              </a:spcAft>
              <a:buSzPts val="1400"/>
              <a:buChar char="•"/>
              <a:defRPr/>
            </a:lvl8pPr>
            <a:lvl9pPr indent="-317500" lvl="8" marL="4114800" rtl="0" algn="l">
              <a:lnSpc>
                <a:spcPct val="120000"/>
              </a:lnSpc>
              <a:spcBef>
                <a:spcPts val="400"/>
              </a:spcBef>
              <a:spcAft>
                <a:spcPts val="0"/>
              </a:spcAft>
              <a:buSzPts val="1400"/>
              <a:buChar char="•"/>
              <a:defRPr/>
            </a:lvl9pPr>
          </a:lstStyle>
          <a:p/>
        </p:txBody>
      </p:sp>
      <p:sp>
        <p:nvSpPr>
          <p:cNvPr id="110" name="Google Shape;110;p26"/>
          <p:cNvSpPr txBox="1"/>
          <p:nvPr>
            <p:ph idx="10" type="dt"/>
          </p:nvPr>
        </p:nvSpPr>
        <p:spPr>
          <a:xfrm>
            <a:off x="5665604" y="247778"/>
            <a:ext cx="2625600" cy="231900"/>
          </a:xfrm>
          <a:prstGeom prst="rect">
            <a:avLst/>
          </a:prstGeom>
          <a:noFill/>
          <a:ln>
            <a:noFill/>
          </a:ln>
        </p:spPr>
        <p:txBody>
          <a:bodyPr anchorCtr="0" anchor="ctr" bIns="34275" lIns="68575" spcFirstLastPara="1" rIns="68575" wrap="square" tIns="34275">
            <a:noAutofit/>
          </a:bodyPr>
          <a:lstStyle>
            <a:lvl1pPr lvl="0" rtl="0" algn="r">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111" name="Google Shape;111;p26"/>
          <p:cNvSpPr txBox="1"/>
          <p:nvPr>
            <p:ph idx="11" type="ftr"/>
          </p:nvPr>
        </p:nvSpPr>
        <p:spPr>
          <a:xfrm>
            <a:off x="1088684" y="246980"/>
            <a:ext cx="4454100" cy="231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112" name="Google Shape;112;p26"/>
          <p:cNvSpPr txBox="1"/>
          <p:nvPr>
            <p:ph idx="12" type="sldNum"/>
          </p:nvPr>
        </p:nvSpPr>
        <p:spPr>
          <a:xfrm>
            <a:off x="360045" y="599230"/>
            <a:ext cx="608100" cy="3777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1pPr>
            <a:lvl2pPr indent="0" lvl="1"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2pPr>
            <a:lvl3pPr indent="0" lvl="2"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3pPr>
            <a:lvl4pPr indent="0" lvl="3"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4pPr>
            <a:lvl5pPr indent="0" lvl="4"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5pPr>
            <a:lvl6pPr indent="0" lvl="5"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6pPr>
            <a:lvl7pPr indent="0" lvl="6"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7pPr>
            <a:lvl8pPr indent="0" lvl="7"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8pPr>
            <a:lvl9pPr indent="0" lvl="8" marL="0" marR="0" rtl="0" algn="r">
              <a:lnSpc>
                <a:spcPct val="100000"/>
              </a:lnSpc>
              <a:spcBef>
                <a:spcPts val="0"/>
              </a:spcBef>
              <a:spcAft>
                <a:spcPts val="0"/>
              </a:spcAft>
              <a:buClr>
                <a:srgbClr val="000000"/>
              </a:buClr>
              <a:buSzPts val="2100"/>
              <a:buFont typeface="Arial"/>
              <a:buNone/>
              <a:defRPr b="0" i="0" sz="21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cxnSp>
        <p:nvCxnSpPr>
          <p:cNvPr id="113" name="Google Shape;113;p26"/>
          <p:cNvCxnSpPr/>
          <p:nvPr/>
        </p:nvCxnSpPr>
        <p:spPr>
          <a:xfrm>
            <a:off x="1090422" y="1385316"/>
            <a:ext cx="7205700"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8" name="Shape 118"/>
        <p:cNvGrpSpPr/>
        <p:nvPr/>
      </p:nvGrpSpPr>
      <p:grpSpPr>
        <a:xfrm>
          <a:off x="0" y="0"/>
          <a:ext cx="0" cy="0"/>
          <a:chOff x="0" y="0"/>
          <a:chExt cx="0" cy="0"/>
        </a:xfrm>
      </p:grpSpPr>
      <p:cxnSp>
        <p:nvCxnSpPr>
          <p:cNvPr id="119" name="Google Shape;119;p28"/>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20" name="Google Shape;120;p28"/>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1" name="Google Shape;121;p28"/>
          <p:cNvGrpSpPr/>
          <p:nvPr/>
        </p:nvGrpSpPr>
        <p:grpSpPr>
          <a:xfrm>
            <a:off x="1004144" y="1022025"/>
            <a:ext cx="7136668" cy="152400"/>
            <a:chOff x="1346429" y="1011300"/>
            <a:chExt cx="6452100" cy="152400"/>
          </a:xfrm>
        </p:grpSpPr>
        <p:cxnSp>
          <p:nvCxnSpPr>
            <p:cNvPr id="122" name="Google Shape;122;p28"/>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23" name="Google Shape;123;p28"/>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24" name="Google Shape;124;p28"/>
          <p:cNvGrpSpPr/>
          <p:nvPr/>
        </p:nvGrpSpPr>
        <p:grpSpPr>
          <a:xfrm>
            <a:off x="1004151" y="3969100"/>
            <a:ext cx="7136668" cy="152400"/>
            <a:chOff x="1346435" y="3969088"/>
            <a:chExt cx="6452100" cy="152400"/>
          </a:xfrm>
        </p:grpSpPr>
        <p:cxnSp>
          <p:nvCxnSpPr>
            <p:cNvPr id="125" name="Google Shape;125;p28"/>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26" name="Google Shape;126;p28"/>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27" name="Google Shape;127;p28"/>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128" name="Google Shape;128;p28"/>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29" name="Google Shape;12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0" name="Shape 130"/>
        <p:cNvGrpSpPr/>
        <p:nvPr/>
      </p:nvGrpSpPr>
      <p:grpSpPr>
        <a:xfrm>
          <a:off x="0" y="0"/>
          <a:ext cx="0" cy="0"/>
          <a:chOff x="0" y="0"/>
          <a:chExt cx="0" cy="0"/>
        </a:xfrm>
      </p:grpSpPr>
      <p:sp>
        <p:nvSpPr>
          <p:cNvPr id="131" name="Google Shape;131;p29"/>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9"/>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a:lvl1pPr>
            <a:lvl2pPr lvl="1" rtl="0" algn="ctr">
              <a:spcBef>
                <a:spcPts val="0"/>
              </a:spcBef>
              <a:spcAft>
                <a:spcPts val="0"/>
              </a:spcAft>
              <a:buSzPts val="3600"/>
              <a:buNone/>
              <a:defRPr/>
            </a:lvl2pPr>
            <a:lvl3pPr lvl="2" rtl="0" algn="ctr">
              <a:spcBef>
                <a:spcPts val="0"/>
              </a:spcBef>
              <a:spcAft>
                <a:spcPts val="0"/>
              </a:spcAft>
              <a:buSzPts val="3600"/>
              <a:buNone/>
              <a:defRPr/>
            </a:lvl3pPr>
            <a:lvl4pPr lvl="3" rtl="0" algn="ctr">
              <a:spcBef>
                <a:spcPts val="0"/>
              </a:spcBef>
              <a:spcAft>
                <a:spcPts val="0"/>
              </a:spcAft>
              <a:buSzPts val="3600"/>
              <a:buNone/>
              <a:defRPr/>
            </a:lvl4pPr>
            <a:lvl5pPr lvl="4" rtl="0" algn="ctr">
              <a:spcBef>
                <a:spcPts val="0"/>
              </a:spcBef>
              <a:spcAft>
                <a:spcPts val="0"/>
              </a:spcAft>
              <a:buSzPts val="3600"/>
              <a:buNone/>
              <a:defRPr/>
            </a:lvl5pPr>
            <a:lvl6pPr lvl="5" rtl="0" algn="ctr">
              <a:spcBef>
                <a:spcPts val="0"/>
              </a:spcBef>
              <a:spcAft>
                <a:spcPts val="0"/>
              </a:spcAft>
              <a:buSzPts val="3600"/>
              <a:buNone/>
              <a:defRPr/>
            </a:lvl6pPr>
            <a:lvl7pPr lvl="6" rtl="0" algn="ctr">
              <a:spcBef>
                <a:spcPts val="0"/>
              </a:spcBef>
              <a:spcAft>
                <a:spcPts val="0"/>
              </a:spcAft>
              <a:buSzPts val="3600"/>
              <a:buNone/>
              <a:defRPr/>
            </a:lvl7pPr>
            <a:lvl8pPr lvl="7" rtl="0" algn="ctr">
              <a:spcBef>
                <a:spcPts val="0"/>
              </a:spcBef>
              <a:spcAft>
                <a:spcPts val="0"/>
              </a:spcAft>
              <a:buSzPts val="3600"/>
              <a:buNone/>
              <a:defRPr/>
            </a:lvl8pPr>
            <a:lvl9pPr lvl="8" rtl="0" algn="ctr">
              <a:spcBef>
                <a:spcPts val="0"/>
              </a:spcBef>
              <a:spcAft>
                <a:spcPts val="0"/>
              </a:spcAft>
              <a:buSzPts val="3600"/>
              <a:buNone/>
              <a:defRPr/>
            </a:lvl9pPr>
          </a:lstStyle>
          <a:p/>
        </p:txBody>
      </p:sp>
      <p:sp>
        <p:nvSpPr>
          <p:cNvPr id="133" name="Google Shape;13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4" name="Shape 134"/>
        <p:cNvGrpSpPr/>
        <p:nvPr/>
      </p:nvGrpSpPr>
      <p:grpSpPr>
        <a:xfrm>
          <a:off x="0" y="0"/>
          <a:ext cx="0" cy="0"/>
          <a:chOff x="0" y="0"/>
          <a:chExt cx="0" cy="0"/>
        </a:xfrm>
      </p:grpSpPr>
      <p:sp>
        <p:nvSpPr>
          <p:cNvPr id="135" name="Google Shape;135;p30"/>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0"/>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37" name="Google Shape;137;p3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9" name="Shape 139"/>
        <p:cNvGrpSpPr/>
        <p:nvPr/>
      </p:nvGrpSpPr>
      <p:grpSpPr>
        <a:xfrm>
          <a:off x="0" y="0"/>
          <a:ext cx="0" cy="0"/>
          <a:chOff x="0" y="0"/>
          <a:chExt cx="0" cy="0"/>
        </a:xfrm>
      </p:grpSpPr>
      <p:sp>
        <p:nvSpPr>
          <p:cNvPr id="140" name="Google Shape;140;p31"/>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41" name="Google Shape;141;p31"/>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2" name="Google Shape;142;p31"/>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3" name="Google Shape;14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4" name="Shape 144"/>
        <p:cNvGrpSpPr/>
        <p:nvPr/>
      </p:nvGrpSpPr>
      <p:grpSpPr>
        <a:xfrm>
          <a:off x="0" y="0"/>
          <a:ext cx="0" cy="0"/>
          <a:chOff x="0" y="0"/>
          <a:chExt cx="0" cy="0"/>
        </a:xfrm>
      </p:grpSpPr>
      <p:sp>
        <p:nvSpPr>
          <p:cNvPr id="145" name="Google Shape;145;p32"/>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146" name="Google Shape;14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7" name="Shape 147"/>
        <p:cNvGrpSpPr/>
        <p:nvPr/>
      </p:nvGrpSpPr>
      <p:grpSpPr>
        <a:xfrm>
          <a:off x="0" y="0"/>
          <a:ext cx="0" cy="0"/>
          <a:chOff x="0" y="0"/>
          <a:chExt cx="0" cy="0"/>
        </a:xfrm>
      </p:grpSpPr>
      <p:sp>
        <p:nvSpPr>
          <p:cNvPr id="148" name="Google Shape;148;p3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9" name="Google Shape;149;p3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50" name="Google Shape;15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151" name="Shape 151"/>
        <p:cNvGrpSpPr/>
        <p:nvPr/>
      </p:nvGrpSpPr>
      <p:grpSpPr>
        <a:xfrm>
          <a:off x="0" y="0"/>
          <a:ext cx="0" cy="0"/>
          <a:chOff x="0" y="0"/>
          <a:chExt cx="0" cy="0"/>
        </a:xfrm>
      </p:grpSpPr>
      <p:sp>
        <p:nvSpPr>
          <p:cNvPr id="152" name="Google Shape;152;p34"/>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dk2"/>
              </a:buClr>
              <a:buSzPts val="5400"/>
              <a:buNone/>
              <a:defRPr b="0" sz="5400">
                <a:solidFill>
                  <a:schemeClr val="dk2"/>
                </a:solidFill>
              </a:defRPr>
            </a:lvl1pPr>
            <a:lvl2pPr lvl="1" rtl="0">
              <a:spcBef>
                <a:spcPts val="0"/>
              </a:spcBef>
              <a:spcAft>
                <a:spcPts val="0"/>
              </a:spcAft>
              <a:buClr>
                <a:schemeClr val="dk2"/>
              </a:buClr>
              <a:buSzPts val="5400"/>
              <a:buNone/>
              <a:defRPr b="0" sz="5400">
                <a:solidFill>
                  <a:schemeClr val="dk2"/>
                </a:solidFill>
              </a:defRPr>
            </a:lvl2pPr>
            <a:lvl3pPr lvl="2" rtl="0">
              <a:spcBef>
                <a:spcPts val="0"/>
              </a:spcBef>
              <a:spcAft>
                <a:spcPts val="0"/>
              </a:spcAft>
              <a:buClr>
                <a:schemeClr val="dk2"/>
              </a:buClr>
              <a:buSzPts val="5400"/>
              <a:buNone/>
              <a:defRPr b="0" sz="5400">
                <a:solidFill>
                  <a:schemeClr val="dk2"/>
                </a:solidFill>
              </a:defRPr>
            </a:lvl3pPr>
            <a:lvl4pPr lvl="3" rtl="0">
              <a:spcBef>
                <a:spcPts val="0"/>
              </a:spcBef>
              <a:spcAft>
                <a:spcPts val="0"/>
              </a:spcAft>
              <a:buClr>
                <a:schemeClr val="dk2"/>
              </a:buClr>
              <a:buSzPts val="5400"/>
              <a:buNone/>
              <a:defRPr b="0" sz="5400">
                <a:solidFill>
                  <a:schemeClr val="dk2"/>
                </a:solidFill>
              </a:defRPr>
            </a:lvl4pPr>
            <a:lvl5pPr lvl="4" rtl="0">
              <a:spcBef>
                <a:spcPts val="0"/>
              </a:spcBef>
              <a:spcAft>
                <a:spcPts val="0"/>
              </a:spcAft>
              <a:buClr>
                <a:schemeClr val="dk2"/>
              </a:buClr>
              <a:buSzPts val="5400"/>
              <a:buNone/>
              <a:defRPr b="0" sz="5400">
                <a:solidFill>
                  <a:schemeClr val="dk2"/>
                </a:solidFill>
              </a:defRPr>
            </a:lvl5pPr>
            <a:lvl6pPr lvl="5" rtl="0">
              <a:spcBef>
                <a:spcPts val="0"/>
              </a:spcBef>
              <a:spcAft>
                <a:spcPts val="0"/>
              </a:spcAft>
              <a:buClr>
                <a:schemeClr val="dk2"/>
              </a:buClr>
              <a:buSzPts val="5400"/>
              <a:buNone/>
              <a:defRPr b="0" sz="5400">
                <a:solidFill>
                  <a:schemeClr val="dk2"/>
                </a:solidFill>
              </a:defRPr>
            </a:lvl6pPr>
            <a:lvl7pPr lvl="6" rtl="0">
              <a:spcBef>
                <a:spcPts val="0"/>
              </a:spcBef>
              <a:spcAft>
                <a:spcPts val="0"/>
              </a:spcAft>
              <a:buClr>
                <a:schemeClr val="dk2"/>
              </a:buClr>
              <a:buSzPts val="5400"/>
              <a:buNone/>
              <a:defRPr b="0" sz="5400">
                <a:solidFill>
                  <a:schemeClr val="dk2"/>
                </a:solidFill>
              </a:defRPr>
            </a:lvl7pPr>
            <a:lvl8pPr lvl="7" rtl="0">
              <a:spcBef>
                <a:spcPts val="0"/>
              </a:spcBef>
              <a:spcAft>
                <a:spcPts val="0"/>
              </a:spcAft>
              <a:buClr>
                <a:schemeClr val="dk2"/>
              </a:buClr>
              <a:buSzPts val="5400"/>
              <a:buNone/>
              <a:defRPr b="0" sz="5400">
                <a:solidFill>
                  <a:schemeClr val="dk2"/>
                </a:solidFill>
              </a:defRPr>
            </a:lvl8pPr>
            <a:lvl9pPr lvl="8" rtl="0">
              <a:spcBef>
                <a:spcPts val="0"/>
              </a:spcBef>
              <a:spcAft>
                <a:spcPts val="0"/>
              </a:spcAft>
              <a:buClr>
                <a:schemeClr val="dk2"/>
              </a:buClr>
              <a:buSzPts val="5400"/>
              <a:buNone/>
              <a:defRPr b="0" sz="5400">
                <a:solidFill>
                  <a:schemeClr val="dk2"/>
                </a:solidFill>
              </a:defRPr>
            </a:lvl9pPr>
          </a:lstStyle>
          <a:p/>
        </p:txBody>
      </p:sp>
      <p:sp>
        <p:nvSpPr>
          <p:cNvPr id="153" name="Google Shape;15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4" name="Shape 154"/>
        <p:cNvGrpSpPr/>
        <p:nvPr/>
      </p:nvGrpSpPr>
      <p:grpSpPr>
        <a:xfrm>
          <a:off x="0" y="0"/>
          <a:ext cx="0" cy="0"/>
          <a:chOff x="0" y="0"/>
          <a:chExt cx="0" cy="0"/>
        </a:xfrm>
      </p:grpSpPr>
      <p:sp>
        <p:nvSpPr>
          <p:cNvPr id="155" name="Google Shape;155;p35"/>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6" name="Google Shape;156;p35"/>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157" name="Google Shape;157;p35"/>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8" name="Google Shape;158;p35"/>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9" name="Google Shape;159;p35"/>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160" name="Google Shape;160;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1" name="Shape 161"/>
        <p:cNvGrpSpPr/>
        <p:nvPr/>
      </p:nvGrpSpPr>
      <p:grpSpPr>
        <a:xfrm>
          <a:off x="0" y="0"/>
          <a:ext cx="0" cy="0"/>
          <a:chOff x="0" y="0"/>
          <a:chExt cx="0" cy="0"/>
        </a:xfrm>
      </p:grpSpPr>
      <p:sp>
        <p:nvSpPr>
          <p:cNvPr id="162" name="Google Shape;162;p36"/>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163" name="Google Shape;163;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4" name="Shape 164"/>
        <p:cNvGrpSpPr/>
        <p:nvPr/>
      </p:nvGrpSpPr>
      <p:grpSpPr>
        <a:xfrm>
          <a:off x="0" y="0"/>
          <a:ext cx="0" cy="0"/>
          <a:chOff x="0" y="0"/>
          <a:chExt cx="0" cy="0"/>
        </a:xfrm>
      </p:grpSpPr>
      <p:sp>
        <p:nvSpPr>
          <p:cNvPr id="165" name="Google Shape;165;p37"/>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7"/>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accent3"/>
              </a:buClr>
              <a:buSzPts val="13000"/>
              <a:buNone/>
              <a:defRPr sz="13000">
                <a:solidFill>
                  <a:schemeClr val="accent3"/>
                </a:solidFill>
              </a:defRPr>
            </a:lvl1pPr>
            <a:lvl2pPr lvl="1" rtl="0" algn="ctr">
              <a:spcBef>
                <a:spcPts val="0"/>
              </a:spcBef>
              <a:spcAft>
                <a:spcPts val="0"/>
              </a:spcAft>
              <a:buClr>
                <a:schemeClr val="accent3"/>
              </a:buClr>
              <a:buSzPts val="13000"/>
              <a:buNone/>
              <a:defRPr sz="13000">
                <a:solidFill>
                  <a:schemeClr val="accent3"/>
                </a:solidFill>
              </a:defRPr>
            </a:lvl2pPr>
            <a:lvl3pPr lvl="2" rtl="0" algn="ctr">
              <a:spcBef>
                <a:spcPts val="0"/>
              </a:spcBef>
              <a:spcAft>
                <a:spcPts val="0"/>
              </a:spcAft>
              <a:buClr>
                <a:schemeClr val="accent3"/>
              </a:buClr>
              <a:buSzPts val="13000"/>
              <a:buNone/>
              <a:defRPr sz="13000">
                <a:solidFill>
                  <a:schemeClr val="accent3"/>
                </a:solidFill>
              </a:defRPr>
            </a:lvl3pPr>
            <a:lvl4pPr lvl="3" rtl="0" algn="ctr">
              <a:spcBef>
                <a:spcPts val="0"/>
              </a:spcBef>
              <a:spcAft>
                <a:spcPts val="0"/>
              </a:spcAft>
              <a:buClr>
                <a:schemeClr val="accent3"/>
              </a:buClr>
              <a:buSzPts val="13000"/>
              <a:buNone/>
              <a:defRPr sz="13000">
                <a:solidFill>
                  <a:schemeClr val="accent3"/>
                </a:solidFill>
              </a:defRPr>
            </a:lvl4pPr>
            <a:lvl5pPr lvl="4" rtl="0" algn="ctr">
              <a:spcBef>
                <a:spcPts val="0"/>
              </a:spcBef>
              <a:spcAft>
                <a:spcPts val="0"/>
              </a:spcAft>
              <a:buClr>
                <a:schemeClr val="accent3"/>
              </a:buClr>
              <a:buSzPts val="13000"/>
              <a:buNone/>
              <a:defRPr sz="13000">
                <a:solidFill>
                  <a:schemeClr val="accent3"/>
                </a:solidFill>
              </a:defRPr>
            </a:lvl5pPr>
            <a:lvl6pPr lvl="5" rtl="0" algn="ctr">
              <a:spcBef>
                <a:spcPts val="0"/>
              </a:spcBef>
              <a:spcAft>
                <a:spcPts val="0"/>
              </a:spcAft>
              <a:buClr>
                <a:schemeClr val="accent3"/>
              </a:buClr>
              <a:buSzPts val="13000"/>
              <a:buNone/>
              <a:defRPr sz="13000">
                <a:solidFill>
                  <a:schemeClr val="accent3"/>
                </a:solidFill>
              </a:defRPr>
            </a:lvl6pPr>
            <a:lvl7pPr lvl="6" rtl="0" algn="ctr">
              <a:spcBef>
                <a:spcPts val="0"/>
              </a:spcBef>
              <a:spcAft>
                <a:spcPts val="0"/>
              </a:spcAft>
              <a:buClr>
                <a:schemeClr val="accent3"/>
              </a:buClr>
              <a:buSzPts val="13000"/>
              <a:buNone/>
              <a:defRPr sz="13000">
                <a:solidFill>
                  <a:schemeClr val="accent3"/>
                </a:solidFill>
              </a:defRPr>
            </a:lvl7pPr>
            <a:lvl8pPr lvl="7" rtl="0" algn="ctr">
              <a:spcBef>
                <a:spcPts val="0"/>
              </a:spcBef>
              <a:spcAft>
                <a:spcPts val="0"/>
              </a:spcAft>
              <a:buClr>
                <a:schemeClr val="accent3"/>
              </a:buClr>
              <a:buSzPts val="13000"/>
              <a:buNone/>
              <a:defRPr sz="13000">
                <a:solidFill>
                  <a:schemeClr val="accent3"/>
                </a:solidFill>
              </a:defRPr>
            </a:lvl8pPr>
            <a:lvl9pPr lvl="8" rtl="0" algn="ctr">
              <a:spcBef>
                <a:spcPts val="0"/>
              </a:spcBef>
              <a:spcAft>
                <a:spcPts val="0"/>
              </a:spcAft>
              <a:buClr>
                <a:schemeClr val="accent3"/>
              </a:buClr>
              <a:buSzPts val="13000"/>
              <a:buNone/>
              <a:defRPr sz="13000">
                <a:solidFill>
                  <a:schemeClr val="accent3"/>
                </a:solidFill>
              </a:defRPr>
            </a:lvl9pPr>
          </a:lstStyle>
          <a:p>
            <a:r>
              <a:t>xx%</a:t>
            </a:r>
          </a:p>
        </p:txBody>
      </p:sp>
      <p:sp>
        <p:nvSpPr>
          <p:cNvPr id="167" name="Google Shape;167;p37"/>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68" name="Google Shape;16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9" name="Shape 169"/>
        <p:cNvGrpSpPr/>
        <p:nvPr/>
      </p:nvGrpSpPr>
      <p:grpSpPr>
        <a:xfrm>
          <a:off x="0" y="0"/>
          <a:ext cx="0" cy="0"/>
          <a:chOff x="0" y="0"/>
          <a:chExt cx="0" cy="0"/>
        </a:xfrm>
      </p:grpSpPr>
      <p:sp>
        <p:nvSpPr>
          <p:cNvPr id="170" name="Google Shape;170;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5" name="Shape 175"/>
        <p:cNvGrpSpPr/>
        <p:nvPr/>
      </p:nvGrpSpPr>
      <p:grpSpPr>
        <a:xfrm>
          <a:off x="0" y="0"/>
          <a:ext cx="0" cy="0"/>
          <a:chOff x="0" y="0"/>
          <a:chExt cx="0" cy="0"/>
        </a:xfrm>
      </p:grpSpPr>
      <p:sp>
        <p:nvSpPr>
          <p:cNvPr id="176" name="Google Shape;176;p4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7" name="Google Shape;177;p4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8" name="Google Shape;178;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9" name="Shape 179"/>
        <p:cNvGrpSpPr/>
        <p:nvPr/>
      </p:nvGrpSpPr>
      <p:grpSpPr>
        <a:xfrm>
          <a:off x="0" y="0"/>
          <a:ext cx="0" cy="0"/>
          <a:chOff x="0" y="0"/>
          <a:chExt cx="0" cy="0"/>
        </a:xfrm>
      </p:grpSpPr>
      <p:sp>
        <p:nvSpPr>
          <p:cNvPr id="180" name="Google Shape;180;p4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1" name="Google Shape;181;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2" name="Shape 182"/>
        <p:cNvGrpSpPr/>
        <p:nvPr/>
      </p:nvGrpSpPr>
      <p:grpSpPr>
        <a:xfrm>
          <a:off x="0" y="0"/>
          <a:ext cx="0" cy="0"/>
          <a:chOff x="0" y="0"/>
          <a:chExt cx="0" cy="0"/>
        </a:xfrm>
      </p:grpSpPr>
      <p:sp>
        <p:nvSpPr>
          <p:cNvPr id="183" name="Google Shape;183;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 name="Google Shape;184;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5" name="Google Shape;185;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6" name="Shape 186"/>
        <p:cNvGrpSpPr/>
        <p:nvPr/>
      </p:nvGrpSpPr>
      <p:grpSpPr>
        <a:xfrm>
          <a:off x="0" y="0"/>
          <a:ext cx="0" cy="0"/>
          <a:chOff x="0" y="0"/>
          <a:chExt cx="0" cy="0"/>
        </a:xfrm>
      </p:grpSpPr>
      <p:sp>
        <p:nvSpPr>
          <p:cNvPr id="187" name="Google Shape;187;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8" name="Google Shape;188;p43"/>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9" name="Google Shape;189;p43"/>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0" name="Google Shape;190;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1" name="Shape 191"/>
        <p:cNvGrpSpPr/>
        <p:nvPr/>
      </p:nvGrpSpPr>
      <p:grpSpPr>
        <a:xfrm>
          <a:off x="0" y="0"/>
          <a:ext cx="0" cy="0"/>
          <a:chOff x="0" y="0"/>
          <a:chExt cx="0" cy="0"/>
        </a:xfrm>
      </p:grpSpPr>
      <p:sp>
        <p:nvSpPr>
          <p:cNvPr id="192" name="Google Shape;192;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3" name="Google Shape;193;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4" name="Shape 194"/>
        <p:cNvGrpSpPr/>
        <p:nvPr/>
      </p:nvGrpSpPr>
      <p:grpSpPr>
        <a:xfrm>
          <a:off x="0" y="0"/>
          <a:ext cx="0" cy="0"/>
          <a:chOff x="0" y="0"/>
          <a:chExt cx="0" cy="0"/>
        </a:xfrm>
      </p:grpSpPr>
      <p:sp>
        <p:nvSpPr>
          <p:cNvPr id="195" name="Google Shape;195;p45"/>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96" name="Google Shape;196;p45"/>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97" name="Google Shape;19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8" name="Shape 198"/>
        <p:cNvGrpSpPr/>
        <p:nvPr/>
      </p:nvGrpSpPr>
      <p:grpSpPr>
        <a:xfrm>
          <a:off x="0" y="0"/>
          <a:ext cx="0" cy="0"/>
          <a:chOff x="0" y="0"/>
          <a:chExt cx="0" cy="0"/>
        </a:xfrm>
      </p:grpSpPr>
      <p:sp>
        <p:nvSpPr>
          <p:cNvPr id="199" name="Google Shape;199;p4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00" name="Google Shape;200;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1" name="Shape 201"/>
        <p:cNvGrpSpPr/>
        <p:nvPr/>
      </p:nvGrpSpPr>
      <p:grpSpPr>
        <a:xfrm>
          <a:off x="0" y="0"/>
          <a:ext cx="0" cy="0"/>
          <a:chOff x="0" y="0"/>
          <a:chExt cx="0" cy="0"/>
        </a:xfrm>
      </p:grpSpPr>
      <p:sp>
        <p:nvSpPr>
          <p:cNvPr id="202" name="Google Shape;202;p4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04" name="Google Shape;204;p4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5" name="Google Shape;205;p4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6" name="Google Shape;206;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7" name="Shape 207"/>
        <p:cNvGrpSpPr/>
        <p:nvPr/>
      </p:nvGrpSpPr>
      <p:grpSpPr>
        <a:xfrm>
          <a:off x="0" y="0"/>
          <a:ext cx="0" cy="0"/>
          <a:chOff x="0" y="0"/>
          <a:chExt cx="0" cy="0"/>
        </a:xfrm>
      </p:grpSpPr>
      <p:sp>
        <p:nvSpPr>
          <p:cNvPr id="208" name="Google Shape;208;p48"/>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209" name="Google Shape;209;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0" name="Shape 210"/>
        <p:cNvGrpSpPr/>
        <p:nvPr/>
      </p:nvGrpSpPr>
      <p:grpSpPr>
        <a:xfrm>
          <a:off x="0" y="0"/>
          <a:ext cx="0" cy="0"/>
          <a:chOff x="0" y="0"/>
          <a:chExt cx="0" cy="0"/>
        </a:xfrm>
      </p:grpSpPr>
      <p:sp>
        <p:nvSpPr>
          <p:cNvPr id="211" name="Google Shape;211;p4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12" name="Google Shape;212;p4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213" name="Google Shape;213;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4" name="Shape 214"/>
        <p:cNvGrpSpPr/>
        <p:nvPr/>
      </p:nvGrpSpPr>
      <p:grpSpPr>
        <a:xfrm>
          <a:off x="0" y="0"/>
          <a:ext cx="0" cy="0"/>
          <a:chOff x="0" y="0"/>
          <a:chExt cx="0" cy="0"/>
        </a:xfrm>
      </p:grpSpPr>
      <p:sp>
        <p:nvSpPr>
          <p:cNvPr id="215" name="Google Shape;21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2" Type="http://schemas.openxmlformats.org/officeDocument/2006/relationships/theme" Target="../theme/theme3.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2" Type="http://schemas.openxmlformats.org/officeDocument/2006/relationships/theme" Target="../theme/theme5.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64" name="Google Shape;64;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SzPts val="1800"/>
              <a:buChar char="●"/>
              <a:defRPr sz="18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
        <p:nvSpPr>
          <p:cNvPr id="65" name="Google Shape;6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114" name="Shape 114"/>
        <p:cNvGrpSpPr/>
        <p:nvPr/>
      </p:nvGrpSpPr>
      <p:grpSpPr>
        <a:xfrm>
          <a:off x="0" y="0"/>
          <a:ext cx="0" cy="0"/>
          <a:chOff x="0" y="0"/>
          <a:chExt cx="0" cy="0"/>
        </a:xfrm>
      </p:grpSpPr>
      <p:sp>
        <p:nvSpPr>
          <p:cNvPr id="115" name="Google Shape;115;p2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116" name="Google Shape;116;p2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117" name="Google Shape;11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Open Sans"/>
                <a:ea typeface="Open Sans"/>
                <a:cs typeface="Open Sans"/>
                <a:sym typeface="Open Sans"/>
              </a:defRPr>
            </a:lvl1pPr>
            <a:lvl2pPr lvl="1" rtl="0" algn="r">
              <a:buNone/>
              <a:defRPr sz="1000">
                <a:solidFill>
                  <a:schemeClr val="dk2"/>
                </a:solidFill>
                <a:latin typeface="Open Sans"/>
                <a:ea typeface="Open Sans"/>
                <a:cs typeface="Open Sans"/>
                <a:sym typeface="Open Sans"/>
              </a:defRPr>
            </a:lvl2pPr>
            <a:lvl3pPr lvl="2" rtl="0" algn="r">
              <a:buNone/>
              <a:defRPr sz="1000">
                <a:solidFill>
                  <a:schemeClr val="dk2"/>
                </a:solidFill>
                <a:latin typeface="Open Sans"/>
                <a:ea typeface="Open Sans"/>
                <a:cs typeface="Open Sans"/>
                <a:sym typeface="Open Sans"/>
              </a:defRPr>
            </a:lvl3pPr>
            <a:lvl4pPr lvl="3" rtl="0" algn="r">
              <a:buNone/>
              <a:defRPr sz="1000">
                <a:solidFill>
                  <a:schemeClr val="dk2"/>
                </a:solidFill>
                <a:latin typeface="Open Sans"/>
                <a:ea typeface="Open Sans"/>
                <a:cs typeface="Open Sans"/>
                <a:sym typeface="Open Sans"/>
              </a:defRPr>
            </a:lvl4pPr>
            <a:lvl5pPr lvl="4" rtl="0" algn="r">
              <a:buNone/>
              <a:defRPr sz="1000">
                <a:solidFill>
                  <a:schemeClr val="dk2"/>
                </a:solidFill>
                <a:latin typeface="Open Sans"/>
                <a:ea typeface="Open Sans"/>
                <a:cs typeface="Open Sans"/>
                <a:sym typeface="Open Sans"/>
              </a:defRPr>
            </a:lvl5pPr>
            <a:lvl6pPr lvl="5" rtl="0" algn="r">
              <a:buNone/>
              <a:defRPr sz="1000">
                <a:solidFill>
                  <a:schemeClr val="dk2"/>
                </a:solidFill>
                <a:latin typeface="Open Sans"/>
                <a:ea typeface="Open Sans"/>
                <a:cs typeface="Open Sans"/>
                <a:sym typeface="Open Sans"/>
              </a:defRPr>
            </a:lvl6pPr>
            <a:lvl7pPr lvl="6" rtl="0" algn="r">
              <a:buNone/>
              <a:defRPr sz="1000">
                <a:solidFill>
                  <a:schemeClr val="dk2"/>
                </a:solidFill>
                <a:latin typeface="Open Sans"/>
                <a:ea typeface="Open Sans"/>
                <a:cs typeface="Open Sans"/>
                <a:sym typeface="Open Sans"/>
              </a:defRPr>
            </a:lvl7pPr>
            <a:lvl8pPr lvl="7" rtl="0" algn="r">
              <a:buNone/>
              <a:defRPr sz="1000">
                <a:solidFill>
                  <a:schemeClr val="dk2"/>
                </a:solidFill>
                <a:latin typeface="Open Sans"/>
                <a:ea typeface="Open Sans"/>
                <a:cs typeface="Open Sans"/>
                <a:sym typeface="Open Sans"/>
              </a:defRPr>
            </a:lvl8pPr>
            <a:lvl9pPr lvl="8" rtl="0"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71" name="Shape 171"/>
        <p:cNvGrpSpPr/>
        <p:nvPr/>
      </p:nvGrpSpPr>
      <p:grpSpPr>
        <a:xfrm>
          <a:off x="0" y="0"/>
          <a:ext cx="0" cy="0"/>
          <a:chOff x="0" y="0"/>
          <a:chExt cx="0" cy="0"/>
        </a:xfrm>
      </p:grpSpPr>
      <p:sp>
        <p:nvSpPr>
          <p:cNvPr id="172" name="Google Shape;172;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73" name="Google Shape;173;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74" name="Google Shape;174;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hyperlink" Target="https://creativecommons.org/licenses/by-nc-sa/4.0/" TargetMode="External"/><Relationship Id="rId6" Type="http://schemas.openxmlformats.org/officeDocument/2006/relationships/image" Target="../media/image31.gif"/><Relationship Id="rId7" Type="http://schemas.openxmlformats.org/officeDocument/2006/relationships/hyperlink" Target="https://techcrunch.com/2017/11/07/waymo-now-testing-its-self-driving-cars-on-public-roads-with-no-one-at-the-wheel/" TargetMode="External"/><Relationship Id="rId8" Type="http://schemas.openxmlformats.org/officeDocument/2006/relationships/hyperlink" Target="https://techcrunch.com/author/darrell-etheringto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hyperlink" Target="https://www.youtube.com/watch?v=yFYljZc968I" TargetMode="External"/><Relationship Id="rId4" Type="http://schemas.openxmlformats.org/officeDocument/2006/relationships/hyperlink" Target="http://www.youtube.com/watch?v=yFYljZc968I" TargetMode="External"/><Relationship Id="rId5"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hyperlink" Target="https://www.youtube.com/watch?v=gEy91PGGLR0" TargetMode="External"/><Relationship Id="rId4" Type="http://schemas.openxmlformats.org/officeDocument/2006/relationships/hyperlink" Target="http://www.youtube.com/watch?v=gEy91PGGLR0" TargetMode="External"/><Relationship Id="rId5"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hyperlink" Target="https://semiengineering.com/here-comes-high-res-car-rada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hyperlink" Target="https://www.gps.gov/" TargetMode="External"/><Relationship Id="rId5" Type="http://schemas.openxmlformats.org/officeDocument/2006/relationships/image" Target="../media/image4.png"/><Relationship Id="rId6"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hyperlink" Target="https://www.youtube.com/watch?v=yFYljZc968I" TargetMode="External"/><Relationship Id="rId4" Type="http://schemas.openxmlformats.org/officeDocument/2006/relationships/hyperlink" Target="http://www.youtube.com/watch?v=yFYljZc968I" TargetMode="External"/><Relationship Id="rId5" Type="http://schemas.openxmlformats.org/officeDocument/2006/relationships/image" Target="../media/image9.jpg"/><Relationship Id="rId6"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 Id="rId3" Type="http://schemas.openxmlformats.org/officeDocument/2006/relationships/image" Target="../media/image30.gif"/><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19.png"/><Relationship Id="rId6" Type="http://schemas.openxmlformats.org/officeDocument/2006/relationships/image" Target="../media/image15.png"/><Relationship Id="rId7"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hyperlink" Target="https://youtu.be/nXlqv_k4P8Q" TargetMode="External"/><Relationship Id="rId4" Type="http://schemas.openxmlformats.org/officeDocument/2006/relationships/hyperlink" Target="http://www.youtube.com/watch?v=nXlqv_k4P8Q" TargetMode="External"/><Relationship Id="rId5" Type="http://schemas.openxmlformats.org/officeDocument/2006/relationships/image" Target="../media/image28.jpg"/><Relationship Id="rId6"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hyperlink" Target="http://www.youtube.com/watch?v=Ve9kWX_KXus" TargetMode="External"/><Relationship Id="rId4" Type="http://schemas.openxmlformats.org/officeDocument/2006/relationships/image" Target="../media/image16.jpg"/><Relationship Id="rId5" Type="http://schemas.openxmlformats.org/officeDocument/2006/relationships/hyperlink" Target="http://www.youtube.com/watch?v=AO4In7d6X-c" TargetMode="External"/><Relationship Id="rId6" Type="http://schemas.openxmlformats.org/officeDocument/2006/relationships/image" Target="../media/image3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hyperlink" Target="https://www.datadriveninvestor.com/2019/11/14/the-anatomy-of-self-driving-cars/" TargetMode="External"/><Relationship Id="rId4" Type="http://schemas.openxmlformats.org/officeDocument/2006/relationships/hyperlink" Target="https://www.popsci.com/how-self-driving-cars-change-lanes/" TargetMode="External"/><Relationship Id="rId5" Type="http://schemas.openxmlformats.org/officeDocument/2006/relationships/hyperlink" Target="https://spaceplace.nasa.gov/gps/en/" TargetMode="External"/><Relationship Id="rId6" Type="http://schemas.openxmlformats.org/officeDocument/2006/relationships/hyperlink" Target="https://www.cnn.com/videos/business/2021/04/12/dominos-pizza-delivery-robot-nuro-gr-orig.cnn/video/playlists/business-robot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hyperlink" Target="http://www.youtube.com/watch?v=B8R148hFxPw" TargetMode="External"/><Relationship Id="rId4" Type="http://schemas.openxmlformats.org/officeDocument/2006/relationships/image" Target="../media/image29.jpg"/><Relationship Id="rId5" Type="http://schemas.openxmlformats.org/officeDocument/2006/relationships/hyperlink" Target="https://www.youtube.com/watch?v=B8R148hFxPw"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5.xml"/><Relationship Id="rId3"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51"/>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1.3 </a:t>
            </a:r>
            <a:br>
              <a:rPr lang="en" sz="2800">
                <a:solidFill>
                  <a:schemeClr val="dk2"/>
                </a:solidFill>
                <a:latin typeface="Merriweather"/>
                <a:ea typeface="Merriweather"/>
                <a:cs typeface="Merriweather"/>
                <a:sym typeface="Merriweather"/>
              </a:rPr>
            </a:br>
            <a:r>
              <a:rPr lang="en" sz="2800">
                <a:solidFill>
                  <a:schemeClr val="dk2"/>
                </a:solidFill>
                <a:latin typeface="Merriweather"/>
                <a:ea typeface="Merriweather"/>
                <a:cs typeface="Merriweather"/>
                <a:sym typeface="Merriweather"/>
              </a:rPr>
              <a:t>Anatomy of Self-Driving Vehicles &amp; Applications </a:t>
            </a:r>
            <a:endParaRPr sz="2800">
              <a:solidFill>
                <a:schemeClr val="dk2"/>
              </a:solidFill>
              <a:latin typeface="Merriweather"/>
              <a:ea typeface="Merriweather"/>
              <a:cs typeface="Merriweather"/>
              <a:sym typeface="Merriweather"/>
            </a:endParaRPr>
          </a:p>
        </p:txBody>
      </p:sp>
      <p:sp>
        <p:nvSpPr>
          <p:cNvPr id="221" name="Google Shape;221;p51"/>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222" name="Google Shape;222;p51"/>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223" name="Google Shape;223;p51"/>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224" name="Google Shape;224;p51"/>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225" name="Google Shape;225;p51"/>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a:t>
            </a:r>
            <a:r>
              <a:rPr b="1" lang="en" sz="900">
                <a:solidFill>
                  <a:schemeClr val="dk1"/>
                </a:solidFill>
                <a:highlight>
                  <a:srgbClr val="FFFFFF"/>
                </a:highlight>
              </a:rPr>
              <a:t>NonCommercial</a:t>
            </a:r>
            <a:r>
              <a:rPr b="1" lang="en" sz="900">
                <a:solidFill>
                  <a:schemeClr val="dk1"/>
                </a:solidFill>
                <a:highlight>
                  <a:srgbClr val="FFFFFF"/>
                </a:highlight>
              </a:rPr>
              <a:t>-ShareAlike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226" name="Google Shape;226;p51"/>
          <p:cNvPicPr preferRelativeResize="0"/>
          <p:nvPr/>
        </p:nvPicPr>
        <p:blipFill>
          <a:blip r:embed="rId6">
            <a:alphaModFix/>
          </a:blip>
          <a:stretch>
            <a:fillRect/>
          </a:stretch>
        </p:blipFill>
        <p:spPr>
          <a:xfrm>
            <a:off x="3298250" y="2075363"/>
            <a:ext cx="4019490" cy="2260963"/>
          </a:xfrm>
          <a:prstGeom prst="rect">
            <a:avLst/>
          </a:prstGeom>
          <a:noFill/>
          <a:ln>
            <a:noFill/>
          </a:ln>
        </p:spPr>
      </p:pic>
      <p:sp>
        <p:nvSpPr>
          <p:cNvPr id="227" name="Google Shape;227;p51"/>
          <p:cNvSpPr txBox="1"/>
          <p:nvPr/>
        </p:nvSpPr>
        <p:spPr>
          <a:xfrm>
            <a:off x="3298250" y="4242575"/>
            <a:ext cx="4019400" cy="24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chemeClr val="dk1"/>
                </a:solidFill>
              </a:rPr>
              <a:t>Source: </a:t>
            </a:r>
            <a:r>
              <a:rPr lang="en" sz="900" u="sng">
                <a:solidFill>
                  <a:schemeClr val="dk1"/>
                </a:solidFill>
                <a:hlinkClick r:id="rId7">
                  <a:extLst>
                    <a:ext uri="{A12FA001-AC4F-418D-AE19-62706E023703}">
                      <ahyp:hlinkClr val="tx"/>
                    </a:ext>
                  </a:extLst>
                </a:hlinkClick>
              </a:rPr>
              <a:t>TechCrunch</a:t>
            </a:r>
            <a:r>
              <a:rPr lang="en" sz="900">
                <a:solidFill>
                  <a:schemeClr val="dk1"/>
                </a:solidFill>
              </a:rPr>
              <a:t> - </a:t>
            </a:r>
            <a:r>
              <a:rPr b="1" lang="en" sz="900">
                <a:solidFill>
                  <a:schemeClr val="dk1"/>
                </a:solidFill>
                <a:uFill>
                  <a:noFill/>
                </a:uFill>
                <a:hlinkClick r:id="rId8">
                  <a:extLst>
                    <a:ext uri="{A12FA001-AC4F-418D-AE19-62706E023703}">
                      <ahyp:hlinkClr val="tx"/>
                    </a:ext>
                  </a:extLst>
                </a:hlinkClick>
              </a:rPr>
              <a:t>Darrell Etherington</a:t>
            </a:r>
            <a:r>
              <a:rPr lang="en" sz="900">
                <a:solidFill>
                  <a:schemeClr val="dk1"/>
                </a:solidFill>
              </a:rPr>
              <a:t> </a:t>
            </a:r>
            <a:endParaRPr sz="9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52"/>
          <p:cNvSpPr txBox="1"/>
          <p:nvPr>
            <p:ph type="title"/>
          </p:nvPr>
        </p:nvSpPr>
        <p:spPr>
          <a:xfrm>
            <a:off x="311700" y="850400"/>
            <a:ext cx="8832300" cy="3812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t>Watch the video and try to answer the questions: </a:t>
            </a:r>
            <a:endParaRPr b="1"/>
          </a:p>
          <a:p>
            <a:pPr indent="0" lvl="0" marL="0" rtl="0" algn="l">
              <a:spcBef>
                <a:spcPts val="0"/>
              </a:spcBef>
              <a:spcAft>
                <a:spcPts val="0"/>
              </a:spcAft>
              <a:buNone/>
            </a:pPr>
            <a:r>
              <a:t/>
            </a:r>
            <a:endParaRPr b="1"/>
          </a:p>
          <a:p>
            <a:pPr indent="0" lvl="0" marL="0" rtl="0" algn="ctr">
              <a:spcBef>
                <a:spcPts val="0"/>
              </a:spcBef>
              <a:spcAft>
                <a:spcPts val="0"/>
              </a:spcAft>
              <a:buNone/>
            </a:pPr>
            <a:r>
              <a:t/>
            </a:r>
            <a:endParaRPr sz="1811"/>
          </a:p>
          <a:p>
            <a:pPr indent="0" lvl="0" marL="0" rtl="0" algn="ctr">
              <a:spcBef>
                <a:spcPts val="0"/>
              </a:spcBef>
              <a:spcAft>
                <a:spcPts val="0"/>
              </a:spcAft>
              <a:buNone/>
            </a:pPr>
            <a:r>
              <a:t/>
            </a:r>
            <a:endParaRPr sz="1811"/>
          </a:p>
          <a:p>
            <a:pPr indent="0" lvl="0" marL="0" rtl="0" algn="ctr">
              <a:spcBef>
                <a:spcPts val="0"/>
              </a:spcBef>
              <a:spcAft>
                <a:spcPts val="0"/>
              </a:spcAft>
              <a:buNone/>
            </a:pPr>
            <a:r>
              <a:rPr lang="en" sz="3266"/>
              <a:t>How do you think the self-driving car works?</a:t>
            </a:r>
            <a:endParaRPr sz="3266"/>
          </a:p>
          <a:p>
            <a:pPr indent="0" lvl="0" marL="0" rtl="0" algn="ctr">
              <a:spcBef>
                <a:spcPts val="0"/>
              </a:spcBef>
              <a:spcAft>
                <a:spcPts val="0"/>
              </a:spcAft>
              <a:buNone/>
            </a:pPr>
            <a:r>
              <a:rPr lang="en" sz="3266"/>
              <a:t>What did you find interesting from the video?</a:t>
            </a:r>
            <a:endParaRPr sz="3266"/>
          </a:p>
        </p:txBody>
      </p:sp>
      <p:sp>
        <p:nvSpPr>
          <p:cNvPr id="233" name="Google Shape;233;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4" name="Google Shape;234;p52"/>
          <p:cNvSpPr txBox="1"/>
          <p:nvPr>
            <p:ph idx="4294967295" type="subTitle"/>
          </p:nvPr>
        </p:nvSpPr>
        <p:spPr>
          <a:xfrm>
            <a:off x="311700" y="121800"/>
            <a:ext cx="82554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600">
                <a:solidFill>
                  <a:srgbClr val="000000"/>
                </a:solidFill>
              </a:rPr>
              <a:t>Warm-up</a:t>
            </a:r>
            <a:endParaRPr sz="26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Video:</a:t>
            </a:r>
            <a:br>
              <a:rPr lang="en"/>
            </a:br>
            <a:r>
              <a:rPr lang="en"/>
              <a:t>Nuro Pizza Delivery</a:t>
            </a:r>
            <a:endParaRPr/>
          </a:p>
        </p:txBody>
      </p:sp>
      <p:sp>
        <p:nvSpPr>
          <p:cNvPr id="240" name="Google Shape;240;p53"/>
          <p:cNvSpPr txBox="1"/>
          <p:nvPr>
            <p:ph idx="1" type="body"/>
          </p:nvPr>
        </p:nvSpPr>
        <p:spPr>
          <a:xfrm>
            <a:off x="3348700" y="4529575"/>
            <a:ext cx="5483700" cy="2742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000" u="sng">
                <a:solidFill>
                  <a:schemeClr val="hlink"/>
                </a:solidFill>
                <a:hlinkClick r:id="rId3"/>
              </a:rPr>
              <a:t>https://www.youtube.com/watch?v=yFTYljZc968I</a:t>
            </a:r>
            <a:r>
              <a:rPr lang="en" sz="1000"/>
              <a:t> (2:24)</a:t>
            </a:r>
            <a:endParaRPr sz="1000"/>
          </a:p>
        </p:txBody>
      </p:sp>
      <p:pic>
        <p:nvPicPr>
          <p:cNvPr descr="In 2020, Nuro's R2 began navigating city streets in California, Texas, and Arizona. Fully autonomously. No driver, no occupant, no chase car. Read more: https://medium.com/nuro/r2-on-the-road-295dedacebeb" id="241" name="Google Shape;241;p53" title="R2 on the Road">
            <a:hlinkClick r:id="rId4"/>
          </p:cNvPr>
          <p:cNvPicPr preferRelativeResize="0"/>
          <p:nvPr/>
        </p:nvPicPr>
        <p:blipFill>
          <a:blip r:embed="rId5">
            <a:alphaModFix/>
          </a:blip>
          <a:stretch>
            <a:fillRect/>
          </a:stretch>
        </p:blipFill>
        <p:spPr>
          <a:xfrm>
            <a:off x="3348700" y="198375"/>
            <a:ext cx="5658325" cy="4243750"/>
          </a:xfrm>
          <a:prstGeom prst="rect">
            <a:avLst/>
          </a:prstGeom>
          <a:noFill/>
          <a:ln>
            <a:noFill/>
          </a:ln>
        </p:spPr>
      </p:pic>
      <p:sp>
        <p:nvSpPr>
          <p:cNvPr id="242" name="Google Shape;242;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54"/>
          <p:cNvSpPr txBox="1"/>
          <p:nvPr>
            <p:ph type="title"/>
          </p:nvPr>
        </p:nvSpPr>
        <p:spPr>
          <a:xfrm>
            <a:off x="311700" y="1103800"/>
            <a:ext cx="8520600" cy="2531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t>Any ideas?</a:t>
            </a:r>
            <a:endParaRPr b="1"/>
          </a:p>
          <a:p>
            <a:pPr indent="0" lvl="0" marL="0" rtl="0" algn="ctr">
              <a:spcBef>
                <a:spcPts val="0"/>
              </a:spcBef>
              <a:spcAft>
                <a:spcPts val="0"/>
              </a:spcAft>
              <a:buNone/>
            </a:pPr>
            <a:r>
              <a:t/>
            </a:r>
            <a:endParaRPr sz="1811"/>
          </a:p>
          <a:p>
            <a:pPr indent="0" lvl="0" marL="0" rtl="0" algn="ctr">
              <a:spcBef>
                <a:spcPts val="0"/>
              </a:spcBef>
              <a:spcAft>
                <a:spcPts val="0"/>
              </a:spcAft>
              <a:buNone/>
            </a:pPr>
            <a:r>
              <a:t/>
            </a:r>
            <a:endParaRPr sz="1811"/>
          </a:p>
          <a:p>
            <a:pPr indent="0" lvl="0" marL="0" rtl="0" algn="ctr">
              <a:spcBef>
                <a:spcPts val="0"/>
              </a:spcBef>
              <a:spcAft>
                <a:spcPts val="0"/>
              </a:spcAft>
              <a:buNone/>
            </a:pPr>
            <a:r>
              <a:rPr lang="en" sz="3266"/>
              <a:t>How do you think the self-driving car works?</a:t>
            </a:r>
            <a:endParaRPr sz="3266"/>
          </a:p>
          <a:p>
            <a:pPr indent="0" lvl="0" marL="0" rtl="0" algn="ctr">
              <a:spcBef>
                <a:spcPts val="0"/>
              </a:spcBef>
              <a:spcAft>
                <a:spcPts val="0"/>
              </a:spcAft>
              <a:buNone/>
            </a:pPr>
            <a:r>
              <a:rPr lang="en" sz="3266"/>
              <a:t>What did you find interesting from the video?</a:t>
            </a:r>
            <a:endParaRPr sz="3266"/>
          </a:p>
        </p:txBody>
      </p:sp>
      <p:sp>
        <p:nvSpPr>
          <p:cNvPr id="248" name="Google Shape;248;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54"/>
          <p:cNvSpPr txBox="1"/>
          <p:nvPr>
            <p:ph idx="4294967295" type="subTitle"/>
          </p:nvPr>
        </p:nvSpPr>
        <p:spPr>
          <a:xfrm>
            <a:off x="311700" y="121800"/>
            <a:ext cx="82554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sz="2600">
                <a:solidFill>
                  <a:srgbClr val="000000"/>
                </a:solidFill>
              </a:rPr>
              <a:t>Warm-up </a:t>
            </a:r>
            <a:r>
              <a:rPr lang="en" sz="2600"/>
              <a:t>Answer</a:t>
            </a:r>
            <a:endParaRPr sz="26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55"/>
          <p:cNvSpPr txBox="1"/>
          <p:nvPr>
            <p:ph type="title"/>
          </p:nvPr>
        </p:nvSpPr>
        <p:spPr>
          <a:xfrm>
            <a:off x="311700" y="445025"/>
            <a:ext cx="2615400" cy="3999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3244"/>
              <a:t>Activity 1</a:t>
            </a:r>
            <a:endParaRPr b="1" sz="3244"/>
          </a:p>
          <a:p>
            <a:pPr indent="0" lvl="0" marL="0" rtl="0" algn="ctr">
              <a:spcBef>
                <a:spcPts val="0"/>
              </a:spcBef>
              <a:spcAft>
                <a:spcPts val="0"/>
              </a:spcAft>
              <a:buNone/>
            </a:pPr>
            <a:r>
              <a:t/>
            </a:r>
            <a:endParaRPr/>
          </a:p>
          <a:p>
            <a:pPr indent="0" lvl="0" marL="0" rtl="0" algn="ctr">
              <a:spcBef>
                <a:spcPts val="0"/>
              </a:spcBef>
              <a:spcAft>
                <a:spcPts val="0"/>
              </a:spcAft>
              <a:buNone/>
            </a:pPr>
            <a:r>
              <a:rPr lang="en" sz="2466"/>
              <a:t>Watch the Video:</a:t>
            </a:r>
            <a:br>
              <a:rPr lang="en" sz="2466"/>
            </a:br>
            <a:r>
              <a:rPr lang="en" sz="2466"/>
              <a:t>Anatomy of a Self-Driving Car</a:t>
            </a:r>
            <a:endParaRPr sz="2466"/>
          </a:p>
          <a:p>
            <a:pPr indent="0" lvl="0" marL="0" rtl="0" algn="ctr">
              <a:spcBef>
                <a:spcPts val="0"/>
              </a:spcBef>
              <a:spcAft>
                <a:spcPts val="0"/>
              </a:spcAft>
              <a:buNone/>
            </a:pPr>
            <a:r>
              <a:t/>
            </a:r>
            <a:endParaRPr sz="2466"/>
          </a:p>
          <a:p>
            <a:pPr indent="0" lvl="0" marL="0" rtl="0" algn="ctr">
              <a:spcBef>
                <a:spcPts val="0"/>
              </a:spcBef>
              <a:spcAft>
                <a:spcPts val="0"/>
              </a:spcAft>
              <a:buNone/>
            </a:pPr>
            <a:r>
              <a:rPr lang="en" sz="2466"/>
              <a:t>Complete the Worksheet section </a:t>
            </a:r>
            <a:r>
              <a:rPr b="1" lang="en" sz="2466"/>
              <a:t>Activity 1</a:t>
            </a:r>
            <a:r>
              <a:rPr lang="en" sz="2466"/>
              <a:t>.</a:t>
            </a:r>
            <a:endParaRPr sz="2466"/>
          </a:p>
        </p:txBody>
      </p:sp>
      <p:sp>
        <p:nvSpPr>
          <p:cNvPr id="255" name="Google Shape;255;p55"/>
          <p:cNvSpPr txBox="1"/>
          <p:nvPr>
            <p:ph idx="1" type="body"/>
          </p:nvPr>
        </p:nvSpPr>
        <p:spPr>
          <a:xfrm>
            <a:off x="4086350" y="4732075"/>
            <a:ext cx="3639000" cy="255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lang="en" sz="1025" u="sng">
                <a:solidFill>
                  <a:schemeClr val="hlink"/>
                </a:solidFill>
                <a:hlinkClick r:id="rId3"/>
              </a:rPr>
              <a:t>https://www.youtube.com/watch?v=gEy91PGGLER0</a:t>
            </a:r>
            <a:r>
              <a:rPr lang="en" sz="1025"/>
              <a:t> (3:11)</a:t>
            </a:r>
            <a:endParaRPr sz="1025"/>
          </a:p>
          <a:p>
            <a:pPr indent="0" lvl="0" marL="0" rtl="0" algn="l">
              <a:lnSpc>
                <a:spcPct val="95000"/>
              </a:lnSpc>
              <a:spcBef>
                <a:spcPts val="1200"/>
              </a:spcBef>
              <a:spcAft>
                <a:spcPts val="1200"/>
              </a:spcAft>
              <a:buSzPts val="688"/>
              <a:buNone/>
            </a:pPr>
            <a:r>
              <a:t/>
            </a:r>
            <a:endParaRPr sz="1025"/>
          </a:p>
        </p:txBody>
      </p:sp>
      <p:pic>
        <p:nvPicPr>
          <p:cNvPr descr="This animation explains the basic operation of self-driving vehicles. &#10;&#10;Content&#10;1) Sensors (radar, camera, LIDAR, ultrasonic) &#10;2) LIDAR as a key component (with lightrays) &#10;3) Cameras for obstacle and lane recognition &#10;4) GPS and digital maps &#10;5) Odometric data and sensors &#10;6) Processors (chips) for data fusion" id="256" name="Google Shape;256;p55" title="Autonomous car / self-driving car - How it works! (Animation)">
            <a:hlinkClick r:id="rId4"/>
          </p:cNvPr>
          <p:cNvPicPr preferRelativeResize="0"/>
          <p:nvPr/>
        </p:nvPicPr>
        <p:blipFill>
          <a:blip r:embed="rId5">
            <a:alphaModFix/>
          </a:blip>
          <a:stretch>
            <a:fillRect/>
          </a:stretch>
        </p:blipFill>
        <p:spPr>
          <a:xfrm>
            <a:off x="3002113" y="140313"/>
            <a:ext cx="6030566" cy="4522925"/>
          </a:xfrm>
          <a:prstGeom prst="rect">
            <a:avLst/>
          </a:prstGeom>
          <a:noFill/>
          <a:ln>
            <a:noFill/>
          </a:ln>
        </p:spPr>
      </p:pic>
      <p:sp>
        <p:nvSpPr>
          <p:cNvPr id="257" name="Google Shape;257;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56"/>
          <p:cNvSpPr txBox="1"/>
          <p:nvPr>
            <p:ph type="title"/>
          </p:nvPr>
        </p:nvSpPr>
        <p:spPr>
          <a:xfrm>
            <a:off x="311700" y="313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LiDAR: </a:t>
            </a:r>
            <a:r>
              <a:rPr b="1" lang="en">
                <a:solidFill>
                  <a:srgbClr val="0000FF"/>
                </a:solidFill>
              </a:rPr>
              <a:t>Li</a:t>
            </a:r>
            <a:r>
              <a:rPr lang="en"/>
              <a:t>ght </a:t>
            </a:r>
            <a:r>
              <a:rPr b="1" lang="en">
                <a:solidFill>
                  <a:srgbClr val="0000FF"/>
                </a:solidFill>
              </a:rPr>
              <a:t>D</a:t>
            </a:r>
            <a:r>
              <a:rPr lang="en"/>
              <a:t>etection </a:t>
            </a:r>
            <a:r>
              <a:rPr b="1" lang="en">
                <a:solidFill>
                  <a:srgbClr val="0000FF"/>
                </a:solidFill>
              </a:rPr>
              <a:t>a</a:t>
            </a:r>
            <a:r>
              <a:rPr lang="en"/>
              <a:t>nd </a:t>
            </a:r>
            <a:r>
              <a:rPr b="1" lang="en">
                <a:solidFill>
                  <a:srgbClr val="0000FF"/>
                </a:solidFill>
              </a:rPr>
              <a:t>R</a:t>
            </a:r>
            <a:r>
              <a:rPr lang="en"/>
              <a:t>anging</a:t>
            </a:r>
            <a:endParaRPr/>
          </a:p>
        </p:txBody>
      </p:sp>
      <p:sp>
        <p:nvSpPr>
          <p:cNvPr id="263" name="Google Shape;263;p56"/>
          <p:cNvSpPr txBox="1"/>
          <p:nvPr/>
        </p:nvSpPr>
        <p:spPr>
          <a:xfrm>
            <a:off x="7081050" y="77350"/>
            <a:ext cx="15045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500">
                <a:solidFill>
                  <a:srgbClr val="FF0000"/>
                </a:solidFill>
                <a:latin typeface="Permanent Marker"/>
                <a:ea typeface="Permanent Marker"/>
                <a:cs typeface="Permanent Marker"/>
                <a:sym typeface="Permanent Marker"/>
              </a:rPr>
              <a:t>Distance</a:t>
            </a:r>
            <a:endParaRPr sz="2500">
              <a:solidFill>
                <a:srgbClr val="FF0000"/>
              </a:solidFill>
              <a:latin typeface="Permanent Marker"/>
              <a:ea typeface="Permanent Marker"/>
              <a:cs typeface="Permanent Marker"/>
              <a:sym typeface="Permanent Marker"/>
            </a:endParaRPr>
          </a:p>
        </p:txBody>
      </p:sp>
      <p:cxnSp>
        <p:nvCxnSpPr>
          <p:cNvPr id="264" name="Google Shape;264;p56"/>
          <p:cNvCxnSpPr>
            <a:stCxn id="263" idx="1"/>
          </p:cNvCxnSpPr>
          <p:nvPr/>
        </p:nvCxnSpPr>
        <p:spPr>
          <a:xfrm flipH="1">
            <a:off x="5689350" y="362050"/>
            <a:ext cx="1391700" cy="216000"/>
          </a:xfrm>
          <a:prstGeom prst="curvedConnector3">
            <a:avLst>
              <a:gd fmla="val 50000" name="adj1"/>
            </a:avLst>
          </a:prstGeom>
          <a:noFill/>
          <a:ln cap="flat" cmpd="sng" w="9525">
            <a:solidFill>
              <a:srgbClr val="FF0000"/>
            </a:solidFill>
            <a:prstDash val="solid"/>
            <a:round/>
            <a:headEnd len="med" w="med" type="none"/>
            <a:tailEnd len="med" w="med" type="triangle"/>
          </a:ln>
        </p:spPr>
      </p:cxnSp>
      <p:sp>
        <p:nvSpPr>
          <p:cNvPr id="265" name="Google Shape;265;p56"/>
          <p:cNvSpPr txBox="1"/>
          <p:nvPr/>
        </p:nvSpPr>
        <p:spPr>
          <a:xfrm>
            <a:off x="1082529" y="2298050"/>
            <a:ext cx="32208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000">
                <a:solidFill>
                  <a:schemeClr val="dk1"/>
                </a:solidFill>
              </a:rPr>
              <a:t>The LiDAR sensor is often mounted on the roof and rotates to get a 360</a:t>
            </a:r>
            <a:r>
              <a:rPr baseline="30000" lang="en" sz="2000">
                <a:solidFill>
                  <a:schemeClr val="dk1"/>
                </a:solidFill>
              </a:rPr>
              <a:t>o</a:t>
            </a:r>
            <a:r>
              <a:rPr lang="en" sz="2000">
                <a:solidFill>
                  <a:schemeClr val="dk1"/>
                </a:solidFill>
              </a:rPr>
              <a:t> view.</a:t>
            </a:r>
            <a:endParaRPr sz="2000"/>
          </a:p>
        </p:txBody>
      </p:sp>
      <p:pic>
        <p:nvPicPr>
          <p:cNvPr id="266" name="Google Shape;266;p56"/>
          <p:cNvPicPr preferRelativeResize="0"/>
          <p:nvPr/>
        </p:nvPicPr>
        <p:blipFill>
          <a:blip r:embed="rId3">
            <a:alphaModFix/>
          </a:blip>
          <a:stretch>
            <a:fillRect/>
          </a:stretch>
        </p:blipFill>
        <p:spPr>
          <a:xfrm>
            <a:off x="4833499" y="2862650"/>
            <a:ext cx="4163250" cy="2280850"/>
          </a:xfrm>
          <a:prstGeom prst="rect">
            <a:avLst/>
          </a:prstGeom>
          <a:noFill/>
          <a:ln>
            <a:noFill/>
          </a:ln>
        </p:spPr>
      </p:pic>
      <p:cxnSp>
        <p:nvCxnSpPr>
          <p:cNvPr id="267" name="Google Shape;267;p56"/>
          <p:cNvCxnSpPr/>
          <p:nvPr/>
        </p:nvCxnSpPr>
        <p:spPr>
          <a:xfrm>
            <a:off x="3682275" y="2695950"/>
            <a:ext cx="2966100" cy="511500"/>
          </a:xfrm>
          <a:prstGeom prst="straightConnector1">
            <a:avLst/>
          </a:prstGeom>
          <a:noFill/>
          <a:ln cap="flat" cmpd="sng" w="28575">
            <a:solidFill>
              <a:srgbClr val="FF0000"/>
            </a:solidFill>
            <a:prstDash val="solid"/>
            <a:round/>
            <a:headEnd len="med" w="med" type="none"/>
            <a:tailEnd len="med" w="med" type="stealth"/>
          </a:ln>
        </p:spPr>
      </p:cxnSp>
      <p:sp>
        <p:nvSpPr>
          <p:cNvPr id="268" name="Google Shape;268;p56"/>
          <p:cNvSpPr txBox="1"/>
          <p:nvPr/>
        </p:nvSpPr>
        <p:spPr>
          <a:xfrm>
            <a:off x="1289625" y="1427850"/>
            <a:ext cx="6049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solidFill>
                  <a:schemeClr val="dk1"/>
                </a:solidFill>
              </a:rPr>
              <a:t>LiDAR can see about 1.5 football fields.</a:t>
            </a:r>
            <a:endParaRPr sz="2200"/>
          </a:p>
        </p:txBody>
      </p:sp>
      <p:sp>
        <p:nvSpPr>
          <p:cNvPr id="269" name="Google Shape;269;p56"/>
          <p:cNvSpPr txBox="1"/>
          <p:nvPr/>
        </p:nvSpPr>
        <p:spPr>
          <a:xfrm>
            <a:off x="1075025" y="3528775"/>
            <a:ext cx="3381000" cy="13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t>Lower resolution LiDAR sensors are sometimes placed around the bumpers for obstacle detection.</a:t>
            </a:r>
            <a:endParaRPr sz="2000"/>
          </a:p>
        </p:txBody>
      </p:sp>
      <p:cxnSp>
        <p:nvCxnSpPr>
          <p:cNvPr id="270" name="Google Shape;270;p56"/>
          <p:cNvCxnSpPr/>
          <p:nvPr/>
        </p:nvCxnSpPr>
        <p:spPr>
          <a:xfrm>
            <a:off x="3930675" y="3872225"/>
            <a:ext cx="1819200" cy="723300"/>
          </a:xfrm>
          <a:prstGeom prst="straightConnector1">
            <a:avLst/>
          </a:prstGeom>
          <a:noFill/>
          <a:ln cap="flat" cmpd="sng" w="28575">
            <a:solidFill>
              <a:srgbClr val="FF0000"/>
            </a:solidFill>
            <a:prstDash val="solid"/>
            <a:round/>
            <a:headEnd len="med" w="med" type="none"/>
            <a:tailEnd len="med" w="med" type="stealth"/>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6" name="Google Shape;276;p57"/>
          <p:cNvPicPr preferRelativeResize="0"/>
          <p:nvPr/>
        </p:nvPicPr>
        <p:blipFill rotWithShape="1">
          <a:blip r:embed="rId3">
            <a:alphaModFix/>
          </a:blip>
          <a:srcRect b="8974" l="5008" r="5554" t="8229"/>
          <a:stretch/>
        </p:blipFill>
        <p:spPr>
          <a:xfrm>
            <a:off x="1719966" y="2234400"/>
            <a:ext cx="6008558" cy="2909100"/>
          </a:xfrm>
          <a:prstGeom prst="rect">
            <a:avLst/>
          </a:prstGeom>
          <a:noFill/>
          <a:ln>
            <a:noFill/>
          </a:ln>
        </p:spPr>
      </p:pic>
      <p:sp>
        <p:nvSpPr>
          <p:cNvPr id="277" name="Google Shape;277;p57"/>
          <p:cNvSpPr txBox="1"/>
          <p:nvPr/>
        </p:nvSpPr>
        <p:spPr>
          <a:xfrm>
            <a:off x="427350" y="173850"/>
            <a:ext cx="8593800" cy="939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FF0000"/>
                </a:solidFill>
                <a:latin typeface="Permanent Marker"/>
                <a:ea typeface="Permanent Marker"/>
                <a:cs typeface="Permanent Marker"/>
                <a:sym typeface="Permanent Marker"/>
              </a:rPr>
              <a:t>LiDAR </a:t>
            </a:r>
            <a:r>
              <a:rPr lang="en" sz="1900"/>
              <a:t>technology uses infrared laser light to create a three-dimensional image of an environment. </a:t>
            </a:r>
            <a:endParaRPr sz="1900"/>
          </a:p>
        </p:txBody>
      </p:sp>
      <p:sp>
        <p:nvSpPr>
          <p:cNvPr id="278" name="Google Shape;278;p57"/>
          <p:cNvSpPr txBox="1"/>
          <p:nvPr/>
        </p:nvSpPr>
        <p:spPr>
          <a:xfrm>
            <a:off x="1214450" y="1033800"/>
            <a:ext cx="7746000" cy="1200600"/>
          </a:xfrm>
          <a:prstGeom prst="rect">
            <a:avLst/>
          </a:prstGeom>
          <a:noFill/>
          <a:ln>
            <a:noFill/>
          </a:ln>
        </p:spPr>
        <p:txBody>
          <a:bodyPr anchorCtr="0" anchor="t" bIns="91425" lIns="91425" spcFirstLastPara="1" rIns="91425" wrap="square" tIns="274300">
            <a:spAutoFit/>
          </a:bodyPr>
          <a:lstStyle/>
          <a:p>
            <a:pPr indent="-342900" lvl="0" marL="274320" rtl="0" algn="l">
              <a:spcBef>
                <a:spcPts val="0"/>
              </a:spcBef>
              <a:spcAft>
                <a:spcPts val="0"/>
              </a:spcAft>
              <a:buClr>
                <a:schemeClr val="dk1"/>
              </a:buClr>
              <a:buSzPts val="1800"/>
              <a:buChar char="●"/>
            </a:pPr>
            <a:r>
              <a:rPr lang="en" sz="1800">
                <a:solidFill>
                  <a:schemeClr val="dk1"/>
                </a:solidFill>
              </a:rPr>
              <a:t>LiDAR works by sending out pulses of infrared light </a:t>
            </a:r>
            <a:endParaRPr sz="1800">
              <a:solidFill>
                <a:schemeClr val="dk1"/>
              </a:solidFill>
            </a:endParaRPr>
          </a:p>
          <a:p>
            <a:pPr indent="-342900" lvl="0" marL="274320" rtl="0" algn="l">
              <a:spcBef>
                <a:spcPts val="0"/>
              </a:spcBef>
              <a:spcAft>
                <a:spcPts val="0"/>
              </a:spcAft>
              <a:buClr>
                <a:schemeClr val="dk1"/>
              </a:buClr>
              <a:buSzPts val="1800"/>
              <a:buChar char="●"/>
            </a:pPr>
            <a:r>
              <a:rPr lang="en" sz="1800">
                <a:solidFill>
                  <a:schemeClr val="dk1"/>
                </a:solidFill>
              </a:rPr>
              <a:t>It measures the time it takes for the light to bounce off objects and return to the sensor</a:t>
            </a:r>
            <a:endParaRPr sz="2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RADAR - </a:t>
            </a:r>
            <a:r>
              <a:rPr b="1" lang="en">
                <a:solidFill>
                  <a:srgbClr val="0000FF"/>
                </a:solidFill>
              </a:rPr>
              <a:t>Ra</a:t>
            </a:r>
            <a:r>
              <a:rPr lang="en"/>
              <a:t>dio </a:t>
            </a:r>
            <a:r>
              <a:rPr b="1" lang="en">
                <a:solidFill>
                  <a:srgbClr val="0000FF"/>
                </a:solidFill>
              </a:rPr>
              <a:t>D</a:t>
            </a:r>
            <a:r>
              <a:rPr lang="en"/>
              <a:t>etection </a:t>
            </a:r>
            <a:r>
              <a:rPr b="1" lang="en">
                <a:solidFill>
                  <a:srgbClr val="0000FF"/>
                </a:solidFill>
              </a:rPr>
              <a:t>A</a:t>
            </a:r>
            <a:r>
              <a:rPr lang="en"/>
              <a:t>nd </a:t>
            </a:r>
            <a:r>
              <a:rPr b="1" lang="en">
                <a:solidFill>
                  <a:srgbClr val="0000FF"/>
                </a:solidFill>
              </a:rPr>
              <a:t>R</a:t>
            </a:r>
            <a:r>
              <a:rPr lang="en"/>
              <a:t>anging</a:t>
            </a:r>
            <a:endParaRPr/>
          </a:p>
        </p:txBody>
      </p:sp>
      <p:sp>
        <p:nvSpPr>
          <p:cNvPr id="284" name="Google Shape;284;p58"/>
          <p:cNvSpPr txBox="1"/>
          <p:nvPr>
            <p:ph idx="1" type="body"/>
          </p:nvPr>
        </p:nvSpPr>
        <p:spPr>
          <a:xfrm>
            <a:off x="311700" y="1152475"/>
            <a:ext cx="4373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Radar uses radio waves instead of light</a:t>
            </a:r>
            <a:endParaRPr/>
          </a:p>
          <a:p>
            <a:pPr indent="0" lvl="0" marL="0" rtl="0" algn="l">
              <a:spcBef>
                <a:spcPts val="1200"/>
              </a:spcBef>
              <a:spcAft>
                <a:spcPts val="0"/>
              </a:spcAft>
              <a:buNone/>
            </a:pPr>
            <a:r>
              <a:rPr lang="en"/>
              <a:t>Advantage - can see through fog, rain, snow, or other low visibility conditions.</a:t>
            </a:r>
            <a:endParaRPr/>
          </a:p>
          <a:p>
            <a:pPr indent="0" lvl="0" marL="0" rtl="0" algn="l">
              <a:spcBef>
                <a:spcPts val="1200"/>
              </a:spcBef>
              <a:spcAft>
                <a:spcPts val="0"/>
              </a:spcAft>
              <a:buNone/>
            </a:pPr>
            <a:r>
              <a:rPr lang="en"/>
              <a:t>Radar is used for obstacle avoidance like LiDAR.</a:t>
            </a:r>
            <a:endParaRPr/>
          </a:p>
          <a:p>
            <a:pPr indent="0" lvl="0" marL="0" rtl="0" algn="l">
              <a:spcBef>
                <a:spcPts val="1200"/>
              </a:spcBef>
              <a:spcAft>
                <a:spcPts val="1200"/>
              </a:spcAft>
              <a:buNone/>
            </a:pPr>
            <a:r>
              <a:rPr lang="en"/>
              <a:t>Radar is lower resolution than LIiDAR, but also less expensive.</a:t>
            </a:r>
            <a:endParaRPr/>
          </a:p>
        </p:txBody>
      </p:sp>
      <p:sp>
        <p:nvSpPr>
          <p:cNvPr id="285" name="Google Shape;285;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86" name="Google Shape;286;p58"/>
          <p:cNvPicPr preferRelativeResize="0"/>
          <p:nvPr/>
        </p:nvPicPr>
        <p:blipFill rotWithShape="1">
          <a:blip r:embed="rId3">
            <a:alphaModFix/>
          </a:blip>
          <a:srcRect b="0" l="14843" r="19128" t="0"/>
          <a:stretch/>
        </p:blipFill>
        <p:spPr>
          <a:xfrm>
            <a:off x="5284225" y="1017733"/>
            <a:ext cx="3293451" cy="2003167"/>
          </a:xfrm>
          <a:prstGeom prst="rect">
            <a:avLst/>
          </a:prstGeom>
          <a:noFill/>
          <a:ln>
            <a:noFill/>
          </a:ln>
        </p:spPr>
      </p:pic>
      <p:grpSp>
        <p:nvGrpSpPr>
          <p:cNvPr id="287" name="Google Shape;287;p58"/>
          <p:cNvGrpSpPr/>
          <p:nvPr/>
        </p:nvGrpSpPr>
        <p:grpSpPr>
          <a:xfrm>
            <a:off x="5051165" y="3158063"/>
            <a:ext cx="3602714" cy="1822575"/>
            <a:chOff x="5088540" y="1087613"/>
            <a:chExt cx="3602714" cy="1822575"/>
          </a:xfrm>
        </p:grpSpPr>
        <p:pic>
          <p:nvPicPr>
            <p:cNvPr id="288" name="Google Shape;288;p58"/>
            <p:cNvPicPr preferRelativeResize="0"/>
            <p:nvPr/>
          </p:nvPicPr>
          <p:blipFill rotWithShape="1">
            <a:blip r:embed="rId4">
              <a:alphaModFix/>
            </a:blip>
            <a:srcRect b="0" l="39478" r="0" t="0"/>
            <a:stretch/>
          </p:blipFill>
          <p:spPr>
            <a:xfrm>
              <a:off x="5088540" y="1087613"/>
              <a:ext cx="3602714" cy="1822575"/>
            </a:xfrm>
            <a:prstGeom prst="rect">
              <a:avLst/>
            </a:prstGeom>
            <a:noFill/>
            <a:ln>
              <a:noFill/>
            </a:ln>
          </p:spPr>
        </p:pic>
        <p:sp>
          <p:nvSpPr>
            <p:cNvPr id="289" name="Google Shape;289;p58"/>
            <p:cNvSpPr txBox="1"/>
            <p:nvPr/>
          </p:nvSpPr>
          <p:spPr>
            <a:xfrm>
              <a:off x="5519100" y="1566300"/>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car</a:t>
              </a:r>
              <a:endParaRPr>
                <a:solidFill>
                  <a:schemeClr val="lt1"/>
                </a:solidFill>
              </a:endParaRPr>
            </a:p>
          </p:txBody>
        </p:sp>
        <p:sp>
          <p:nvSpPr>
            <p:cNvPr id="290" name="Google Shape;290;p58"/>
            <p:cNvSpPr txBox="1"/>
            <p:nvPr/>
          </p:nvSpPr>
          <p:spPr>
            <a:xfrm>
              <a:off x="7119300" y="1566300"/>
              <a:ext cx="548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car</a:t>
              </a:r>
              <a:endParaRPr>
                <a:solidFill>
                  <a:schemeClr val="lt1"/>
                </a:solidFill>
              </a:endParaRPr>
            </a:p>
          </p:txBody>
        </p:sp>
      </p:grpSp>
      <p:sp>
        <p:nvSpPr>
          <p:cNvPr id="291" name="Google Shape;291;p58"/>
          <p:cNvSpPr txBox="1"/>
          <p:nvPr/>
        </p:nvSpPr>
        <p:spPr>
          <a:xfrm>
            <a:off x="5094500" y="3174600"/>
            <a:ext cx="3602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rPr>
              <a:t>RADAR in Foggy Conditions</a:t>
            </a:r>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Radar for Obstacle Detection in Low-Visibility Situations</a:t>
            </a:r>
            <a:endParaRPr/>
          </a:p>
        </p:txBody>
      </p:sp>
      <p:sp>
        <p:nvSpPr>
          <p:cNvPr id="297" name="Google Shape;297;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98" name="Google Shape;298;p59"/>
          <p:cNvPicPr preferRelativeResize="0"/>
          <p:nvPr/>
        </p:nvPicPr>
        <p:blipFill>
          <a:blip r:embed="rId3">
            <a:alphaModFix/>
          </a:blip>
          <a:stretch>
            <a:fillRect/>
          </a:stretch>
        </p:blipFill>
        <p:spPr>
          <a:xfrm>
            <a:off x="992550" y="1017725"/>
            <a:ext cx="7319157" cy="3820975"/>
          </a:xfrm>
          <a:prstGeom prst="rect">
            <a:avLst/>
          </a:prstGeom>
          <a:noFill/>
          <a:ln>
            <a:noFill/>
          </a:ln>
        </p:spPr>
      </p:pic>
      <p:sp>
        <p:nvSpPr>
          <p:cNvPr id="299" name="Google Shape;299;p59"/>
          <p:cNvSpPr txBox="1"/>
          <p:nvPr/>
        </p:nvSpPr>
        <p:spPr>
          <a:xfrm>
            <a:off x="937850" y="4837725"/>
            <a:ext cx="50214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Figure from </a:t>
            </a:r>
            <a:r>
              <a:rPr lang="en" sz="1000" u="sng">
                <a:solidFill>
                  <a:schemeClr val="hlink"/>
                </a:solidFill>
                <a:hlinkClick r:id="rId4"/>
              </a:rPr>
              <a:t>https://semiengineering.com/here-comes-high-res-car-radar/</a:t>
            </a:r>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p60"/>
          <p:cNvPicPr preferRelativeResize="0"/>
          <p:nvPr/>
        </p:nvPicPr>
        <p:blipFill>
          <a:blip r:embed="rId3">
            <a:alphaModFix/>
          </a:blip>
          <a:stretch>
            <a:fillRect/>
          </a:stretch>
        </p:blipFill>
        <p:spPr>
          <a:xfrm>
            <a:off x="934037" y="0"/>
            <a:ext cx="8190327" cy="5143500"/>
          </a:xfrm>
          <a:prstGeom prst="rect">
            <a:avLst/>
          </a:prstGeom>
          <a:noFill/>
          <a:ln>
            <a:noFill/>
          </a:ln>
        </p:spPr>
      </p:pic>
      <p:sp>
        <p:nvSpPr>
          <p:cNvPr id="305" name="Google Shape;305;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6" name="Google Shape;306;p60"/>
          <p:cNvSpPr txBox="1"/>
          <p:nvPr/>
        </p:nvSpPr>
        <p:spPr>
          <a:xfrm>
            <a:off x="6271850" y="1367700"/>
            <a:ext cx="1836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Sensor fusion: RADAR + LiDAR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Computer Vision - How self-driving cars see</a:t>
            </a:r>
            <a:endParaRPr/>
          </a:p>
        </p:txBody>
      </p:sp>
      <p:sp>
        <p:nvSpPr>
          <p:cNvPr id="312" name="Google Shape;312;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
              <a:t>What sensor do you think it</a:t>
            </a:r>
            <a:br>
              <a:rPr b="1" lang="en"/>
            </a:br>
            <a:r>
              <a:rPr b="1" lang="en"/>
              <a:t>uses to:</a:t>
            </a:r>
            <a:endParaRPr b="1"/>
          </a:p>
          <a:p>
            <a:pPr indent="-308610" lvl="0" marL="457200" rtl="0" algn="l">
              <a:spcBef>
                <a:spcPts val="1200"/>
              </a:spcBef>
              <a:spcAft>
                <a:spcPts val="0"/>
              </a:spcAft>
              <a:buSzPct val="100000"/>
              <a:buChar char="●"/>
            </a:pPr>
            <a:r>
              <a:rPr lang="en"/>
              <a:t>Read traffic signs</a:t>
            </a:r>
            <a:endParaRPr/>
          </a:p>
          <a:p>
            <a:pPr indent="-308610" lvl="0" marL="457200" rtl="0" algn="l">
              <a:spcBef>
                <a:spcPts val="0"/>
              </a:spcBef>
              <a:spcAft>
                <a:spcPts val="0"/>
              </a:spcAft>
              <a:buClr>
                <a:schemeClr val="dk1"/>
              </a:buClr>
              <a:buSzPct val="100000"/>
              <a:buChar char="●"/>
            </a:pPr>
            <a:r>
              <a:rPr lang="en">
                <a:solidFill>
                  <a:schemeClr val="dk1"/>
                </a:solidFill>
              </a:rPr>
              <a:t>Read traffic lights</a:t>
            </a:r>
            <a:endParaRPr/>
          </a:p>
          <a:p>
            <a:pPr indent="-308610" lvl="0" marL="457200" rtl="0" algn="l">
              <a:spcBef>
                <a:spcPts val="0"/>
              </a:spcBef>
              <a:spcAft>
                <a:spcPts val="0"/>
              </a:spcAft>
              <a:buSzPct val="100000"/>
              <a:buChar char="●"/>
            </a:pPr>
            <a:r>
              <a:rPr lang="en"/>
              <a:t>Detect lane markers</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Which sensors do you think it</a:t>
            </a:r>
            <a:br>
              <a:rPr b="1" lang="en"/>
            </a:br>
            <a:r>
              <a:rPr b="1" lang="en"/>
              <a:t>Is using to:</a:t>
            </a:r>
            <a:endParaRPr b="1"/>
          </a:p>
          <a:p>
            <a:pPr indent="-308610" lvl="0" marL="457200" rtl="0" algn="l">
              <a:spcBef>
                <a:spcPts val="1200"/>
              </a:spcBef>
              <a:spcAft>
                <a:spcPts val="0"/>
              </a:spcAft>
              <a:buSzPct val="100000"/>
              <a:buChar char="●"/>
            </a:pPr>
            <a:r>
              <a:rPr lang="en"/>
              <a:t>Pedestrian detection</a:t>
            </a:r>
            <a:endParaRPr/>
          </a:p>
          <a:p>
            <a:pPr indent="-308610" lvl="0" marL="457200" rtl="0" algn="l">
              <a:spcBef>
                <a:spcPts val="0"/>
              </a:spcBef>
              <a:spcAft>
                <a:spcPts val="0"/>
              </a:spcAft>
              <a:buSzPct val="100000"/>
              <a:buChar char="●"/>
            </a:pPr>
            <a:r>
              <a:rPr lang="en"/>
              <a:t>Obstacle detection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313" name="Google Shape;313;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14" name="Google Shape;314;p61"/>
          <p:cNvPicPr preferRelativeResize="0"/>
          <p:nvPr/>
        </p:nvPicPr>
        <p:blipFill>
          <a:blip r:embed="rId3">
            <a:alphaModFix/>
          </a:blip>
          <a:stretch>
            <a:fillRect/>
          </a:stretch>
        </p:blipFill>
        <p:spPr>
          <a:xfrm>
            <a:off x="2942162" y="1178175"/>
            <a:ext cx="6078988" cy="341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Computer Vision - How self-driving cars see</a:t>
            </a:r>
            <a:endParaRPr/>
          </a:p>
        </p:txBody>
      </p:sp>
      <p:sp>
        <p:nvSpPr>
          <p:cNvPr id="320" name="Google Shape;320;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b="1" lang="en">
                <a:solidFill>
                  <a:srgbClr val="9900FF"/>
                </a:solidFill>
              </a:rPr>
              <a:t>Camera (visible light only)</a:t>
            </a:r>
            <a:endParaRPr b="1">
              <a:solidFill>
                <a:srgbClr val="9900FF"/>
              </a:solidFill>
            </a:endParaRPr>
          </a:p>
          <a:p>
            <a:pPr indent="-317182" lvl="0" marL="457200" rtl="0" algn="l">
              <a:spcBef>
                <a:spcPts val="1200"/>
              </a:spcBef>
              <a:spcAft>
                <a:spcPts val="0"/>
              </a:spcAft>
              <a:buSzPct val="100000"/>
              <a:buChar char="●"/>
            </a:pPr>
            <a:r>
              <a:rPr lang="en"/>
              <a:t>Read traffic signs</a:t>
            </a:r>
            <a:endParaRPr/>
          </a:p>
          <a:p>
            <a:pPr indent="-317182" lvl="0" marL="457200" rtl="0" algn="l">
              <a:spcBef>
                <a:spcPts val="0"/>
              </a:spcBef>
              <a:spcAft>
                <a:spcPts val="0"/>
              </a:spcAft>
              <a:buClr>
                <a:schemeClr val="dk1"/>
              </a:buClr>
              <a:buSzPct val="100000"/>
              <a:buChar char="●"/>
            </a:pPr>
            <a:r>
              <a:rPr lang="en">
                <a:solidFill>
                  <a:schemeClr val="dk1"/>
                </a:solidFill>
              </a:rPr>
              <a:t>Read traffic lights</a:t>
            </a:r>
            <a:endParaRPr/>
          </a:p>
          <a:p>
            <a:pPr indent="-317182" lvl="0" marL="457200" rtl="0" algn="l">
              <a:spcBef>
                <a:spcPts val="0"/>
              </a:spcBef>
              <a:spcAft>
                <a:spcPts val="0"/>
              </a:spcAft>
              <a:buSzPct val="100000"/>
              <a:buChar char="●"/>
            </a:pPr>
            <a:r>
              <a:rPr lang="en"/>
              <a:t>Detect lane markers</a:t>
            </a:r>
            <a:endParaRPr/>
          </a:p>
          <a:p>
            <a:pPr indent="0" lvl="0" marL="0" rtl="0" algn="l">
              <a:spcBef>
                <a:spcPts val="1200"/>
              </a:spcBef>
              <a:spcAft>
                <a:spcPts val="0"/>
              </a:spcAft>
              <a:buNone/>
            </a:pPr>
            <a:r>
              <a:t/>
            </a:r>
            <a:endParaRPr/>
          </a:p>
          <a:p>
            <a:pPr indent="0" lvl="0" marL="0" rtl="0" algn="l">
              <a:spcBef>
                <a:spcPts val="1200"/>
              </a:spcBef>
              <a:spcAft>
                <a:spcPts val="0"/>
              </a:spcAft>
              <a:buNone/>
            </a:pPr>
            <a:r>
              <a:rPr b="1" lang="en"/>
              <a:t>Sensor Fusion:</a:t>
            </a:r>
            <a:br>
              <a:rPr b="1" lang="en"/>
            </a:br>
            <a:r>
              <a:rPr b="1" lang="en"/>
              <a:t>   Camera, LIDAR, RADAR</a:t>
            </a:r>
            <a:endParaRPr b="1"/>
          </a:p>
          <a:p>
            <a:pPr indent="-317182" lvl="0" marL="457200" rtl="0" algn="l">
              <a:spcBef>
                <a:spcPts val="1200"/>
              </a:spcBef>
              <a:spcAft>
                <a:spcPts val="0"/>
              </a:spcAft>
              <a:buSzPct val="100000"/>
              <a:buChar char="●"/>
            </a:pPr>
            <a:r>
              <a:rPr lang="en"/>
              <a:t>Pedestrian detection</a:t>
            </a:r>
            <a:endParaRPr/>
          </a:p>
          <a:p>
            <a:pPr indent="-317182" lvl="0" marL="457200" rtl="0" algn="l">
              <a:spcBef>
                <a:spcPts val="0"/>
              </a:spcBef>
              <a:spcAft>
                <a:spcPts val="0"/>
              </a:spcAft>
              <a:buSzPct val="100000"/>
              <a:buChar char="●"/>
            </a:pPr>
            <a:r>
              <a:rPr lang="en"/>
              <a:t>Obstacle detection</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321" name="Google Shape;321;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22" name="Google Shape;322;p62"/>
          <p:cNvPicPr preferRelativeResize="0"/>
          <p:nvPr/>
        </p:nvPicPr>
        <p:blipFill>
          <a:blip r:embed="rId3">
            <a:alphaModFix/>
          </a:blip>
          <a:stretch>
            <a:fillRect/>
          </a:stretch>
        </p:blipFill>
        <p:spPr>
          <a:xfrm>
            <a:off x="2942162" y="1178175"/>
            <a:ext cx="6078988" cy="3416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p63"/>
          <p:cNvPicPr preferRelativeResize="0"/>
          <p:nvPr/>
        </p:nvPicPr>
        <p:blipFill>
          <a:blip r:embed="rId3">
            <a:alphaModFix/>
          </a:blip>
          <a:stretch>
            <a:fillRect/>
          </a:stretch>
        </p:blipFill>
        <p:spPr>
          <a:xfrm>
            <a:off x="5838400" y="76350"/>
            <a:ext cx="3182749" cy="2714701"/>
          </a:xfrm>
          <a:prstGeom prst="rect">
            <a:avLst/>
          </a:prstGeom>
          <a:noFill/>
          <a:ln>
            <a:noFill/>
          </a:ln>
        </p:spPr>
      </p:pic>
      <p:sp>
        <p:nvSpPr>
          <p:cNvPr id="328" name="Google Shape;32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GPS: The Global Positioning System</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329" name="Google Shape;329;p63"/>
          <p:cNvSpPr txBox="1"/>
          <p:nvPr>
            <p:ph idx="1" type="body"/>
          </p:nvPr>
        </p:nvSpPr>
        <p:spPr>
          <a:xfrm>
            <a:off x="159300" y="1152475"/>
            <a:ext cx="6103800" cy="351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does GPS Work?</a:t>
            </a:r>
            <a:endParaRPr/>
          </a:p>
          <a:p>
            <a:pPr indent="-342900" lvl="0" marL="457200" rtl="0" algn="l">
              <a:spcBef>
                <a:spcPts val="1200"/>
              </a:spcBef>
              <a:spcAft>
                <a:spcPts val="0"/>
              </a:spcAft>
              <a:buSzPts val="1800"/>
              <a:buChar char="●"/>
            </a:pPr>
            <a:r>
              <a:rPr lang="en"/>
              <a:t>GPS is a network of satellites orbiting earth</a:t>
            </a:r>
            <a:endParaRPr/>
          </a:p>
          <a:p>
            <a:pPr indent="-342900" lvl="0" marL="457200" rtl="0" algn="l">
              <a:spcBef>
                <a:spcPts val="0"/>
              </a:spcBef>
              <a:spcAft>
                <a:spcPts val="0"/>
              </a:spcAft>
              <a:buSzPts val="1800"/>
              <a:buChar char="●"/>
            </a:pPr>
            <a:r>
              <a:rPr lang="en"/>
              <a:t>Each satellite has an atomic clock </a:t>
            </a:r>
            <a:endParaRPr/>
          </a:p>
          <a:p>
            <a:pPr indent="-342900" lvl="0" marL="457200" rtl="0" algn="l">
              <a:spcBef>
                <a:spcPts val="0"/>
              </a:spcBef>
              <a:spcAft>
                <a:spcPts val="0"/>
              </a:spcAft>
              <a:buClr>
                <a:schemeClr val="dk1"/>
              </a:buClr>
              <a:buSzPts val="1800"/>
              <a:buChar char="●"/>
            </a:pPr>
            <a:r>
              <a:rPr lang="en">
                <a:solidFill>
                  <a:schemeClr val="dk1"/>
                </a:solidFill>
              </a:rPr>
              <a:t>Each satellite broadcasts the time and its trajectory</a:t>
            </a:r>
            <a:endParaRPr>
              <a:solidFill>
                <a:schemeClr val="dk1"/>
              </a:solidFill>
            </a:endParaRPr>
          </a:p>
          <a:p>
            <a:pPr indent="-342900" lvl="0" marL="457200" rtl="0" algn="l">
              <a:spcBef>
                <a:spcPts val="0"/>
              </a:spcBef>
              <a:spcAft>
                <a:spcPts val="0"/>
              </a:spcAft>
              <a:buSzPts val="1800"/>
              <a:buChar char="●"/>
            </a:pPr>
            <a:r>
              <a:rPr lang="en"/>
              <a:t>By combining data from multiple satellites</a:t>
            </a:r>
            <a:br>
              <a:rPr lang="en"/>
            </a:br>
            <a:r>
              <a:rPr lang="en"/>
              <a:t>and looking at the time differences, a GPS</a:t>
            </a:r>
            <a:br>
              <a:rPr lang="en"/>
            </a:br>
            <a:r>
              <a:rPr lang="en"/>
              <a:t>receiver can calculate its position.</a:t>
            </a:r>
            <a:br>
              <a:rPr lang="en"/>
            </a:br>
            <a:r>
              <a:rPr lang="en"/>
              <a:t>This is called </a:t>
            </a:r>
            <a:r>
              <a:rPr b="1" lang="en"/>
              <a:t>triangulation</a:t>
            </a:r>
            <a:r>
              <a:rPr lang="en"/>
              <a:t>.</a:t>
            </a:r>
            <a:endParaRPr/>
          </a:p>
        </p:txBody>
      </p:sp>
      <p:sp>
        <p:nvSpPr>
          <p:cNvPr id="330" name="Google Shape;330;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1" name="Google Shape;331;p63"/>
          <p:cNvSpPr txBox="1"/>
          <p:nvPr/>
        </p:nvSpPr>
        <p:spPr>
          <a:xfrm>
            <a:off x="6185550" y="2904250"/>
            <a:ext cx="2835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u="sng">
                <a:solidFill>
                  <a:schemeClr val="hlink"/>
                </a:solidFill>
                <a:highlight>
                  <a:srgbClr val="FFFFFF"/>
                </a:highlight>
                <a:latin typeface="Roboto"/>
                <a:ea typeface="Roboto"/>
                <a:cs typeface="Roboto"/>
                <a:sym typeface="Roboto"/>
                <a:hlinkClick r:id="rId4"/>
              </a:rPr>
              <a:t>GPS is a network of satellites orbiting Earth</a:t>
            </a:r>
            <a:endParaRPr/>
          </a:p>
        </p:txBody>
      </p:sp>
      <p:pic>
        <p:nvPicPr>
          <p:cNvPr id="332" name="Google Shape;332;p63"/>
          <p:cNvPicPr preferRelativeResize="0"/>
          <p:nvPr/>
        </p:nvPicPr>
        <p:blipFill rotWithShape="1">
          <a:blip r:embed="rId5">
            <a:alphaModFix/>
          </a:blip>
          <a:srcRect b="12095" l="0" r="17101" t="0"/>
          <a:stretch/>
        </p:blipFill>
        <p:spPr>
          <a:xfrm>
            <a:off x="4295300" y="3391625"/>
            <a:ext cx="2267075" cy="1751875"/>
          </a:xfrm>
          <a:prstGeom prst="rect">
            <a:avLst/>
          </a:prstGeom>
          <a:noFill/>
          <a:ln>
            <a:noFill/>
          </a:ln>
        </p:spPr>
      </p:pic>
      <p:pic>
        <p:nvPicPr>
          <p:cNvPr id="333" name="Google Shape;333;p63"/>
          <p:cNvPicPr preferRelativeResize="0"/>
          <p:nvPr/>
        </p:nvPicPr>
        <p:blipFill>
          <a:blip r:embed="rId6">
            <a:alphaModFix/>
          </a:blip>
          <a:stretch>
            <a:fillRect/>
          </a:stretch>
        </p:blipFill>
        <p:spPr>
          <a:xfrm>
            <a:off x="9787320" y="4149839"/>
            <a:ext cx="548700" cy="34459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64"/>
          <p:cNvSpPr/>
          <p:nvPr/>
        </p:nvSpPr>
        <p:spPr>
          <a:xfrm>
            <a:off x="4998437" y="1532575"/>
            <a:ext cx="3311700" cy="3266700"/>
          </a:xfrm>
          <a:prstGeom prst="ellipse">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64"/>
          <p:cNvSpPr/>
          <p:nvPr/>
        </p:nvSpPr>
        <p:spPr>
          <a:xfrm>
            <a:off x="3292698" y="2405725"/>
            <a:ext cx="1699800" cy="1699800"/>
          </a:xfrm>
          <a:prstGeom prst="ellipse">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64"/>
          <p:cNvSpPr/>
          <p:nvPr/>
        </p:nvSpPr>
        <p:spPr>
          <a:xfrm>
            <a:off x="4206720" y="236425"/>
            <a:ext cx="3311700" cy="3311700"/>
          </a:xfrm>
          <a:prstGeom prst="ellipse">
            <a:avLst/>
          </a:prstGeom>
          <a:no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64"/>
          <p:cNvSpPr/>
          <p:nvPr/>
        </p:nvSpPr>
        <p:spPr>
          <a:xfrm>
            <a:off x="4578181" y="3189277"/>
            <a:ext cx="1699800" cy="1699800"/>
          </a:xfrm>
          <a:prstGeom prst="ellipse">
            <a:avLst/>
          </a:prstGeom>
          <a:no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64"/>
          <p:cNvSpPr txBox="1"/>
          <p:nvPr>
            <p:ph type="title"/>
          </p:nvPr>
        </p:nvSpPr>
        <p:spPr>
          <a:xfrm>
            <a:off x="83100" y="445025"/>
            <a:ext cx="3876900" cy="97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200">
                <a:solidFill>
                  <a:srgbClr val="FF0000"/>
                </a:solidFill>
                <a:latin typeface="Permanent Marker"/>
                <a:ea typeface="Permanent Marker"/>
                <a:cs typeface="Permanent Marker"/>
                <a:sym typeface="Permanent Marker"/>
              </a:rPr>
              <a:t>How Triangulation Works</a:t>
            </a:r>
            <a:endParaRPr sz="2120"/>
          </a:p>
        </p:txBody>
      </p:sp>
      <p:sp>
        <p:nvSpPr>
          <p:cNvPr id="343" name="Google Shape;343;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64"/>
          <p:cNvSpPr/>
          <p:nvPr/>
        </p:nvSpPr>
        <p:spPr>
          <a:xfrm>
            <a:off x="4902200" y="3194550"/>
            <a:ext cx="175800" cy="1857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64"/>
          <p:cNvSpPr/>
          <p:nvPr/>
        </p:nvSpPr>
        <p:spPr>
          <a:xfrm>
            <a:off x="5769720" y="1799425"/>
            <a:ext cx="185700" cy="185700"/>
          </a:xfrm>
          <a:prstGeom prst="sun">
            <a:avLst>
              <a:gd fmla="val 25000" name="adj"/>
            </a:avLst>
          </a:prstGeom>
          <a:solidFill>
            <a:schemeClr val="lt2"/>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64"/>
          <p:cNvSpPr/>
          <p:nvPr/>
        </p:nvSpPr>
        <p:spPr>
          <a:xfrm rot="-1237915">
            <a:off x="5335238" y="3946314"/>
            <a:ext cx="185604" cy="185604"/>
          </a:xfrm>
          <a:prstGeom prst="sun">
            <a:avLst>
              <a:gd fmla="val 25000" name="adj"/>
            </a:avLst>
          </a:prstGeom>
          <a:solidFill>
            <a:schemeClr val="lt2"/>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64"/>
          <p:cNvSpPr/>
          <p:nvPr/>
        </p:nvSpPr>
        <p:spPr>
          <a:xfrm>
            <a:off x="4049748" y="3162775"/>
            <a:ext cx="185700" cy="185700"/>
          </a:xfrm>
          <a:prstGeom prst="sun">
            <a:avLst>
              <a:gd fmla="val 25000" name="adj"/>
            </a:avLst>
          </a:prstGeom>
          <a:solidFill>
            <a:schemeClr val="lt2"/>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8" name="Google Shape;348;p64"/>
          <p:cNvCxnSpPr>
            <a:stCxn id="347" idx="3"/>
          </p:cNvCxnSpPr>
          <p:nvPr/>
        </p:nvCxnSpPr>
        <p:spPr>
          <a:xfrm>
            <a:off x="4235448" y="3255625"/>
            <a:ext cx="777300" cy="40800"/>
          </a:xfrm>
          <a:prstGeom prst="straightConnector1">
            <a:avLst/>
          </a:prstGeom>
          <a:noFill/>
          <a:ln cap="flat" cmpd="sng" w="9525">
            <a:solidFill>
              <a:schemeClr val="dk1"/>
            </a:solidFill>
            <a:prstDash val="solid"/>
            <a:round/>
            <a:headEnd len="med" w="med" type="none"/>
            <a:tailEnd len="med" w="med" type="triangle"/>
          </a:ln>
        </p:spPr>
      </p:cxnSp>
      <p:cxnSp>
        <p:nvCxnSpPr>
          <p:cNvPr id="349" name="Google Shape;349;p64"/>
          <p:cNvCxnSpPr>
            <a:stCxn id="346" idx="0"/>
          </p:cNvCxnSpPr>
          <p:nvPr/>
        </p:nvCxnSpPr>
        <p:spPr>
          <a:xfrm rot="10800000">
            <a:off x="4963340" y="3336066"/>
            <a:ext cx="432000" cy="616200"/>
          </a:xfrm>
          <a:prstGeom prst="straightConnector1">
            <a:avLst/>
          </a:prstGeom>
          <a:noFill/>
          <a:ln cap="flat" cmpd="sng" w="9525">
            <a:solidFill>
              <a:schemeClr val="dk1"/>
            </a:solidFill>
            <a:prstDash val="solid"/>
            <a:round/>
            <a:headEnd len="med" w="med" type="none"/>
            <a:tailEnd len="med" w="med" type="triangle"/>
          </a:ln>
        </p:spPr>
      </p:cxnSp>
      <p:cxnSp>
        <p:nvCxnSpPr>
          <p:cNvPr id="350" name="Google Shape;350;p64"/>
          <p:cNvCxnSpPr>
            <a:stCxn id="345" idx="2"/>
          </p:cNvCxnSpPr>
          <p:nvPr/>
        </p:nvCxnSpPr>
        <p:spPr>
          <a:xfrm flipH="1">
            <a:off x="5004270" y="1985125"/>
            <a:ext cx="858300" cy="1295100"/>
          </a:xfrm>
          <a:prstGeom prst="straightConnector1">
            <a:avLst/>
          </a:prstGeom>
          <a:noFill/>
          <a:ln cap="flat" cmpd="sng" w="9525">
            <a:solidFill>
              <a:schemeClr val="dk1"/>
            </a:solidFill>
            <a:prstDash val="solid"/>
            <a:round/>
            <a:headEnd len="med" w="med" type="none"/>
            <a:tailEnd len="med" w="med" type="triangle"/>
          </a:ln>
        </p:spPr>
      </p:cxnSp>
      <p:sp>
        <p:nvSpPr>
          <p:cNvPr id="351" name="Google Shape;351;p64"/>
          <p:cNvSpPr/>
          <p:nvPr/>
        </p:nvSpPr>
        <p:spPr>
          <a:xfrm>
            <a:off x="763231" y="3108127"/>
            <a:ext cx="185700" cy="185700"/>
          </a:xfrm>
          <a:prstGeom prst="sun">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64"/>
          <p:cNvSpPr txBox="1"/>
          <p:nvPr/>
        </p:nvSpPr>
        <p:spPr>
          <a:xfrm>
            <a:off x="1024150" y="2999287"/>
            <a:ext cx="93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satellite</a:t>
            </a:r>
            <a:endParaRPr/>
          </a:p>
        </p:txBody>
      </p:sp>
      <p:sp>
        <p:nvSpPr>
          <p:cNvPr id="353" name="Google Shape;353;p64"/>
          <p:cNvSpPr/>
          <p:nvPr/>
        </p:nvSpPr>
        <p:spPr>
          <a:xfrm>
            <a:off x="640075" y="3499350"/>
            <a:ext cx="432000" cy="4320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64"/>
          <p:cNvSpPr txBox="1"/>
          <p:nvPr/>
        </p:nvSpPr>
        <p:spPr>
          <a:xfrm>
            <a:off x="1024150" y="3403050"/>
            <a:ext cx="1848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circle: radius = distance to satellite</a:t>
            </a:r>
            <a:endParaRPr/>
          </a:p>
        </p:txBody>
      </p:sp>
      <p:sp>
        <p:nvSpPr>
          <p:cNvPr id="355" name="Google Shape;355;p64"/>
          <p:cNvSpPr/>
          <p:nvPr/>
        </p:nvSpPr>
        <p:spPr>
          <a:xfrm>
            <a:off x="787400" y="2661150"/>
            <a:ext cx="175800" cy="185700"/>
          </a:xfrm>
          <a:prstGeom prst="smileyFace">
            <a:avLst>
              <a:gd fmla="val 4653"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64"/>
          <p:cNvSpPr txBox="1"/>
          <p:nvPr/>
        </p:nvSpPr>
        <p:spPr>
          <a:xfrm>
            <a:off x="1024150" y="2564834"/>
            <a:ext cx="124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GPS receiver</a:t>
            </a:r>
            <a:endParaRPr/>
          </a:p>
        </p:txBody>
      </p:sp>
      <p:cxnSp>
        <p:nvCxnSpPr>
          <p:cNvPr id="357" name="Google Shape;357;p64"/>
          <p:cNvCxnSpPr/>
          <p:nvPr/>
        </p:nvCxnSpPr>
        <p:spPr>
          <a:xfrm>
            <a:off x="683775" y="4281700"/>
            <a:ext cx="398400" cy="0"/>
          </a:xfrm>
          <a:prstGeom prst="straightConnector1">
            <a:avLst/>
          </a:prstGeom>
          <a:noFill/>
          <a:ln cap="flat" cmpd="sng" w="9525">
            <a:solidFill>
              <a:srgbClr val="000000"/>
            </a:solidFill>
            <a:prstDash val="solid"/>
            <a:round/>
            <a:headEnd len="med" w="med" type="none"/>
            <a:tailEnd len="med" w="med" type="triangle"/>
          </a:ln>
        </p:spPr>
      </p:cxnSp>
      <p:sp>
        <p:nvSpPr>
          <p:cNvPr id="358" name="Google Shape;358;p64"/>
          <p:cNvSpPr txBox="1"/>
          <p:nvPr/>
        </p:nvSpPr>
        <p:spPr>
          <a:xfrm>
            <a:off x="1176550" y="4066075"/>
            <a:ext cx="109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distances</a:t>
            </a:r>
            <a:endParaRPr/>
          </a:p>
        </p:txBody>
      </p:sp>
      <p:sp>
        <p:nvSpPr>
          <p:cNvPr id="359" name="Google Shape;359;p64"/>
          <p:cNvSpPr txBox="1"/>
          <p:nvPr/>
        </p:nvSpPr>
        <p:spPr>
          <a:xfrm>
            <a:off x="106675" y="808825"/>
            <a:ext cx="37272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t>If we know where the satellites are, plus our distance from each satellite, we can calculate our own location as the place where all the circles intersect.</a:t>
            </a:r>
            <a:endParaRPr sz="1700"/>
          </a:p>
        </p:txBody>
      </p:sp>
      <p:sp>
        <p:nvSpPr>
          <p:cNvPr id="360" name="Google Shape;360;p64"/>
          <p:cNvSpPr/>
          <p:nvPr/>
        </p:nvSpPr>
        <p:spPr>
          <a:xfrm>
            <a:off x="6555501" y="3162900"/>
            <a:ext cx="185700" cy="185700"/>
          </a:xfrm>
          <a:prstGeom prst="sun">
            <a:avLst>
              <a:gd fmla="val 25000" name="adj"/>
            </a:avLst>
          </a:prstGeom>
          <a:solidFill>
            <a:schemeClr val="lt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1" name="Google Shape;361;p64"/>
          <p:cNvCxnSpPr>
            <a:stCxn id="360" idx="1"/>
            <a:endCxn id="344" idx="6"/>
          </p:cNvCxnSpPr>
          <p:nvPr/>
        </p:nvCxnSpPr>
        <p:spPr>
          <a:xfrm flipH="1">
            <a:off x="5078001" y="3255750"/>
            <a:ext cx="1477500" cy="315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65"/>
          <p:cNvSpPr txBox="1"/>
          <p:nvPr>
            <p:ph type="title"/>
          </p:nvPr>
        </p:nvSpPr>
        <p:spPr>
          <a:xfrm>
            <a:off x="98925" y="87925"/>
            <a:ext cx="3110100" cy="48249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Comic Sans MS"/>
                <a:ea typeface="Comic Sans MS"/>
                <a:cs typeface="Comic Sans MS"/>
                <a:sym typeface="Comic Sans MS"/>
              </a:rPr>
              <a:t>Video:</a:t>
            </a:r>
            <a:br>
              <a:rPr lang="en">
                <a:latin typeface="Comic Sans MS"/>
                <a:ea typeface="Comic Sans MS"/>
                <a:cs typeface="Comic Sans MS"/>
                <a:sym typeface="Comic Sans MS"/>
              </a:rPr>
            </a:br>
            <a:r>
              <a:rPr lang="en">
                <a:latin typeface="Comic Sans MS"/>
                <a:ea typeface="Comic Sans MS"/>
                <a:cs typeface="Comic Sans MS"/>
                <a:sym typeface="Comic Sans MS"/>
              </a:rPr>
              <a:t>Nuro Pizza Delivery</a:t>
            </a:r>
            <a:endParaRPr>
              <a:latin typeface="Comic Sans MS"/>
              <a:ea typeface="Comic Sans MS"/>
              <a:cs typeface="Comic Sans MS"/>
              <a:sym typeface="Comic Sans MS"/>
            </a:endParaRPr>
          </a:p>
          <a:p>
            <a:pPr indent="0" lvl="0" marL="0" rtl="0" algn="l">
              <a:spcBef>
                <a:spcPts val="0"/>
              </a:spcBef>
              <a:spcAft>
                <a:spcPts val="0"/>
              </a:spcAft>
              <a:buNone/>
            </a:pPr>
            <a:r>
              <a:t/>
            </a:r>
            <a:endParaRPr>
              <a:latin typeface="Comic Sans MS"/>
              <a:ea typeface="Comic Sans MS"/>
              <a:cs typeface="Comic Sans MS"/>
              <a:sym typeface="Comic Sans MS"/>
            </a:endParaRPr>
          </a:p>
          <a:p>
            <a:pPr indent="0" lvl="0" marL="0" rtl="0" algn="ctr">
              <a:spcBef>
                <a:spcPts val="0"/>
              </a:spcBef>
              <a:spcAft>
                <a:spcPts val="0"/>
              </a:spcAft>
              <a:buNone/>
            </a:pPr>
            <a:r>
              <a:t/>
            </a:r>
            <a:endParaRPr>
              <a:latin typeface="Comic Sans MS"/>
              <a:ea typeface="Comic Sans MS"/>
              <a:cs typeface="Comic Sans MS"/>
              <a:sym typeface="Comic Sans MS"/>
            </a:endParaRPr>
          </a:p>
          <a:p>
            <a:pPr indent="0" lvl="0" marL="0" rtl="0" algn="ctr">
              <a:spcBef>
                <a:spcPts val="0"/>
              </a:spcBef>
              <a:spcAft>
                <a:spcPts val="0"/>
              </a:spcAft>
              <a:buNone/>
            </a:pPr>
            <a:r>
              <a:t/>
            </a:r>
            <a:endParaRPr>
              <a:latin typeface="Comic Sans MS"/>
              <a:ea typeface="Comic Sans MS"/>
              <a:cs typeface="Comic Sans MS"/>
              <a:sym typeface="Comic Sans MS"/>
            </a:endParaRPr>
          </a:p>
          <a:p>
            <a:pPr indent="0" lvl="0" marL="0" rtl="0" algn="ctr">
              <a:spcBef>
                <a:spcPts val="0"/>
              </a:spcBef>
              <a:spcAft>
                <a:spcPts val="0"/>
              </a:spcAft>
              <a:buNone/>
            </a:pPr>
            <a:r>
              <a:t/>
            </a:r>
            <a:endParaRPr>
              <a:latin typeface="Comic Sans MS"/>
              <a:ea typeface="Comic Sans MS"/>
              <a:cs typeface="Comic Sans MS"/>
              <a:sym typeface="Comic Sans MS"/>
            </a:endParaRPr>
          </a:p>
          <a:p>
            <a:pPr indent="0" lvl="0" marL="0" rtl="0" algn="ctr">
              <a:spcBef>
                <a:spcPts val="0"/>
              </a:spcBef>
              <a:spcAft>
                <a:spcPts val="0"/>
              </a:spcAft>
              <a:buNone/>
            </a:pPr>
            <a:r>
              <a:t/>
            </a:r>
            <a:endParaRPr>
              <a:latin typeface="Comic Sans MS"/>
              <a:ea typeface="Comic Sans MS"/>
              <a:cs typeface="Comic Sans MS"/>
              <a:sym typeface="Comic Sans MS"/>
            </a:endParaRPr>
          </a:p>
          <a:p>
            <a:pPr indent="0" lvl="0" marL="0" rtl="0" algn="ctr">
              <a:spcBef>
                <a:spcPts val="0"/>
              </a:spcBef>
              <a:spcAft>
                <a:spcPts val="0"/>
              </a:spcAft>
              <a:buNone/>
            </a:pPr>
            <a:r>
              <a:rPr lang="en">
                <a:latin typeface="Comic Sans MS"/>
                <a:ea typeface="Comic Sans MS"/>
                <a:cs typeface="Comic Sans MS"/>
                <a:sym typeface="Comic Sans MS"/>
              </a:rPr>
              <a:t>Once we finish the video the next slide will help you with </a:t>
            </a:r>
            <a:r>
              <a:rPr b="1" lang="en">
                <a:latin typeface="Comic Sans MS"/>
                <a:ea typeface="Comic Sans MS"/>
                <a:cs typeface="Comic Sans MS"/>
                <a:sym typeface="Comic Sans MS"/>
              </a:rPr>
              <a:t>Activity 2</a:t>
            </a:r>
            <a:r>
              <a:rPr lang="en">
                <a:latin typeface="Comic Sans MS"/>
                <a:ea typeface="Comic Sans MS"/>
                <a:cs typeface="Comic Sans MS"/>
                <a:sym typeface="Comic Sans MS"/>
              </a:rPr>
              <a:t>.</a:t>
            </a:r>
            <a:endParaRPr>
              <a:latin typeface="Comic Sans MS"/>
              <a:ea typeface="Comic Sans MS"/>
              <a:cs typeface="Comic Sans MS"/>
              <a:sym typeface="Comic Sans MS"/>
            </a:endParaRPr>
          </a:p>
        </p:txBody>
      </p:sp>
      <p:sp>
        <p:nvSpPr>
          <p:cNvPr id="367" name="Google Shape;367;p65"/>
          <p:cNvSpPr txBox="1"/>
          <p:nvPr>
            <p:ph idx="1" type="body"/>
          </p:nvPr>
        </p:nvSpPr>
        <p:spPr>
          <a:xfrm>
            <a:off x="3348700" y="4529575"/>
            <a:ext cx="5483700" cy="2742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1000" u="sng">
                <a:solidFill>
                  <a:schemeClr val="hlink"/>
                </a:solidFill>
                <a:hlinkClick r:id="rId3"/>
              </a:rPr>
              <a:t>https://www.youtube.com/watch?v=yFYljZc968I</a:t>
            </a:r>
            <a:r>
              <a:rPr lang="en" sz="1000"/>
              <a:t> (2:24)</a:t>
            </a:r>
            <a:endParaRPr sz="1000"/>
          </a:p>
        </p:txBody>
      </p:sp>
      <p:pic>
        <p:nvPicPr>
          <p:cNvPr descr="In 2020, Nuro's R2 began navigating city streets in California, Texas, and Arizona. Fully autonomously. No driver, no occupant, no chase car. Read more: https://medium.com/nuro/r2-on-the-road-295dedacebeb" id="368" name="Google Shape;368;p65" title="R2 on the Road">
            <a:hlinkClick r:id="rId4"/>
          </p:cNvPr>
          <p:cNvPicPr preferRelativeResize="0"/>
          <p:nvPr/>
        </p:nvPicPr>
        <p:blipFill>
          <a:blip r:embed="rId5">
            <a:alphaModFix/>
          </a:blip>
          <a:stretch>
            <a:fillRect/>
          </a:stretch>
        </p:blipFill>
        <p:spPr>
          <a:xfrm>
            <a:off x="3348700" y="198375"/>
            <a:ext cx="5658325" cy="4243750"/>
          </a:xfrm>
          <a:prstGeom prst="rect">
            <a:avLst/>
          </a:prstGeom>
          <a:noFill/>
          <a:ln>
            <a:noFill/>
          </a:ln>
        </p:spPr>
      </p:pic>
      <p:sp>
        <p:nvSpPr>
          <p:cNvPr id="369" name="Google Shape;369;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70" name="Google Shape;370;p65"/>
          <p:cNvPicPr preferRelativeResize="0"/>
          <p:nvPr/>
        </p:nvPicPr>
        <p:blipFill>
          <a:blip r:embed="rId6">
            <a:alphaModFix/>
          </a:blip>
          <a:stretch>
            <a:fillRect/>
          </a:stretch>
        </p:blipFill>
        <p:spPr>
          <a:xfrm>
            <a:off x="813175" y="1479925"/>
            <a:ext cx="1672700" cy="1672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66"/>
          <p:cNvPicPr preferRelativeResize="0"/>
          <p:nvPr/>
        </p:nvPicPr>
        <p:blipFill>
          <a:blip r:embed="rId3">
            <a:alphaModFix/>
          </a:blip>
          <a:stretch>
            <a:fillRect/>
          </a:stretch>
        </p:blipFill>
        <p:spPr>
          <a:xfrm>
            <a:off x="274300" y="13108"/>
            <a:ext cx="9144000" cy="5117284"/>
          </a:xfrm>
          <a:prstGeom prst="rect">
            <a:avLst/>
          </a:prstGeom>
          <a:noFill/>
          <a:ln>
            <a:noFill/>
          </a:ln>
        </p:spPr>
      </p:pic>
      <p:sp>
        <p:nvSpPr>
          <p:cNvPr id="376" name="Google Shape;376;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7"/>
          <p:cNvSpPr txBox="1"/>
          <p:nvPr>
            <p:ph type="title"/>
          </p:nvPr>
        </p:nvSpPr>
        <p:spPr>
          <a:xfrm>
            <a:off x="311700" y="19984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a:t>Module 1.3: Part 2</a:t>
            </a:r>
            <a:endParaRPr b="1"/>
          </a:p>
          <a:p>
            <a:pPr indent="0" lvl="0" marL="0" rtl="0" algn="ctr">
              <a:spcBef>
                <a:spcPts val="0"/>
              </a:spcBef>
              <a:spcAft>
                <a:spcPts val="0"/>
              </a:spcAft>
              <a:buNone/>
            </a:pPr>
            <a:r>
              <a:rPr lang="en"/>
              <a:t>Self-Driving Cars:</a:t>
            </a:r>
            <a:br>
              <a:rPr lang="en"/>
            </a:br>
            <a:r>
              <a:rPr lang="en"/>
              <a:t>System-Level Description</a:t>
            </a:r>
            <a:endParaRPr/>
          </a:p>
        </p:txBody>
      </p:sp>
      <p:sp>
        <p:nvSpPr>
          <p:cNvPr id="382" name="Google Shape;382;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8"/>
          <p:cNvSpPr txBox="1"/>
          <p:nvPr>
            <p:ph type="title"/>
          </p:nvPr>
        </p:nvSpPr>
        <p:spPr>
          <a:xfrm>
            <a:off x="1224125" y="445025"/>
            <a:ext cx="7303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1. Perception: How different sensors help the car operate</a:t>
            </a:r>
            <a:endParaRPr/>
          </a:p>
        </p:txBody>
      </p:sp>
      <p:sp>
        <p:nvSpPr>
          <p:cNvPr id="388" name="Google Shape;388;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89" name="Google Shape;389;p68"/>
          <p:cNvPicPr preferRelativeResize="0"/>
          <p:nvPr/>
        </p:nvPicPr>
        <p:blipFill>
          <a:blip r:embed="rId3">
            <a:alphaModFix/>
          </a:blip>
          <a:stretch>
            <a:fillRect/>
          </a:stretch>
        </p:blipFill>
        <p:spPr>
          <a:xfrm>
            <a:off x="405156" y="1017725"/>
            <a:ext cx="7693518" cy="4039100"/>
          </a:xfrm>
          <a:prstGeom prst="rect">
            <a:avLst/>
          </a:prstGeom>
          <a:noFill/>
          <a:ln>
            <a:noFill/>
          </a:ln>
        </p:spPr>
      </p:pic>
      <p:pic>
        <p:nvPicPr>
          <p:cNvPr id="390" name="Google Shape;390;p68"/>
          <p:cNvPicPr preferRelativeResize="0"/>
          <p:nvPr/>
        </p:nvPicPr>
        <p:blipFill rotWithShape="1">
          <a:blip r:embed="rId4">
            <a:alphaModFix/>
          </a:blip>
          <a:srcRect b="0" l="0" r="0" t="0"/>
          <a:stretch/>
        </p:blipFill>
        <p:spPr>
          <a:xfrm>
            <a:off x="405150" y="408925"/>
            <a:ext cx="644899" cy="6448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69"/>
          <p:cNvSpPr txBox="1"/>
          <p:nvPr>
            <p:ph type="title"/>
          </p:nvPr>
        </p:nvSpPr>
        <p:spPr>
          <a:xfrm>
            <a:off x="9975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t>2. Localization - </a:t>
            </a:r>
            <a:r>
              <a:rPr lang="en" sz="2120"/>
              <a:t>How GPS is used in navigation</a:t>
            </a:r>
            <a:endParaRPr sz="2120"/>
          </a:p>
        </p:txBody>
      </p:sp>
      <p:sp>
        <p:nvSpPr>
          <p:cNvPr id="396" name="Google Shape;396;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7" name="Google Shape;397;p69"/>
          <p:cNvSpPr txBox="1"/>
          <p:nvPr>
            <p:ph idx="2" type="body"/>
          </p:nvPr>
        </p:nvSpPr>
        <p:spPr>
          <a:xfrm>
            <a:off x="4049975" y="1123400"/>
            <a:ext cx="3999900" cy="37488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sz="2200">
                <a:solidFill>
                  <a:schemeClr val="dk1"/>
                </a:solidFill>
              </a:rPr>
              <a:t>Self-driving cars’ use of GPS:</a:t>
            </a:r>
            <a:endParaRPr b="1" sz="2200">
              <a:solidFill>
                <a:schemeClr val="dk1"/>
              </a:solidFill>
            </a:endParaRPr>
          </a:p>
          <a:p>
            <a:pPr indent="-357822" lvl="0" marL="457200" rtl="0" algn="l">
              <a:spcBef>
                <a:spcPts val="1200"/>
              </a:spcBef>
              <a:spcAft>
                <a:spcPts val="0"/>
              </a:spcAft>
              <a:buClr>
                <a:schemeClr val="dk1"/>
              </a:buClr>
              <a:buSzPct val="100000"/>
              <a:buChar char="-"/>
            </a:pPr>
            <a:r>
              <a:rPr lang="en" sz="2200">
                <a:solidFill>
                  <a:schemeClr val="dk1"/>
                </a:solidFill>
              </a:rPr>
              <a:t>GPS tells the car where it is in the world (latitude, longitude)</a:t>
            </a:r>
            <a:endParaRPr sz="2200">
              <a:solidFill>
                <a:schemeClr val="dk1"/>
              </a:solidFill>
            </a:endParaRPr>
          </a:p>
          <a:p>
            <a:pPr indent="-357822" lvl="0" marL="457200" rtl="0" algn="l">
              <a:spcBef>
                <a:spcPts val="1000"/>
              </a:spcBef>
              <a:spcAft>
                <a:spcPts val="0"/>
              </a:spcAft>
              <a:buClr>
                <a:schemeClr val="dk1"/>
              </a:buClr>
              <a:buSzPct val="100000"/>
              <a:buChar char="-"/>
            </a:pPr>
            <a:r>
              <a:rPr lang="en" sz="2200">
                <a:solidFill>
                  <a:schemeClr val="dk1"/>
                </a:solidFill>
              </a:rPr>
              <a:t>The navigation system uses GPS data to determine where the car is on a map, and track its progress along its planned route.</a:t>
            </a:r>
            <a:endParaRPr sz="2200">
              <a:solidFill>
                <a:schemeClr val="dk1"/>
              </a:solidFill>
            </a:endParaRPr>
          </a:p>
          <a:p>
            <a:pPr indent="0" lvl="0" marL="0" rtl="0" algn="l">
              <a:spcBef>
                <a:spcPts val="1000"/>
              </a:spcBef>
              <a:spcAft>
                <a:spcPts val="1000"/>
              </a:spcAft>
              <a:buNone/>
            </a:pPr>
            <a:r>
              <a:t/>
            </a:r>
            <a:endParaRPr/>
          </a:p>
        </p:txBody>
      </p:sp>
      <p:pic>
        <p:nvPicPr>
          <p:cNvPr id="398" name="Google Shape;398;p69"/>
          <p:cNvPicPr preferRelativeResize="0"/>
          <p:nvPr/>
        </p:nvPicPr>
        <p:blipFill rotWithShape="1">
          <a:blip r:embed="rId3">
            <a:alphaModFix/>
          </a:blip>
          <a:srcRect b="0" l="31592" r="29732" t="0"/>
          <a:stretch/>
        </p:blipFill>
        <p:spPr>
          <a:xfrm>
            <a:off x="1383050" y="1161425"/>
            <a:ext cx="1933062" cy="3748800"/>
          </a:xfrm>
          <a:prstGeom prst="rect">
            <a:avLst/>
          </a:prstGeom>
          <a:noFill/>
          <a:ln>
            <a:noFill/>
          </a:ln>
        </p:spPr>
      </p:pic>
      <p:pic>
        <p:nvPicPr>
          <p:cNvPr id="399" name="Google Shape;399;p69"/>
          <p:cNvPicPr preferRelativeResize="0"/>
          <p:nvPr/>
        </p:nvPicPr>
        <p:blipFill>
          <a:blip r:embed="rId4">
            <a:alphaModFix/>
          </a:blip>
          <a:stretch>
            <a:fillRect/>
          </a:stretch>
        </p:blipFill>
        <p:spPr>
          <a:xfrm>
            <a:off x="76200" y="404562"/>
            <a:ext cx="934265" cy="653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70"/>
          <p:cNvSpPr txBox="1"/>
          <p:nvPr>
            <p:ph idx="2" type="body"/>
          </p:nvPr>
        </p:nvSpPr>
        <p:spPr>
          <a:xfrm>
            <a:off x="4626025" y="166150"/>
            <a:ext cx="4395300" cy="2502600"/>
          </a:xfrm>
          <a:prstGeom prst="rect">
            <a:avLst/>
          </a:prstGeom>
        </p:spPr>
        <p:txBody>
          <a:bodyPr anchorCtr="0" anchor="t" bIns="91425" lIns="91425" spcFirstLastPara="1" rIns="91425" wrap="square" tIns="91425">
            <a:normAutofit lnSpcReduction="10000"/>
          </a:bodyPr>
          <a:lstStyle/>
          <a:p>
            <a:pPr indent="0" lvl="0" marL="0" rtl="0" algn="r">
              <a:spcBef>
                <a:spcPts val="900"/>
              </a:spcBef>
              <a:spcAft>
                <a:spcPts val="0"/>
              </a:spcAft>
              <a:buClr>
                <a:schemeClr val="dk1"/>
              </a:buClr>
              <a:buSzPts val="1100"/>
              <a:buFont typeface="Arial"/>
              <a:buNone/>
            </a:pPr>
            <a:r>
              <a:rPr lang="en" sz="2200">
                <a:solidFill>
                  <a:srgbClr val="FF0000"/>
                </a:solidFill>
                <a:latin typeface="Permanent Marker"/>
                <a:ea typeface="Permanent Marker"/>
                <a:cs typeface="Permanent Marker"/>
                <a:sym typeface="Permanent Marker"/>
              </a:rPr>
              <a:t>What are vehicle maneuvers?</a:t>
            </a:r>
            <a:endParaRPr sz="1200">
              <a:solidFill>
                <a:srgbClr val="202124"/>
              </a:solidFill>
              <a:highlight>
                <a:srgbClr val="FFFFFF"/>
              </a:highlight>
              <a:latin typeface="Roboto"/>
              <a:ea typeface="Roboto"/>
              <a:cs typeface="Roboto"/>
              <a:sym typeface="Roboto"/>
            </a:endParaRPr>
          </a:p>
          <a:p>
            <a:pPr indent="0" lvl="0" marL="0" rtl="0" algn="l">
              <a:spcBef>
                <a:spcPts val="900"/>
              </a:spcBef>
              <a:spcAft>
                <a:spcPts val="0"/>
              </a:spcAft>
              <a:buClr>
                <a:schemeClr val="dk1"/>
              </a:buClr>
              <a:buSzPts val="1100"/>
              <a:buFont typeface="Arial"/>
              <a:buNone/>
            </a:pPr>
            <a:r>
              <a:rPr lang="en" sz="1458">
                <a:solidFill>
                  <a:srgbClr val="202124"/>
                </a:solidFill>
                <a:highlight>
                  <a:srgbClr val="FFFFFF"/>
                </a:highlight>
                <a:latin typeface="Roboto"/>
                <a:ea typeface="Roboto"/>
                <a:cs typeface="Roboto"/>
                <a:sym typeface="Roboto"/>
              </a:rPr>
              <a:t>A </a:t>
            </a:r>
            <a:r>
              <a:rPr i="1" lang="en" sz="1458">
                <a:solidFill>
                  <a:srgbClr val="202124"/>
                </a:solidFill>
                <a:highlight>
                  <a:srgbClr val="FFFFFF"/>
                </a:highlight>
                <a:latin typeface="Roboto"/>
                <a:ea typeface="Roboto"/>
                <a:cs typeface="Roboto"/>
                <a:sym typeface="Roboto"/>
              </a:rPr>
              <a:t>maneuver</a:t>
            </a:r>
            <a:r>
              <a:rPr lang="en" sz="1458">
                <a:solidFill>
                  <a:srgbClr val="202124"/>
                </a:solidFill>
                <a:highlight>
                  <a:srgbClr val="FFFFFF"/>
                </a:highlight>
                <a:latin typeface="Roboto"/>
                <a:ea typeface="Roboto"/>
                <a:cs typeface="Roboto"/>
                <a:sym typeface="Roboto"/>
              </a:rPr>
              <a:t> is a movement or series of moves requiring skill and care. </a:t>
            </a:r>
            <a:br>
              <a:rPr lang="en" sz="1458">
                <a:solidFill>
                  <a:srgbClr val="202124"/>
                </a:solidFill>
                <a:highlight>
                  <a:srgbClr val="FFFFFF"/>
                </a:highlight>
                <a:latin typeface="Roboto"/>
                <a:ea typeface="Roboto"/>
                <a:cs typeface="Roboto"/>
                <a:sym typeface="Roboto"/>
              </a:rPr>
            </a:br>
            <a:br>
              <a:rPr lang="en" sz="1458">
                <a:solidFill>
                  <a:srgbClr val="202124"/>
                </a:solidFill>
                <a:highlight>
                  <a:srgbClr val="FFFFFF"/>
                </a:highlight>
                <a:latin typeface="Roboto"/>
                <a:ea typeface="Roboto"/>
                <a:cs typeface="Roboto"/>
                <a:sym typeface="Roboto"/>
              </a:rPr>
            </a:br>
            <a:r>
              <a:rPr lang="en" sz="1458">
                <a:solidFill>
                  <a:srgbClr val="202124"/>
                </a:solidFill>
                <a:highlight>
                  <a:srgbClr val="FFFFFF"/>
                </a:highlight>
                <a:latin typeface="Roboto"/>
                <a:ea typeface="Roboto"/>
                <a:cs typeface="Roboto"/>
                <a:sym typeface="Roboto"/>
              </a:rPr>
              <a:t>The basic maneuvers a car must do include entering and leaving traffic, right and left turns, lane changes and turning the car around, parking, and U-turns. </a:t>
            </a:r>
            <a:endParaRPr sz="1200">
              <a:solidFill>
                <a:srgbClr val="202124"/>
              </a:solidFill>
              <a:highlight>
                <a:srgbClr val="FFFFFF"/>
              </a:highlight>
              <a:latin typeface="Roboto"/>
              <a:ea typeface="Roboto"/>
              <a:cs typeface="Roboto"/>
              <a:sym typeface="Roboto"/>
            </a:endParaRPr>
          </a:p>
          <a:p>
            <a:pPr indent="0" lvl="0" marL="0" rtl="0" algn="l">
              <a:spcBef>
                <a:spcPts val="0"/>
              </a:spcBef>
              <a:spcAft>
                <a:spcPts val="1200"/>
              </a:spcAft>
              <a:buNone/>
            </a:pPr>
            <a:r>
              <a:t/>
            </a:r>
            <a:endParaRPr/>
          </a:p>
        </p:txBody>
      </p:sp>
      <p:pic>
        <p:nvPicPr>
          <p:cNvPr id="406" name="Google Shape;406;p70"/>
          <p:cNvPicPr preferRelativeResize="0"/>
          <p:nvPr/>
        </p:nvPicPr>
        <p:blipFill rotWithShape="1">
          <a:blip r:embed="rId3">
            <a:alphaModFix/>
          </a:blip>
          <a:srcRect b="0" l="8833" r="0" t="0"/>
          <a:stretch/>
        </p:blipFill>
        <p:spPr>
          <a:xfrm>
            <a:off x="5211625" y="2964425"/>
            <a:ext cx="3487650" cy="2149975"/>
          </a:xfrm>
          <a:prstGeom prst="rect">
            <a:avLst/>
          </a:prstGeom>
          <a:noFill/>
          <a:ln>
            <a:noFill/>
          </a:ln>
        </p:spPr>
      </p:pic>
      <p:sp>
        <p:nvSpPr>
          <p:cNvPr id="407" name="Google Shape;407;p70"/>
          <p:cNvSpPr txBox="1"/>
          <p:nvPr/>
        </p:nvSpPr>
        <p:spPr>
          <a:xfrm>
            <a:off x="5287825" y="2601250"/>
            <a:ext cx="3487800" cy="431100"/>
          </a:xfrm>
          <a:prstGeom prst="rect">
            <a:avLst/>
          </a:prstGeom>
          <a:noFill/>
          <a:ln>
            <a:noFill/>
          </a:ln>
        </p:spPr>
        <p:txBody>
          <a:bodyPr anchorCtr="0" anchor="t" bIns="91425" lIns="91425" spcFirstLastPara="1" rIns="91425" wrap="square" tIns="91425">
            <a:spAutoFit/>
          </a:bodyPr>
          <a:lstStyle/>
          <a:p>
            <a:pPr indent="0" lvl="0" marL="0" rtl="0" algn="ctr">
              <a:lnSpc>
                <a:spcPct val="117391"/>
              </a:lnSpc>
              <a:spcBef>
                <a:spcPts val="2900"/>
              </a:spcBef>
              <a:spcAft>
                <a:spcPts val="0"/>
              </a:spcAft>
              <a:buClr>
                <a:schemeClr val="dk1"/>
              </a:buClr>
              <a:buSzPts val="1100"/>
              <a:buFont typeface="Arial"/>
              <a:buNone/>
            </a:pPr>
            <a:r>
              <a:rPr lang="en" sz="1600">
                <a:solidFill>
                  <a:srgbClr val="292929"/>
                </a:solidFill>
                <a:highlight>
                  <a:srgbClr val="FFFFFF"/>
                </a:highlight>
                <a:latin typeface="Helvetica Neue"/>
                <a:ea typeface="Helvetica Neue"/>
                <a:cs typeface="Helvetica Neue"/>
                <a:sym typeface="Helvetica Neue"/>
              </a:rPr>
              <a:t>Taking An Exit Ramp</a:t>
            </a:r>
            <a:endParaRPr sz="1600">
              <a:solidFill>
                <a:srgbClr val="292929"/>
              </a:solidFill>
              <a:highlight>
                <a:srgbClr val="FFFFFF"/>
              </a:highlight>
              <a:latin typeface="Helvetica Neue"/>
              <a:ea typeface="Helvetica Neue"/>
              <a:cs typeface="Helvetica Neue"/>
              <a:sym typeface="Helvetica Neue"/>
            </a:endParaRPr>
          </a:p>
        </p:txBody>
      </p:sp>
      <p:pic>
        <p:nvPicPr>
          <p:cNvPr id="408" name="Google Shape;408;p70"/>
          <p:cNvPicPr preferRelativeResize="0"/>
          <p:nvPr/>
        </p:nvPicPr>
        <p:blipFill>
          <a:blip r:embed="rId4">
            <a:alphaModFix/>
          </a:blip>
          <a:stretch>
            <a:fillRect/>
          </a:stretch>
        </p:blipFill>
        <p:spPr>
          <a:xfrm>
            <a:off x="332250" y="1265625"/>
            <a:ext cx="3301951" cy="996850"/>
          </a:xfrm>
          <a:prstGeom prst="rect">
            <a:avLst/>
          </a:prstGeom>
          <a:noFill/>
          <a:ln>
            <a:noFill/>
          </a:ln>
        </p:spPr>
      </p:pic>
      <p:pic>
        <p:nvPicPr>
          <p:cNvPr id="409" name="Google Shape;409;p70"/>
          <p:cNvPicPr preferRelativeResize="0"/>
          <p:nvPr/>
        </p:nvPicPr>
        <p:blipFill rotWithShape="1">
          <a:blip r:embed="rId5">
            <a:alphaModFix/>
          </a:blip>
          <a:srcRect b="0" l="6194" r="29944" t="0"/>
          <a:stretch/>
        </p:blipFill>
        <p:spPr>
          <a:xfrm>
            <a:off x="191425" y="3049875"/>
            <a:ext cx="1915575" cy="1884300"/>
          </a:xfrm>
          <a:prstGeom prst="rect">
            <a:avLst/>
          </a:prstGeom>
          <a:noFill/>
          <a:ln>
            <a:noFill/>
          </a:ln>
        </p:spPr>
      </p:pic>
      <p:pic>
        <p:nvPicPr>
          <p:cNvPr id="410" name="Google Shape;410;p70"/>
          <p:cNvPicPr preferRelativeResize="0"/>
          <p:nvPr/>
        </p:nvPicPr>
        <p:blipFill>
          <a:blip r:embed="rId6">
            <a:alphaModFix/>
          </a:blip>
          <a:stretch>
            <a:fillRect/>
          </a:stretch>
        </p:blipFill>
        <p:spPr>
          <a:xfrm>
            <a:off x="2180025" y="2960771"/>
            <a:ext cx="3151725" cy="2214900"/>
          </a:xfrm>
          <a:prstGeom prst="rect">
            <a:avLst/>
          </a:prstGeom>
          <a:noFill/>
          <a:ln>
            <a:noFill/>
          </a:ln>
        </p:spPr>
      </p:pic>
      <p:sp>
        <p:nvSpPr>
          <p:cNvPr id="411" name="Google Shape;411;p70"/>
          <p:cNvSpPr txBox="1"/>
          <p:nvPr/>
        </p:nvSpPr>
        <p:spPr>
          <a:xfrm>
            <a:off x="27449" y="2668875"/>
            <a:ext cx="2505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Passing Another Vehicle</a:t>
            </a:r>
            <a:endParaRPr sz="1600"/>
          </a:p>
        </p:txBody>
      </p:sp>
      <p:sp>
        <p:nvSpPr>
          <p:cNvPr id="412" name="Google Shape;412;p70"/>
          <p:cNvSpPr txBox="1"/>
          <p:nvPr/>
        </p:nvSpPr>
        <p:spPr>
          <a:xfrm>
            <a:off x="2521500" y="2668875"/>
            <a:ext cx="2440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Left Turn Across Traffic</a:t>
            </a:r>
            <a:endParaRPr sz="1600"/>
          </a:p>
        </p:txBody>
      </p:sp>
      <p:sp>
        <p:nvSpPr>
          <p:cNvPr id="413" name="Google Shape;413;p70"/>
          <p:cNvSpPr txBox="1"/>
          <p:nvPr/>
        </p:nvSpPr>
        <p:spPr>
          <a:xfrm>
            <a:off x="294250" y="907900"/>
            <a:ext cx="3339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t>Lane Change</a:t>
            </a:r>
            <a:endParaRPr sz="1600"/>
          </a:p>
        </p:txBody>
      </p:sp>
      <p:pic>
        <p:nvPicPr>
          <p:cNvPr id="414" name="Google Shape;414;p70"/>
          <p:cNvPicPr preferRelativeResize="0"/>
          <p:nvPr/>
        </p:nvPicPr>
        <p:blipFill rotWithShape="1">
          <a:blip r:embed="rId7">
            <a:alphaModFix/>
          </a:blip>
          <a:srcRect b="54736" l="50448" r="30533" t="15136"/>
          <a:stretch/>
        </p:blipFill>
        <p:spPr>
          <a:xfrm>
            <a:off x="45449" y="76200"/>
            <a:ext cx="799651" cy="810441"/>
          </a:xfrm>
          <a:prstGeom prst="rect">
            <a:avLst/>
          </a:prstGeom>
          <a:noFill/>
          <a:ln>
            <a:noFill/>
          </a:ln>
        </p:spPr>
      </p:pic>
      <p:sp>
        <p:nvSpPr>
          <p:cNvPr id="415" name="Google Shape;415;p70"/>
          <p:cNvSpPr txBox="1"/>
          <p:nvPr>
            <p:ph type="title"/>
          </p:nvPr>
        </p:nvSpPr>
        <p:spPr>
          <a:xfrm>
            <a:off x="7689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Maneuver Planning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71"/>
          <p:cNvSpPr txBox="1"/>
          <p:nvPr>
            <p:ph type="title"/>
          </p:nvPr>
        </p:nvSpPr>
        <p:spPr>
          <a:xfrm>
            <a:off x="921300" y="216425"/>
            <a:ext cx="7156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Visualization of LIDAR Data to Maneuver</a:t>
            </a:r>
            <a:endParaRPr/>
          </a:p>
        </p:txBody>
      </p:sp>
      <p:sp>
        <p:nvSpPr>
          <p:cNvPr id="421" name="Google Shape;421;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2" name="Google Shape;422;p71"/>
          <p:cNvSpPr txBox="1"/>
          <p:nvPr/>
        </p:nvSpPr>
        <p:spPr>
          <a:xfrm>
            <a:off x="2660288" y="4639150"/>
            <a:ext cx="409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https://youtu.be/nXlqv_k4P8Q</a:t>
            </a:r>
            <a:r>
              <a:rPr lang="en"/>
              <a:t> (1:12)</a:t>
            </a:r>
            <a:endParaRPr/>
          </a:p>
        </p:txBody>
      </p:sp>
      <p:pic>
        <p:nvPicPr>
          <p:cNvPr descr="Integrated data from Velodyne 64HD lidar and 5 SICK lidars using a Oxford Technical Solutions GPS package. Data was taken around 2007, during preparation to the DARPA Urban Challenge Competition." id="423" name="Google Shape;423;p71" title="Visualization of LIDAR data">
            <a:hlinkClick r:id="rId4"/>
          </p:cNvPr>
          <p:cNvPicPr preferRelativeResize="0"/>
          <p:nvPr/>
        </p:nvPicPr>
        <p:blipFill>
          <a:blip r:embed="rId5">
            <a:alphaModFix/>
          </a:blip>
          <a:stretch>
            <a:fillRect/>
          </a:stretch>
        </p:blipFill>
        <p:spPr>
          <a:xfrm>
            <a:off x="2008225" y="1038899"/>
            <a:ext cx="4817450" cy="3613075"/>
          </a:xfrm>
          <a:prstGeom prst="rect">
            <a:avLst/>
          </a:prstGeom>
          <a:noFill/>
          <a:ln>
            <a:noFill/>
          </a:ln>
        </p:spPr>
      </p:pic>
      <p:pic>
        <p:nvPicPr>
          <p:cNvPr id="424" name="Google Shape;424;p71"/>
          <p:cNvPicPr preferRelativeResize="0"/>
          <p:nvPr/>
        </p:nvPicPr>
        <p:blipFill rotWithShape="1">
          <a:blip r:embed="rId6">
            <a:alphaModFix/>
          </a:blip>
          <a:srcRect b="54736" l="50448" r="30533" t="15136"/>
          <a:stretch/>
        </p:blipFill>
        <p:spPr>
          <a:xfrm>
            <a:off x="152324" y="66800"/>
            <a:ext cx="799651" cy="81044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30" name="Google Shape;430;p72"/>
          <p:cNvPicPr preferRelativeResize="0"/>
          <p:nvPr/>
        </p:nvPicPr>
        <p:blipFill>
          <a:blip r:embed="rId3">
            <a:alphaModFix/>
          </a:blip>
          <a:stretch>
            <a:fillRect/>
          </a:stretch>
        </p:blipFill>
        <p:spPr>
          <a:xfrm>
            <a:off x="5614950" y="1143000"/>
            <a:ext cx="2857500" cy="2857500"/>
          </a:xfrm>
          <a:prstGeom prst="rect">
            <a:avLst/>
          </a:prstGeom>
          <a:noFill/>
          <a:ln>
            <a:noFill/>
          </a:ln>
        </p:spPr>
      </p:pic>
      <p:sp>
        <p:nvSpPr>
          <p:cNvPr id="431" name="Google Shape;431;p72"/>
          <p:cNvSpPr txBox="1"/>
          <p:nvPr>
            <p:ph type="title"/>
          </p:nvPr>
        </p:nvSpPr>
        <p:spPr>
          <a:xfrm>
            <a:off x="1130475" y="390875"/>
            <a:ext cx="6908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 Vehicle Control</a:t>
            </a:r>
            <a:endParaRPr/>
          </a:p>
        </p:txBody>
      </p:sp>
      <p:sp>
        <p:nvSpPr>
          <p:cNvPr id="432" name="Google Shape;432;p72"/>
          <p:cNvSpPr txBox="1"/>
          <p:nvPr>
            <p:ph idx="1" type="body"/>
          </p:nvPr>
        </p:nvSpPr>
        <p:spPr>
          <a:xfrm>
            <a:off x="248975" y="1246825"/>
            <a:ext cx="51930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solidFill>
                  <a:schemeClr val="dk1"/>
                </a:solidFill>
              </a:rPr>
              <a:t>Operating the:</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lang="en">
                <a:solidFill>
                  <a:schemeClr val="dk1"/>
                </a:solidFill>
              </a:rPr>
              <a:t>Steering wheel</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lang="en">
                <a:solidFill>
                  <a:schemeClr val="dk1"/>
                </a:solidFill>
              </a:rPr>
              <a:t>Accelerator (gas pedal)</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lang="en">
                <a:solidFill>
                  <a:schemeClr val="dk1"/>
                </a:solidFill>
              </a:rPr>
              <a:t>Brakes</a:t>
            </a:r>
            <a:endParaRPr>
              <a:solidFill>
                <a:schemeClr val="dk1"/>
              </a:solidFill>
            </a:endParaRPr>
          </a:p>
          <a:p>
            <a:pPr indent="-342900" lvl="0" marL="457200" rtl="0" algn="l">
              <a:lnSpc>
                <a:spcPct val="100000"/>
              </a:lnSpc>
              <a:spcBef>
                <a:spcPts val="0"/>
              </a:spcBef>
              <a:spcAft>
                <a:spcPts val="0"/>
              </a:spcAft>
              <a:buClr>
                <a:schemeClr val="dk1"/>
              </a:buClr>
              <a:buSzPts val="1800"/>
              <a:buChar char="●"/>
            </a:pPr>
            <a:r>
              <a:rPr lang="en">
                <a:solidFill>
                  <a:schemeClr val="dk1"/>
                </a:solidFill>
              </a:rPr>
              <a:t>Turn signals </a:t>
            </a:r>
            <a:endParaRPr>
              <a:solidFill>
                <a:schemeClr val="dk1"/>
              </a:solidFill>
            </a:endParaRPr>
          </a:p>
          <a:p>
            <a:pPr indent="0" lvl="0" marL="0" rtl="0" algn="l">
              <a:lnSpc>
                <a:spcPct val="100000"/>
              </a:lnSpc>
              <a:spcBef>
                <a:spcPts val="0"/>
              </a:spcBef>
              <a:spcAft>
                <a:spcPts val="0"/>
              </a:spcAft>
              <a:buNone/>
            </a:pPr>
            <a:r>
              <a:rPr lang="en">
                <a:solidFill>
                  <a:schemeClr val="dk1"/>
                </a:solidFill>
              </a:rPr>
              <a:t>to smoothly execute the maneuvers the car needs to perform.</a:t>
            </a:r>
            <a:endParaRPr/>
          </a:p>
        </p:txBody>
      </p:sp>
      <p:pic>
        <p:nvPicPr>
          <p:cNvPr id="433" name="Google Shape;433;p72"/>
          <p:cNvPicPr preferRelativeResize="0"/>
          <p:nvPr/>
        </p:nvPicPr>
        <p:blipFill rotWithShape="1">
          <a:blip r:embed="rId4">
            <a:alphaModFix/>
          </a:blip>
          <a:srcRect b="54736" l="73909" r="7072" t="15136"/>
          <a:stretch/>
        </p:blipFill>
        <p:spPr>
          <a:xfrm>
            <a:off x="248975" y="248074"/>
            <a:ext cx="846875" cy="858299"/>
          </a:xfrm>
          <a:prstGeom prst="rect">
            <a:avLst/>
          </a:prstGeom>
          <a:noFill/>
          <a:ln>
            <a:noFill/>
          </a:ln>
        </p:spPr>
      </p:pic>
      <p:sp>
        <p:nvSpPr>
          <p:cNvPr id="434" name="Google Shape;434;p72"/>
          <p:cNvSpPr txBox="1"/>
          <p:nvPr/>
        </p:nvSpPr>
        <p:spPr>
          <a:xfrm>
            <a:off x="6054150" y="3881150"/>
            <a:ext cx="2265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Computers can respond more quickly than humans for emergency braking.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7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My Dream Bot</a:t>
            </a:r>
            <a:endParaRPr/>
          </a:p>
        </p:txBody>
      </p:sp>
      <p:sp>
        <p:nvSpPr>
          <p:cNvPr id="440" name="Google Shape;440;p7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lang="en"/>
              <a:t>Over the course of Unit 1, you will design your own dream robot.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7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2163"/>
              <a:buFont typeface="Arial"/>
              <a:buNone/>
            </a:pPr>
            <a:r>
              <a:rPr lang="en" sz="3420">
                <a:latin typeface="Comic Sans MS"/>
                <a:ea typeface="Comic Sans MS"/>
                <a:cs typeface="Comic Sans MS"/>
                <a:sym typeface="Comic Sans MS"/>
              </a:rPr>
              <a:t>Lesson 1.3 (A): Exit Ticket</a:t>
            </a:r>
            <a:endParaRPr sz="3420">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446" name="Google Shape;446;p7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2000">
                <a:solidFill>
                  <a:srgbClr val="65D8C0"/>
                </a:solidFill>
                <a:latin typeface="Comic Sans MS"/>
                <a:ea typeface="Comic Sans MS"/>
                <a:cs typeface="Comic Sans MS"/>
                <a:sym typeface="Comic Sans MS"/>
              </a:rPr>
              <a:t>What things will your dream robot be able to sense? What kinds of sensors is it going to use?</a:t>
            </a:r>
            <a:endParaRPr sz="2000">
              <a:solidFill>
                <a:srgbClr val="65D8C0"/>
              </a:solidFill>
              <a:latin typeface="Comic Sans MS"/>
              <a:ea typeface="Comic Sans MS"/>
              <a:cs typeface="Comic Sans MS"/>
              <a:sym typeface="Comic Sans MS"/>
            </a:endParaRPr>
          </a:p>
          <a:p>
            <a:pPr indent="0" lvl="0" marL="0" rtl="0" algn="l">
              <a:spcBef>
                <a:spcPts val="0"/>
              </a:spcBef>
              <a:spcAft>
                <a:spcPts val="0"/>
              </a:spcAft>
              <a:buNone/>
            </a:pPr>
            <a:r>
              <a:t/>
            </a:r>
            <a:endParaRPr sz="2000">
              <a:latin typeface="Comic Sans MS"/>
              <a:ea typeface="Comic Sans MS"/>
              <a:cs typeface="Comic Sans MS"/>
              <a:sym typeface="Comic Sans MS"/>
            </a:endParaRPr>
          </a:p>
          <a:p>
            <a:pPr indent="-355600" lvl="0" marL="457200" rtl="0" algn="l">
              <a:spcBef>
                <a:spcPts val="1200"/>
              </a:spcBef>
              <a:spcAft>
                <a:spcPts val="0"/>
              </a:spcAft>
              <a:buSzPts val="2000"/>
              <a:buFont typeface="Comic Sans MS"/>
              <a:buChar char="●"/>
            </a:pPr>
            <a:r>
              <a:rPr lang="en" sz="2000">
                <a:latin typeface="Comic Sans MS"/>
                <a:ea typeface="Comic Sans MS"/>
                <a:cs typeface="Comic Sans MS"/>
                <a:sym typeface="Comic Sans MS"/>
              </a:rPr>
              <a:t>My robot uses… to sense…</a:t>
            </a:r>
            <a:endParaRPr sz="2000">
              <a:latin typeface="Comic Sans MS"/>
              <a:ea typeface="Comic Sans MS"/>
              <a:cs typeface="Comic Sans MS"/>
              <a:sym typeface="Comic Sans MS"/>
            </a:endParaRPr>
          </a:p>
          <a:p>
            <a:pPr indent="-355600" lvl="0" marL="457200" rtl="0" algn="l">
              <a:spcBef>
                <a:spcPts val="0"/>
              </a:spcBef>
              <a:spcAft>
                <a:spcPts val="0"/>
              </a:spcAft>
              <a:buSzPts val="2000"/>
              <a:buFont typeface="Comic Sans MS"/>
              <a:buChar char="●"/>
            </a:pPr>
            <a:r>
              <a:rPr lang="en" sz="2000">
                <a:latin typeface="Comic Sans MS"/>
                <a:ea typeface="Comic Sans MS"/>
                <a:cs typeface="Comic Sans MS"/>
                <a:sym typeface="Comic Sans MS"/>
              </a:rPr>
              <a:t>My robot uses… to sense…</a:t>
            </a:r>
            <a:endParaRPr sz="2000">
              <a:latin typeface="Comic Sans MS"/>
              <a:ea typeface="Comic Sans MS"/>
              <a:cs typeface="Comic Sans MS"/>
              <a:sym typeface="Comic Sans MS"/>
            </a:endParaRPr>
          </a:p>
          <a:p>
            <a:pPr indent="-355600" lvl="0" marL="457200" rtl="0" algn="l">
              <a:spcBef>
                <a:spcPts val="0"/>
              </a:spcBef>
              <a:spcAft>
                <a:spcPts val="0"/>
              </a:spcAft>
              <a:buSzPts val="2000"/>
              <a:buFont typeface="Comic Sans MS"/>
              <a:buChar char="●"/>
            </a:pPr>
            <a:r>
              <a:rPr lang="en" sz="2000">
                <a:latin typeface="Comic Sans MS"/>
                <a:ea typeface="Comic Sans MS"/>
                <a:cs typeface="Comic Sans MS"/>
                <a:sym typeface="Comic Sans MS"/>
              </a:rPr>
              <a:t>My robot uses… to sense…</a:t>
            </a:r>
            <a:endParaRPr sz="2000">
              <a:latin typeface="Comic Sans MS"/>
              <a:ea typeface="Comic Sans MS"/>
              <a:cs typeface="Comic Sans MS"/>
              <a:sym typeface="Comic Sans MS"/>
            </a:endParaRPr>
          </a:p>
          <a:p>
            <a:pPr indent="-355600" lvl="0" marL="457200" rtl="0" algn="l">
              <a:spcBef>
                <a:spcPts val="0"/>
              </a:spcBef>
              <a:spcAft>
                <a:spcPts val="0"/>
              </a:spcAft>
              <a:buSzPts val="2000"/>
              <a:buFont typeface="Comic Sans MS"/>
              <a:buChar char="●"/>
            </a:pPr>
            <a:r>
              <a:rPr lang="en" sz="2000">
                <a:latin typeface="Comic Sans MS"/>
                <a:ea typeface="Comic Sans MS"/>
                <a:cs typeface="Comic Sans MS"/>
                <a:sym typeface="Comic Sans MS"/>
              </a:rPr>
              <a:t>My robot uses… to sense…</a:t>
            </a:r>
            <a:endParaRPr sz="2000">
              <a:latin typeface="Comic Sans MS"/>
              <a:ea typeface="Comic Sans MS"/>
              <a:cs typeface="Comic Sans MS"/>
              <a:sym typeface="Comic Sans MS"/>
            </a:endParaRPr>
          </a:p>
          <a:p>
            <a:pPr indent="-355600" lvl="0" marL="457200" rtl="0" algn="l">
              <a:spcBef>
                <a:spcPts val="0"/>
              </a:spcBef>
              <a:spcAft>
                <a:spcPts val="0"/>
              </a:spcAft>
              <a:buSzPts val="2000"/>
              <a:buFont typeface="Comic Sans MS"/>
              <a:buChar char="●"/>
            </a:pPr>
            <a:r>
              <a:rPr lang="en" sz="2000">
                <a:latin typeface="Comic Sans MS"/>
                <a:ea typeface="Comic Sans MS"/>
                <a:cs typeface="Comic Sans MS"/>
                <a:sym typeface="Comic Sans MS"/>
              </a:rPr>
              <a:t>My robot uses… to sense…</a:t>
            </a:r>
            <a:endParaRPr sz="2000">
              <a:latin typeface="Comic Sans MS"/>
              <a:ea typeface="Comic Sans MS"/>
              <a:cs typeface="Comic Sans MS"/>
              <a:sym typeface="Comic Sans MS"/>
            </a:endParaRPr>
          </a:p>
          <a:p>
            <a:pPr indent="0" lvl="0" marL="0" rtl="0" algn="l">
              <a:spcBef>
                <a:spcPts val="1200"/>
              </a:spcBef>
              <a:spcAft>
                <a:spcPts val="1200"/>
              </a:spcAft>
              <a:buNone/>
            </a:pPr>
            <a:r>
              <a:t/>
            </a:r>
            <a:endParaRPr sz="2400"/>
          </a:p>
        </p:txBody>
      </p:sp>
      <p:sp>
        <p:nvSpPr>
          <p:cNvPr id="447" name="Google Shape;447;p74"/>
          <p:cNvSpPr txBox="1"/>
          <p:nvPr/>
        </p:nvSpPr>
        <p:spPr>
          <a:xfrm>
            <a:off x="6331800" y="76275"/>
            <a:ext cx="2812200" cy="1025100"/>
          </a:xfrm>
          <a:prstGeom prst="rect">
            <a:avLst/>
          </a:prstGeom>
          <a:noFill/>
          <a:ln cap="flat" cmpd="sng" w="19050">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990"/>
              <a:buFont typeface="Arial"/>
              <a:buNone/>
            </a:pPr>
            <a:r>
              <a:rPr b="1" lang="en" sz="1820">
                <a:solidFill>
                  <a:srgbClr val="0000FF"/>
                </a:solidFill>
                <a:latin typeface="Comic Sans MS"/>
                <a:ea typeface="Comic Sans MS"/>
                <a:cs typeface="Comic Sans MS"/>
                <a:sym typeface="Comic Sans MS"/>
              </a:rPr>
              <a:t>Tip: Students should complete in their </a:t>
            </a:r>
            <a:r>
              <a:rPr b="1" lang="en" sz="1820" u="sng">
                <a:solidFill>
                  <a:srgbClr val="0000FF"/>
                </a:solidFill>
                <a:latin typeface="Comic Sans MS"/>
                <a:ea typeface="Comic Sans MS"/>
                <a:cs typeface="Comic Sans MS"/>
                <a:sym typeface="Comic Sans MS"/>
              </a:rPr>
              <a:t>own </a:t>
            </a:r>
            <a:r>
              <a:rPr b="1" lang="en" sz="1820">
                <a:solidFill>
                  <a:srgbClr val="0000FF"/>
                </a:solidFill>
                <a:latin typeface="Comic Sans MS"/>
                <a:ea typeface="Comic Sans MS"/>
                <a:cs typeface="Comic Sans MS"/>
                <a:sym typeface="Comic Sans MS"/>
              </a:rPr>
              <a:t> Dream Bot slides</a:t>
            </a:r>
            <a:endParaRPr>
              <a:solidFill>
                <a:srgbClr val="0000FF"/>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75"/>
          <p:cNvSpPr txBox="1"/>
          <p:nvPr>
            <p:ph type="title"/>
          </p:nvPr>
        </p:nvSpPr>
        <p:spPr>
          <a:xfrm>
            <a:off x="602525" y="2150850"/>
            <a:ext cx="80013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Autonomous robots require the same skills as self-driving cars</a:t>
            </a:r>
            <a:endParaRPr/>
          </a:p>
        </p:txBody>
      </p:sp>
      <p:sp>
        <p:nvSpPr>
          <p:cNvPr id="453" name="Google Shape;453;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t>Robot building a map using sensors and avoiding obstacles</a:t>
            </a:r>
            <a:endParaRPr sz="2420"/>
          </a:p>
        </p:txBody>
      </p:sp>
      <p:sp>
        <p:nvSpPr>
          <p:cNvPr id="459" name="Google Shape;459;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Spot autonomously navigates a specified route through an office and lab facility. Before the test, the robot is manually driven through the space so it can build a map of the space using visual data from cameras mounted on the front, back and sides of the robot.  During the autonomous run, Spot uses data from the cameras to localize itself in the map and to detect and avoid obstacles.  Once the operator presses 'GO' at the beginning of the video, the robot is on its own.  Total walk time for this route is just over 6 minutes.  (The QR codes visible in the video are used to measure performance, not for navigation.)" id="460" name="Google Shape;460;p76" title="Spot Autonomous Navigation">
            <a:hlinkClick r:id="rId3"/>
          </p:cNvPr>
          <p:cNvPicPr preferRelativeResize="0"/>
          <p:nvPr/>
        </p:nvPicPr>
        <p:blipFill>
          <a:blip r:embed="rId4">
            <a:alphaModFix/>
          </a:blip>
          <a:stretch>
            <a:fillRect/>
          </a:stretch>
        </p:blipFill>
        <p:spPr>
          <a:xfrm>
            <a:off x="494675" y="1234225"/>
            <a:ext cx="4572000" cy="3429000"/>
          </a:xfrm>
          <a:prstGeom prst="rect">
            <a:avLst/>
          </a:prstGeom>
          <a:noFill/>
          <a:ln>
            <a:noFill/>
          </a:ln>
        </p:spPr>
      </p:pic>
      <p:pic>
        <p:nvPicPr>
          <p:cNvPr descr="That science fiction future where robots can do what people and animals do may be closer than you think. Marc Raibert, founder of Boston Dynamics, is developing advanced robots that can gallop like a cheetah, negotiate 10 inches of snow, walk upright on two legs and even open doors and deliver packages. Join Raibert for a live demo of SpotMini, a nimble robot that maps the space around it, handles objects, climbs stairs -- and could soon be helping you out around the house.&#10;&#10;Check out more TED talks: http://www.ted.com&#10;&#10;The TED Talks channel features the best talks and performances from the TED Conference, where the world's leading thinkers and doers give the talk of their lives in 18 minutes (or less). Look for talks on Technology, Entertainment and Design -- plus science, business, global issues, the arts and more.&#10;&#10;Follow TED on Twitter: http://www.twitter.com/TEDTalks&#10;Like TED on Facebook: https://www.facebook.com/TED&#10;&#10;Subscribe to our channel: https://www.youtube.com/TED" id="461" name="Google Shape;461;p76" title="Meet Spot, the robot dog that can run, hop and open doors | Marc Raibert">
            <a:hlinkClick r:id="rId5"/>
          </p:cNvPr>
          <p:cNvPicPr preferRelativeResize="0"/>
          <p:nvPr/>
        </p:nvPicPr>
        <p:blipFill>
          <a:blip r:embed="rId6">
            <a:alphaModFix/>
          </a:blip>
          <a:stretch>
            <a:fillRect/>
          </a:stretch>
        </p:blipFill>
        <p:spPr>
          <a:xfrm>
            <a:off x="5219075" y="1322525"/>
            <a:ext cx="3772525" cy="28293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par>
                                <p:cTn fill="hold" nodeType="with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000"/>
                                        <p:tgtEl>
                                          <p:spTgt spid="461"/>
                                        </p:tgtEl>
                                      </p:cBhvr>
                                    </p:animEffect>
                                  </p:childTnLst>
                                </p:cTn>
                              </p:par>
                              <p:par>
                                <p:cTn fill="hold" nodeType="with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0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Systems in Spot - Boston Dynamics Robot</a:t>
            </a:r>
            <a:endParaRPr/>
          </a:p>
        </p:txBody>
      </p:sp>
      <p:pic>
        <p:nvPicPr>
          <p:cNvPr id="467" name="Google Shape;467;p77"/>
          <p:cNvPicPr preferRelativeResize="0"/>
          <p:nvPr/>
        </p:nvPicPr>
        <p:blipFill rotWithShape="1">
          <a:blip r:embed="rId3">
            <a:alphaModFix/>
          </a:blip>
          <a:srcRect b="0" l="8382" r="0" t="24986"/>
          <a:stretch/>
        </p:blipFill>
        <p:spPr>
          <a:xfrm>
            <a:off x="831150" y="1377975"/>
            <a:ext cx="7143224" cy="3285249"/>
          </a:xfrm>
          <a:prstGeom prst="rect">
            <a:avLst/>
          </a:prstGeom>
          <a:noFill/>
          <a:ln>
            <a:noFill/>
          </a:ln>
        </p:spPr>
      </p:pic>
      <p:sp>
        <p:nvSpPr>
          <p:cNvPr id="468" name="Google Shape;468;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(Move to additional resources) Deeper Dive Overview</a:t>
            </a:r>
            <a:endParaRPr/>
          </a:p>
        </p:txBody>
      </p:sp>
      <p:sp>
        <p:nvSpPr>
          <p:cNvPr id="474" name="Google Shape;474;p7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Mini- lecture: Introduce Research projects and how to do research projects</a:t>
            </a:r>
            <a:endParaRPr/>
          </a:p>
          <a:p>
            <a:pPr indent="0" lvl="0" marL="0" rtl="0" algn="l">
              <a:spcBef>
                <a:spcPts val="1200"/>
              </a:spcBef>
              <a:spcAft>
                <a:spcPts val="0"/>
              </a:spcAft>
              <a:buNone/>
            </a:pPr>
            <a:r>
              <a:rPr lang="en"/>
              <a:t>Student Articles</a:t>
            </a:r>
            <a:endParaRPr/>
          </a:p>
          <a:p>
            <a:pPr indent="0" lvl="0" marL="0" rtl="0" algn="l">
              <a:spcBef>
                <a:spcPts val="1200"/>
              </a:spcBef>
              <a:spcAft>
                <a:spcPts val="0"/>
              </a:spcAft>
              <a:buNone/>
            </a:pPr>
            <a:r>
              <a:rPr lang="en" u="sng">
                <a:solidFill>
                  <a:schemeClr val="hlink"/>
                </a:solidFill>
                <a:hlinkClick r:id="rId3"/>
              </a:rPr>
              <a:t>https://www.datadriveninvestor.com/2019/11/14/the-anatomy-of-self-driving-cars/</a:t>
            </a:r>
            <a:endParaRPr/>
          </a:p>
          <a:p>
            <a:pPr indent="0" lvl="0" marL="0" rtl="0" algn="l">
              <a:spcBef>
                <a:spcPts val="1200"/>
              </a:spcBef>
              <a:spcAft>
                <a:spcPts val="0"/>
              </a:spcAft>
              <a:buNone/>
            </a:pPr>
            <a:r>
              <a:rPr lang="en" u="sng">
                <a:solidFill>
                  <a:schemeClr val="hlink"/>
                </a:solidFill>
                <a:hlinkClick r:id="rId4"/>
              </a:rPr>
              <a:t>https://www.popsci.com/how-self-driving-cars-change-lanes/</a:t>
            </a:r>
            <a:endParaRPr/>
          </a:p>
          <a:p>
            <a:pPr indent="0" lvl="0" marL="0" rtl="0" algn="l">
              <a:spcBef>
                <a:spcPts val="1200"/>
              </a:spcBef>
              <a:spcAft>
                <a:spcPts val="0"/>
              </a:spcAft>
              <a:buNone/>
            </a:pPr>
            <a:r>
              <a:rPr lang="en" u="sng">
                <a:solidFill>
                  <a:schemeClr val="hlink"/>
                </a:solidFill>
                <a:hlinkClick r:id="rId5"/>
              </a:rPr>
              <a:t>NASA Article - GPS</a:t>
            </a:r>
            <a:endParaRPr/>
          </a:p>
          <a:p>
            <a:pPr indent="0" lvl="0" marL="0" rtl="0" algn="l">
              <a:spcBef>
                <a:spcPts val="1200"/>
              </a:spcBef>
              <a:spcAft>
                <a:spcPts val="0"/>
              </a:spcAft>
              <a:buNone/>
            </a:pPr>
            <a:r>
              <a:rPr lang="en"/>
              <a:t>Videos: </a:t>
            </a:r>
            <a:r>
              <a:rPr lang="en" u="sng">
                <a:solidFill>
                  <a:schemeClr val="hlink"/>
                </a:solidFill>
                <a:hlinkClick r:id="rId6"/>
              </a:rPr>
              <a:t>https://www.cnn.com/videos/business/2021/04/12/dominos-pizza-delivery-robot-nuro-gr-orig.cnn/video/playlists/business-robots/</a:t>
            </a:r>
            <a:endParaRPr/>
          </a:p>
          <a:p>
            <a:pPr indent="0" lvl="0" marL="0" rtl="0" algn="l">
              <a:spcBef>
                <a:spcPts val="1200"/>
              </a:spcBef>
              <a:spcAft>
                <a:spcPts val="1200"/>
              </a:spcAft>
              <a:buNone/>
            </a:pPr>
            <a:r>
              <a:t/>
            </a:r>
            <a:endParaRPr/>
          </a:p>
        </p:txBody>
      </p:sp>
      <p:sp>
        <p:nvSpPr>
          <p:cNvPr id="475" name="Google Shape;475;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9"/>
          <p:cNvSpPr txBox="1"/>
          <p:nvPr>
            <p:ph type="title"/>
          </p:nvPr>
        </p:nvSpPr>
        <p:spPr>
          <a:xfrm>
            <a:off x="311700" y="226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Work on</a:t>
            </a:r>
            <a:r>
              <a:rPr b="1" lang="en"/>
              <a:t> Activity 3</a:t>
            </a:r>
            <a:endParaRPr b="1"/>
          </a:p>
        </p:txBody>
      </p:sp>
      <p:sp>
        <p:nvSpPr>
          <p:cNvPr id="481" name="Google Shape;481;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82" name="Google Shape;482;p79"/>
          <p:cNvPicPr preferRelativeResize="0"/>
          <p:nvPr/>
        </p:nvPicPr>
        <p:blipFill>
          <a:blip r:embed="rId3">
            <a:alphaModFix/>
          </a:blip>
          <a:stretch>
            <a:fillRect/>
          </a:stretch>
        </p:blipFill>
        <p:spPr>
          <a:xfrm>
            <a:off x="1599715" y="847800"/>
            <a:ext cx="5944572" cy="41257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ActVideo: Inside a Self-Driving Car</a:t>
            </a:r>
            <a:endParaRPr/>
          </a:p>
        </p:txBody>
      </p:sp>
      <p:pic>
        <p:nvPicPr>
          <p:cNvPr descr="Waymo began as the Google self-driving car project in 2009. Today, we have the world’s only fleet equipped with fully autonomous-driving cars on public roads. Step into our 360° video and take control of the camera to see through the “eyes” of our car. Then, be one of the first in the world to take a ride with Waymo.&#10;&#10;This film was built using footage and real-time data from an actual trip on city streets. Learn more about how it was made: https://medium.com/waymo/recreating-the-self-driving-experience-the-making-of-the-waymo-360-37a80466af49&#10;&#10;Here’s how to explore the video in 360°:&#10;- On mobile, move your phone around to explore in all directions. &#10;- On desktop, use your mouse to drag the video around your screen. &#10;- If you have Cardboard, tap the Cardboard icon in the bottom right of the YouTube player, insert your phone into Cardboard, and look around. If you have Google Daydream View, just place your phone into the headset.&#10;&#10;About Waymo: &#10;Waymo is an autonomous driving technology company with a mission to make it safe and easy for people and things to move around. With the Waymo Driver, we can improve the world’s mobility while saving thousands of lives.&#10;&#10;Connect with Waymo: &#10;We're hiring: https://waymo.com/joinus/&#10;Follow Waymo on Twitter: https://twitter.com/waymo&#10;Follow Waymo on Instagram: https://www.instagram.com/waymo&#10;Follow Waymo on LinkedIn: https://www.linkedin.com/company/waymo&#10;Like Waymo on Facebook: https://www.facebook.com/Waymo/" id="488" name="Google Shape;488;p80" title="Waymo 360° Experience: A Fully Autonomous Driving Journey">
            <a:hlinkClick r:id="rId3"/>
          </p:cNvPr>
          <p:cNvPicPr preferRelativeResize="0"/>
          <p:nvPr/>
        </p:nvPicPr>
        <p:blipFill>
          <a:blip r:embed="rId4">
            <a:alphaModFix/>
          </a:blip>
          <a:stretch>
            <a:fillRect/>
          </a:stretch>
        </p:blipFill>
        <p:spPr>
          <a:xfrm>
            <a:off x="2200975" y="1346100"/>
            <a:ext cx="4572000" cy="3429000"/>
          </a:xfrm>
          <a:prstGeom prst="rect">
            <a:avLst/>
          </a:prstGeom>
          <a:noFill/>
          <a:ln>
            <a:noFill/>
          </a:ln>
        </p:spPr>
      </p:pic>
      <p:sp>
        <p:nvSpPr>
          <p:cNvPr id="489" name="Google Shape;489;p80"/>
          <p:cNvSpPr txBox="1"/>
          <p:nvPr/>
        </p:nvSpPr>
        <p:spPr>
          <a:xfrm>
            <a:off x="2704200" y="4728600"/>
            <a:ext cx="37356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u="sng">
                <a:solidFill>
                  <a:schemeClr val="hlink"/>
                </a:solidFill>
                <a:hlinkClick r:id="rId5"/>
              </a:rPr>
              <a:t>https://www.youtube.com/watch?v=B8R148hFxPw</a:t>
            </a:r>
            <a:r>
              <a:rPr lang="en" sz="1000"/>
              <a:t> (3:36)</a:t>
            </a:r>
            <a:endParaRPr sz="1000"/>
          </a:p>
        </p:txBody>
      </p:sp>
      <p:sp>
        <p:nvSpPr>
          <p:cNvPr id="490" name="Google Shape;490;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81"/>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My Dream Bot</a:t>
            </a:r>
            <a:endParaRPr/>
          </a:p>
        </p:txBody>
      </p:sp>
      <p:sp>
        <p:nvSpPr>
          <p:cNvPr id="496" name="Google Shape;496;p81"/>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lang="en"/>
              <a:t>Over the course of Unit 1, you will design your own dream robot.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2163"/>
              <a:buFont typeface="Arial"/>
              <a:buNone/>
            </a:pPr>
            <a:r>
              <a:rPr lang="en" sz="3420">
                <a:latin typeface="Comic Sans MS"/>
                <a:ea typeface="Comic Sans MS"/>
                <a:cs typeface="Comic Sans MS"/>
                <a:sym typeface="Comic Sans MS"/>
              </a:rPr>
              <a:t>Lesson 1.3 (B): </a:t>
            </a:r>
            <a:r>
              <a:rPr lang="en" sz="3420">
                <a:latin typeface="Comic Sans MS"/>
                <a:ea typeface="Comic Sans MS"/>
                <a:cs typeface="Comic Sans MS"/>
                <a:sym typeface="Comic Sans MS"/>
              </a:rPr>
              <a:t>Exit Ticket</a:t>
            </a:r>
            <a:endParaRPr sz="3420">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502" name="Google Shape;502;p8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Clr>
                <a:srgbClr val="65D8C0"/>
              </a:buClr>
              <a:buSzPts val="2300"/>
              <a:buFont typeface="Comic Sans MS"/>
              <a:buChar char="●"/>
            </a:pPr>
            <a:r>
              <a:rPr lang="en" sz="2300">
                <a:solidFill>
                  <a:srgbClr val="65D8C0"/>
                </a:solidFill>
                <a:latin typeface="Comic Sans MS"/>
                <a:ea typeface="Comic Sans MS"/>
                <a:cs typeface="Comic Sans MS"/>
                <a:sym typeface="Comic Sans MS"/>
              </a:rPr>
              <a:t>What does your robot look like physically?</a:t>
            </a:r>
            <a:endParaRPr sz="2300">
              <a:solidFill>
                <a:srgbClr val="65D8C0"/>
              </a:solidFill>
              <a:latin typeface="Comic Sans MS"/>
              <a:ea typeface="Comic Sans MS"/>
              <a:cs typeface="Comic Sans MS"/>
              <a:sym typeface="Comic Sans MS"/>
            </a:endParaRPr>
          </a:p>
          <a:p>
            <a:pPr indent="0" lvl="0" marL="457200" rtl="0" algn="l">
              <a:spcBef>
                <a:spcPts val="0"/>
              </a:spcBef>
              <a:spcAft>
                <a:spcPts val="0"/>
              </a:spcAft>
              <a:buNone/>
            </a:pPr>
            <a:r>
              <a:rPr lang="en" sz="2300">
                <a:solidFill>
                  <a:srgbClr val="65D8C0"/>
                </a:solidFill>
                <a:latin typeface="Comic Sans MS"/>
                <a:ea typeface="Comic Sans MS"/>
                <a:cs typeface="Comic Sans MS"/>
                <a:sym typeface="Comic Sans MS"/>
              </a:rPr>
              <a:t> </a:t>
            </a:r>
            <a:endParaRPr sz="2300">
              <a:solidFill>
                <a:srgbClr val="65D8C0"/>
              </a:solidFill>
              <a:latin typeface="Comic Sans MS"/>
              <a:ea typeface="Comic Sans MS"/>
              <a:cs typeface="Comic Sans MS"/>
              <a:sym typeface="Comic Sans MS"/>
            </a:endParaRPr>
          </a:p>
          <a:p>
            <a:pPr indent="-374650" lvl="0" marL="457200" rtl="0" algn="l">
              <a:spcBef>
                <a:spcPts val="0"/>
              </a:spcBef>
              <a:spcAft>
                <a:spcPts val="0"/>
              </a:spcAft>
              <a:buClr>
                <a:srgbClr val="65D8C0"/>
              </a:buClr>
              <a:buSzPts val="2300"/>
              <a:buFont typeface="Comic Sans MS"/>
              <a:buChar char="●"/>
            </a:pPr>
            <a:r>
              <a:rPr lang="en" sz="2300">
                <a:solidFill>
                  <a:srgbClr val="65D8C0"/>
                </a:solidFill>
                <a:latin typeface="Comic Sans MS"/>
                <a:ea typeface="Comic Sans MS"/>
                <a:cs typeface="Comic Sans MS"/>
                <a:sym typeface="Comic Sans MS"/>
              </a:rPr>
              <a:t>My robot looks like?</a:t>
            </a:r>
            <a:endParaRPr sz="1975">
              <a:solidFill>
                <a:srgbClr val="65D8C0"/>
              </a:solidFill>
              <a:latin typeface="Comic Sans MS"/>
              <a:ea typeface="Comic Sans MS"/>
              <a:cs typeface="Comic Sans MS"/>
              <a:sym typeface="Comic Sans MS"/>
            </a:endParaRPr>
          </a:p>
          <a:p>
            <a:pPr indent="-354055" lvl="1" marL="914400" rtl="0" algn="l">
              <a:spcBef>
                <a:spcPts val="0"/>
              </a:spcBef>
              <a:spcAft>
                <a:spcPts val="0"/>
              </a:spcAft>
              <a:buClr>
                <a:srgbClr val="65D8C0"/>
              </a:buClr>
              <a:buSzPts val="1976"/>
              <a:buFont typeface="Comic Sans MS"/>
              <a:buChar char="○"/>
            </a:pPr>
            <a:r>
              <a:rPr lang="en" sz="1975">
                <a:solidFill>
                  <a:srgbClr val="65D8C0"/>
                </a:solidFill>
                <a:latin typeface="Comic Sans MS"/>
                <a:ea typeface="Comic Sans MS"/>
                <a:cs typeface="Comic Sans MS"/>
                <a:sym typeface="Comic Sans MS"/>
              </a:rPr>
              <a:t>Describe your robot</a:t>
            </a:r>
            <a:endParaRPr sz="1975">
              <a:solidFill>
                <a:srgbClr val="65D8C0"/>
              </a:solidFill>
              <a:latin typeface="Comic Sans MS"/>
              <a:ea typeface="Comic Sans MS"/>
              <a:cs typeface="Comic Sans MS"/>
              <a:sym typeface="Comic Sans MS"/>
            </a:endParaRPr>
          </a:p>
          <a:p>
            <a:pPr indent="-354055" lvl="1" marL="914400" rtl="0" algn="l">
              <a:spcBef>
                <a:spcPts val="0"/>
              </a:spcBef>
              <a:spcAft>
                <a:spcPts val="0"/>
              </a:spcAft>
              <a:buClr>
                <a:srgbClr val="65D8C0"/>
              </a:buClr>
              <a:buSzPts val="1976"/>
              <a:buFont typeface="Comic Sans MS"/>
              <a:buChar char="○"/>
            </a:pPr>
            <a:r>
              <a:rPr lang="en" sz="1975">
                <a:solidFill>
                  <a:srgbClr val="65D8C0"/>
                </a:solidFill>
                <a:latin typeface="Comic Sans MS"/>
                <a:ea typeface="Comic Sans MS"/>
                <a:cs typeface="Comic Sans MS"/>
                <a:sym typeface="Comic Sans MS"/>
              </a:rPr>
              <a:t>W</a:t>
            </a:r>
            <a:r>
              <a:rPr lang="en" sz="2300">
                <a:solidFill>
                  <a:srgbClr val="65D8C0"/>
                </a:solidFill>
                <a:latin typeface="Comic Sans MS"/>
                <a:ea typeface="Comic Sans MS"/>
                <a:cs typeface="Comic Sans MS"/>
                <a:sym typeface="Comic Sans MS"/>
              </a:rPr>
              <a:t>here are all of the sensors located on the robot?</a:t>
            </a:r>
            <a:endParaRPr sz="2300">
              <a:solidFill>
                <a:srgbClr val="65D8C0"/>
              </a:solidFill>
              <a:latin typeface="Comic Sans MS"/>
              <a:ea typeface="Comic Sans MS"/>
              <a:cs typeface="Comic Sans MS"/>
              <a:sym typeface="Comic Sans MS"/>
            </a:endParaRPr>
          </a:p>
          <a:p>
            <a:pPr indent="0" lvl="0" marL="0" rtl="0" algn="l">
              <a:spcBef>
                <a:spcPts val="0"/>
              </a:spcBef>
              <a:spcAft>
                <a:spcPts val="0"/>
              </a:spcAft>
              <a:buNone/>
            </a:pPr>
            <a:r>
              <a:t/>
            </a:r>
            <a:endParaRPr sz="2300">
              <a:solidFill>
                <a:srgbClr val="000000"/>
              </a:solidFill>
              <a:latin typeface="Calibri"/>
              <a:ea typeface="Calibri"/>
              <a:cs typeface="Calibri"/>
              <a:sym typeface="Calibri"/>
            </a:endParaRPr>
          </a:p>
        </p:txBody>
      </p:sp>
      <p:sp>
        <p:nvSpPr>
          <p:cNvPr id="503" name="Google Shape;503;p82"/>
          <p:cNvSpPr txBox="1"/>
          <p:nvPr/>
        </p:nvSpPr>
        <p:spPr>
          <a:xfrm>
            <a:off x="6331800" y="76275"/>
            <a:ext cx="2812200" cy="1025100"/>
          </a:xfrm>
          <a:prstGeom prst="rect">
            <a:avLst/>
          </a:prstGeom>
          <a:noFill/>
          <a:ln cap="flat" cmpd="sng" w="19050">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990"/>
              <a:buFont typeface="Arial"/>
              <a:buNone/>
            </a:pPr>
            <a:r>
              <a:rPr b="1" lang="en" sz="1820">
                <a:solidFill>
                  <a:srgbClr val="0000FF"/>
                </a:solidFill>
                <a:latin typeface="Comic Sans MS"/>
                <a:ea typeface="Comic Sans MS"/>
                <a:cs typeface="Comic Sans MS"/>
                <a:sym typeface="Comic Sans MS"/>
              </a:rPr>
              <a:t>Tip: Students should complete in their </a:t>
            </a:r>
            <a:r>
              <a:rPr b="1" lang="en" sz="1820" u="sng">
                <a:solidFill>
                  <a:srgbClr val="0000FF"/>
                </a:solidFill>
                <a:latin typeface="Comic Sans MS"/>
                <a:ea typeface="Comic Sans MS"/>
                <a:cs typeface="Comic Sans MS"/>
                <a:sym typeface="Comic Sans MS"/>
              </a:rPr>
              <a:t>own </a:t>
            </a:r>
            <a:r>
              <a:rPr b="1" lang="en" sz="1820">
                <a:solidFill>
                  <a:srgbClr val="0000FF"/>
                </a:solidFill>
                <a:latin typeface="Comic Sans MS"/>
                <a:ea typeface="Comic Sans MS"/>
                <a:cs typeface="Comic Sans MS"/>
                <a:sym typeface="Comic Sans MS"/>
              </a:rPr>
              <a:t> Dream Bot slides</a:t>
            </a:r>
            <a:endParaRPr>
              <a:solidFill>
                <a:srgbClr val="0000FF"/>
              </a:solidFill>
              <a:latin typeface="Open Sans"/>
              <a:ea typeface="Open Sans"/>
              <a:cs typeface="Open Sans"/>
              <a:sym typeface="Open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Create Your Robot</a:t>
            </a:r>
            <a:endParaRPr/>
          </a:p>
        </p:txBody>
      </p:sp>
      <p:sp>
        <p:nvSpPr>
          <p:cNvPr id="509" name="Google Shape;509;p8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solidFill>
                  <a:srgbClr val="000000"/>
                </a:solidFill>
                <a:latin typeface="Calibri"/>
                <a:ea typeface="Calibri"/>
                <a:cs typeface="Calibri"/>
                <a:sym typeface="Calibri"/>
              </a:rPr>
              <a:t>Create options:</a:t>
            </a:r>
            <a:endParaRPr sz="2300">
              <a:solidFill>
                <a:srgbClr val="000000"/>
              </a:solidFill>
              <a:latin typeface="Calibri"/>
              <a:ea typeface="Calibri"/>
              <a:cs typeface="Calibri"/>
              <a:sym typeface="Calibri"/>
            </a:endParaRPr>
          </a:p>
          <a:p>
            <a:pPr indent="-374650" lvl="0" marL="457200" rtl="0" algn="l">
              <a:spcBef>
                <a:spcPts val="0"/>
              </a:spcBef>
              <a:spcAft>
                <a:spcPts val="0"/>
              </a:spcAft>
              <a:buClr>
                <a:srgbClr val="000000"/>
              </a:buClr>
              <a:buSzPts val="2300"/>
              <a:buFont typeface="Calibri"/>
              <a:buChar char="●"/>
            </a:pPr>
            <a:r>
              <a:rPr lang="en" sz="2300">
                <a:solidFill>
                  <a:srgbClr val="000000"/>
                </a:solidFill>
                <a:latin typeface="Calibri"/>
                <a:ea typeface="Calibri"/>
                <a:cs typeface="Calibri"/>
                <a:sym typeface="Calibri"/>
              </a:rPr>
              <a:t>a labeled drawing</a:t>
            </a:r>
            <a:endParaRPr sz="2300">
              <a:solidFill>
                <a:srgbClr val="000000"/>
              </a:solidFill>
              <a:latin typeface="Calibri"/>
              <a:ea typeface="Calibri"/>
              <a:cs typeface="Calibri"/>
              <a:sym typeface="Calibri"/>
            </a:endParaRPr>
          </a:p>
          <a:p>
            <a:pPr indent="-374650" lvl="0" marL="457200" rtl="0" algn="l">
              <a:spcBef>
                <a:spcPts val="0"/>
              </a:spcBef>
              <a:spcAft>
                <a:spcPts val="0"/>
              </a:spcAft>
              <a:buClr>
                <a:srgbClr val="000000"/>
              </a:buClr>
              <a:buSzPts val="2300"/>
              <a:buFont typeface="Calibri"/>
              <a:buChar char="●"/>
            </a:pPr>
            <a:r>
              <a:rPr lang="en" sz="2300">
                <a:solidFill>
                  <a:srgbClr val="000000"/>
                </a:solidFill>
                <a:latin typeface="Calibri"/>
                <a:ea typeface="Calibri"/>
                <a:cs typeface="Calibri"/>
                <a:sym typeface="Calibri"/>
              </a:rPr>
              <a:t>A description and diagram</a:t>
            </a:r>
            <a:endParaRPr sz="2300">
              <a:solidFill>
                <a:srgbClr val="000000"/>
              </a:solidFill>
              <a:latin typeface="Calibri"/>
              <a:ea typeface="Calibri"/>
              <a:cs typeface="Calibri"/>
              <a:sym typeface="Calibri"/>
            </a:endParaRPr>
          </a:p>
          <a:p>
            <a:pPr indent="-374650" lvl="0" marL="457200" rtl="0" algn="l">
              <a:spcBef>
                <a:spcPts val="0"/>
              </a:spcBef>
              <a:spcAft>
                <a:spcPts val="0"/>
              </a:spcAft>
              <a:buClr>
                <a:srgbClr val="000000"/>
              </a:buClr>
              <a:buSzPts val="2300"/>
              <a:buFont typeface="Calibri"/>
              <a:buChar char="●"/>
            </a:pPr>
            <a:r>
              <a:rPr lang="en" sz="2300">
                <a:solidFill>
                  <a:srgbClr val="000000"/>
                </a:solidFill>
                <a:latin typeface="Calibri"/>
                <a:ea typeface="Calibri"/>
                <a:cs typeface="Calibri"/>
                <a:sym typeface="Calibri"/>
              </a:rPr>
              <a:t>3D model</a:t>
            </a:r>
            <a:endParaRPr sz="2300">
              <a:solidFill>
                <a:srgbClr val="000000"/>
              </a:solidFill>
              <a:latin typeface="Calibri"/>
              <a:ea typeface="Calibri"/>
              <a:cs typeface="Calibri"/>
              <a:sym typeface="Calibri"/>
            </a:endParaRPr>
          </a:p>
          <a:p>
            <a:pPr indent="-374650" lvl="0" marL="457200" rtl="0" algn="l">
              <a:spcBef>
                <a:spcPts val="0"/>
              </a:spcBef>
              <a:spcAft>
                <a:spcPts val="0"/>
              </a:spcAft>
              <a:buClr>
                <a:srgbClr val="000000"/>
              </a:buClr>
              <a:buSzPts val="2300"/>
              <a:buFont typeface="Calibri"/>
              <a:buChar char="●"/>
            </a:pPr>
            <a:r>
              <a:rPr lang="en" sz="2300">
                <a:solidFill>
                  <a:srgbClr val="000000"/>
                </a:solidFill>
                <a:latin typeface="Calibri"/>
                <a:ea typeface="Calibri"/>
                <a:cs typeface="Calibri"/>
                <a:sym typeface="Calibri"/>
              </a:rPr>
              <a:t>Cardboard model</a:t>
            </a:r>
            <a:endParaRPr sz="2300">
              <a:solidFill>
                <a:srgbClr val="000000"/>
              </a:solidFill>
              <a:latin typeface="Calibri"/>
              <a:ea typeface="Calibri"/>
              <a:cs typeface="Calibri"/>
              <a:sym typeface="Calibri"/>
            </a:endParaRPr>
          </a:p>
        </p:txBody>
      </p:sp>
      <p:sp>
        <p:nvSpPr>
          <p:cNvPr id="510" name="Google Shape;510;p83"/>
          <p:cNvSpPr txBox="1"/>
          <p:nvPr/>
        </p:nvSpPr>
        <p:spPr>
          <a:xfrm>
            <a:off x="6331800" y="76275"/>
            <a:ext cx="2812200" cy="1025100"/>
          </a:xfrm>
          <a:prstGeom prst="rect">
            <a:avLst/>
          </a:prstGeom>
          <a:noFill/>
          <a:ln cap="flat" cmpd="sng" w="19050">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990"/>
              <a:buFont typeface="Arial"/>
              <a:buNone/>
            </a:pPr>
            <a:r>
              <a:rPr b="1" lang="en" sz="1820">
                <a:solidFill>
                  <a:srgbClr val="0000FF"/>
                </a:solidFill>
                <a:latin typeface="Comic Sans MS"/>
                <a:ea typeface="Comic Sans MS"/>
                <a:cs typeface="Comic Sans MS"/>
                <a:sym typeface="Comic Sans MS"/>
              </a:rPr>
              <a:t>Tip: Students should complete in their </a:t>
            </a:r>
            <a:r>
              <a:rPr b="1" lang="en" sz="1820" u="sng">
                <a:solidFill>
                  <a:srgbClr val="0000FF"/>
                </a:solidFill>
                <a:latin typeface="Comic Sans MS"/>
                <a:ea typeface="Comic Sans MS"/>
                <a:cs typeface="Comic Sans MS"/>
                <a:sym typeface="Comic Sans MS"/>
              </a:rPr>
              <a:t>own </a:t>
            </a:r>
            <a:r>
              <a:rPr b="1" lang="en" sz="1820">
                <a:solidFill>
                  <a:srgbClr val="0000FF"/>
                </a:solidFill>
                <a:latin typeface="Comic Sans MS"/>
                <a:ea typeface="Comic Sans MS"/>
                <a:cs typeface="Comic Sans MS"/>
                <a:sym typeface="Comic Sans MS"/>
              </a:rPr>
              <a:t> Dream Bot slides</a:t>
            </a:r>
            <a:endParaRPr>
              <a:solidFill>
                <a:srgbClr val="0000FF"/>
              </a:solidFill>
              <a:latin typeface="Open Sans"/>
              <a:ea typeface="Open Sans"/>
              <a:cs typeface="Open Sans"/>
              <a:sym typeface="Open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84"/>
          <p:cNvSpPr txBox="1"/>
          <p:nvPr>
            <p:ph type="ctrTitle"/>
          </p:nvPr>
        </p:nvSpPr>
        <p:spPr>
          <a:xfrm>
            <a:off x="114900" y="63200"/>
            <a:ext cx="8914200" cy="1013700"/>
          </a:xfrm>
          <a:prstGeom prst="rect">
            <a:avLst/>
          </a:prstGeom>
          <a:noFill/>
          <a:ln>
            <a:noFill/>
          </a:ln>
        </p:spPr>
        <p:txBody>
          <a:bodyPr anchorCtr="0" anchor="b" bIns="0" lIns="68575" spcFirstLastPara="1" rIns="68575" wrap="square" tIns="34275">
            <a:normAutofit/>
          </a:bodyPr>
          <a:lstStyle/>
          <a:p>
            <a:pPr indent="0" lvl="0" marL="0" rtl="0" algn="ctr">
              <a:lnSpc>
                <a:spcPct val="90000"/>
              </a:lnSpc>
              <a:spcBef>
                <a:spcPts val="0"/>
              </a:spcBef>
              <a:spcAft>
                <a:spcPts val="0"/>
              </a:spcAft>
              <a:buClr>
                <a:schemeClr val="dk1"/>
              </a:buClr>
              <a:buSzPts val="5000"/>
              <a:buFont typeface="Gill Sans"/>
              <a:buNone/>
            </a:pPr>
            <a:r>
              <a:rPr lang="en">
                <a:latin typeface="Comic Sans MS"/>
                <a:ea typeface="Comic Sans MS"/>
                <a:cs typeface="Comic Sans MS"/>
                <a:sym typeface="Comic Sans MS"/>
              </a:rPr>
              <a:t>Comic Strip Assignment</a:t>
            </a:r>
            <a:endParaRPr>
              <a:latin typeface="Comic Sans MS"/>
              <a:ea typeface="Comic Sans MS"/>
              <a:cs typeface="Comic Sans MS"/>
              <a:sym typeface="Comic Sans MS"/>
            </a:endParaRPr>
          </a:p>
        </p:txBody>
      </p:sp>
      <p:sp>
        <p:nvSpPr>
          <p:cNvPr id="516" name="Google Shape;516;p84"/>
          <p:cNvSpPr txBox="1"/>
          <p:nvPr>
            <p:ph idx="1" type="subTitle"/>
          </p:nvPr>
        </p:nvSpPr>
        <p:spPr>
          <a:xfrm>
            <a:off x="186300" y="4033475"/>
            <a:ext cx="8771400" cy="1139400"/>
          </a:xfrm>
          <a:prstGeom prst="rect">
            <a:avLst/>
          </a:prstGeom>
          <a:noFill/>
          <a:ln>
            <a:noFill/>
          </a:ln>
        </p:spPr>
        <p:txBody>
          <a:bodyPr anchorCtr="0" anchor="t" bIns="68575" lIns="68575" spcFirstLastPara="1" rIns="68575" wrap="square" tIns="68575">
            <a:normAutofit/>
          </a:bodyPr>
          <a:lstStyle/>
          <a:p>
            <a:pPr indent="0" lvl="0" marL="0" rtl="0" algn="ctr">
              <a:lnSpc>
                <a:spcPct val="120000"/>
              </a:lnSpc>
              <a:spcBef>
                <a:spcPts val="0"/>
              </a:spcBef>
              <a:spcAft>
                <a:spcPts val="0"/>
              </a:spcAft>
              <a:buSzPts val="1400"/>
              <a:buNone/>
            </a:pPr>
            <a:r>
              <a:rPr lang="en"/>
              <a:t>You may use:</a:t>
            </a:r>
            <a:endParaRPr/>
          </a:p>
          <a:p>
            <a:pPr indent="0" lvl="0" marL="0" rtl="0" algn="ctr">
              <a:lnSpc>
                <a:spcPct val="120000"/>
              </a:lnSpc>
              <a:spcBef>
                <a:spcPts val="0"/>
              </a:spcBef>
              <a:spcAft>
                <a:spcPts val="0"/>
              </a:spcAft>
              <a:buSzPts val="1400"/>
              <a:buNone/>
            </a:pPr>
            <a:r>
              <a:rPr lang="en"/>
              <a:t>storyboardthat.com/storyboard-creator</a:t>
            </a:r>
            <a:endParaRPr/>
          </a:p>
        </p:txBody>
      </p:sp>
      <p:pic>
        <p:nvPicPr>
          <p:cNvPr descr="Image result for pixton.com" id="517" name="Google Shape;517;p84"/>
          <p:cNvPicPr preferRelativeResize="0"/>
          <p:nvPr/>
        </p:nvPicPr>
        <p:blipFill rotWithShape="1">
          <a:blip r:embed="rId3">
            <a:alphaModFix/>
          </a:blip>
          <a:srcRect b="0" l="0" r="0" t="0"/>
          <a:stretch/>
        </p:blipFill>
        <p:spPr>
          <a:xfrm>
            <a:off x="2175033" y="1262551"/>
            <a:ext cx="5106617" cy="28471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85"/>
          <p:cNvSpPr txBox="1"/>
          <p:nvPr>
            <p:ph type="title"/>
          </p:nvPr>
        </p:nvSpPr>
        <p:spPr>
          <a:xfrm>
            <a:off x="1088684" y="578864"/>
            <a:ext cx="7202400" cy="7869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Gill Sans"/>
              <a:buNone/>
            </a:pPr>
            <a:r>
              <a:rPr lang="en"/>
              <a:t>INSTRUCTIONS</a:t>
            </a:r>
            <a:endParaRPr/>
          </a:p>
        </p:txBody>
      </p:sp>
      <p:sp>
        <p:nvSpPr>
          <p:cNvPr id="523" name="Google Shape;523;p85"/>
          <p:cNvSpPr txBox="1"/>
          <p:nvPr>
            <p:ph idx="1" type="body"/>
          </p:nvPr>
        </p:nvSpPr>
        <p:spPr>
          <a:xfrm>
            <a:off x="1088684" y="1533774"/>
            <a:ext cx="7202400" cy="2588100"/>
          </a:xfrm>
          <a:prstGeom prst="rect">
            <a:avLst/>
          </a:prstGeom>
          <a:noFill/>
          <a:ln>
            <a:noFill/>
          </a:ln>
        </p:spPr>
        <p:txBody>
          <a:bodyPr anchorCtr="0" anchor="t" bIns="34275" lIns="68575" spcFirstLastPara="1" rIns="68575" wrap="square" tIns="34275">
            <a:normAutofit/>
          </a:bodyPr>
          <a:lstStyle/>
          <a:p>
            <a:pPr indent="-190500" lvl="1" marL="520700" rtl="0" algn="l">
              <a:lnSpc>
                <a:spcPct val="120000"/>
              </a:lnSpc>
              <a:spcBef>
                <a:spcPts val="800"/>
              </a:spcBef>
              <a:spcAft>
                <a:spcPts val="0"/>
              </a:spcAft>
              <a:buSzPts val="1600"/>
              <a:buChar char="•"/>
            </a:pPr>
            <a:r>
              <a:rPr lang="en" sz="1600">
                <a:solidFill>
                  <a:schemeClr val="dk1"/>
                </a:solidFill>
              </a:rPr>
              <a:t>Research and create a comic that describes/explain five (5) different types of sensors on self driving cars and how are they used.  Remember to cite your source(s).</a:t>
            </a:r>
            <a:endParaRPr sz="1600">
              <a:solidFill>
                <a:schemeClr val="dk1"/>
              </a:solidFill>
            </a:endParaRPr>
          </a:p>
          <a:p>
            <a:pPr indent="0" lvl="0" marL="0" rtl="0" algn="l">
              <a:lnSpc>
                <a:spcPct val="120000"/>
              </a:lnSpc>
              <a:spcBef>
                <a:spcPts val="800"/>
              </a:spcBef>
              <a:spcAft>
                <a:spcPts val="0"/>
              </a:spcAft>
              <a:buNone/>
            </a:pPr>
            <a:r>
              <a:rPr lang="en" sz="1600"/>
              <a:t>****</a:t>
            </a:r>
            <a:r>
              <a:rPr b="1" lang="en" sz="1600"/>
              <a:t>After you have completed the assignment</a:t>
            </a:r>
            <a:r>
              <a:rPr lang="en" sz="1600"/>
              <a:t>, explore and have fun using the comic creator  site.  Create more comics, practice storytelling, create a personal comic for a sister, brother, or family member.</a:t>
            </a:r>
            <a:endParaRPr sz="1600"/>
          </a:p>
        </p:txBody>
      </p:sp>
      <p:sp>
        <p:nvSpPr>
          <p:cNvPr descr="Image result for pixton.com" id="524" name="Google Shape;524;p85"/>
          <p:cNvSpPr/>
          <p:nvPr/>
        </p:nvSpPr>
        <p:spPr>
          <a:xfrm>
            <a:off x="116681" y="-108347"/>
            <a:ext cx="228600" cy="2286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Gill Sans"/>
              <a:ea typeface="Gill Sans"/>
              <a:cs typeface="Gill Sans"/>
              <a:sym typeface="Gill Sans"/>
            </a:endParaRPr>
          </a:p>
        </p:txBody>
      </p:sp>
      <p:pic>
        <p:nvPicPr>
          <p:cNvPr descr="Image result for pixton.com" id="525" name="Google Shape;525;p85"/>
          <p:cNvPicPr preferRelativeResize="0"/>
          <p:nvPr/>
        </p:nvPicPr>
        <p:blipFill rotWithShape="1">
          <a:blip r:embed="rId3">
            <a:alphaModFix/>
          </a:blip>
          <a:srcRect b="0" l="0" r="0" t="0"/>
          <a:stretch/>
        </p:blipFill>
        <p:spPr>
          <a:xfrm>
            <a:off x="6874094" y="154575"/>
            <a:ext cx="2269906" cy="123574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