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y="5143500" cx="9144000"/>
  <p:notesSz cx="6858000" cy="9144000"/>
  <p:embeddedFontLst>
    <p:embeddedFont>
      <p:font typeface="PT Sans Narrow"/>
      <p:regular r:id="rId21"/>
      <p:bold r:id="rId22"/>
    </p:embeddedFont>
    <p:embeddedFont>
      <p:font typeface="Open Sans"/>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7DFE0F1-906D-4B5A-946B-660BBBDB1F06}">
  <a:tblStyle styleId="{87DFE0F1-906D-4B5A-946B-660BBBDB1F0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font" Target="fonts/PTSansNarrow-bold.fntdata"/><Relationship Id="rId21" Type="http://schemas.openxmlformats.org/officeDocument/2006/relationships/font" Target="fonts/PTSansNarrow-regular.fntdata"/><Relationship Id="rId24" Type="http://schemas.openxmlformats.org/officeDocument/2006/relationships/font" Target="fonts/OpenSans-bold.fntdata"/><Relationship Id="rId23" Type="http://schemas.openxmlformats.org/officeDocument/2006/relationships/font" Target="fonts/OpenSans-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OpenSans-boldItalic.fntdata"/><Relationship Id="rId25" Type="http://schemas.openxmlformats.org/officeDocument/2006/relationships/font" Target="fonts/OpenSans-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5bf900a0fa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5bf900a0fa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5bf900a0fa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5bf900a0fa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e8313c37b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e8313c37b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5bf900a0fa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5bf900a0fa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5bf900a0fa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5bf900a0fa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5bf900a0fa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5bf900a0fa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e8313c37be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e8313c37be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15374a7a21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15374a7a21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e8313c37be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e8313c37be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15374a7a21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215374a7a21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5bf900a0fa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25bf900a0fa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5bf900a0fa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25bf900a0fa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2e8313c37b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2e8313c37b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cxnSp>
        <p:nvCxnSpPr>
          <p:cNvPr id="55" name="Google Shape;55;p14"/>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56" name="Google Shape;56;p14"/>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57" name="Google Shape;57;p14"/>
          <p:cNvGrpSpPr/>
          <p:nvPr/>
        </p:nvGrpSpPr>
        <p:grpSpPr>
          <a:xfrm>
            <a:off x="1004144" y="1022025"/>
            <a:ext cx="7136668" cy="152400"/>
            <a:chOff x="1346429" y="1011300"/>
            <a:chExt cx="6452100" cy="152400"/>
          </a:xfrm>
        </p:grpSpPr>
        <p:cxnSp>
          <p:nvCxnSpPr>
            <p:cNvPr id="58" name="Google Shape;58;p14"/>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59" name="Google Shape;59;p14"/>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60" name="Google Shape;60;p14"/>
          <p:cNvGrpSpPr/>
          <p:nvPr/>
        </p:nvGrpSpPr>
        <p:grpSpPr>
          <a:xfrm>
            <a:off x="1004151" y="3969100"/>
            <a:ext cx="7136668" cy="152400"/>
            <a:chOff x="1346435" y="3969088"/>
            <a:chExt cx="6452100" cy="152400"/>
          </a:xfrm>
        </p:grpSpPr>
        <p:cxnSp>
          <p:nvCxnSpPr>
            <p:cNvPr id="61" name="Google Shape;61;p14"/>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62" name="Google Shape;62;p14"/>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63" name="Google Shape;63;p14"/>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400"/>
              <a:buNone/>
              <a:defRPr sz="5400"/>
            </a:lvl1pPr>
            <a:lvl2pPr lvl="1" rtl="0" algn="ctr">
              <a:spcBef>
                <a:spcPts val="0"/>
              </a:spcBef>
              <a:spcAft>
                <a:spcPts val="0"/>
              </a:spcAft>
              <a:buSzPts val="5400"/>
              <a:buNone/>
              <a:defRPr sz="5400"/>
            </a:lvl2pPr>
            <a:lvl3pPr lvl="2" rtl="0" algn="ctr">
              <a:spcBef>
                <a:spcPts val="0"/>
              </a:spcBef>
              <a:spcAft>
                <a:spcPts val="0"/>
              </a:spcAft>
              <a:buSzPts val="5400"/>
              <a:buNone/>
              <a:defRPr sz="5400"/>
            </a:lvl3pPr>
            <a:lvl4pPr lvl="3" rtl="0" algn="ctr">
              <a:spcBef>
                <a:spcPts val="0"/>
              </a:spcBef>
              <a:spcAft>
                <a:spcPts val="0"/>
              </a:spcAft>
              <a:buSzPts val="5400"/>
              <a:buNone/>
              <a:defRPr sz="5400"/>
            </a:lvl4pPr>
            <a:lvl5pPr lvl="4" rtl="0" algn="ctr">
              <a:spcBef>
                <a:spcPts val="0"/>
              </a:spcBef>
              <a:spcAft>
                <a:spcPts val="0"/>
              </a:spcAft>
              <a:buSzPts val="5400"/>
              <a:buNone/>
              <a:defRPr sz="5400"/>
            </a:lvl5pPr>
            <a:lvl6pPr lvl="5" rtl="0" algn="ctr">
              <a:spcBef>
                <a:spcPts val="0"/>
              </a:spcBef>
              <a:spcAft>
                <a:spcPts val="0"/>
              </a:spcAft>
              <a:buSzPts val="5400"/>
              <a:buNone/>
              <a:defRPr sz="5400"/>
            </a:lvl6pPr>
            <a:lvl7pPr lvl="6" rtl="0" algn="ctr">
              <a:spcBef>
                <a:spcPts val="0"/>
              </a:spcBef>
              <a:spcAft>
                <a:spcPts val="0"/>
              </a:spcAft>
              <a:buSzPts val="5400"/>
              <a:buNone/>
              <a:defRPr sz="5400"/>
            </a:lvl7pPr>
            <a:lvl8pPr lvl="7" rtl="0" algn="ctr">
              <a:spcBef>
                <a:spcPts val="0"/>
              </a:spcBef>
              <a:spcAft>
                <a:spcPts val="0"/>
              </a:spcAft>
              <a:buSzPts val="5400"/>
              <a:buNone/>
              <a:defRPr sz="5400"/>
            </a:lvl8pPr>
            <a:lvl9pPr lvl="8" rtl="0" algn="ctr">
              <a:spcBef>
                <a:spcPts val="0"/>
              </a:spcBef>
              <a:spcAft>
                <a:spcPts val="0"/>
              </a:spcAft>
              <a:buSzPts val="5400"/>
              <a:buNone/>
              <a:defRPr sz="5400"/>
            </a:lvl9pPr>
          </a:lstStyle>
          <a:p/>
        </p:txBody>
      </p:sp>
      <p:sp>
        <p:nvSpPr>
          <p:cNvPr id="64" name="Google Shape;64;p14"/>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400"/>
              <a:buNone/>
              <a:defRPr sz="2400"/>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65" name="Google Shape;65;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6" name="Shape 66"/>
        <p:cNvGrpSpPr/>
        <p:nvPr/>
      </p:nvGrpSpPr>
      <p:grpSpPr>
        <a:xfrm>
          <a:off x="0" y="0"/>
          <a:ext cx="0" cy="0"/>
          <a:chOff x="0" y="0"/>
          <a:chExt cx="0" cy="0"/>
        </a:xfrm>
      </p:grpSpPr>
      <p:sp>
        <p:nvSpPr>
          <p:cNvPr id="67" name="Google Shape;67;p15"/>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5"/>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a:lvl1pPr>
            <a:lvl2pPr lvl="1" rtl="0" algn="ctr">
              <a:spcBef>
                <a:spcPts val="0"/>
              </a:spcBef>
              <a:spcAft>
                <a:spcPts val="0"/>
              </a:spcAft>
              <a:buSzPts val="3600"/>
              <a:buNone/>
              <a:defRPr/>
            </a:lvl2pPr>
            <a:lvl3pPr lvl="2" rtl="0" algn="ctr">
              <a:spcBef>
                <a:spcPts val="0"/>
              </a:spcBef>
              <a:spcAft>
                <a:spcPts val="0"/>
              </a:spcAft>
              <a:buSzPts val="3600"/>
              <a:buNone/>
              <a:defRPr/>
            </a:lvl3pPr>
            <a:lvl4pPr lvl="3" rtl="0" algn="ctr">
              <a:spcBef>
                <a:spcPts val="0"/>
              </a:spcBef>
              <a:spcAft>
                <a:spcPts val="0"/>
              </a:spcAft>
              <a:buSzPts val="3600"/>
              <a:buNone/>
              <a:defRPr/>
            </a:lvl4pPr>
            <a:lvl5pPr lvl="4" rtl="0" algn="ctr">
              <a:spcBef>
                <a:spcPts val="0"/>
              </a:spcBef>
              <a:spcAft>
                <a:spcPts val="0"/>
              </a:spcAft>
              <a:buSzPts val="3600"/>
              <a:buNone/>
              <a:defRPr/>
            </a:lvl5pPr>
            <a:lvl6pPr lvl="5" rtl="0" algn="ctr">
              <a:spcBef>
                <a:spcPts val="0"/>
              </a:spcBef>
              <a:spcAft>
                <a:spcPts val="0"/>
              </a:spcAft>
              <a:buSzPts val="3600"/>
              <a:buNone/>
              <a:defRPr/>
            </a:lvl6pPr>
            <a:lvl7pPr lvl="6" rtl="0" algn="ctr">
              <a:spcBef>
                <a:spcPts val="0"/>
              </a:spcBef>
              <a:spcAft>
                <a:spcPts val="0"/>
              </a:spcAft>
              <a:buSzPts val="3600"/>
              <a:buNone/>
              <a:defRPr/>
            </a:lvl7pPr>
            <a:lvl8pPr lvl="7" rtl="0" algn="ctr">
              <a:spcBef>
                <a:spcPts val="0"/>
              </a:spcBef>
              <a:spcAft>
                <a:spcPts val="0"/>
              </a:spcAft>
              <a:buSzPts val="3600"/>
              <a:buNone/>
              <a:defRPr/>
            </a:lvl8pPr>
            <a:lvl9pPr lvl="8" rtl="0" algn="ctr">
              <a:spcBef>
                <a:spcPts val="0"/>
              </a:spcBef>
              <a:spcAft>
                <a:spcPts val="0"/>
              </a:spcAft>
              <a:buSzPts val="3600"/>
              <a:buNone/>
              <a:defRPr/>
            </a:lvl9pPr>
          </a:lstStyle>
          <a:p/>
        </p:txBody>
      </p:sp>
      <p:sp>
        <p:nvSpPr>
          <p:cNvPr id="69" name="Google Shape;69;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0" name="Shape 70"/>
        <p:cNvGrpSpPr/>
        <p:nvPr/>
      </p:nvGrpSpPr>
      <p:grpSpPr>
        <a:xfrm>
          <a:off x="0" y="0"/>
          <a:ext cx="0" cy="0"/>
          <a:chOff x="0" y="0"/>
          <a:chExt cx="0" cy="0"/>
        </a:xfrm>
      </p:grpSpPr>
      <p:sp>
        <p:nvSpPr>
          <p:cNvPr id="71" name="Google Shape;71;p16"/>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73" name="Google Shape;73;p16"/>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74" name="Google Shape;7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5" name="Shape 75"/>
        <p:cNvGrpSpPr/>
        <p:nvPr/>
      </p:nvGrpSpPr>
      <p:grpSpPr>
        <a:xfrm>
          <a:off x="0" y="0"/>
          <a:ext cx="0" cy="0"/>
          <a:chOff x="0" y="0"/>
          <a:chExt cx="0" cy="0"/>
        </a:xfrm>
      </p:grpSpPr>
      <p:sp>
        <p:nvSpPr>
          <p:cNvPr id="76" name="Google Shape;76;p17"/>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77" name="Google Shape;77;p17"/>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78" name="Google Shape;78;p17"/>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79" name="Google Shape;7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0" name="Shape 80"/>
        <p:cNvGrpSpPr/>
        <p:nvPr/>
      </p:nvGrpSpPr>
      <p:grpSpPr>
        <a:xfrm>
          <a:off x="0" y="0"/>
          <a:ext cx="0" cy="0"/>
          <a:chOff x="0" y="0"/>
          <a:chExt cx="0" cy="0"/>
        </a:xfrm>
      </p:grpSpPr>
      <p:sp>
        <p:nvSpPr>
          <p:cNvPr id="81" name="Google Shape;81;p18"/>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82" name="Google Shape;8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3" name="Shape 83"/>
        <p:cNvGrpSpPr/>
        <p:nvPr/>
      </p:nvGrpSpPr>
      <p:grpSpPr>
        <a:xfrm>
          <a:off x="0" y="0"/>
          <a:ext cx="0" cy="0"/>
          <a:chOff x="0" y="0"/>
          <a:chExt cx="0" cy="0"/>
        </a:xfrm>
      </p:grpSpPr>
      <p:sp>
        <p:nvSpPr>
          <p:cNvPr id="84" name="Google Shape;8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85" name="Google Shape;8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86" name="Google Shape;8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87" name="Shape 87"/>
        <p:cNvGrpSpPr/>
        <p:nvPr/>
      </p:nvGrpSpPr>
      <p:grpSpPr>
        <a:xfrm>
          <a:off x="0" y="0"/>
          <a:ext cx="0" cy="0"/>
          <a:chOff x="0" y="0"/>
          <a:chExt cx="0" cy="0"/>
        </a:xfrm>
      </p:grpSpPr>
      <p:sp>
        <p:nvSpPr>
          <p:cNvPr id="88" name="Google Shape;88;p20"/>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rtl="0">
              <a:spcBef>
                <a:spcPts val="0"/>
              </a:spcBef>
              <a:spcAft>
                <a:spcPts val="0"/>
              </a:spcAft>
              <a:buClr>
                <a:schemeClr val="dk2"/>
              </a:buClr>
              <a:buSzPts val="5400"/>
              <a:buNone/>
              <a:defRPr b="0" sz="5400">
                <a:solidFill>
                  <a:schemeClr val="dk2"/>
                </a:solidFill>
              </a:defRPr>
            </a:lvl1pPr>
            <a:lvl2pPr lvl="1" rtl="0">
              <a:spcBef>
                <a:spcPts val="0"/>
              </a:spcBef>
              <a:spcAft>
                <a:spcPts val="0"/>
              </a:spcAft>
              <a:buClr>
                <a:schemeClr val="dk2"/>
              </a:buClr>
              <a:buSzPts val="5400"/>
              <a:buNone/>
              <a:defRPr b="0" sz="5400">
                <a:solidFill>
                  <a:schemeClr val="dk2"/>
                </a:solidFill>
              </a:defRPr>
            </a:lvl2pPr>
            <a:lvl3pPr lvl="2" rtl="0">
              <a:spcBef>
                <a:spcPts val="0"/>
              </a:spcBef>
              <a:spcAft>
                <a:spcPts val="0"/>
              </a:spcAft>
              <a:buClr>
                <a:schemeClr val="dk2"/>
              </a:buClr>
              <a:buSzPts val="5400"/>
              <a:buNone/>
              <a:defRPr b="0" sz="5400">
                <a:solidFill>
                  <a:schemeClr val="dk2"/>
                </a:solidFill>
              </a:defRPr>
            </a:lvl3pPr>
            <a:lvl4pPr lvl="3" rtl="0">
              <a:spcBef>
                <a:spcPts val="0"/>
              </a:spcBef>
              <a:spcAft>
                <a:spcPts val="0"/>
              </a:spcAft>
              <a:buClr>
                <a:schemeClr val="dk2"/>
              </a:buClr>
              <a:buSzPts val="5400"/>
              <a:buNone/>
              <a:defRPr b="0" sz="5400">
                <a:solidFill>
                  <a:schemeClr val="dk2"/>
                </a:solidFill>
              </a:defRPr>
            </a:lvl4pPr>
            <a:lvl5pPr lvl="4" rtl="0">
              <a:spcBef>
                <a:spcPts val="0"/>
              </a:spcBef>
              <a:spcAft>
                <a:spcPts val="0"/>
              </a:spcAft>
              <a:buClr>
                <a:schemeClr val="dk2"/>
              </a:buClr>
              <a:buSzPts val="5400"/>
              <a:buNone/>
              <a:defRPr b="0" sz="5400">
                <a:solidFill>
                  <a:schemeClr val="dk2"/>
                </a:solidFill>
              </a:defRPr>
            </a:lvl5pPr>
            <a:lvl6pPr lvl="5" rtl="0">
              <a:spcBef>
                <a:spcPts val="0"/>
              </a:spcBef>
              <a:spcAft>
                <a:spcPts val="0"/>
              </a:spcAft>
              <a:buClr>
                <a:schemeClr val="dk2"/>
              </a:buClr>
              <a:buSzPts val="5400"/>
              <a:buNone/>
              <a:defRPr b="0" sz="5400">
                <a:solidFill>
                  <a:schemeClr val="dk2"/>
                </a:solidFill>
              </a:defRPr>
            </a:lvl6pPr>
            <a:lvl7pPr lvl="6" rtl="0">
              <a:spcBef>
                <a:spcPts val="0"/>
              </a:spcBef>
              <a:spcAft>
                <a:spcPts val="0"/>
              </a:spcAft>
              <a:buClr>
                <a:schemeClr val="dk2"/>
              </a:buClr>
              <a:buSzPts val="5400"/>
              <a:buNone/>
              <a:defRPr b="0" sz="5400">
                <a:solidFill>
                  <a:schemeClr val="dk2"/>
                </a:solidFill>
              </a:defRPr>
            </a:lvl7pPr>
            <a:lvl8pPr lvl="7" rtl="0">
              <a:spcBef>
                <a:spcPts val="0"/>
              </a:spcBef>
              <a:spcAft>
                <a:spcPts val="0"/>
              </a:spcAft>
              <a:buClr>
                <a:schemeClr val="dk2"/>
              </a:buClr>
              <a:buSzPts val="5400"/>
              <a:buNone/>
              <a:defRPr b="0" sz="5400">
                <a:solidFill>
                  <a:schemeClr val="dk2"/>
                </a:solidFill>
              </a:defRPr>
            </a:lvl8pPr>
            <a:lvl9pPr lvl="8" rtl="0">
              <a:spcBef>
                <a:spcPts val="0"/>
              </a:spcBef>
              <a:spcAft>
                <a:spcPts val="0"/>
              </a:spcAft>
              <a:buClr>
                <a:schemeClr val="dk2"/>
              </a:buClr>
              <a:buSzPts val="5400"/>
              <a:buNone/>
              <a:defRPr b="0" sz="5400">
                <a:solidFill>
                  <a:schemeClr val="dk2"/>
                </a:solidFill>
              </a:defRPr>
            </a:lvl9pPr>
          </a:lstStyle>
          <a:p/>
        </p:txBody>
      </p:sp>
      <p:sp>
        <p:nvSpPr>
          <p:cNvPr id="89" name="Google Shape;8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0" name="Shape 90"/>
        <p:cNvGrpSpPr/>
        <p:nvPr/>
      </p:nvGrpSpPr>
      <p:grpSpPr>
        <a:xfrm>
          <a:off x="0" y="0"/>
          <a:ext cx="0" cy="0"/>
          <a:chOff x="0" y="0"/>
          <a:chExt cx="0" cy="0"/>
        </a:xfrm>
      </p:grpSpPr>
      <p:sp>
        <p:nvSpPr>
          <p:cNvPr id="91" name="Google Shape;91;p21"/>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2" name="Google Shape;92;p21"/>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93" name="Google Shape;93;p21"/>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94" name="Google Shape;94;p21"/>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95" name="Google Shape;95;p21"/>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0"/>
              </a:spcBef>
              <a:spcAft>
                <a:spcPts val="0"/>
              </a:spcAft>
              <a:buClr>
                <a:schemeClr val="lt1"/>
              </a:buClr>
              <a:buSzPts val="1400"/>
              <a:buChar char="○"/>
              <a:defRPr>
                <a:solidFill>
                  <a:schemeClr val="lt1"/>
                </a:solidFill>
              </a:defRPr>
            </a:lvl2pPr>
            <a:lvl3pPr indent="-317500" lvl="2" marL="1371600" rtl="0">
              <a:spcBef>
                <a:spcPts val="0"/>
              </a:spcBef>
              <a:spcAft>
                <a:spcPts val="0"/>
              </a:spcAft>
              <a:buClr>
                <a:schemeClr val="lt1"/>
              </a:buClr>
              <a:buSzPts val="1400"/>
              <a:buChar char="■"/>
              <a:defRPr>
                <a:solidFill>
                  <a:schemeClr val="lt1"/>
                </a:solidFill>
              </a:defRPr>
            </a:lvl3pPr>
            <a:lvl4pPr indent="-317500" lvl="3" marL="1828800" rtl="0">
              <a:spcBef>
                <a:spcPts val="0"/>
              </a:spcBef>
              <a:spcAft>
                <a:spcPts val="0"/>
              </a:spcAft>
              <a:buClr>
                <a:schemeClr val="lt1"/>
              </a:buClr>
              <a:buSzPts val="1400"/>
              <a:buChar char="●"/>
              <a:defRPr>
                <a:solidFill>
                  <a:schemeClr val="lt1"/>
                </a:solidFill>
              </a:defRPr>
            </a:lvl4pPr>
            <a:lvl5pPr indent="-317500" lvl="4" marL="2286000" rtl="0">
              <a:spcBef>
                <a:spcPts val="0"/>
              </a:spcBef>
              <a:spcAft>
                <a:spcPts val="0"/>
              </a:spcAft>
              <a:buClr>
                <a:schemeClr val="lt1"/>
              </a:buClr>
              <a:buSzPts val="1400"/>
              <a:buChar char="○"/>
              <a:defRPr>
                <a:solidFill>
                  <a:schemeClr val="lt1"/>
                </a:solidFill>
              </a:defRPr>
            </a:lvl5pPr>
            <a:lvl6pPr indent="-317500" lvl="5" marL="2743200" rtl="0">
              <a:spcBef>
                <a:spcPts val="0"/>
              </a:spcBef>
              <a:spcAft>
                <a:spcPts val="0"/>
              </a:spcAft>
              <a:buClr>
                <a:schemeClr val="lt1"/>
              </a:buClr>
              <a:buSzPts val="1400"/>
              <a:buChar char="■"/>
              <a:defRPr>
                <a:solidFill>
                  <a:schemeClr val="lt1"/>
                </a:solidFill>
              </a:defRPr>
            </a:lvl6pPr>
            <a:lvl7pPr indent="-317500" lvl="6" marL="3200400" rtl="0">
              <a:spcBef>
                <a:spcPts val="0"/>
              </a:spcBef>
              <a:spcAft>
                <a:spcPts val="0"/>
              </a:spcAft>
              <a:buClr>
                <a:schemeClr val="lt1"/>
              </a:buClr>
              <a:buSzPts val="1400"/>
              <a:buChar char="●"/>
              <a:defRPr>
                <a:solidFill>
                  <a:schemeClr val="lt1"/>
                </a:solidFill>
              </a:defRPr>
            </a:lvl7pPr>
            <a:lvl8pPr indent="-317500" lvl="7" marL="3657600" rtl="0">
              <a:spcBef>
                <a:spcPts val="0"/>
              </a:spcBef>
              <a:spcAft>
                <a:spcPts val="0"/>
              </a:spcAft>
              <a:buClr>
                <a:schemeClr val="lt1"/>
              </a:buClr>
              <a:buSzPts val="1400"/>
              <a:buChar char="○"/>
              <a:defRPr>
                <a:solidFill>
                  <a:schemeClr val="lt1"/>
                </a:solidFill>
              </a:defRPr>
            </a:lvl8pPr>
            <a:lvl9pPr indent="-317500" lvl="8" marL="4114800" rtl="0">
              <a:spcBef>
                <a:spcPts val="0"/>
              </a:spcBef>
              <a:spcAft>
                <a:spcPts val="0"/>
              </a:spcAft>
              <a:buClr>
                <a:schemeClr val="lt1"/>
              </a:buClr>
              <a:buSzPts val="1400"/>
              <a:buChar char="■"/>
              <a:defRPr>
                <a:solidFill>
                  <a:schemeClr val="lt1"/>
                </a:solidFill>
              </a:defRPr>
            </a:lvl9pPr>
          </a:lstStyle>
          <a:p/>
        </p:txBody>
      </p:sp>
      <p:sp>
        <p:nvSpPr>
          <p:cNvPr id="96" name="Google Shape;96;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7" name="Shape 97"/>
        <p:cNvGrpSpPr/>
        <p:nvPr/>
      </p:nvGrpSpPr>
      <p:grpSpPr>
        <a:xfrm>
          <a:off x="0" y="0"/>
          <a:ext cx="0" cy="0"/>
          <a:chOff x="0" y="0"/>
          <a:chExt cx="0" cy="0"/>
        </a:xfrm>
      </p:grpSpPr>
      <p:sp>
        <p:nvSpPr>
          <p:cNvPr id="98" name="Google Shape;98;p22"/>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99" name="Google Shape;99;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0" name="Shape 100"/>
        <p:cNvGrpSpPr/>
        <p:nvPr/>
      </p:nvGrpSpPr>
      <p:grpSpPr>
        <a:xfrm>
          <a:off x="0" y="0"/>
          <a:ext cx="0" cy="0"/>
          <a:chOff x="0" y="0"/>
          <a:chExt cx="0" cy="0"/>
        </a:xfrm>
      </p:grpSpPr>
      <p:sp>
        <p:nvSpPr>
          <p:cNvPr id="101" name="Google Shape;101;p23"/>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3"/>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accent3"/>
              </a:buClr>
              <a:buSzPts val="13000"/>
              <a:buNone/>
              <a:defRPr sz="13000">
                <a:solidFill>
                  <a:schemeClr val="accent3"/>
                </a:solidFill>
              </a:defRPr>
            </a:lvl1pPr>
            <a:lvl2pPr lvl="1" rtl="0" algn="ctr">
              <a:spcBef>
                <a:spcPts val="0"/>
              </a:spcBef>
              <a:spcAft>
                <a:spcPts val="0"/>
              </a:spcAft>
              <a:buClr>
                <a:schemeClr val="accent3"/>
              </a:buClr>
              <a:buSzPts val="13000"/>
              <a:buNone/>
              <a:defRPr sz="13000">
                <a:solidFill>
                  <a:schemeClr val="accent3"/>
                </a:solidFill>
              </a:defRPr>
            </a:lvl2pPr>
            <a:lvl3pPr lvl="2" rtl="0" algn="ctr">
              <a:spcBef>
                <a:spcPts val="0"/>
              </a:spcBef>
              <a:spcAft>
                <a:spcPts val="0"/>
              </a:spcAft>
              <a:buClr>
                <a:schemeClr val="accent3"/>
              </a:buClr>
              <a:buSzPts val="13000"/>
              <a:buNone/>
              <a:defRPr sz="13000">
                <a:solidFill>
                  <a:schemeClr val="accent3"/>
                </a:solidFill>
              </a:defRPr>
            </a:lvl3pPr>
            <a:lvl4pPr lvl="3" rtl="0" algn="ctr">
              <a:spcBef>
                <a:spcPts val="0"/>
              </a:spcBef>
              <a:spcAft>
                <a:spcPts val="0"/>
              </a:spcAft>
              <a:buClr>
                <a:schemeClr val="accent3"/>
              </a:buClr>
              <a:buSzPts val="13000"/>
              <a:buNone/>
              <a:defRPr sz="13000">
                <a:solidFill>
                  <a:schemeClr val="accent3"/>
                </a:solidFill>
              </a:defRPr>
            </a:lvl4pPr>
            <a:lvl5pPr lvl="4" rtl="0" algn="ctr">
              <a:spcBef>
                <a:spcPts val="0"/>
              </a:spcBef>
              <a:spcAft>
                <a:spcPts val="0"/>
              </a:spcAft>
              <a:buClr>
                <a:schemeClr val="accent3"/>
              </a:buClr>
              <a:buSzPts val="13000"/>
              <a:buNone/>
              <a:defRPr sz="13000">
                <a:solidFill>
                  <a:schemeClr val="accent3"/>
                </a:solidFill>
              </a:defRPr>
            </a:lvl5pPr>
            <a:lvl6pPr lvl="5" rtl="0" algn="ctr">
              <a:spcBef>
                <a:spcPts val="0"/>
              </a:spcBef>
              <a:spcAft>
                <a:spcPts val="0"/>
              </a:spcAft>
              <a:buClr>
                <a:schemeClr val="accent3"/>
              </a:buClr>
              <a:buSzPts val="13000"/>
              <a:buNone/>
              <a:defRPr sz="13000">
                <a:solidFill>
                  <a:schemeClr val="accent3"/>
                </a:solidFill>
              </a:defRPr>
            </a:lvl6pPr>
            <a:lvl7pPr lvl="6" rtl="0" algn="ctr">
              <a:spcBef>
                <a:spcPts val="0"/>
              </a:spcBef>
              <a:spcAft>
                <a:spcPts val="0"/>
              </a:spcAft>
              <a:buClr>
                <a:schemeClr val="accent3"/>
              </a:buClr>
              <a:buSzPts val="13000"/>
              <a:buNone/>
              <a:defRPr sz="13000">
                <a:solidFill>
                  <a:schemeClr val="accent3"/>
                </a:solidFill>
              </a:defRPr>
            </a:lvl7pPr>
            <a:lvl8pPr lvl="7" rtl="0" algn="ctr">
              <a:spcBef>
                <a:spcPts val="0"/>
              </a:spcBef>
              <a:spcAft>
                <a:spcPts val="0"/>
              </a:spcAft>
              <a:buClr>
                <a:schemeClr val="accent3"/>
              </a:buClr>
              <a:buSzPts val="13000"/>
              <a:buNone/>
              <a:defRPr sz="13000">
                <a:solidFill>
                  <a:schemeClr val="accent3"/>
                </a:solidFill>
              </a:defRPr>
            </a:lvl8pPr>
            <a:lvl9pPr lvl="8" rtl="0" algn="ctr">
              <a:spcBef>
                <a:spcPts val="0"/>
              </a:spcBef>
              <a:spcAft>
                <a:spcPts val="0"/>
              </a:spcAft>
              <a:buClr>
                <a:schemeClr val="accent3"/>
              </a:buClr>
              <a:buSzPts val="13000"/>
              <a:buNone/>
              <a:defRPr sz="13000">
                <a:solidFill>
                  <a:schemeClr val="accent3"/>
                </a:solidFill>
              </a:defRPr>
            </a:lvl9pPr>
          </a:lstStyle>
          <a:p>
            <a:r>
              <a:t>xx%</a:t>
            </a:r>
          </a:p>
        </p:txBody>
      </p:sp>
      <p:sp>
        <p:nvSpPr>
          <p:cNvPr id="103" name="Google Shape;103;p23"/>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104" name="Google Shape;104;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5" name="Shape 105"/>
        <p:cNvGrpSpPr/>
        <p:nvPr/>
      </p:nvGrpSpPr>
      <p:grpSpPr>
        <a:xfrm>
          <a:off x="0" y="0"/>
          <a:ext cx="0" cy="0"/>
          <a:chOff x="0" y="0"/>
          <a:chExt cx="0" cy="0"/>
        </a:xfrm>
      </p:grpSpPr>
      <p:sp>
        <p:nvSpPr>
          <p:cNvPr id="106" name="Google Shape;106;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52" name="Google Shape;52;p13"/>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latin typeface="Open Sans"/>
                <a:ea typeface="Open Sans"/>
                <a:cs typeface="Open Sans"/>
                <a:sym typeface="Open Sans"/>
              </a:defRPr>
            </a:lvl1pPr>
            <a:lvl2pPr lvl="1" rtl="0" algn="r">
              <a:buNone/>
              <a:defRPr sz="1000">
                <a:solidFill>
                  <a:schemeClr val="dk2"/>
                </a:solidFill>
                <a:latin typeface="Open Sans"/>
                <a:ea typeface="Open Sans"/>
                <a:cs typeface="Open Sans"/>
                <a:sym typeface="Open Sans"/>
              </a:defRPr>
            </a:lvl2pPr>
            <a:lvl3pPr lvl="2" rtl="0" algn="r">
              <a:buNone/>
              <a:defRPr sz="1000">
                <a:solidFill>
                  <a:schemeClr val="dk2"/>
                </a:solidFill>
                <a:latin typeface="Open Sans"/>
                <a:ea typeface="Open Sans"/>
                <a:cs typeface="Open Sans"/>
                <a:sym typeface="Open Sans"/>
              </a:defRPr>
            </a:lvl3pPr>
            <a:lvl4pPr lvl="3" rtl="0" algn="r">
              <a:buNone/>
              <a:defRPr sz="1000">
                <a:solidFill>
                  <a:schemeClr val="dk2"/>
                </a:solidFill>
                <a:latin typeface="Open Sans"/>
                <a:ea typeface="Open Sans"/>
                <a:cs typeface="Open Sans"/>
                <a:sym typeface="Open Sans"/>
              </a:defRPr>
            </a:lvl4pPr>
            <a:lvl5pPr lvl="4" rtl="0" algn="r">
              <a:buNone/>
              <a:defRPr sz="1000">
                <a:solidFill>
                  <a:schemeClr val="dk2"/>
                </a:solidFill>
                <a:latin typeface="Open Sans"/>
                <a:ea typeface="Open Sans"/>
                <a:cs typeface="Open Sans"/>
                <a:sym typeface="Open Sans"/>
              </a:defRPr>
            </a:lvl5pPr>
            <a:lvl6pPr lvl="5" rtl="0" algn="r">
              <a:buNone/>
              <a:defRPr sz="1000">
                <a:solidFill>
                  <a:schemeClr val="dk2"/>
                </a:solidFill>
                <a:latin typeface="Open Sans"/>
                <a:ea typeface="Open Sans"/>
                <a:cs typeface="Open Sans"/>
                <a:sym typeface="Open Sans"/>
              </a:defRPr>
            </a:lvl6pPr>
            <a:lvl7pPr lvl="6" rtl="0" algn="r">
              <a:buNone/>
              <a:defRPr sz="1000">
                <a:solidFill>
                  <a:schemeClr val="dk2"/>
                </a:solidFill>
                <a:latin typeface="Open Sans"/>
                <a:ea typeface="Open Sans"/>
                <a:cs typeface="Open Sans"/>
                <a:sym typeface="Open Sans"/>
              </a:defRPr>
            </a:lvl7pPr>
            <a:lvl8pPr lvl="7" rtl="0" algn="r">
              <a:buNone/>
              <a:defRPr sz="1000">
                <a:solidFill>
                  <a:schemeClr val="dk2"/>
                </a:solidFill>
                <a:latin typeface="Open Sans"/>
                <a:ea typeface="Open Sans"/>
                <a:cs typeface="Open Sans"/>
                <a:sym typeface="Open Sans"/>
              </a:defRPr>
            </a:lvl8pPr>
            <a:lvl9pPr lvl="8" rtl="0"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hyperlink" Target="https://creativecommons.org/licenses/by-nc-sa/4.0/"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5"/>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My Dream Bot</a:t>
            </a:r>
            <a:endParaRPr/>
          </a:p>
        </p:txBody>
      </p:sp>
      <p:sp>
        <p:nvSpPr>
          <p:cNvPr id="112" name="Google Shape;112;p25"/>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lnSpcReduction="20000"/>
          </a:bodyPr>
          <a:lstStyle/>
          <a:p>
            <a:pPr indent="0" lvl="0" marL="0" rtl="0" algn="ctr">
              <a:spcBef>
                <a:spcPts val="0"/>
              </a:spcBef>
              <a:spcAft>
                <a:spcPts val="0"/>
              </a:spcAft>
              <a:buNone/>
            </a:pPr>
            <a:r>
              <a:rPr lang="en"/>
              <a:t>Create your own </a:t>
            </a:r>
            <a:r>
              <a:rPr lang="en"/>
              <a:t>dream</a:t>
            </a:r>
            <a:r>
              <a:rPr lang="en"/>
              <a:t> robot using your robot expertise!</a:t>
            </a:r>
            <a:endParaRPr/>
          </a:p>
        </p:txBody>
      </p:sp>
      <p:sp>
        <p:nvSpPr>
          <p:cNvPr id="113" name="Google Shape;113;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14" name="Google Shape;114;p25"/>
          <p:cNvSpPr txBox="1"/>
          <p:nvPr/>
        </p:nvSpPr>
        <p:spPr>
          <a:xfrm>
            <a:off x="674700" y="4324700"/>
            <a:ext cx="77946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Developed for the AI4GA (Artificial Intelligence for Georgia) project funded by National Science Foundation awards DRL-2049029 and DRL-2048502.</a:t>
            </a:r>
            <a:endParaRPr sz="900"/>
          </a:p>
          <a:p>
            <a:pPr indent="0" lvl="0" marL="0" rtl="0" algn="l">
              <a:spcBef>
                <a:spcPts val="0"/>
              </a:spcBef>
              <a:spcAft>
                <a:spcPts val="0"/>
              </a:spcAft>
              <a:buNone/>
            </a:pPr>
            <a:r>
              <a:rPr lang="en" sz="900"/>
              <a:t>Additional funding was provided by a gift from Google. </a:t>
            </a:r>
            <a:r>
              <a:rPr b="1" lang="en" sz="900">
                <a:highlight>
                  <a:schemeClr val="lt1"/>
                </a:highlight>
              </a:rPr>
              <a:t>This work is licensed under the Creative Commons Attribution-NonCommercial-ShareAlike 4.0 International License. </a:t>
            </a:r>
            <a:r>
              <a:rPr b="1" lang="en" sz="900" u="sng">
                <a:solidFill>
                  <a:srgbClr val="0097A7"/>
                </a:solidFill>
                <a:highlight>
                  <a:schemeClr val="lt1"/>
                </a:highlight>
                <a:hlinkClick r:id="rId3">
                  <a:extLst>
                    <a:ext uri="{A12FA001-AC4F-418D-AE19-62706E023703}">
                      <ahyp:hlinkClr val="tx"/>
                    </a:ext>
                  </a:extLst>
                </a:hlinkClick>
              </a:rPr>
              <a:t>https://creativecommons.org/licenses/by-nc-sa/4.0/</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6"/>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420">
                <a:latin typeface="Comic Sans MS"/>
                <a:ea typeface="Comic Sans MS"/>
                <a:cs typeface="Comic Sans MS"/>
                <a:sym typeface="Comic Sans MS"/>
              </a:rPr>
              <a:t>Project Expectations</a:t>
            </a:r>
            <a:endParaRPr sz="3420">
              <a:latin typeface="Comic Sans MS"/>
              <a:ea typeface="Comic Sans MS"/>
              <a:cs typeface="Comic Sans MS"/>
              <a:sym typeface="Comic Sans MS"/>
            </a:endParaRPr>
          </a:p>
        </p:txBody>
      </p:sp>
      <p:sp>
        <p:nvSpPr>
          <p:cNvPr id="120" name="Google Shape;120;p26"/>
          <p:cNvSpPr txBox="1"/>
          <p:nvPr>
            <p:ph idx="1" type="body"/>
          </p:nvPr>
        </p:nvSpPr>
        <p:spPr>
          <a:xfrm>
            <a:off x="311700" y="1266325"/>
            <a:ext cx="8520600" cy="33027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sz="2400">
                <a:solidFill>
                  <a:srgbClr val="000000"/>
                </a:solidFill>
                <a:latin typeface="Comic Sans MS"/>
                <a:ea typeface="Comic Sans MS"/>
                <a:cs typeface="Comic Sans MS"/>
                <a:sym typeface="Comic Sans MS"/>
              </a:rPr>
              <a:t>As you design your robot, you will:</a:t>
            </a:r>
            <a:endParaRPr sz="2400">
              <a:solidFill>
                <a:srgbClr val="000000"/>
              </a:solidFill>
              <a:latin typeface="Comic Sans MS"/>
              <a:ea typeface="Comic Sans MS"/>
              <a:cs typeface="Comic Sans MS"/>
              <a:sym typeface="Comic Sans MS"/>
            </a:endParaRPr>
          </a:p>
          <a:p>
            <a:pPr indent="-358140" lvl="0" marL="457200" rtl="0" algn="l">
              <a:spcBef>
                <a:spcPts val="1200"/>
              </a:spcBef>
              <a:spcAft>
                <a:spcPts val="0"/>
              </a:spcAft>
              <a:buClr>
                <a:srgbClr val="000000"/>
              </a:buClr>
              <a:buSzPct val="100000"/>
              <a:buFont typeface="Comic Sans MS"/>
              <a:buChar char="★"/>
            </a:pPr>
            <a:r>
              <a:rPr lang="en" sz="2400">
                <a:solidFill>
                  <a:srgbClr val="000000"/>
                </a:solidFill>
                <a:latin typeface="Comic Sans MS"/>
                <a:ea typeface="Comic Sans MS"/>
                <a:cs typeface="Comic Sans MS"/>
                <a:sym typeface="Comic Sans MS"/>
              </a:rPr>
              <a:t>Identify at least three (3) physical characteristics</a:t>
            </a:r>
            <a:endParaRPr sz="2400">
              <a:solidFill>
                <a:srgbClr val="000000"/>
              </a:solidFill>
              <a:latin typeface="Comic Sans MS"/>
              <a:ea typeface="Comic Sans MS"/>
              <a:cs typeface="Comic Sans MS"/>
              <a:sym typeface="Comic Sans MS"/>
            </a:endParaRPr>
          </a:p>
          <a:p>
            <a:pPr indent="-358140" lvl="0" marL="457200" rtl="0" algn="l">
              <a:spcBef>
                <a:spcPts val="0"/>
              </a:spcBef>
              <a:spcAft>
                <a:spcPts val="0"/>
              </a:spcAft>
              <a:buClr>
                <a:srgbClr val="000000"/>
              </a:buClr>
              <a:buSzPct val="100000"/>
              <a:buFont typeface="Comic Sans MS"/>
              <a:buChar char="★"/>
            </a:pPr>
            <a:r>
              <a:rPr lang="en" sz="2400">
                <a:solidFill>
                  <a:srgbClr val="000000"/>
                </a:solidFill>
                <a:latin typeface="Comic Sans MS"/>
                <a:ea typeface="Comic Sans MS"/>
                <a:cs typeface="Comic Sans MS"/>
                <a:sym typeface="Comic Sans MS"/>
              </a:rPr>
              <a:t>Identify at least three (3) decisions your robot will make about how to accomplish its task</a:t>
            </a:r>
            <a:endParaRPr sz="2400">
              <a:solidFill>
                <a:srgbClr val="000000"/>
              </a:solidFill>
              <a:latin typeface="Comic Sans MS"/>
              <a:ea typeface="Comic Sans MS"/>
              <a:cs typeface="Comic Sans MS"/>
              <a:sym typeface="Comic Sans MS"/>
            </a:endParaRPr>
          </a:p>
          <a:p>
            <a:pPr indent="-358140" lvl="0" marL="457200" rtl="0" algn="l">
              <a:spcBef>
                <a:spcPts val="0"/>
              </a:spcBef>
              <a:spcAft>
                <a:spcPts val="0"/>
              </a:spcAft>
              <a:buClr>
                <a:srgbClr val="000000"/>
              </a:buClr>
              <a:buSzPct val="100000"/>
              <a:buFont typeface="Comic Sans MS"/>
              <a:buChar char="★"/>
            </a:pPr>
            <a:r>
              <a:rPr lang="en" sz="2400">
                <a:solidFill>
                  <a:srgbClr val="000000"/>
                </a:solidFill>
                <a:latin typeface="Comic Sans MS"/>
                <a:ea typeface="Comic Sans MS"/>
                <a:cs typeface="Comic Sans MS"/>
                <a:sym typeface="Comic Sans MS"/>
              </a:rPr>
              <a:t>Select at least three (3)</a:t>
            </a:r>
            <a:r>
              <a:rPr lang="en" sz="2400">
                <a:solidFill>
                  <a:srgbClr val="000000"/>
                </a:solidFill>
                <a:latin typeface="Comic Sans MS"/>
                <a:ea typeface="Comic Sans MS"/>
                <a:cs typeface="Comic Sans MS"/>
                <a:sym typeface="Comic Sans MS"/>
              </a:rPr>
              <a:t> sensors</a:t>
            </a:r>
            <a:endParaRPr sz="2400">
              <a:solidFill>
                <a:srgbClr val="000000"/>
              </a:solidFill>
              <a:latin typeface="Comic Sans MS"/>
              <a:ea typeface="Comic Sans MS"/>
              <a:cs typeface="Comic Sans MS"/>
              <a:sym typeface="Comic Sans MS"/>
            </a:endParaRPr>
          </a:p>
          <a:p>
            <a:pPr indent="-358140" lvl="0" marL="457200" rtl="0" algn="l">
              <a:spcBef>
                <a:spcPts val="0"/>
              </a:spcBef>
              <a:spcAft>
                <a:spcPts val="0"/>
              </a:spcAft>
              <a:buClr>
                <a:srgbClr val="000000"/>
              </a:buClr>
              <a:buSzPct val="100000"/>
              <a:buFont typeface="Comic Sans MS"/>
              <a:buChar char="★"/>
            </a:pPr>
            <a:r>
              <a:rPr lang="en" sz="2400">
                <a:solidFill>
                  <a:srgbClr val="000000"/>
                </a:solidFill>
                <a:latin typeface="Comic Sans MS"/>
                <a:ea typeface="Comic Sans MS"/>
                <a:cs typeface="Comic Sans MS"/>
                <a:sym typeface="Comic Sans MS"/>
              </a:rPr>
              <a:t>Explain why your robot needs </a:t>
            </a:r>
            <a:r>
              <a:rPr b="1" lang="en" sz="2400">
                <a:solidFill>
                  <a:srgbClr val="000000"/>
                </a:solidFill>
                <a:latin typeface="Comic Sans MS"/>
                <a:ea typeface="Comic Sans MS"/>
                <a:cs typeface="Comic Sans MS"/>
                <a:sym typeface="Comic Sans MS"/>
              </a:rPr>
              <a:t>EACH </a:t>
            </a:r>
            <a:r>
              <a:rPr lang="en" sz="2400">
                <a:solidFill>
                  <a:srgbClr val="000000"/>
                </a:solidFill>
                <a:latin typeface="Comic Sans MS"/>
                <a:ea typeface="Comic Sans MS"/>
                <a:cs typeface="Comic Sans MS"/>
                <a:sym typeface="Comic Sans MS"/>
              </a:rPr>
              <a:t>se</a:t>
            </a:r>
            <a:r>
              <a:rPr lang="en" sz="2400">
                <a:solidFill>
                  <a:srgbClr val="000000"/>
                </a:solidFill>
                <a:latin typeface="Comic Sans MS"/>
                <a:ea typeface="Comic Sans MS"/>
                <a:cs typeface="Comic Sans MS"/>
                <a:sym typeface="Comic Sans MS"/>
              </a:rPr>
              <a:t>nsor</a:t>
            </a:r>
            <a:endParaRPr sz="2400">
              <a:solidFill>
                <a:srgbClr val="000000"/>
              </a:solidFill>
              <a:latin typeface="Comic Sans MS"/>
              <a:ea typeface="Comic Sans MS"/>
              <a:cs typeface="Comic Sans MS"/>
              <a:sym typeface="Comic Sans MS"/>
            </a:endParaRPr>
          </a:p>
          <a:p>
            <a:pPr indent="-358140" lvl="0" marL="457200" rtl="0" algn="l">
              <a:spcBef>
                <a:spcPts val="0"/>
              </a:spcBef>
              <a:spcAft>
                <a:spcPts val="0"/>
              </a:spcAft>
              <a:buClr>
                <a:srgbClr val="000000"/>
              </a:buClr>
              <a:buSzPct val="100000"/>
              <a:buFont typeface="Comic Sans MS"/>
              <a:buChar char="★"/>
            </a:pPr>
            <a:r>
              <a:rPr lang="en" sz="2400">
                <a:solidFill>
                  <a:srgbClr val="000000"/>
                </a:solidFill>
                <a:latin typeface="Comic Sans MS"/>
                <a:ea typeface="Comic Sans MS"/>
                <a:cs typeface="Comic Sans MS"/>
                <a:sym typeface="Comic Sans MS"/>
              </a:rPr>
              <a:t>Explain the need for Edge Detection</a:t>
            </a:r>
            <a:endParaRPr sz="2400">
              <a:solidFill>
                <a:srgbClr val="000000"/>
              </a:solidFill>
              <a:latin typeface="Comic Sans MS"/>
              <a:ea typeface="Comic Sans MS"/>
              <a:cs typeface="Comic Sans MS"/>
              <a:sym typeface="Comic Sans MS"/>
            </a:endParaRPr>
          </a:p>
          <a:p>
            <a:pPr indent="-358140" lvl="0" marL="457200" rtl="0" algn="l">
              <a:spcBef>
                <a:spcPts val="0"/>
              </a:spcBef>
              <a:spcAft>
                <a:spcPts val="0"/>
              </a:spcAft>
              <a:buClr>
                <a:srgbClr val="000000"/>
              </a:buClr>
              <a:buSzPct val="100000"/>
              <a:buFont typeface="Comic Sans MS"/>
              <a:buChar char="★"/>
            </a:pPr>
            <a:r>
              <a:rPr lang="en" sz="2400">
                <a:solidFill>
                  <a:srgbClr val="000000"/>
                </a:solidFill>
                <a:latin typeface="Comic Sans MS"/>
                <a:ea typeface="Comic Sans MS"/>
                <a:cs typeface="Comic Sans MS"/>
                <a:sym typeface="Comic Sans MS"/>
              </a:rPr>
              <a:t>Identify the need for Route Finding</a:t>
            </a:r>
            <a:endParaRPr sz="2400">
              <a:solidFill>
                <a:srgbClr val="000000"/>
              </a:solidFill>
              <a:latin typeface="Comic Sans MS"/>
              <a:ea typeface="Comic Sans MS"/>
              <a:cs typeface="Comic Sans MS"/>
              <a:sym typeface="Comic Sans MS"/>
            </a:endParaRPr>
          </a:p>
          <a:p>
            <a:pPr indent="-358140" lvl="0" marL="457200" rtl="0" algn="l">
              <a:spcBef>
                <a:spcPts val="0"/>
              </a:spcBef>
              <a:spcAft>
                <a:spcPts val="0"/>
              </a:spcAft>
              <a:buClr>
                <a:srgbClr val="000000"/>
              </a:buClr>
              <a:buSzPct val="100000"/>
              <a:buFont typeface="Comic Sans MS"/>
              <a:buChar char="★"/>
            </a:pPr>
            <a:r>
              <a:rPr lang="en" sz="2400">
                <a:solidFill>
                  <a:srgbClr val="000000"/>
                </a:solidFill>
                <a:latin typeface="Comic Sans MS"/>
                <a:ea typeface="Comic Sans MS"/>
                <a:cs typeface="Comic Sans MS"/>
                <a:sym typeface="Comic Sans MS"/>
              </a:rPr>
              <a:t>Illustrate an example route </a:t>
            </a:r>
            <a:r>
              <a:rPr lang="en" sz="2400">
                <a:solidFill>
                  <a:srgbClr val="000000"/>
                </a:solidFill>
                <a:latin typeface="Comic Sans MS"/>
                <a:ea typeface="Comic Sans MS"/>
                <a:cs typeface="Comic Sans MS"/>
                <a:sym typeface="Comic Sans MS"/>
              </a:rPr>
              <a:t>your robot might </a:t>
            </a:r>
            <a:r>
              <a:rPr lang="en" sz="2400">
                <a:solidFill>
                  <a:srgbClr val="000000"/>
                </a:solidFill>
                <a:latin typeface="Comic Sans MS"/>
                <a:ea typeface="Comic Sans MS"/>
                <a:cs typeface="Comic Sans MS"/>
                <a:sym typeface="Comic Sans MS"/>
              </a:rPr>
              <a:t>travel</a:t>
            </a:r>
            <a:endParaRPr sz="2400">
              <a:solidFill>
                <a:srgbClr val="000000"/>
              </a:solidFill>
              <a:latin typeface="Comic Sans MS"/>
              <a:ea typeface="Comic Sans MS"/>
              <a:cs typeface="Comic Sans MS"/>
              <a:sym typeface="Comic Sans MS"/>
            </a:endParaRPr>
          </a:p>
          <a:p>
            <a:pPr indent="-358140" lvl="0" marL="457200" rtl="0" algn="l">
              <a:spcBef>
                <a:spcPts val="0"/>
              </a:spcBef>
              <a:spcAft>
                <a:spcPts val="0"/>
              </a:spcAft>
              <a:buClr>
                <a:srgbClr val="000000"/>
              </a:buClr>
              <a:buSzPct val="100000"/>
              <a:buFont typeface="Comic Sans MS"/>
              <a:buChar char="★"/>
            </a:pPr>
            <a:r>
              <a:rPr lang="en" sz="2400">
                <a:solidFill>
                  <a:srgbClr val="000000"/>
                </a:solidFill>
                <a:latin typeface="Comic Sans MS"/>
                <a:ea typeface="Comic Sans MS"/>
                <a:cs typeface="Comic Sans MS"/>
                <a:sym typeface="Comic Sans MS"/>
              </a:rPr>
              <a:t>Identify the potential societal impact of your robot</a:t>
            </a:r>
            <a:endParaRPr sz="2400">
              <a:solidFill>
                <a:srgbClr val="000000"/>
              </a:solidFill>
              <a:latin typeface="Comic Sans MS"/>
              <a:ea typeface="Comic Sans MS"/>
              <a:cs typeface="Comic Sans MS"/>
              <a:sym typeface="Comic Sans MS"/>
            </a:endParaRPr>
          </a:p>
        </p:txBody>
      </p:sp>
      <p:sp>
        <p:nvSpPr>
          <p:cNvPr id="121" name="Google Shape;121;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7"/>
          <p:cNvSpPr txBox="1"/>
          <p:nvPr>
            <p:ph type="title"/>
          </p:nvPr>
        </p:nvSpPr>
        <p:spPr>
          <a:xfrm>
            <a:off x="311700" y="165675"/>
            <a:ext cx="8520600" cy="1459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3420">
                <a:latin typeface="Comic Sans MS"/>
                <a:ea typeface="Comic Sans MS"/>
                <a:cs typeface="Comic Sans MS"/>
                <a:sym typeface="Comic Sans MS"/>
              </a:rPr>
              <a:t>iDoggo</a:t>
            </a:r>
            <a:endParaRPr sz="3420">
              <a:latin typeface="Comic Sans MS"/>
              <a:ea typeface="Comic Sans MS"/>
              <a:cs typeface="Comic Sans MS"/>
              <a:sym typeface="Comic Sans MS"/>
            </a:endParaRPr>
          </a:p>
        </p:txBody>
      </p:sp>
      <p:sp>
        <p:nvSpPr>
          <p:cNvPr id="127" name="Google Shape;127;p27"/>
          <p:cNvSpPr txBox="1"/>
          <p:nvPr>
            <p:ph idx="1" type="body"/>
          </p:nvPr>
        </p:nvSpPr>
        <p:spPr>
          <a:xfrm>
            <a:off x="158925" y="2717125"/>
            <a:ext cx="8520600" cy="242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rgbClr val="65D8C0"/>
              </a:solidFill>
              <a:latin typeface="Comic Sans MS"/>
              <a:ea typeface="Comic Sans MS"/>
              <a:cs typeface="Comic Sans MS"/>
              <a:sym typeface="Comic Sans MS"/>
            </a:endParaRPr>
          </a:p>
          <a:p>
            <a:pPr indent="0" lvl="0" marL="0" rtl="0" algn="l">
              <a:spcBef>
                <a:spcPts val="0"/>
              </a:spcBef>
              <a:spcAft>
                <a:spcPts val="0"/>
              </a:spcAft>
              <a:buNone/>
            </a:pPr>
            <a:r>
              <a:t/>
            </a:r>
            <a:endParaRPr sz="2400">
              <a:solidFill>
                <a:srgbClr val="65D8C0"/>
              </a:solidFill>
              <a:latin typeface="Comic Sans MS"/>
              <a:ea typeface="Comic Sans MS"/>
              <a:cs typeface="Comic Sans MS"/>
              <a:sym typeface="Comic Sans MS"/>
            </a:endParaRPr>
          </a:p>
          <a:p>
            <a:pPr indent="0" lvl="0" marL="0" rtl="0" algn="l">
              <a:spcBef>
                <a:spcPts val="0"/>
              </a:spcBef>
              <a:spcAft>
                <a:spcPts val="0"/>
              </a:spcAft>
              <a:buNone/>
            </a:pPr>
            <a:r>
              <a:t/>
            </a:r>
            <a:endParaRPr sz="2400">
              <a:solidFill>
                <a:srgbClr val="65D8C0"/>
              </a:solidFill>
              <a:latin typeface="Comic Sans MS"/>
              <a:ea typeface="Comic Sans MS"/>
              <a:cs typeface="Comic Sans MS"/>
              <a:sym typeface="Comic Sans MS"/>
            </a:endParaRPr>
          </a:p>
          <a:p>
            <a:pPr indent="0" lvl="0" marL="0" rtl="0" algn="ctr">
              <a:lnSpc>
                <a:spcPct val="100000"/>
              </a:lnSpc>
              <a:spcBef>
                <a:spcPts val="0"/>
              </a:spcBef>
              <a:spcAft>
                <a:spcPts val="0"/>
              </a:spcAft>
              <a:buClr>
                <a:srgbClr val="000000"/>
              </a:buClr>
              <a:buSzPts val="990"/>
              <a:buFont typeface="Arial"/>
              <a:buNone/>
            </a:pPr>
            <a:r>
              <a:rPr b="1" lang="en" sz="2620">
                <a:solidFill>
                  <a:schemeClr val="accent1"/>
                </a:solidFill>
                <a:latin typeface="Comic Sans MS"/>
                <a:ea typeface="Comic Sans MS"/>
                <a:cs typeface="Comic Sans MS"/>
                <a:sym typeface="Comic Sans MS"/>
              </a:rPr>
              <a:t>My Robot Can</a:t>
            </a:r>
            <a:endParaRPr b="1" sz="2620">
              <a:solidFill>
                <a:schemeClr val="accent1"/>
              </a:solidFill>
              <a:latin typeface="Comic Sans MS"/>
              <a:ea typeface="Comic Sans MS"/>
              <a:cs typeface="Comic Sans MS"/>
              <a:sym typeface="Comic Sans MS"/>
            </a:endParaRPr>
          </a:p>
          <a:p>
            <a:pPr indent="0" lvl="0" marL="0" rtl="0" algn="ctr">
              <a:lnSpc>
                <a:spcPct val="100000"/>
              </a:lnSpc>
              <a:spcBef>
                <a:spcPts val="0"/>
              </a:spcBef>
              <a:spcAft>
                <a:spcPts val="0"/>
              </a:spcAft>
              <a:buClr>
                <a:srgbClr val="000000"/>
              </a:buClr>
              <a:buSzPts val="990"/>
              <a:buFont typeface="Arial"/>
              <a:buNone/>
            </a:pPr>
            <a:r>
              <a:rPr b="1" lang="en" sz="2620">
                <a:solidFill>
                  <a:schemeClr val="accent1"/>
                </a:solidFill>
                <a:latin typeface="Comic Sans MS"/>
                <a:ea typeface="Comic Sans MS"/>
                <a:cs typeface="Comic Sans MS"/>
                <a:sym typeface="Comic Sans MS"/>
              </a:rPr>
              <a:t>travel with you to be a good friend and guard dog.</a:t>
            </a:r>
            <a:endParaRPr sz="1600">
              <a:solidFill>
                <a:schemeClr val="accent1"/>
              </a:solidFill>
              <a:latin typeface="Comic Sans MS"/>
              <a:ea typeface="Comic Sans MS"/>
              <a:cs typeface="Comic Sans MS"/>
              <a:sym typeface="Comic Sans MS"/>
            </a:endParaRPr>
          </a:p>
        </p:txBody>
      </p:sp>
      <p:pic>
        <p:nvPicPr>
          <p:cNvPr id="128" name="Google Shape;128;p27"/>
          <p:cNvPicPr preferRelativeResize="0"/>
          <p:nvPr/>
        </p:nvPicPr>
        <p:blipFill>
          <a:blip r:embed="rId3">
            <a:alphaModFix/>
          </a:blip>
          <a:stretch>
            <a:fillRect/>
          </a:stretch>
        </p:blipFill>
        <p:spPr>
          <a:xfrm>
            <a:off x="3227775" y="1155037"/>
            <a:ext cx="2833425" cy="2833425"/>
          </a:xfrm>
          <a:prstGeom prst="rect">
            <a:avLst/>
          </a:prstGeom>
          <a:noFill/>
          <a:ln>
            <a:noFill/>
          </a:ln>
        </p:spPr>
      </p:pic>
      <p:sp>
        <p:nvSpPr>
          <p:cNvPr id="129" name="Google Shape;129;p27"/>
          <p:cNvSpPr txBox="1"/>
          <p:nvPr/>
        </p:nvSpPr>
        <p:spPr>
          <a:xfrm>
            <a:off x="6682525" y="2431350"/>
            <a:ext cx="22572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000000"/>
                </a:solidFill>
              </a:rPr>
              <a:t>Created by Midjourney prompt “</a:t>
            </a:r>
            <a:r>
              <a:rPr lang="en" sz="1200"/>
              <a:t>iD</a:t>
            </a:r>
            <a:r>
              <a:rPr lang="en" sz="1200">
                <a:solidFill>
                  <a:srgbClr val="000000"/>
                </a:solidFill>
              </a:rPr>
              <a:t>oggo a robot dog home companion made by Apple Computer”</a:t>
            </a:r>
            <a:endParaRPr sz="1200">
              <a:solidFill>
                <a:srgbClr val="000000"/>
              </a:solidFill>
            </a:endParaRPr>
          </a:p>
        </p:txBody>
      </p:sp>
      <p:sp>
        <p:nvSpPr>
          <p:cNvPr id="130" name="Google Shape;130;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8"/>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990"/>
              <a:buFont typeface="Arial"/>
              <a:buNone/>
            </a:pPr>
            <a:r>
              <a:rPr lang="en" sz="3178">
                <a:latin typeface="Comic Sans MS"/>
                <a:ea typeface="Comic Sans MS"/>
                <a:cs typeface="Comic Sans MS"/>
                <a:sym typeface="Comic Sans MS"/>
              </a:rPr>
              <a:t>Physical Characteristics</a:t>
            </a:r>
            <a:endParaRPr sz="3178">
              <a:latin typeface="Comic Sans MS"/>
              <a:ea typeface="Comic Sans MS"/>
              <a:cs typeface="Comic Sans MS"/>
              <a:sym typeface="Comic Sans MS"/>
            </a:endParaRPr>
          </a:p>
          <a:p>
            <a:pPr indent="0" lvl="0" marL="0" rtl="0" algn="l">
              <a:spcBef>
                <a:spcPts val="0"/>
              </a:spcBef>
              <a:spcAft>
                <a:spcPts val="0"/>
              </a:spcAft>
              <a:buSzPts val="990"/>
              <a:buNone/>
            </a:pPr>
            <a:r>
              <a:t/>
            </a:r>
            <a:endParaRPr sz="3240"/>
          </a:p>
        </p:txBody>
      </p:sp>
      <p:sp>
        <p:nvSpPr>
          <p:cNvPr id="136" name="Google Shape;136;p28"/>
          <p:cNvSpPr txBox="1"/>
          <p:nvPr>
            <p:ph idx="1" type="body"/>
          </p:nvPr>
        </p:nvSpPr>
        <p:spPr>
          <a:xfrm>
            <a:off x="311700" y="1266325"/>
            <a:ext cx="8520600" cy="3302700"/>
          </a:xfrm>
          <a:prstGeom prst="rect">
            <a:avLst/>
          </a:prstGeom>
          <a:effectLst>
            <a:reflection blurRad="0" dir="5400000" dist="38100" endA="0" fadeDir="5400012" kx="0" rotWithShape="0" algn="bl" stPos="0" sy="-100000" ky="0"/>
          </a:effectLst>
        </p:spPr>
        <p:txBody>
          <a:bodyPr anchorCtr="0" anchor="t" bIns="91425" lIns="91425" spcFirstLastPara="1" rIns="91425" wrap="square" tIns="91425">
            <a:normAutofit/>
          </a:bodyPr>
          <a:lstStyle/>
          <a:p>
            <a:pPr indent="0" lvl="0" marL="0" rtl="0" algn="l">
              <a:spcBef>
                <a:spcPts val="0"/>
              </a:spcBef>
              <a:spcAft>
                <a:spcPts val="0"/>
              </a:spcAft>
              <a:buNone/>
            </a:pPr>
            <a:r>
              <a:rPr lang="en" sz="2300">
                <a:solidFill>
                  <a:schemeClr val="accent1"/>
                </a:solidFill>
                <a:latin typeface="Comic Sans MS"/>
                <a:ea typeface="Comic Sans MS"/>
                <a:cs typeface="Comic Sans MS"/>
                <a:sym typeface="Comic Sans MS"/>
              </a:rPr>
              <a:t>Describe your robot:</a:t>
            </a:r>
            <a:endParaRPr sz="2300">
              <a:solidFill>
                <a:schemeClr val="accent1"/>
              </a:solidFill>
              <a:latin typeface="Comic Sans MS"/>
              <a:ea typeface="Comic Sans MS"/>
              <a:cs typeface="Comic Sans MS"/>
              <a:sym typeface="Comic Sans MS"/>
            </a:endParaRPr>
          </a:p>
          <a:p>
            <a:pPr indent="-381000" lvl="0" marL="457200" rtl="0" algn="l">
              <a:spcBef>
                <a:spcPts val="0"/>
              </a:spcBef>
              <a:spcAft>
                <a:spcPts val="0"/>
              </a:spcAft>
              <a:buClr>
                <a:srgbClr val="000000"/>
              </a:buClr>
              <a:buSzPts val="2400"/>
              <a:buFont typeface="Comic Sans MS"/>
              <a:buAutoNum type="arabicPeriod"/>
            </a:pPr>
            <a:r>
              <a:rPr lang="en" sz="2400">
                <a:solidFill>
                  <a:srgbClr val="000000"/>
                </a:solidFill>
                <a:latin typeface="Comic Sans MS"/>
                <a:ea typeface="Comic Sans MS"/>
                <a:cs typeface="Comic Sans MS"/>
                <a:sym typeface="Comic Sans MS"/>
              </a:rPr>
              <a:t>iDoggo is a metal robot dog.</a:t>
            </a:r>
            <a:endParaRPr sz="2400">
              <a:solidFill>
                <a:srgbClr val="000000"/>
              </a:solidFill>
              <a:latin typeface="Comic Sans MS"/>
              <a:ea typeface="Comic Sans MS"/>
              <a:cs typeface="Comic Sans MS"/>
              <a:sym typeface="Comic Sans MS"/>
            </a:endParaRPr>
          </a:p>
          <a:p>
            <a:pPr indent="-381000" lvl="0" marL="457200" rtl="0" algn="l">
              <a:spcBef>
                <a:spcPts val="0"/>
              </a:spcBef>
              <a:spcAft>
                <a:spcPts val="0"/>
              </a:spcAft>
              <a:buClr>
                <a:srgbClr val="000000"/>
              </a:buClr>
              <a:buSzPts val="2400"/>
              <a:buFont typeface="Comic Sans MS"/>
              <a:buAutoNum type="arabicPeriod"/>
            </a:pPr>
            <a:r>
              <a:rPr lang="en" sz="2400">
                <a:solidFill>
                  <a:srgbClr val="000000"/>
                </a:solidFill>
                <a:latin typeface="Comic Sans MS"/>
                <a:ea typeface="Comic Sans MS"/>
                <a:cs typeface="Comic Sans MS"/>
                <a:sym typeface="Comic Sans MS"/>
              </a:rPr>
              <a:t>iDoggo is the size of a german shepherd.</a:t>
            </a:r>
            <a:endParaRPr sz="2400">
              <a:solidFill>
                <a:srgbClr val="000000"/>
              </a:solidFill>
              <a:latin typeface="Comic Sans MS"/>
              <a:ea typeface="Comic Sans MS"/>
              <a:cs typeface="Comic Sans MS"/>
              <a:sym typeface="Comic Sans MS"/>
            </a:endParaRPr>
          </a:p>
          <a:p>
            <a:pPr indent="-381000" lvl="0" marL="457200" rtl="0" algn="l">
              <a:spcBef>
                <a:spcPts val="0"/>
              </a:spcBef>
              <a:spcAft>
                <a:spcPts val="0"/>
              </a:spcAft>
              <a:buClr>
                <a:srgbClr val="000000"/>
              </a:buClr>
              <a:buSzPts val="2400"/>
              <a:buFont typeface="Comic Sans MS"/>
              <a:buAutoNum type="arabicPeriod"/>
            </a:pPr>
            <a:r>
              <a:rPr lang="en" sz="2400">
                <a:solidFill>
                  <a:srgbClr val="000000"/>
                </a:solidFill>
                <a:latin typeface="Comic Sans MS"/>
                <a:ea typeface="Comic Sans MS"/>
                <a:cs typeface="Comic Sans MS"/>
                <a:sym typeface="Comic Sans MS"/>
              </a:rPr>
              <a:t>iDoggo has retractable helicopter wings to fly (premium version).</a:t>
            </a:r>
            <a:endParaRPr sz="2400">
              <a:solidFill>
                <a:srgbClr val="000000"/>
              </a:solidFill>
              <a:latin typeface="Comic Sans MS"/>
              <a:ea typeface="Comic Sans MS"/>
              <a:cs typeface="Comic Sans MS"/>
              <a:sym typeface="Comic Sans MS"/>
            </a:endParaRPr>
          </a:p>
          <a:p>
            <a:pPr indent="0" lvl="0" marL="0" rtl="0" algn="l">
              <a:spcBef>
                <a:spcPts val="0"/>
              </a:spcBef>
              <a:spcAft>
                <a:spcPts val="0"/>
              </a:spcAft>
              <a:buNone/>
            </a:pPr>
            <a:r>
              <a:t/>
            </a:r>
            <a:endParaRPr sz="2300">
              <a:solidFill>
                <a:srgbClr val="65D8C0"/>
              </a:solidFill>
              <a:latin typeface="Comic Sans MS"/>
              <a:ea typeface="Comic Sans MS"/>
              <a:cs typeface="Comic Sans MS"/>
              <a:sym typeface="Comic Sans MS"/>
            </a:endParaRPr>
          </a:p>
        </p:txBody>
      </p:sp>
      <p:sp>
        <p:nvSpPr>
          <p:cNvPr id="137" name="Google Shape;137;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9"/>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28947"/>
              <a:buFont typeface="Arial"/>
              <a:buNone/>
            </a:pPr>
            <a:r>
              <a:rPr lang="en" sz="3420">
                <a:latin typeface="Comic Sans MS"/>
                <a:ea typeface="Comic Sans MS"/>
                <a:cs typeface="Comic Sans MS"/>
                <a:sym typeface="Comic Sans MS"/>
              </a:rPr>
              <a:t>Decisions</a:t>
            </a:r>
            <a:endParaRPr sz="3420">
              <a:latin typeface="Comic Sans MS"/>
              <a:ea typeface="Comic Sans MS"/>
              <a:cs typeface="Comic Sans MS"/>
              <a:sym typeface="Comic Sans MS"/>
            </a:endParaRPr>
          </a:p>
          <a:p>
            <a:pPr indent="0" lvl="0" marL="0" rtl="0" algn="l">
              <a:spcBef>
                <a:spcPts val="0"/>
              </a:spcBef>
              <a:spcAft>
                <a:spcPts val="0"/>
              </a:spcAft>
              <a:buNone/>
            </a:pPr>
            <a:r>
              <a:t/>
            </a:r>
            <a:endParaRPr/>
          </a:p>
        </p:txBody>
      </p:sp>
      <p:sp>
        <p:nvSpPr>
          <p:cNvPr id="143" name="Google Shape;143;p29"/>
          <p:cNvSpPr txBox="1"/>
          <p:nvPr>
            <p:ph idx="1" type="body"/>
          </p:nvPr>
        </p:nvSpPr>
        <p:spPr>
          <a:xfrm>
            <a:off x="311700" y="1279050"/>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100">
                <a:solidFill>
                  <a:schemeClr val="accent1"/>
                </a:solidFill>
                <a:latin typeface="Comic Sans MS"/>
                <a:ea typeface="Comic Sans MS"/>
                <a:cs typeface="Comic Sans MS"/>
                <a:sym typeface="Comic Sans MS"/>
              </a:rPr>
              <a:t>Let’s make your dream robot autonomous!</a:t>
            </a:r>
            <a:endParaRPr sz="3100">
              <a:solidFill>
                <a:schemeClr val="accent1"/>
              </a:solidFill>
              <a:latin typeface="Comic Sans MS"/>
              <a:ea typeface="Comic Sans MS"/>
              <a:cs typeface="Comic Sans MS"/>
              <a:sym typeface="Comic Sans MS"/>
            </a:endParaRPr>
          </a:p>
          <a:p>
            <a:pPr indent="0" lvl="0" marL="0" rtl="0" algn="l">
              <a:spcBef>
                <a:spcPts val="1200"/>
              </a:spcBef>
              <a:spcAft>
                <a:spcPts val="0"/>
              </a:spcAft>
              <a:buNone/>
            </a:pPr>
            <a:r>
              <a:rPr lang="en" sz="2300">
                <a:solidFill>
                  <a:srgbClr val="000000"/>
                </a:solidFill>
                <a:latin typeface="Comic Sans MS"/>
                <a:ea typeface="Comic Sans MS"/>
                <a:cs typeface="Comic Sans MS"/>
                <a:sym typeface="Comic Sans MS"/>
              </a:rPr>
              <a:t>What decisions can your robot make?</a:t>
            </a:r>
            <a:endParaRPr sz="2300">
              <a:solidFill>
                <a:srgbClr val="000000"/>
              </a:solidFill>
              <a:latin typeface="Comic Sans MS"/>
              <a:ea typeface="Comic Sans MS"/>
              <a:cs typeface="Comic Sans MS"/>
              <a:sym typeface="Comic Sans MS"/>
            </a:endParaRPr>
          </a:p>
          <a:p>
            <a:pPr indent="-381000" lvl="0" marL="457200" rtl="0" algn="l">
              <a:spcBef>
                <a:spcPts val="0"/>
              </a:spcBef>
              <a:spcAft>
                <a:spcPts val="0"/>
              </a:spcAft>
              <a:buClr>
                <a:srgbClr val="000000"/>
              </a:buClr>
              <a:buSzPts val="2400"/>
              <a:buFont typeface="Comic Sans MS"/>
              <a:buAutoNum type="arabicPeriod"/>
            </a:pPr>
            <a:r>
              <a:rPr lang="en" sz="2400">
                <a:solidFill>
                  <a:srgbClr val="000000"/>
                </a:solidFill>
                <a:latin typeface="Comic Sans MS"/>
                <a:ea typeface="Comic Sans MS"/>
                <a:cs typeface="Comic Sans MS"/>
                <a:sym typeface="Comic Sans MS"/>
              </a:rPr>
              <a:t>iDoggo decides when it should be in protect mode.</a:t>
            </a:r>
            <a:endParaRPr sz="2400">
              <a:solidFill>
                <a:srgbClr val="000000"/>
              </a:solidFill>
              <a:latin typeface="Comic Sans MS"/>
              <a:ea typeface="Comic Sans MS"/>
              <a:cs typeface="Comic Sans MS"/>
              <a:sym typeface="Comic Sans MS"/>
            </a:endParaRPr>
          </a:p>
          <a:p>
            <a:pPr indent="-381000" lvl="0" marL="457200" rtl="0" algn="l">
              <a:spcBef>
                <a:spcPts val="0"/>
              </a:spcBef>
              <a:spcAft>
                <a:spcPts val="0"/>
              </a:spcAft>
              <a:buClr>
                <a:srgbClr val="000000"/>
              </a:buClr>
              <a:buSzPts val="2400"/>
              <a:buFont typeface="Comic Sans MS"/>
              <a:buAutoNum type="arabicPeriod"/>
            </a:pPr>
            <a:r>
              <a:rPr lang="en" sz="2400">
                <a:solidFill>
                  <a:srgbClr val="000000"/>
                </a:solidFill>
                <a:latin typeface="Comic Sans MS"/>
                <a:ea typeface="Comic Sans MS"/>
                <a:cs typeface="Comic Sans MS"/>
                <a:sym typeface="Comic Sans MS"/>
              </a:rPr>
              <a:t>iDoggo decides when to wag its tail or whimper.</a:t>
            </a:r>
            <a:endParaRPr sz="2400">
              <a:solidFill>
                <a:srgbClr val="000000"/>
              </a:solidFill>
              <a:latin typeface="Comic Sans MS"/>
              <a:ea typeface="Comic Sans MS"/>
              <a:cs typeface="Comic Sans MS"/>
              <a:sym typeface="Comic Sans MS"/>
            </a:endParaRPr>
          </a:p>
          <a:p>
            <a:pPr indent="-381000" lvl="0" marL="457200" rtl="0" algn="l">
              <a:spcBef>
                <a:spcPts val="0"/>
              </a:spcBef>
              <a:spcAft>
                <a:spcPts val="0"/>
              </a:spcAft>
              <a:buClr>
                <a:srgbClr val="000000"/>
              </a:buClr>
              <a:buSzPts val="2400"/>
              <a:buFont typeface="Comic Sans MS"/>
              <a:buAutoNum type="arabicPeriod"/>
            </a:pPr>
            <a:r>
              <a:rPr lang="en" sz="2400">
                <a:solidFill>
                  <a:srgbClr val="000000"/>
                </a:solidFill>
                <a:latin typeface="Comic Sans MS"/>
                <a:ea typeface="Comic Sans MS"/>
                <a:cs typeface="Comic Sans MS"/>
                <a:sym typeface="Comic Sans MS"/>
              </a:rPr>
              <a:t>iDoggo decides when to go recharge.</a:t>
            </a:r>
            <a:endParaRPr sz="2400">
              <a:solidFill>
                <a:srgbClr val="000000"/>
              </a:solidFill>
              <a:latin typeface="Comic Sans MS"/>
              <a:ea typeface="Comic Sans MS"/>
              <a:cs typeface="Comic Sans MS"/>
              <a:sym typeface="Comic Sans MS"/>
            </a:endParaRPr>
          </a:p>
        </p:txBody>
      </p:sp>
      <p:pic>
        <p:nvPicPr>
          <p:cNvPr id="144" name="Google Shape;144;p29" title="Vector clip art of battery full and empty status icon | Free SVG"/>
          <p:cNvPicPr preferRelativeResize="0"/>
          <p:nvPr/>
        </p:nvPicPr>
        <p:blipFill>
          <a:blip r:embed="rId3">
            <a:alphaModFix/>
          </a:blip>
          <a:stretch>
            <a:fillRect/>
          </a:stretch>
        </p:blipFill>
        <p:spPr>
          <a:xfrm>
            <a:off x="7058375" y="3542197"/>
            <a:ext cx="1589351" cy="1526103"/>
          </a:xfrm>
          <a:prstGeom prst="rect">
            <a:avLst/>
          </a:prstGeom>
          <a:noFill/>
          <a:ln>
            <a:noFill/>
          </a:ln>
        </p:spPr>
      </p:pic>
      <p:pic>
        <p:nvPicPr>
          <p:cNvPr id="145" name="Google Shape;145;p29" title="File:Assistance Dog (11536) - The Noun Project.svg - Wikimedia ..."/>
          <p:cNvPicPr preferRelativeResize="0"/>
          <p:nvPr/>
        </p:nvPicPr>
        <p:blipFill>
          <a:blip r:embed="rId4">
            <a:alphaModFix/>
          </a:blip>
          <a:stretch>
            <a:fillRect/>
          </a:stretch>
        </p:blipFill>
        <p:spPr>
          <a:xfrm>
            <a:off x="3297775" y="3860125"/>
            <a:ext cx="1589350" cy="1208174"/>
          </a:xfrm>
          <a:prstGeom prst="rect">
            <a:avLst/>
          </a:prstGeom>
          <a:noFill/>
          <a:ln>
            <a:noFill/>
          </a:ln>
        </p:spPr>
      </p:pic>
      <p:sp>
        <p:nvSpPr>
          <p:cNvPr id="146" name="Google Shape;146;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30"/>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32163"/>
              <a:buFont typeface="Arial"/>
              <a:buNone/>
            </a:pPr>
            <a:r>
              <a:rPr lang="en" sz="3420">
                <a:latin typeface="Comic Sans MS"/>
                <a:ea typeface="Comic Sans MS"/>
                <a:cs typeface="Comic Sans MS"/>
                <a:sym typeface="Comic Sans MS"/>
              </a:rPr>
              <a:t>Sensors</a:t>
            </a:r>
            <a:endParaRPr sz="3420">
              <a:latin typeface="Comic Sans MS"/>
              <a:ea typeface="Comic Sans MS"/>
              <a:cs typeface="Comic Sans MS"/>
              <a:sym typeface="Comic Sans MS"/>
            </a:endParaRPr>
          </a:p>
          <a:p>
            <a:pPr indent="0" lvl="0" marL="0" rtl="0" algn="l">
              <a:spcBef>
                <a:spcPts val="0"/>
              </a:spcBef>
              <a:spcAft>
                <a:spcPts val="0"/>
              </a:spcAft>
              <a:buNone/>
            </a:pPr>
            <a:r>
              <a:t/>
            </a:r>
            <a:endParaRPr/>
          </a:p>
        </p:txBody>
      </p:sp>
      <p:graphicFrame>
        <p:nvGraphicFramePr>
          <p:cNvPr id="152" name="Google Shape;152;p30"/>
          <p:cNvGraphicFramePr/>
          <p:nvPr/>
        </p:nvGraphicFramePr>
        <p:xfrm>
          <a:off x="394300" y="1251550"/>
          <a:ext cx="3000000" cy="3000000"/>
        </p:xfrm>
        <a:graphic>
          <a:graphicData uri="http://schemas.openxmlformats.org/drawingml/2006/table">
            <a:tbl>
              <a:tblPr>
                <a:noFill/>
                <a:tableStyleId>{87DFE0F1-906D-4B5A-946B-660BBBDB1F06}</a:tableStyleId>
              </a:tblPr>
              <a:tblGrid>
                <a:gridCol w="1061600"/>
                <a:gridCol w="1503050"/>
                <a:gridCol w="5873350"/>
              </a:tblGrid>
              <a:tr h="87467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 sz="2400"/>
                        <a:t>Type</a:t>
                      </a:r>
                      <a:endParaRPr sz="2400"/>
                    </a:p>
                  </a:txBody>
                  <a:tcPr marT="91425" marB="91425" marR="91425" marL="91425"/>
                </a:tc>
                <a:tc>
                  <a:txBody>
                    <a:bodyPr/>
                    <a:lstStyle/>
                    <a:p>
                      <a:pPr indent="0" lvl="0" marL="0" rtl="0" algn="ctr">
                        <a:spcBef>
                          <a:spcPts val="0"/>
                        </a:spcBef>
                        <a:spcAft>
                          <a:spcPts val="0"/>
                        </a:spcAft>
                        <a:buNone/>
                      </a:pPr>
                      <a:r>
                        <a:rPr lang="en" sz="2400"/>
                        <a:t>Purpose </a:t>
                      </a:r>
                      <a:endParaRPr sz="2400"/>
                    </a:p>
                    <a:p>
                      <a:pPr indent="0" lvl="0" marL="0" rtl="0" algn="ctr">
                        <a:spcBef>
                          <a:spcPts val="0"/>
                        </a:spcBef>
                        <a:spcAft>
                          <a:spcPts val="0"/>
                        </a:spcAft>
                        <a:buNone/>
                      </a:pPr>
                      <a:r>
                        <a:rPr lang="en" sz="1700"/>
                        <a:t>(Why will your robot need each sensor?)</a:t>
                      </a:r>
                      <a:endParaRPr sz="1700"/>
                    </a:p>
                  </a:txBody>
                  <a:tcPr marT="91425" marB="91425" marR="91425" marL="91425"/>
                </a:tc>
              </a:tr>
              <a:tr h="874675">
                <a:tc>
                  <a:txBody>
                    <a:bodyPr/>
                    <a:lstStyle/>
                    <a:p>
                      <a:pPr indent="0" lvl="0" marL="0" rtl="0" algn="l">
                        <a:spcBef>
                          <a:spcPts val="0"/>
                        </a:spcBef>
                        <a:spcAft>
                          <a:spcPts val="0"/>
                        </a:spcAft>
                        <a:buNone/>
                      </a:pPr>
                      <a:r>
                        <a:rPr lang="en"/>
                        <a:t>Sensor 1</a:t>
                      </a:r>
                      <a:endParaRPr/>
                    </a:p>
                  </a:txBody>
                  <a:tcPr marT="91425" marB="91425" marR="91425" marL="91425"/>
                </a:tc>
                <a:tc>
                  <a:txBody>
                    <a:bodyPr/>
                    <a:lstStyle/>
                    <a:p>
                      <a:pPr indent="0" lvl="0" marL="0" rtl="0" algn="l">
                        <a:spcBef>
                          <a:spcPts val="0"/>
                        </a:spcBef>
                        <a:spcAft>
                          <a:spcPts val="0"/>
                        </a:spcAft>
                        <a:buNone/>
                      </a:pPr>
                      <a:r>
                        <a:rPr lang="en" sz="1900"/>
                        <a:t>Camera</a:t>
                      </a:r>
                      <a:endParaRPr sz="1900"/>
                    </a:p>
                  </a:txBody>
                  <a:tcPr marT="91425" marB="91425" marR="91425" marL="91425"/>
                </a:tc>
                <a:tc>
                  <a:txBody>
                    <a:bodyPr/>
                    <a:lstStyle/>
                    <a:p>
                      <a:pPr indent="0" lvl="0" marL="0" rtl="0" algn="l">
                        <a:spcBef>
                          <a:spcPts val="0"/>
                        </a:spcBef>
                        <a:spcAft>
                          <a:spcPts val="0"/>
                        </a:spcAft>
                        <a:buNone/>
                      </a:pPr>
                      <a:r>
                        <a:rPr lang="en" sz="1900"/>
                        <a:t>iDoggo uses the camera to recognize </a:t>
                      </a:r>
                      <a:r>
                        <a:rPr lang="en" sz="1900"/>
                        <a:t>its</a:t>
                      </a:r>
                      <a:r>
                        <a:rPr lang="en" sz="1900"/>
                        <a:t> owner so that it only responds to its owner’s commands. iDoggo needs object recognition to navigate around the house without bumping into furniture or walls.</a:t>
                      </a:r>
                      <a:endParaRPr sz="1900"/>
                    </a:p>
                  </a:txBody>
                  <a:tcPr marT="91425" marB="91425" marR="91425" marL="91425"/>
                </a:tc>
              </a:tr>
              <a:tr h="874675">
                <a:tc>
                  <a:txBody>
                    <a:bodyPr/>
                    <a:lstStyle/>
                    <a:p>
                      <a:pPr indent="0" lvl="0" marL="0" rtl="0" algn="l">
                        <a:spcBef>
                          <a:spcPts val="0"/>
                        </a:spcBef>
                        <a:spcAft>
                          <a:spcPts val="0"/>
                        </a:spcAft>
                        <a:buNone/>
                      </a:pPr>
                      <a:r>
                        <a:rPr lang="en"/>
                        <a:t>Sensor 2</a:t>
                      </a:r>
                      <a:endParaRPr/>
                    </a:p>
                  </a:txBody>
                  <a:tcPr marT="91425" marB="91425" marR="91425" marL="91425"/>
                </a:tc>
                <a:tc>
                  <a:txBody>
                    <a:bodyPr/>
                    <a:lstStyle/>
                    <a:p>
                      <a:pPr indent="0" lvl="0" marL="0" rtl="0" algn="l">
                        <a:spcBef>
                          <a:spcPts val="0"/>
                        </a:spcBef>
                        <a:spcAft>
                          <a:spcPts val="0"/>
                        </a:spcAft>
                        <a:buNone/>
                      </a:pPr>
                      <a:r>
                        <a:rPr lang="en" sz="1900"/>
                        <a:t>Radar</a:t>
                      </a:r>
                      <a:endParaRPr sz="1900"/>
                    </a:p>
                  </a:txBody>
                  <a:tcPr marT="91425" marB="91425" marR="91425" marL="91425"/>
                </a:tc>
                <a:tc>
                  <a:txBody>
                    <a:bodyPr/>
                    <a:lstStyle/>
                    <a:p>
                      <a:pPr indent="0" lvl="0" marL="0" rtl="0" algn="l">
                        <a:spcBef>
                          <a:spcPts val="0"/>
                        </a:spcBef>
                        <a:spcAft>
                          <a:spcPts val="0"/>
                        </a:spcAft>
                        <a:buNone/>
                      </a:pPr>
                      <a:r>
                        <a:rPr lang="en" sz="1900"/>
                        <a:t>iDoggo uses radar to make sure everyone is safe when crossing the street for walks. </a:t>
                      </a:r>
                      <a:endParaRPr sz="1900"/>
                    </a:p>
                  </a:txBody>
                  <a:tcPr marT="91425" marB="91425" marR="91425" marL="91425"/>
                </a:tc>
              </a:tr>
              <a:tr h="874675">
                <a:tc>
                  <a:txBody>
                    <a:bodyPr/>
                    <a:lstStyle/>
                    <a:p>
                      <a:pPr indent="0" lvl="0" marL="0" rtl="0" algn="l">
                        <a:spcBef>
                          <a:spcPts val="0"/>
                        </a:spcBef>
                        <a:spcAft>
                          <a:spcPts val="0"/>
                        </a:spcAft>
                        <a:buNone/>
                      </a:pPr>
                      <a:r>
                        <a:rPr lang="en"/>
                        <a:t>Sensor 3</a:t>
                      </a:r>
                      <a:endParaRPr/>
                    </a:p>
                  </a:txBody>
                  <a:tcPr marT="91425" marB="91425" marR="91425" marL="91425"/>
                </a:tc>
                <a:tc>
                  <a:txBody>
                    <a:bodyPr/>
                    <a:lstStyle/>
                    <a:p>
                      <a:pPr indent="0" lvl="0" marL="0" rtl="0" algn="l">
                        <a:spcBef>
                          <a:spcPts val="0"/>
                        </a:spcBef>
                        <a:spcAft>
                          <a:spcPts val="0"/>
                        </a:spcAft>
                        <a:buNone/>
                      </a:pPr>
                      <a:r>
                        <a:rPr lang="en" sz="1900"/>
                        <a:t>Microphone</a:t>
                      </a:r>
                      <a:endParaRPr sz="1900"/>
                    </a:p>
                  </a:txBody>
                  <a:tcPr marT="91425" marB="91425" marR="91425" marL="91425"/>
                </a:tc>
                <a:tc>
                  <a:txBody>
                    <a:bodyPr/>
                    <a:lstStyle/>
                    <a:p>
                      <a:pPr indent="0" lvl="0" marL="0" rtl="0" algn="l">
                        <a:spcBef>
                          <a:spcPts val="0"/>
                        </a:spcBef>
                        <a:spcAft>
                          <a:spcPts val="0"/>
                        </a:spcAft>
                        <a:buNone/>
                      </a:pPr>
                      <a:r>
                        <a:rPr lang="en" sz="1900"/>
                        <a:t>iDoggo using the microphone to know when its owner is talking to it and respond.</a:t>
                      </a:r>
                      <a:endParaRPr sz="1900"/>
                    </a:p>
                  </a:txBody>
                  <a:tcPr marT="91425" marB="91425" marR="91425" marL="91425"/>
                </a:tc>
              </a:tr>
            </a:tbl>
          </a:graphicData>
        </a:graphic>
      </p:graphicFrame>
      <p:pic>
        <p:nvPicPr>
          <p:cNvPr id="153" name="Google Shape;153;p30" title="File:Camera aabb.svg - Wikipedia"/>
          <p:cNvPicPr preferRelativeResize="0"/>
          <p:nvPr/>
        </p:nvPicPr>
        <p:blipFill>
          <a:blip r:embed="rId3">
            <a:alphaModFix/>
          </a:blip>
          <a:stretch>
            <a:fillRect/>
          </a:stretch>
        </p:blipFill>
        <p:spPr>
          <a:xfrm>
            <a:off x="1125026" y="116400"/>
            <a:ext cx="1519898" cy="1036027"/>
          </a:xfrm>
          <a:prstGeom prst="rect">
            <a:avLst/>
          </a:prstGeom>
          <a:noFill/>
          <a:ln>
            <a:noFill/>
          </a:ln>
        </p:spPr>
      </p:pic>
      <p:pic>
        <p:nvPicPr>
          <p:cNvPr id="154" name="Google Shape;154;p30" title="People radar vector clipart image - Free stock photo - Public ..."/>
          <p:cNvPicPr preferRelativeResize="0"/>
          <p:nvPr/>
        </p:nvPicPr>
        <p:blipFill>
          <a:blip r:embed="rId4">
            <a:alphaModFix/>
          </a:blip>
          <a:stretch>
            <a:fillRect/>
          </a:stretch>
        </p:blipFill>
        <p:spPr>
          <a:xfrm>
            <a:off x="7553537" y="191163"/>
            <a:ext cx="1215713" cy="1215125"/>
          </a:xfrm>
          <a:prstGeom prst="rect">
            <a:avLst/>
          </a:prstGeom>
          <a:noFill/>
          <a:ln>
            <a:noFill/>
          </a:ln>
        </p:spPr>
      </p:pic>
      <p:sp>
        <p:nvSpPr>
          <p:cNvPr id="155" name="Google Shape;155;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1"/>
          <p:cNvSpPr txBox="1"/>
          <p:nvPr>
            <p:ph type="title"/>
          </p:nvPr>
        </p:nvSpPr>
        <p:spPr>
          <a:xfrm>
            <a:off x="388075" y="470500"/>
            <a:ext cx="8520600" cy="7074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32163"/>
              <a:buFont typeface="Arial"/>
              <a:buNone/>
            </a:pPr>
            <a:r>
              <a:rPr lang="en" sz="3420">
                <a:latin typeface="Comic Sans MS"/>
                <a:ea typeface="Comic Sans MS"/>
                <a:cs typeface="Comic Sans MS"/>
                <a:sym typeface="Comic Sans MS"/>
              </a:rPr>
              <a:t>Route Finding</a:t>
            </a:r>
            <a:endParaRPr sz="3420">
              <a:latin typeface="Comic Sans MS"/>
              <a:ea typeface="Comic Sans MS"/>
              <a:cs typeface="Comic Sans MS"/>
              <a:sym typeface="Comic Sans MS"/>
            </a:endParaRPr>
          </a:p>
          <a:p>
            <a:pPr indent="0" lvl="0" marL="0" rtl="0" algn="l">
              <a:spcBef>
                <a:spcPts val="0"/>
              </a:spcBef>
              <a:spcAft>
                <a:spcPts val="0"/>
              </a:spcAft>
              <a:buNone/>
            </a:pPr>
            <a:r>
              <a:t/>
            </a:r>
            <a:endParaRPr/>
          </a:p>
        </p:txBody>
      </p:sp>
      <p:sp>
        <p:nvSpPr>
          <p:cNvPr id="161" name="Google Shape;161;p31"/>
          <p:cNvSpPr txBox="1"/>
          <p:nvPr>
            <p:ph idx="1" type="body"/>
          </p:nvPr>
        </p:nvSpPr>
        <p:spPr>
          <a:xfrm>
            <a:off x="311700" y="1177900"/>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400">
                <a:solidFill>
                  <a:srgbClr val="000000"/>
                </a:solidFill>
                <a:latin typeface="Comic Sans MS"/>
                <a:ea typeface="Comic Sans MS"/>
                <a:cs typeface="Comic Sans MS"/>
                <a:sym typeface="Comic Sans MS"/>
              </a:rPr>
              <a:t>iDoggo mostly works at home. iDoggo can go for walks outside if you buy iDoggo Premium, but default iDoggo only needs to know how to get around the inside of the house. Upload a picture of your house </a:t>
            </a:r>
            <a:r>
              <a:rPr lang="en" sz="2400">
                <a:solidFill>
                  <a:srgbClr val="000000"/>
                </a:solidFill>
                <a:latin typeface="Comic Sans MS"/>
                <a:ea typeface="Comic Sans MS"/>
                <a:cs typeface="Comic Sans MS"/>
                <a:sym typeface="Comic Sans MS"/>
              </a:rPr>
              <a:t>floor</a:t>
            </a:r>
            <a:r>
              <a:rPr lang="en" sz="2400">
                <a:solidFill>
                  <a:srgbClr val="000000"/>
                </a:solidFill>
                <a:latin typeface="Comic Sans MS"/>
                <a:ea typeface="Comic Sans MS"/>
                <a:cs typeface="Comic Sans MS"/>
                <a:sym typeface="Comic Sans MS"/>
              </a:rPr>
              <a:t> plan and iDoggo will make a map and can walk around.</a:t>
            </a:r>
            <a:endParaRPr sz="2000">
              <a:latin typeface="Comic Sans MS"/>
              <a:ea typeface="Comic Sans MS"/>
              <a:cs typeface="Comic Sans MS"/>
              <a:sym typeface="Comic Sans MS"/>
            </a:endParaRPr>
          </a:p>
          <a:p>
            <a:pPr indent="0" lvl="0" marL="0" rtl="0" algn="l">
              <a:spcBef>
                <a:spcPts val="1200"/>
              </a:spcBef>
              <a:spcAft>
                <a:spcPts val="1200"/>
              </a:spcAft>
              <a:buNone/>
            </a:pPr>
            <a:r>
              <a:t/>
            </a:r>
            <a:endParaRPr sz="2400"/>
          </a:p>
        </p:txBody>
      </p:sp>
      <p:sp>
        <p:nvSpPr>
          <p:cNvPr id="162" name="Google Shape;162;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2"/>
          <p:cNvSpPr txBox="1"/>
          <p:nvPr>
            <p:ph type="title"/>
          </p:nvPr>
        </p:nvSpPr>
        <p:spPr>
          <a:xfrm>
            <a:off x="0" y="0"/>
            <a:ext cx="9144000" cy="707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990"/>
              <a:buFont typeface="Arial"/>
              <a:buNone/>
            </a:pPr>
            <a:r>
              <a:rPr lang="en" sz="2778">
                <a:latin typeface="Comic Sans MS"/>
                <a:ea typeface="Comic Sans MS"/>
                <a:cs typeface="Comic Sans MS"/>
                <a:sym typeface="Comic Sans MS"/>
              </a:rPr>
              <a:t>Route Finding</a:t>
            </a:r>
            <a:endParaRPr sz="2520"/>
          </a:p>
        </p:txBody>
      </p:sp>
      <p:sp>
        <p:nvSpPr>
          <p:cNvPr id="168" name="Google Shape;168;p32"/>
          <p:cNvSpPr txBox="1"/>
          <p:nvPr>
            <p:ph idx="1" type="body"/>
          </p:nvPr>
        </p:nvSpPr>
        <p:spPr>
          <a:xfrm>
            <a:off x="0" y="1343997"/>
            <a:ext cx="2917800" cy="2455500"/>
          </a:xfrm>
          <a:prstGeom prst="rect">
            <a:avLst/>
          </a:prstGeom>
        </p:spPr>
        <p:txBody>
          <a:bodyPr anchorCtr="0" anchor="t" bIns="91425" lIns="91425" spcFirstLastPara="1" rIns="91425" wrap="square" tIns="91425">
            <a:normAutofit fontScale="25000" lnSpcReduction="20000"/>
          </a:bodyPr>
          <a:lstStyle/>
          <a:p>
            <a:pPr indent="0" lvl="0" marL="0" rtl="0" algn="ctr">
              <a:spcBef>
                <a:spcPts val="0"/>
              </a:spcBef>
              <a:spcAft>
                <a:spcPts val="0"/>
              </a:spcAft>
              <a:buNone/>
            </a:pPr>
            <a:r>
              <a:rPr lang="en" sz="8677">
                <a:solidFill>
                  <a:srgbClr val="000000"/>
                </a:solidFill>
                <a:latin typeface="Comic Sans MS"/>
                <a:ea typeface="Comic Sans MS"/>
                <a:cs typeface="Comic Sans MS"/>
                <a:sym typeface="Comic Sans MS"/>
              </a:rPr>
              <a:t>iDoggo needs route finding capabilities to walk around the house and find the best routes between rooms.</a:t>
            </a:r>
            <a:endParaRPr sz="8677">
              <a:solidFill>
                <a:srgbClr val="000000"/>
              </a:solidFill>
              <a:latin typeface="Comic Sans MS"/>
              <a:ea typeface="Comic Sans MS"/>
              <a:cs typeface="Comic Sans MS"/>
              <a:sym typeface="Comic Sans MS"/>
            </a:endParaRPr>
          </a:p>
          <a:p>
            <a:pPr indent="0" lvl="0" marL="0" rtl="0" algn="l">
              <a:spcBef>
                <a:spcPts val="1200"/>
              </a:spcBef>
              <a:spcAft>
                <a:spcPts val="0"/>
              </a:spcAft>
              <a:buNone/>
            </a:pPr>
            <a:r>
              <a:t/>
            </a:r>
            <a:endParaRPr sz="2400">
              <a:solidFill>
                <a:srgbClr val="000000"/>
              </a:solidFill>
              <a:latin typeface="Comic Sans MS"/>
              <a:ea typeface="Comic Sans MS"/>
              <a:cs typeface="Comic Sans MS"/>
              <a:sym typeface="Comic Sans MS"/>
            </a:endParaRPr>
          </a:p>
          <a:p>
            <a:pPr indent="0" lvl="0" marL="0" rtl="0" algn="l">
              <a:spcBef>
                <a:spcPts val="1200"/>
              </a:spcBef>
              <a:spcAft>
                <a:spcPts val="0"/>
              </a:spcAft>
              <a:buNone/>
            </a:pPr>
            <a:r>
              <a:t/>
            </a:r>
            <a:endParaRPr sz="2400">
              <a:solidFill>
                <a:srgbClr val="000000"/>
              </a:solidFill>
              <a:latin typeface="Comic Sans MS"/>
              <a:ea typeface="Comic Sans MS"/>
              <a:cs typeface="Comic Sans MS"/>
              <a:sym typeface="Comic Sans MS"/>
            </a:endParaRPr>
          </a:p>
          <a:p>
            <a:pPr indent="0" lvl="0" marL="0" rtl="0" algn="l">
              <a:spcBef>
                <a:spcPts val="1200"/>
              </a:spcBef>
              <a:spcAft>
                <a:spcPts val="0"/>
              </a:spcAft>
              <a:buNone/>
            </a:pPr>
            <a:r>
              <a:t/>
            </a:r>
            <a:endParaRPr sz="2000">
              <a:latin typeface="Comic Sans MS"/>
              <a:ea typeface="Comic Sans MS"/>
              <a:cs typeface="Comic Sans MS"/>
              <a:sym typeface="Comic Sans MS"/>
            </a:endParaRPr>
          </a:p>
          <a:p>
            <a:pPr indent="0" lvl="0" marL="0" rtl="0" algn="l">
              <a:spcBef>
                <a:spcPts val="0"/>
              </a:spcBef>
              <a:spcAft>
                <a:spcPts val="1200"/>
              </a:spcAft>
              <a:buNone/>
            </a:pPr>
            <a:r>
              <a:t/>
            </a:r>
            <a:endParaRPr sz="2400"/>
          </a:p>
        </p:txBody>
      </p:sp>
      <p:pic>
        <p:nvPicPr>
          <p:cNvPr id="169" name="Google Shape;169;p32"/>
          <p:cNvPicPr preferRelativeResize="0"/>
          <p:nvPr/>
        </p:nvPicPr>
        <p:blipFill>
          <a:blip r:embed="rId3">
            <a:alphaModFix/>
          </a:blip>
          <a:stretch>
            <a:fillRect/>
          </a:stretch>
        </p:blipFill>
        <p:spPr>
          <a:xfrm>
            <a:off x="8436888" y="1490150"/>
            <a:ext cx="581025" cy="1952625"/>
          </a:xfrm>
          <a:prstGeom prst="rect">
            <a:avLst/>
          </a:prstGeom>
          <a:noFill/>
          <a:ln>
            <a:noFill/>
          </a:ln>
        </p:spPr>
      </p:pic>
      <p:pic>
        <p:nvPicPr>
          <p:cNvPr id="170" name="Google Shape;170;p32"/>
          <p:cNvPicPr preferRelativeResize="0"/>
          <p:nvPr/>
        </p:nvPicPr>
        <p:blipFill>
          <a:blip r:embed="rId4">
            <a:alphaModFix/>
          </a:blip>
          <a:stretch>
            <a:fillRect/>
          </a:stretch>
        </p:blipFill>
        <p:spPr>
          <a:xfrm>
            <a:off x="3070200" y="818675"/>
            <a:ext cx="5214288" cy="3506159"/>
          </a:xfrm>
          <a:prstGeom prst="rect">
            <a:avLst/>
          </a:prstGeom>
          <a:noFill/>
          <a:ln>
            <a:noFill/>
          </a:ln>
        </p:spPr>
      </p:pic>
      <p:sp>
        <p:nvSpPr>
          <p:cNvPr id="171" name="Google Shape;171;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3"/>
          <p:cNvSpPr txBox="1"/>
          <p:nvPr>
            <p:ph type="title"/>
          </p:nvPr>
        </p:nvSpPr>
        <p:spPr>
          <a:xfrm>
            <a:off x="418175" y="0"/>
            <a:ext cx="8520600" cy="7074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32163"/>
              <a:buFont typeface="Arial"/>
              <a:buNone/>
            </a:pPr>
            <a:r>
              <a:rPr lang="en" sz="3420">
                <a:latin typeface="Comic Sans MS"/>
                <a:ea typeface="Comic Sans MS"/>
                <a:cs typeface="Comic Sans MS"/>
                <a:sym typeface="Comic Sans MS"/>
              </a:rPr>
              <a:t>Route Finding</a:t>
            </a:r>
            <a:endParaRPr sz="3420">
              <a:latin typeface="Comic Sans MS"/>
              <a:ea typeface="Comic Sans MS"/>
              <a:cs typeface="Comic Sans MS"/>
              <a:sym typeface="Comic Sans MS"/>
            </a:endParaRPr>
          </a:p>
          <a:p>
            <a:pPr indent="0" lvl="0" marL="0" rtl="0" algn="l">
              <a:spcBef>
                <a:spcPts val="0"/>
              </a:spcBef>
              <a:spcAft>
                <a:spcPts val="0"/>
              </a:spcAft>
              <a:buNone/>
            </a:pPr>
            <a:r>
              <a:t/>
            </a:r>
            <a:endParaRPr/>
          </a:p>
        </p:txBody>
      </p:sp>
      <p:sp>
        <p:nvSpPr>
          <p:cNvPr id="177" name="Google Shape;177;p33"/>
          <p:cNvSpPr txBox="1"/>
          <p:nvPr>
            <p:ph idx="1" type="body"/>
          </p:nvPr>
        </p:nvSpPr>
        <p:spPr>
          <a:xfrm>
            <a:off x="311700" y="1177900"/>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rgbClr val="000000"/>
              </a:solidFill>
              <a:latin typeface="Comic Sans MS"/>
              <a:ea typeface="Comic Sans MS"/>
              <a:cs typeface="Comic Sans MS"/>
              <a:sym typeface="Comic Sans MS"/>
            </a:endParaRPr>
          </a:p>
          <a:p>
            <a:pPr indent="0" lvl="0" marL="0" rtl="0" algn="l">
              <a:spcBef>
                <a:spcPts val="1200"/>
              </a:spcBef>
              <a:spcAft>
                <a:spcPts val="0"/>
              </a:spcAft>
              <a:buNone/>
            </a:pPr>
            <a:r>
              <a:t/>
            </a:r>
            <a:endParaRPr sz="2400">
              <a:solidFill>
                <a:srgbClr val="000000"/>
              </a:solidFill>
              <a:latin typeface="Comic Sans MS"/>
              <a:ea typeface="Comic Sans MS"/>
              <a:cs typeface="Comic Sans MS"/>
              <a:sym typeface="Comic Sans MS"/>
            </a:endParaRPr>
          </a:p>
          <a:p>
            <a:pPr indent="0" lvl="0" marL="0" rtl="0" algn="l">
              <a:spcBef>
                <a:spcPts val="1200"/>
              </a:spcBef>
              <a:spcAft>
                <a:spcPts val="0"/>
              </a:spcAft>
              <a:buNone/>
            </a:pPr>
            <a:r>
              <a:t/>
            </a:r>
            <a:endParaRPr sz="2400">
              <a:solidFill>
                <a:srgbClr val="000000"/>
              </a:solidFill>
              <a:latin typeface="Comic Sans MS"/>
              <a:ea typeface="Comic Sans MS"/>
              <a:cs typeface="Comic Sans MS"/>
              <a:sym typeface="Comic Sans MS"/>
            </a:endParaRPr>
          </a:p>
          <a:p>
            <a:pPr indent="0" lvl="0" marL="0" rtl="0" algn="l">
              <a:spcBef>
                <a:spcPts val="1200"/>
              </a:spcBef>
              <a:spcAft>
                <a:spcPts val="0"/>
              </a:spcAft>
              <a:buNone/>
            </a:pPr>
            <a:r>
              <a:t/>
            </a:r>
            <a:endParaRPr sz="2000">
              <a:latin typeface="Comic Sans MS"/>
              <a:ea typeface="Comic Sans MS"/>
              <a:cs typeface="Comic Sans MS"/>
              <a:sym typeface="Comic Sans MS"/>
            </a:endParaRPr>
          </a:p>
          <a:p>
            <a:pPr indent="0" lvl="0" marL="0" rtl="0" algn="l">
              <a:spcBef>
                <a:spcPts val="0"/>
              </a:spcBef>
              <a:spcAft>
                <a:spcPts val="1200"/>
              </a:spcAft>
              <a:buNone/>
            </a:pPr>
            <a:r>
              <a:t/>
            </a:r>
            <a:endParaRPr sz="2400"/>
          </a:p>
        </p:txBody>
      </p:sp>
      <p:pic>
        <p:nvPicPr>
          <p:cNvPr id="178" name="Google Shape;178;p33"/>
          <p:cNvPicPr preferRelativeResize="0"/>
          <p:nvPr/>
        </p:nvPicPr>
        <p:blipFill rotWithShape="1">
          <a:blip r:embed="rId3">
            <a:alphaModFix/>
          </a:blip>
          <a:srcRect b="0" l="0" r="0" t="8675"/>
          <a:stretch/>
        </p:blipFill>
        <p:spPr>
          <a:xfrm>
            <a:off x="1750538" y="707400"/>
            <a:ext cx="6617875" cy="4341125"/>
          </a:xfrm>
          <a:prstGeom prst="rect">
            <a:avLst/>
          </a:prstGeom>
          <a:noFill/>
          <a:ln>
            <a:noFill/>
          </a:ln>
        </p:spPr>
      </p:pic>
      <p:sp>
        <p:nvSpPr>
          <p:cNvPr id="179" name="Google Shape;179;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4"/>
          <p:cNvSpPr txBox="1"/>
          <p:nvPr>
            <p:ph type="title"/>
          </p:nvPr>
        </p:nvSpPr>
        <p:spPr>
          <a:xfrm>
            <a:off x="418175" y="0"/>
            <a:ext cx="8520600" cy="7074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32163"/>
              <a:buFont typeface="Arial"/>
              <a:buNone/>
            </a:pPr>
            <a:r>
              <a:rPr lang="en" sz="3420">
                <a:latin typeface="Comic Sans MS"/>
                <a:ea typeface="Comic Sans MS"/>
                <a:cs typeface="Comic Sans MS"/>
                <a:sym typeface="Comic Sans MS"/>
              </a:rPr>
              <a:t>Route Finding</a:t>
            </a:r>
            <a:endParaRPr sz="3420">
              <a:latin typeface="Comic Sans MS"/>
              <a:ea typeface="Comic Sans MS"/>
              <a:cs typeface="Comic Sans MS"/>
              <a:sym typeface="Comic Sans MS"/>
            </a:endParaRPr>
          </a:p>
          <a:p>
            <a:pPr indent="0" lvl="0" marL="0" rtl="0" algn="l">
              <a:spcBef>
                <a:spcPts val="0"/>
              </a:spcBef>
              <a:spcAft>
                <a:spcPts val="0"/>
              </a:spcAft>
              <a:buNone/>
            </a:pPr>
            <a:r>
              <a:t/>
            </a:r>
            <a:endParaRPr/>
          </a:p>
        </p:txBody>
      </p:sp>
      <p:sp>
        <p:nvSpPr>
          <p:cNvPr id="185" name="Google Shape;185;p34"/>
          <p:cNvSpPr txBox="1"/>
          <p:nvPr>
            <p:ph idx="1" type="body"/>
          </p:nvPr>
        </p:nvSpPr>
        <p:spPr>
          <a:xfrm>
            <a:off x="311700" y="1177900"/>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rgbClr val="000000"/>
              </a:solidFill>
              <a:latin typeface="Comic Sans MS"/>
              <a:ea typeface="Comic Sans MS"/>
              <a:cs typeface="Comic Sans MS"/>
              <a:sym typeface="Comic Sans MS"/>
            </a:endParaRPr>
          </a:p>
          <a:p>
            <a:pPr indent="0" lvl="0" marL="0" rtl="0" algn="l">
              <a:spcBef>
                <a:spcPts val="1200"/>
              </a:spcBef>
              <a:spcAft>
                <a:spcPts val="0"/>
              </a:spcAft>
              <a:buNone/>
            </a:pPr>
            <a:r>
              <a:t/>
            </a:r>
            <a:endParaRPr sz="2400">
              <a:solidFill>
                <a:srgbClr val="000000"/>
              </a:solidFill>
              <a:latin typeface="Comic Sans MS"/>
              <a:ea typeface="Comic Sans MS"/>
              <a:cs typeface="Comic Sans MS"/>
              <a:sym typeface="Comic Sans MS"/>
            </a:endParaRPr>
          </a:p>
          <a:p>
            <a:pPr indent="0" lvl="0" marL="0" rtl="0" algn="l">
              <a:spcBef>
                <a:spcPts val="1200"/>
              </a:spcBef>
              <a:spcAft>
                <a:spcPts val="0"/>
              </a:spcAft>
              <a:buNone/>
            </a:pPr>
            <a:r>
              <a:t/>
            </a:r>
            <a:endParaRPr sz="2400">
              <a:solidFill>
                <a:srgbClr val="000000"/>
              </a:solidFill>
              <a:latin typeface="Comic Sans MS"/>
              <a:ea typeface="Comic Sans MS"/>
              <a:cs typeface="Comic Sans MS"/>
              <a:sym typeface="Comic Sans MS"/>
            </a:endParaRPr>
          </a:p>
          <a:p>
            <a:pPr indent="0" lvl="0" marL="0" rtl="0" algn="l">
              <a:spcBef>
                <a:spcPts val="1200"/>
              </a:spcBef>
              <a:spcAft>
                <a:spcPts val="0"/>
              </a:spcAft>
              <a:buNone/>
            </a:pPr>
            <a:r>
              <a:t/>
            </a:r>
            <a:endParaRPr sz="2000">
              <a:latin typeface="Comic Sans MS"/>
              <a:ea typeface="Comic Sans MS"/>
              <a:cs typeface="Comic Sans MS"/>
              <a:sym typeface="Comic Sans MS"/>
            </a:endParaRPr>
          </a:p>
          <a:p>
            <a:pPr indent="0" lvl="0" marL="0" rtl="0" algn="l">
              <a:spcBef>
                <a:spcPts val="0"/>
              </a:spcBef>
              <a:spcAft>
                <a:spcPts val="1200"/>
              </a:spcAft>
              <a:buNone/>
            </a:pPr>
            <a:r>
              <a:t/>
            </a:r>
            <a:endParaRPr sz="2400"/>
          </a:p>
        </p:txBody>
      </p:sp>
      <p:pic>
        <p:nvPicPr>
          <p:cNvPr id="186" name="Google Shape;186;p34"/>
          <p:cNvPicPr preferRelativeResize="0"/>
          <p:nvPr/>
        </p:nvPicPr>
        <p:blipFill rotWithShape="1">
          <a:blip r:embed="rId3">
            <a:alphaModFix/>
          </a:blip>
          <a:srcRect b="0" l="0" r="0" t="8105"/>
          <a:stretch/>
        </p:blipFill>
        <p:spPr>
          <a:xfrm>
            <a:off x="1906869" y="707400"/>
            <a:ext cx="6503707" cy="4293225"/>
          </a:xfrm>
          <a:prstGeom prst="rect">
            <a:avLst/>
          </a:prstGeom>
          <a:noFill/>
          <a:ln>
            <a:noFill/>
          </a:ln>
        </p:spPr>
      </p:pic>
      <p:sp>
        <p:nvSpPr>
          <p:cNvPr id="187" name="Google Shape;187;p34"/>
          <p:cNvSpPr txBox="1"/>
          <p:nvPr/>
        </p:nvSpPr>
        <p:spPr>
          <a:xfrm>
            <a:off x="-70200" y="1544050"/>
            <a:ext cx="2361300" cy="2770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latin typeface="Open Sans"/>
                <a:ea typeface="Open Sans"/>
                <a:cs typeface="Open Sans"/>
                <a:sym typeface="Open Sans"/>
              </a:rPr>
              <a:t>There are 2 possible routes. </a:t>
            </a:r>
            <a:endParaRPr>
              <a:solidFill>
                <a:schemeClr val="dk2"/>
              </a:solidFill>
              <a:latin typeface="Open Sans"/>
              <a:ea typeface="Open Sans"/>
              <a:cs typeface="Open Sans"/>
              <a:sym typeface="Open Sans"/>
            </a:endParaRPr>
          </a:p>
          <a:p>
            <a:pPr indent="0" lvl="0" marL="0" rtl="0" algn="ctr">
              <a:spcBef>
                <a:spcPts val="0"/>
              </a:spcBef>
              <a:spcAft>
                <a:spcPts val="0"/>
              </a:spcAft>
              <a:buNone/>
            </a:pPr>
            <a:r>
              <a:t/>
            </a:r>
            <a:endParaRPr>
              <a:solidFill>
                <a:schemeClr val="dk2"/>
              </a:solidFill>
              <a:latin typeface="Open Sans"/>
              <a:ea typeface="Open Sans"/>
              <a:cs typeface="Open Sans"/>
              <a:sym typeface="Open Sans"/>
            </a:endParaRPr>
          </a:p>
          <a:p>
            <a:pPr indent="0" lvl="0" marL="0" rtl="0" algn="ctr">
              <a:spcBef>
                <a:spcPts val="0"/>
              </a:spcBef>
              <a:spcAft>
                <a:spcPts val="0"/>
              </a:spcAft>
              <a:buNone/>
            </a:pPr>
            <a:r>
              <a:rPr lang="en">
                <a:solidFill>
                  <a:schemeClr val="dk2"/>
                </a:solidFill>
                <a:latin typeface="Open Sans"/>
                <a:ea typeface="Open Sans"/>
                <a:cs typeface="Open Sans"/>
                <a:sym typeface="Open Sans"/>
              </a:rPr>
              <a:t>Front Door, Kitchen, Sister’s Room, Bathroom, then My Bedroom.</a:t>
            </a:r>
            <a:endParaRPr>
              <a:solidFill>
                <a:schemeClr val="dk2"/>
              </a:solidFill>
              <a:latin typeface="Open Sans"/>
              <a:ea typeface="Open Sans"/>
              <a:cs typeface="Open Sans"/>
              <a:sym typeface="Open Sans"/>
            </a:endParaRPr>
          </a:p>
          <a:p>
            <a:pPr indent="0" lvl="0" marL="0" rtl="0" algn="ctr">
              <a:spcBef>
                <a:spcPts val="0"/>
              </a:spcBef>
              <a:spcAft>
                <a:spcPts val="0"/>
              </a:spcAft>
              <a:buNone/>
            </a:pPr>
            <a:r>
              <a:t/>
            </a:r>
            <a:endParaRPr>
              <a:solidFill>
                <a:schemeClr val="dk2"/>
              </a:solidFill>
              <a:latin typeface="Open Sans"/>
              <a:ea typeface="Open Sans"/>
              <a:cs typeface="Open Sans"/>
              <a:sym typeface="Open Sans"/>
            </a:endParaRPr>
          </a:p>
          <a:p>
            <a:pPr indent="0" lvl="0" marL="0" rtl="0" algn="ctr">
              <a:spcBef>
                <a:spcPts val="0"/>
              </a:spcBef>
              <a:spcAft>
                <a:spcPts val="0"/>
              </a:spcAft>
              <a:buNone/>
            </a:pPr>
            <a:r>
              <a:rPr lang="en">
                <a:solidFill>
                  <a:schemeClr val="dk2"/>
                </a:solidFill>
                <a:latin typeface="Open Sans"/>
                <a:ea typeface="Open Sans"/>
                <a:cs typeface="Open Sans"/>
                <a:sym typeface="Open Sans"/>
              </a:rPr>
              <a:t>OR</a:t>
            </a:r>
            <a:endParaRPr>
              <a:solidFill>
                <a:schemeClr val="dk2"/>
              </a:solidFill>
              <a:latin typeface="Open Sans"/>
              <a:ea typeface="Open Sans"/>
              <a:cs typeface="Open Sans"/>
              <a:sym typeface="Open Sans"/>
            </a:endParaRPr>
          </a:p>
          <a:p>
            <a:pPr indent="0" lvl="0" marL="0" rtl="0" algn="ctr">
              <a:spcBef>
                <a:spcPts val="0"/>
              </a:spcBef>
              <a:spcAft>
                <a:spcPts val="0"/>
              </a:spcAft>
              <a:buNone/>
            </a:pPr>
            <a:r>
              <a:t/>
            </a:r>
            <a:endParaRPr>
              <a:solidFill>
                <a:schemeClr val="dk2"/>
              </a:solidFill>
              <a:latin typeface="Open Sans"/>
              <a:ea typeface="Open Sans"/>
              <a:cs typeface="Open Sans"/>
              <a:sym typeface="Open Sans"/>
            </a:endParaRPr>
          </a:p>
          <a:p>
            <a:pPr indent="0" lvl="0" marL="0" rtl="0" algn="ctr">
              <a:spcBef>
                <a:spcPts val="0"/>
              </a:spcBef>
              <a:spcAft>
                <a:spcPts val="0"/>
              </a:spcAft>
              <a:buNone/>
            </a:pPr>
            <a:r>
              <a:rPr lang="en">
                <a:solidFill>
                  <a:schemeClr val="dk2"/>
                </a:solidFill>
                <a:latin typeface="Open Sans"/>
                <a:ea typeface="Open Sans"/>
                <a:cs typeface="Open Sans"/>
                <a:sym typeface="Open Sans"/>
              </a:rPr>
              <a:t>Front Door, Kitchen, Dining Area, Living Room, then My Bedroom.</a:t>
            </a:r>
            <a:endParaRPr>
              <a:solidFill>
                <a:schemeClr val="dk2"/>
              </a:solidFill>
              <a:latin typeface="Open Sans"/>
              <a:ea typeface="Open Sans"/>
              <a:cs typeface="Open Sans"/>
              <a:sym typeface="Open Sans"/>
            </a:endParaRPr>
          </a:p>
        </p:txBody>
      </p:sp>
      <p:sp>
        <p:nvSpPr>
          <p:cNvPr id="188" name="Google Shape;188;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Possible </a:t>
            </a:r>
            <a:r>
              <a:rPr lang="en"/>
              <a:t>Societal Impact</a:t>
            </a:r>
            <a:endParaRPr/>
          </a:p>
        </p:txBody>
      </p:sp>
      <p:sp>
        <p:nvSpPr>
          <p:cNvPr id="194" name="Google Shape;194;p35"/>
          <p:cNvSpPr txBox="1"/>
          <p:nvPr>
            <p:ph idx="1" type="body"/>
          </p:nvPr>
        </p:nvSpPr>
        <p:spPr>
          <a:xfrm>
            <a:off x="311700" y="1266325"/>
            <a:ext cx="8520600" cy="3766800"/>
          </a:xfrm>
          <a:prstGeom prst="rect">
            <a:avLst/>
          </a:prstGeom>
        </p:spPr>
        <p:txBody>
          <a:bodyPr anchorCtr="0" anchor="t" bIns="91425" lIns="91425" spcFirstLastPara="1" rIns="91425" wrap="square" tIns="91425">
            <a:normAutofit fontScale="25000"/>
          </a:bodyPr>
          <a:lstStyle/>
          <a:p>
            <a:pPr indent="0" lvl="0" marL="0" rtl="0" algn="l">
              <a:spcBef>
                <a:spcPts val="0"/>
              </a:spcBef>
              <a:spcAft>
                <a:spcPts val="0"/>
              </a:spcAft>
              <a:buNone/>
            </a:pPr>
            <a:r>
              <a:rPr b="1" lang="en" sz="6017"/>
              <a:t>Negative</a:t>
            </a:r>
            <a:endParaRPr b="1" sz="6017"/>
          </a:p>
          <a:p>
            <a:pPr indent="0" lvl="0" marL="0" rtl="0" algn="l">
              <a:spcBef>
                <a:spcPts val="1200"/>
              </a:spcBef>
              <a:spcAft>
                <a:spcPts val="0"/>
              </a:spcAft>
              <a:buNone/>
            </a:pPr>
            <a:r>
              <a:rPr lang="en" sz="6017"/>
              <a:t>1. People might play more will iDoggo and less with humans.</a:t>
            </a:r>
            <a:endParaRPr sz="6017"/>
          </a:p>
          <a:p>
            <a:pPr indent="0" lvl="0" marL="0" rtl="0" algn="l">
              <a:spcBef>
                <a:spcPts val="1200"/>
              </a:spcBef>
              <a:spcAft>
                <a:spcPts val="0"/>
              </a:spcAft>
              <a:buNone/>
            </a:pPr>
            <a:r>
              <a:rPr lang="en" sz="6017"/>
              <a:t>2. People might not buy as many pets, so dogs will go extinct.</a:t>
            </a:r>
            <a:endParaRPr sz="6017"/>
          </a:p>
          <a:p>
            <a:pPr indent="0" lvl="0" marL="0" rtl="0" algn="l">
              <a:spcBef>
                <a:spcPts val="1200"/>
              </a:spcBef>
              <a:spcAft>
                <a:spcPts val="0"/>
              </a:spcAft>
              <a:buNone/>
            </a:pPr>
            <a:r>
              <a:rPr b="1" lang="en" sz="6017"/>
              <a:t>Positive</a:t>
            </a:r>
            <a:endParaRPr b="1" sz="6017"/>
          </a:p>
          <a:p>
            <a:pPr indent="0" lvl="0" marL="0" rtl="0" algn="l">
              <a:spcBef>
                <a:spcPts val="1200"/>
              </a:spcBef>
              <a:spcAft>
                <a:spcPts val="0"/>
              </a:spcAft>
              <a:buNone/>
            </a:pPr>
            <a:r>
              <a:rPr lang="en" sz="6017"/>
              <a:t>1. iDoggo does not need to poop/pee so you do not have to worry about cleaning up when you go for walks. The neighborhood will be cleaner.</a:t>
            </a:r>
            <a:endParaRPr sz="6017"/>
          </a:p>
          <a:p>
            <a:pPr indent="0" lvl="0" marL="0" rtl="0" algn="l">
              <a:spcBef>
                <a:spcPts val="1200"/>
              </a:spcBef>
              <a:spcAft>
                <a:spcPts val="0"/>
              </a:spcAft>
              <a:buNone/>
            </a:pPr>
            <a:r>
              <a:rPr lang="en" sz="6017"/>
              <a:t>2. iDoggo can help lonely people feel less alone, and with premium version, taking iDoggo for walks will help people exercise more. Also, instead of training real dogs for blind people, you can program iDoggo.</a:t>
            </a:r>
            <a:endParaRPr sz="6017"/>
          </a:p>
          <a:p>
            <a:pPr indent="0" lvl="0" marL="0" rtl="0" algn="l">
              <a:spcBef>
                <a:spcPts val="1200"/>
              </a:spcBef>
              <a:spcAft>
                <a:spcPts val="1200"/>
              </a:spcAft>
              <a:buNone/>
            </a:pPr>
            <a:r>
              <a:t/>
            </a:r>
            <a:endParaRPr/>
          </a:p>
        </p:txBody>
      </p:sp>
      <p:sp>
        <p:nvSpPr>
          <p:cNvPr id="195" name="Google Shape;195;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6"/>
          <p:cNvSpPr txBox="1"/>
          <p:nvPr>
            <p:ph type="title"/>
          </p:nvPr>
        </p:nvSpPr>
        <p:spPr>
          <a:xfrm>
            <a:off x="311700" y="64025"/>
            <a:ext cx="8520600" cy="7074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Labeled Diagram of iDoggo</a:t>
            </a:r>
            <a:endParaRPr/>
          </a:p>
        </p:txBody>
      </p:sp>
      <p:pic>
        <p:nvPicPr>
          <p:cNvPr id="201" name="Google Shape;201;p36"/>
          <p:cNvPicPr preferRelativeResize="0"/>
          <p:nvPr/>
        </p:nvPicPr>
        <p:blipFill>
          <a:blip r:embed="rId3">
            <a:alphaModFix/>
          </a:blip>
          <a:stretch>
            <a:fillRect/>
          </a:stretch>
        </p:blipFill>
        <p:spPr>
          <a:xfrm>
            <a:off x="2403300" y="697819"/>
            <a:ext cx="4191300" cy="4191300"/>
          </a:xfrm>
          <a:prstGeom prst="rect">
            <a:avLst/>
          </a:prstGeom>
          <a:noFill/>
          <a:ln>
            <a:noFill/>
          </a:ln>
        </p:spPr>
      </p:pic>
      <p:cxnSp>
        <p:nvCxnSpPr>
          <p:cNvPr id="202" name="Google Shape;202;p36"/>
          <p:cNvCxnSpPr/>
          <p:nvPr/>
        </p:nvCxnSpPr>
        <p:spPr>
          <a:xfrm rot="10800000">
            <a:off x="1448800" y="1318425"/>
            <a:ext cx="1940100" cy="330900"/>
          </a:xfrm>
          <a:prstGeom prst="straightConnector1">
            <a:avLst/>
          </a:prstGeom>
          <a:noFill/>
          <a:ln cap="flat" cmpd="sng" w="76200">
            <a:solidFill>
              <a:srgbClr val="FF0000"/>
            </a:solidFill>
            <a:prstDash val="solid"/>
            <a:round/>
            <a:headEnd len="med" w="med" type="none"/>
            <a:tailEnd len="med" w="med" type="none"/>
          </a:ln>
        </p:spPr>
      </p:cxnSp>
      <p:cxnSp>
        <p:nvCxnSpPr>
          <p:cNvPr id="203" name="Google Shape;203;p36"/>
          <p:cNvCxnSpPr/>
          <p:nvPr/>
        </p:nvCxnSpPr>
        <p:spPr>
          <a:xfrm rot="10800000">
            <a:off x="2185600" y="3047900"/>
            <a:ext cx="1806900" cy="2100"/>
          </a:xfrm>
          <a:prstGeom prst="straightConnector1">
            <a:avLst/>
          </a:prstGeom>
          <a:noFill/>
          <a:ln cap="flat" cmpd="sng" w="76200">
            <a:solidFill>
              <a:srgbClr val="FF0000"/>
            </a:solidFill>
            <a:prstDash val="solid"/>
            <a:round/>
            <a:headEnd len="med" w="med" type="none"/>
            <a:tailEnd len="med" w="med" type="none"/>
          </a:ln>
        </p:spPr>
      </p:cxnSp>
      <p:cxnSp>
        <p:nvCxnSpPr>
          <p:cNvPr id="204" name="Google Shape;204;p36"/>
          <p:cNvCxnSpPr/>
          <p:nvPr/>
        </p:nvCxnSpPr>
        <p:spPr>
          <a:xfrm rot="10800000">
            <a:off x="5468175" y="2782875"/>
            <a:ext cx="2146800" cy="295200"/>
          </a:xfrm>
          <a:prstGeom prst="straightConnector1">
            <a:avLst/>
          </a:prstGeom>
          <a:noFill/>
          <a:ln cap="flat" cmpd="sng" w="76200">
            <a:solidFill>
              <a:srgbClr val="FF0000"/>
            </a:solidFill>
            <a:prstDash val="solid"/>
            <a:round/>
            <a:headEnd len="med" w="med" type="none"/>
            <a:tailEnd len="med" w="med" type="none"/>
          </a:ln>
        </p:spPr>
      </p:cxnSp>
      <p:cxnSp>
        <p:nvCxnSpPr>
          <p:cNvPr id="205" name="Google Shape;205;p36"/>
          <p:cNvCxnSpPr/>
          <p:nvPr/>
        </p:nvCxnSpPr>
        <p:spPr>
          <a:xfrm flipH="1">
            <a:off x="4823650" y="1378625"/>
            <a:ext cx="2280000" cy="397200"/>
          </a:xfrm>
          <a:prstGeom prst="straightConnector1">
            <a:avLst/>
          </a:prstGeom>
          <a:noFill/>
          <a:ln cap="flat" cmpd="sng" w="76200">
            <a:solidFill>
              <a:srgbClr val="FF0000"/>
            </a:solidFill>
            <a:prstDash val="solid"/>
            <a:round/>
            <a:headEnd len="med" w="med" type="none"/>
            <a:tailEnd len="med" w="med" type="none"/>
          </a:ln>
        </p:spPr>
      </p:cxnSp>
      <p:sp>
        <p:nvSpPr>
          <p:cNvPr id="206" name="Google Shape;206;p36"/>
          <p:cNvSpPr txBox="1"/>
          <p:nvPr/>
        </p:nvSpPr>
        <p:spPr>
          <a:xfrm>
            <a:off x="114300" y="545225"/>
            <a:ext cx="2060400" cy="1154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100">
                <a:solidFill>
                  <a:schemeClr val="dk2"/>
                </a:solidFill>
                <a:latin typeface="Open Sans"/>
                <a:ea typeface="Open Sans"/>
                <a:cs typeface="Open Sans"/>
                <a:sym typeface="Open Sans"/>
              </a:rPr>
              <a:t>Camera</a:t>
            </a:r>
            <a:r>
              <a:rPr lang="en" sz="2100">
                <a:solidFill>
                  <a:schemeClr val="dk2"/>
                </a:solidFill>
                <a:latin typeface="Open Sans"/>
                <a:ea typeface="Open Sans"/>
                <a:cs typeface="Open Sans"/>
                <a:sym typeface="Open Sans"/>
              </a:rPr>
              <a:t> to see owner and obstacles.</a:t>
            </a:r>
            <a:endParaRPr sz="2100">
              <a:solidFill>
                <a:schemeClr val="dk2"/>
              </a:solidFill>
              <a:latin typeface="Open Sans"/>
              <a:ea typeface="Open Sans"/>
              <a:cs typeface="Open Sans"/>
              <a:sym typeface="Open Sans"/>
            </a:endParaRPr>
          </a:p>
        </p:txBody>
      </p:sp>
      <p:sp>
        <p:nvSpPr>
          <p:cNvPr id="207" name="Google Shape;207;p36"/>
          <p:cNvSpPr txBox="1"/>
          <p:nvPr/>
        </p:nvSpPr>
        <p:spPr>
          <a:xfrm>
            <a:off x="230600" y="2942725"/>
            <a:ext cx="2060400" cy="1015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chemeClr val="dk2"/>
                </a:solidFill>
                <a:latin typeface="Open Sans"/>
                <a:ea typeface="Open Sans"/>
                <a:cs typeface="Open Sans"/>
                <a:sym typeface="Open Sans"/>
              </a:rPr>
              <a:t>Radar </a:t>
            </a:r>
            <a:r>
              <a:rPr lang="en" sz="1800">
                <a:solidFill>
                  <a:schemeClr val="dk2"/>
                </a:solidFill>
                <a:latin typeface="Open Sans"/>
                <a:ea typeface="Open Sans"/>
                <a:cs typeface="Open Sans"/>
                <a:sym typeface="Open Sans"/>
              </a:rPr>
              <a:t>for crossing street safely.</a:t>
            </a:r>
            <a:endParaRPr sz="1800">
              <a:solidFill>
                <a:schemeClr val="dk2"/>
              </a:solidFill>
              <a:latin typeface="Open Sans"/>
              <a:ea typeface="Open Sans"/>
              <a:cs typeface="Open Sans"/>
              <a:sym typeface="Open Sans"/>
            </a:endParaRPr>
          </a:p>
        </p:txBody>
      </p:sp>
      <p:sp>
        <p:nvSpPr>
          <p:cNvPr id="208" name="Google Shape;208;p36"/>
          <p:cNvSpPr txBox="1"/>
          <p:nvPr/>
        </p:nvSpPr>
        <p:spPr>
          <a:xfrm>
            <a:off x="7012400" y="2714125"/>
            <a:ext cx="2060400" cy="1015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chemeClr val="dk2"/>
                </a:solidFill>
                <a:latin typeface="Open Sans"/>
                <a:ea typeface="Open Sans"/>
                <a:cs typeface="Open Sans"/>
                <a:sym typeface="Open Sans"/>
              </a:rPr>
              <a:t>Radar </a:t>
            </a:r>
            <a:r>
              <a:rPr lang="en" sz="1800">
                <a:solidFill>
                  <a:schemeClr val="dk2"/>
                </a:solidFill>
                <a:latin typeface="Open Sans"/>
                <a:ea typeface="Open Sans"/>
                <a:cs typeface="Open Sans"/>
                <a:sym typeface="Open Sans"/>
              </a:rPr>
              <a:t>for crossing street safely.</a:t>
            </a:r>
            <a:endParaRPr sz="1800">
              <a:solidFill>
                <a:schemeClr val="dk2"/>
              </a:solidFill>
              <a:latin typeface="Open Sans"/>
              <a:ea typeface="Open Sans"/>
              <a:cs typeface="Open Sans"/>
              <a:sym typeface="Open Sans"/>
            </a:endParaRPr>
          </a:p>
        </p:txBody>
      </p:sp>
      <p:sp>
        <p:nvSpPr>
          <p:cNvPr id="209" name="Google Shape;209;p36"/>
          <p:cNvSpPr txBox="1"/>
          <p:nvPr/>
        </p:nvSpPr>
        <p:spPr>
          <a:xfrm>
            <a:off x="7045475" y="771425"/>
            <a:ext cx="2060400" cy="1015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chemeClr val="dk2"/>
                </a:solidFill>
                <a:latin typeface="Open Sans"/>
                <a:ea typeface="Open Sans"/>
                <a:cs typeface="Open Sans"/>
                <a:sym typeface="Open Sans"/>
              </a:rPr>
              <a:t>Microphone </a:t>
            </a:r>
            <a:r>
              <a:rPr lang="en" sz="1800">
                <a:solidFill>
                  <a:schemeClr val="dk2"/>
                </a:solidFill>
                <a:latin typeface="Open Sans"/>
                <a:ea typeface="Open Sans"/>
                <a:cs typeface="Open Sans"/>
                <a:sym typeface="Open Sans"/>
              </a:rPr>
              <a:t>to hear the owners voice</a:t>
            </a:r>
            <a:r>
              <a:rPr lang="en" sz="1800">
                <a:solidFill>
                  <a:schemeClr val="dk2"/>
                </a:solidFill>
                <a:latin typeface="Open Sans"/>
                <a:ea typeface="Open Sans"/>
                <a:cs typeface="Open Sans"/>
                <a:sym typeface="Open Sans"/>
              </a:rPr>
              <a:t>.</a:t>
            </a:r>
            <a:endParaRPr sz="1800">
              <a:solidFill>
                <a:schemeClr val="dk2"/>
              </a:solidFill>
              <a:latin typeface="Open Sans"/>
              <a:ea typeface="Open Sans"/>
              <a:cs typeface="Open Sans"/>
              <a:sym typeface="Open Sans"/>
            </a:endParaRPr>
          </a:p>
        </p:txBody>
      </p:sp>
      <p:sp>
        <p:nvSpPr>
          <p:cNvPr id="210" name="Google Shape;210;p36"/>
          <p:cNvSpPr txBox="1"/>
          <p:nvPr/>
        </p:nvSpPr>
        <p:spPr>
          <a:xfrm>
            <a:off x="6594600" y="4175950"/>
            <a:ext cx="2549400" cy="7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000000"/>
                </a:solidFill>
              </a:rPr>
              <a:t>Created by Midjourney prompt “iDoggo a robot dog home companion made by Apple Computer”</a:t>
            </a:r>
            <a:endParaRPr sz="1200">
              <a:solidFill>
                <a:srgbClr val="000000"/>
              </a:solidFill>
            </a:endParaRPr>
          </a:p>
        </p:txBody>
      </p:sp>
      <p:sp>
        <p:nvSpPr>
          <p:cNvPr id="211" name="Google Shape;211;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7"/>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420">
                <a:latin typeface="Comic Sans MS"/>
                <a:ea typeface="Comic Sans MS"/>
                <a:cs typeface="Comic Sans MS"/>
                <a:sym typeface="Comic Sans MS"/>
              </a:rPr>
              <a:t>Project Checklist</a:t>
            </a:r>
            <a:endParaRPr sz="3420">
              <a:latin typeface="Comic Sans MS"/>
              <a:ea typeface="Comic Sans MS"/>
              <a:cs typeface="Comic Sans MS"/>
              <a:sym typeface="Comic Sans MS"/>
            </a:endParaRPr>
          </a:p>
        </p:txBody>
      </p:sp>
      <p:sp>
        <p:nvSpPr>
          <p:cNvPr id="217" name="Google Shape;217;p37"/>
          <p:cNvSpPr txBox="1"/>
          <p:nvPr>
            <p:ph idx="1" type="body"/>
          </p:nvPr>
        </p:nvSpPr>
        <p:spPr>
          <a:xfrm>
            <a:off x="311700" y="1266325"/>
            <a:ext cx="8520600" cy="33027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sz="2400">
                <a:solidFill>
                  <a:srgbClr val="000000"/>
                </a:solidFill>
                <a:latin typeface="Comic Sans MS"/>
                <a:ea typeface="Comic Sans MS"/>
                <a:cs typeface="Comic Sans MS"/>
                <a:sym typeface="Comic Sans MS"/>
              </a:rPr>
              <a:t>As you design your robot, you will:</a:t>
            </a:r>
            <a:endParaRPr sz="2400">
              <a:solidFill>
                <a:srgbClr val="000000"/>
              </a:solidFill>
              <a:latin typeface="Comic Sans MS"/>
              <a:ea typeface="Comic Sans MS"/>
              <a:cs typeface="Comic Sans MS"/>
              <a:sym typeface="Comic Sans MS"/>
            </a:endParaRPr>
          </a:p>
          <a:p>
            <a:pPr indent="-369570" lvl="0" marL="457200" rtl="0" algn="l">
              <a:spcBef>
                <a:spcPts val="1200"/>
              </a:spcBef>
              <a:spcAft>
                <a:spcPts val="0"/>
              </a:spcAft>
              <a:buClr>
                <a:srgbClr val="000000"/>
              </a:buClr>
              <a:buSzPct val="100000"/>
              <a:buFont typeface="Comic Sans MS"/>
              <a:buChar char="❏"/>
            </a:pPr>
            <a:r>
              <a:rPr lang="en" sz="2400">
                <a:solidFill>
                  <a:srgbClr val="000000"/>
                </a:solidFill>
                <a:latin typeface="Comic Sans MS"/>
                <a:ea typeface="Comic Sans MS"/>
                <a:cs typeface="Comic Sans MS"/>
                <a:sym typeface="Comic Sans MS"/>
              </a:rPr>
              <a:t>Identify at least three (3) physical characteristics</a:t>
            </a:r>
            <a:endParaRPr sz="2400">
              <a:solidFill>
                <a:srgbClr val="000000"/>
              </a:solidFill>
              <a:latin typeface="Comic Sans MS"/>
              <a:ea typeface="Comic Sans MS"/>
              <a:cs typeface="Comic Sans MS"/>
              <a:sym typeface="Comic Sans MS"/>
            </a:endParaRPr>
          </a:p>
          <a:p>
            <a:pPr indent="-369570" lvl="0" marL="457200" rtl="0" algn="l">
              <a:spcBef>
                <a:spcPts val="0"/>
              </a:spcBef>
              <a:spcAft>
                <a:spcPts val="0"/>
              </a:spcAft>
              <a:buClr>
                <a:srgbClr val="000000"/>
              </a:buClr>
              <a:buSzPct val="100000"/>
              <a:buFont typeface="Comic Sans MS"/>
              <a:buChar char="❏"/>
            </a:pPr>
            <a:r>
              <a:rPr lang="en" sz="2400">
                <a:solidFill>
                  <a:srgbClr val="000000"/>
                </a:solidFill>
                <a:latin typeface="Comic Sans MS"/>
                <a:ea typeface="Comic Sans MS"/>
                <a:cs typeface="Comic Sans MS"/>
                <a:sym typeface="Comic Sans MS"/>
              </a:rPr>
              <a:t>Identify at least three (3) decisions your robot will make</a:t>
            </a:r>
            <a:endParaRPr sz="2400">
              <a:solidFill>
                <a:srgbClr val="000000"/>
              </a:solidFill>
              <a:latin typeface="Comic Sans MS"/>
              <a:ea typeface="Comic Sans MS"/>
              <a:cs typeface="Comic Sans MS"/>
              <a:sym typeface="Comic Sans MS"/>
            </a:endParaRPr>
          </a:p>
          <a:p>
            <a:pPr indent="-369570" lvl="0" marL="457200" rtl="0" algn="l">
              <a:spcBef>
                <a:spcPts val="0"/>
              </a:spcBef>
              <a:spcAft>
                <a:spcPts val="0"/>
              </a:spcAft>
              <a:buClr>
                <a:srgbClr val="000000"/>
              </a:buClr>
              <a:buSzPct val="100000"/>
              <a:buFont typeface="Comic Sans MS"/>
              <a:buChar char="❏"/>
            </a:pPr>
            <a:r>
              <a:rPr lang="en" sz="2400">
                <a:solidFill>
                  <a:srgbClr val="000000"/>
                </a:solidFill>
                <a:latin typeface="Comic Sans MS"/>
                <a:ea typeface="Comic Sans MS"/>
                <a:cs typeface="Comic Sans MS"/>
                <a:sym typeface="Comic Sans MS"/>
              </a:rPr>
              <a:t>Select at least three (3) sensors</a:t>
            </a:r>
            <a:endParaRPr sz="2400">
              <a:solidFill>
                <a:srgbClr val="000000"/>
              </a:solidFill>
              <a:latin typeface="Comic Sans MS"/>
              <a:ea typeface="Comic Sans MS"/>
              <a:cs typeface="Comic Sans MS"/>
              <a:sym typeface="Comic Sans MS"/>
            </a:endParaRPr>
          </a:p>
          <a:p>
            <a:pPr indent="-369570" lvl="0" marL="457200" rtl="0" algn="l">
              <a:spcBef>
                <a:spcPts val="0"/>
              </a:spcBef>
              <a:spcAft>
                <a:spcPts val="0"/>
              </a:spcAft>
              <a:buClr>
                <a:srgbClr val="000000"/>
              </a:buClr>
              <a:buSzPct val="100000"/>
              <a:buFont typeface="Comic Sans MS"/>
              <a:buChar char="❏"/>
            </a:pPr>
            <a:r>
              <a:rPr lang="en" sz="2400">
                <a:solidFill>
                  <a:srgbClr val="000000"/>
                </a:solidFill>
                <a:latin typeface="Comic Sans MS"/>
                <a:ea typeface="Comic Sans MS"/>
                <a:cs typeface="Comic Sans MS"/>
                <a:sym typeface="Comic Sans MS"/>
              </a:rPr>
              <a:t>Explain the benefits of </a:t>
            </a:r>
            <a:r>
              <a:rPr b="1" lang="en" sz="2400">
                <a:solidFill>
                  <a:srgbClr val="000000"/>
                </a:solidFill>
                <a:latin typeface="Comic Sans MS"/>
                <a:ea typeface="Comic Sans MS"/>
                <a:cs typeface="Comic Sans MS"/>
                <a:sym typeface="Comic Sans MS"/>
              </a:rPr>
              <a:t>EACH </a:t>
            </a:r>
            <a:r>
              <a:rPr lang="en" sz="2400">
                <a:solidFill>
                  <a:srgbClr val="000000"/>
                </a:solidFill>
                <a:latin typeface="Comic Sans MS"/>
                <a:ea typeface="Comic Sans MS"/>
                <a:cs typeface="Comic Sans MS"/>
                <a:sym typeface="Comic Sans MS"/>
              </a:rPr>
              <a:t>sensor</a:t>
            </a:r>
            <a:endParaRPr sz="2400">
              <a:solidFill>
                <a:srgbClr val="000000"/>
              </a:solidFill>
              <a:latin typeface="Comic Sans MS"/>
              <a:ea typeface="Comic Sans MS"/>
              <a:cs typeface="Comic Sans MS"/>
              <a:sym typeface="Comic Sans MS"/>
            </a:endParaRPr>
          </a:p>
          <a:p>
            <a:pPr indent="-369570" lvl="0" marL="457200" rtl="0" algn="l">
              <a:spcBef>
                <a:spcPts val="0"/>
              </a:spcBef>
              <a:spcAft>
                <a:spcPts val="0"/>
              </a:spcAft>
              <a:buClr>
                <a:srgbClr val="000000"/>
              </a:buClr>
              <a:buSzPct val="100000"/>
              <a:buFont typeface="Comic Sans MS"/>
              <a:buChar char="❏"/>
            </a:pPr>
            <a:r>
              <a:rPr lang="en" sz="2400">
                <a:solidFill>
                  <a:srgbClr val="000000"/>
                </a:solidFill>
                <a:latin typeface="Comic Sans MS"/>
                <a:ea typeface="Comic Sans MS"/>
                <a:cs typeface="Comic Sans MS"/>
                <a:sym typeface="Comic Sans MS"/>
              </a:rPr>
              <a:t>Explain the need for Edge Detection</a:t>
            </a:r>
            <a:endParaRPr sz="2400">
              <a:solidFill>
                <a:srgbClr val="000000"/>
              </a:solidFill>
              <a:latin typeface="Comic Sans MS"/>
              <a:ea typeface="Comic Sans MS"/>
              <a:cs typeface="Comic Sans MS"/>
              <a:sym typeface="Comic Sans MS"/>
            </a:endParaRPr>
          </a:p>
          <a:p>
            <a:pPr indent="-369570" lvl="0" marL="457200" rtl="0" algn="l">
              <a:spcBef>
                <a:spcPts val="0"/>
              </a:spcBef>
              <a:spcAft>
                <a:spcPts val="0"/>
              </a:spcAft>
              <a:buClr>
                <a:srgbClr val="000000"/>
              </a:buClr>
              <a:buSzPct val="100000"/>
              <a:buFont typeface="Comic Sans MS"/>
              <a:buChar char="❏"/>
            </a:pPr>
            <a:r>
              <a:rPr lang="en" sz="2400">
                <a:solidFill>
                  <a:srgbClr val="000000"/>
                </a:solidFill>
                <a:latin typeface="Comic Sans MS"/>
                <a:ea typeface="Comic Sans MS"/>
                <a:cs typeface="Comic Sans MS"/>
                <a:sym typeface="Comic Sans MS"/>
              </a:rPr>
              <a:t>Identify the need for Route Finding</a:t>
            </a:r>
            <a:endParaRPr sz="2400">
              <a:solidFill>
                <a:srgbClr val="000000"/>
              </a:solidFill>
              <a:latin typeface="Comic Sans MS"/>
              <a:ea typeface="Comic Sans MS"/>
              <a:cs typeface="Comic Sans MS"/>
              <a:sym typeface="Comic Sans MS"/>
            </a:endParaRPr>
          </a:p>
          <a:p>
            <a:pPr indent="-369570" lvl="0" marL="457200" rtl="0" algn="l">
              <a:spcBef>
                <a:spcPts val="0"/>
              </a:spcBef>
              <a:spcAft>
                <a:spcPts val="0"/>
              </a:spcAft>
              <a:buClr>
                <a:srgbClr val="000000"/>
              </a:buClr>
              <a:buSzPct val="100000"/>
              <a:buFont typeface="Comic Sans MS"/>
              <a:buChar char="❏"/>
            </a:pPr>
            <a:r>
              <a:rPr lang="en" sz="2400">
                <a:solidFill>
                  <a:srgbClr val="000000"/>
                </a:solidFill>
                <a:latin typeface="Comic Sans MS"/>
                <a:ea typeface="Comic Sans MS"/>
                <a:cs typeface="Comic Sans MS"/>
                <a:sym typeface="Comic Sans MS"/>
              </a:rPr>
              <a:t>Illustrate an example route your robot might travel</a:t>
            </a:r>
            <a:endParaRPr sz="2400">
              <a:solidFill>
                <a:srgbClr val="000000"/>
              </a:solidFill>
              <a:latin typeface="Comic Sans MS"/>
              <a:ea typeface="Comic Sans MS"/>
              <a:cs typeface="Comic Sans MS"/>
              <a:sym typeface="Comic Sans MS"/>
            </a:endParaRPr>
          </a:p>
          <a:p>
            <a:pPr indent="-369570" lvl="0" marL="457200" rtl="0" algn="l">
              <a:spcBef>
                <a:spcPts val="0"/>
              </a:spcBef>
              <a:spcAft>
                <a:spcPts val="0"/>
              </a:spcAft>
              <a:buClr>
                <a:srgbClr val="000000"/>
              </a:buClr>
              <a:buSzPct val="100000"/>
              <a:buFont typeface="Comic Sans MS"/>
              <a:buChar char="❏"/>
            </a:pPr>
            <a:r>
              <a:rPr lang="en" sz="2400">
                <a:solidFill>
                  <a:srgbClr val="000000"/>
                </a:solidFill>
                <a:latin typeface="Comic Sans MS"/>
                <a:ea typeface="Comic Sans MS"/>
                <a:cs typeface="Comic Sans MS"/>
                <a:sym typeface="Comic Sans MS"/>
              </a:rPr>
              <a:t>Identify the potential societal impact of your robot</a:t>
            </a:r>
            <a:endParaRPr sz="2400">
              <a:solidFill>
                <a:srgbClr val="000000"/>
              </a:solidFill>
              <a:latin typeface="Comic Sans MS"/>
              <a:ea typeface="Comic Sans MS"/>
              <a:cs typeface="Comic Sans MS"/>
              <a:sym typeface="Comic Sans MS"/>
            </a:endParaRPr>
          </a:p>
        </p:txBody>
      </p:sp>
      <p:sp>
        <p:nvSpPr>
          <p:cNvPr id="218" name="Google Shape;218;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