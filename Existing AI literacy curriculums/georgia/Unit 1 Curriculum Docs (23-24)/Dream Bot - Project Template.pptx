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PT Sans Narrow"/>
      <p:regular r:id="rId20"/>
      <p:bold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DEC0B9-35FB-454D-809A-A85906733B93}">
  <a:tblStyle styleId="{F3DEC0B9-35FB-454D-809A-A85906733B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Narrow-regular.fntdata"/><Relationship Id="rId22" Type="http://schemas.openxmlformats.org/officeDocument/2006/relationships/font" Target="fonts/OpenSans-regular.fntdata"/><Relationship Id="rId21" Type="http://schemas.openxmlformats.org/officeDocument/2006/relationships/font" Target="fonts/PTSansNarrow-bold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5bf900a0f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5bf900a0f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bf900a0f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5bf900a0f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2-3 day project depending on how how students model their robot (tinkerCAD, poster, etc).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5bf900a0f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5bf900a0f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8313c37b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e8313c37b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What is the general purpose of your robot? Fill that into “My robot can…”</a:t>
            </a:r>
            <a:endParaRPr sz="15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bf900a0fa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5bf900a0fa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5bf900a0f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5bf900a0f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bf900a0fa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5bf900a0f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8313c37b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e8313c37b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8313c37b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e8313c37b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bf900a0fa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bf900a0fa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bf900a0fa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5bf900a0fa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8313c37b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e8313c37b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7" name="Google Shape;57;p14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58" name="Google Shape;58;p1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" name="Google Shape;60;p14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61" name="Google Shape;61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creativecommons.org/licenses/by-nc-sa/4.0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Editing Make a copy of this document</a:t>
            </a:r>
            <a:endParaRPr/>
          </a:p>
        </p:txBody>
      </p:sp>
      <p:grpSp>
        <p:nvGrpSpPr>
          <p:cNvPr id="112" name="Google Shape;112;p25"/>
          <p:cNvGrpSpPr/>
          <p:nvPr/>
        </p:nvGrpSpPr>
        <p:grpSpPr>
          <a:xfrm>
            <a:off x="152395" y="1304844"/>
            <a:ext cx="5880632" cy="3035728"/>
            <a:chOff x="152400" y="1304825"/>
            <a:chExt cx="8679900" cy="3727564"/>
          </a:xfrm>
        </p:grpSpPr>
        <p:pic>
          <p:nvPicPr>
            <p:cNvPr id="113" name="Google Shape;113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304825"/>
              <a:ext cx="8679900" cy="37275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5"/>
            <p:cNvSpPr/>
            <p:nvPr/>
          </p:nvSpPr>
          <p:spPr>
            <a:xfrm>
              <a:off x="578725" y="1533650"/>
              <a:ext cx="766800" cy="564300"/>
            </a:xfrm>
            <a:prstGeom prst="rect">
              <a:avLst/>
            </a:prstGeom>
            <a:solidFill>
              <a:srgbClr val="EEFF41">
                <a:alpha val="341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5"/>
            <p:cNvSpPr/>
            <p:nvPr/>
          </p:nvSpPr>
          <p:spPr>
            <a:xfrm>
              <a:off x="817925" y="3393325"/>
              <a:ext cx="4130400" cy="564300"/>
            </a:xfrm>
            <a:prstGeom prst="rect">
              <a:avLst/>
            </a:prstGeom>
            <a:solidFill>
              <a:srgbClr val="EEFF41">
                <a:alpha val="341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5"/>
            <p:cNvSpPr/>
            <p:nvPr/>
          </p:nvSpPr>
          <p:spPr>
            <a:xfrm>
              <a:off x="5064900" y="3328675"/>
              <a:ext cx="2270400" cy="564300"/>
            </a:xfrm>
            <a:prstGeom prst="rect">
              <a:avLst/>
            </a:prstGeom>
            <a:solidFill>
              <a:srgbClr val="EEFF41">
                <a:alpha val="341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7" name="Google Shape;117;p25"/>
          <p:cNvPicPr preferRelativeResize="0"/>
          <p:nvPr/>
        </p:nvPicPr>
        <p:blipFill rotWithShape="1">
          <a:blip r:embed="rId4">
            <a:alphaModFix/>
          </a:blip>
          <a:srcRect b="0" l="0" r="0" t="3025"/>
          <a:stretch/>
        </p:blipFill>
        <p:spPr>
          <a:xfrm>
            <a:off x="6222125" y="1337025"/>
            <a:ext cx="2756000" cy="34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5"/>
          <p:cNvSpPr txBox="1"/>
          <p:nvPr/>
        </p:nvSpPr>
        <p:spPr>
          <a:xfrm>
            <a:off x="80375" y="981425"/>
            <a:ext cx="54357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STEP 1: File &gt; Make a copy &gt; Entire Presentation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318775" y="878993"/>
            <a:ext cx="13005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STEP 2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7027525" y="845575"/>
            <a:ext cx="21165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Add your name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Delete highlighted text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5712875" y="4663225"/>
            <a:ext cx="29220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Step 3</a:t>
            </a:r>
            <a:r>
              <a:rPr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- Click Make a copy</a:t>
            </a:r>
            <a:endParaRPr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6257725" y="2183200"/>
            <a:ext cx="769800" cy="248400"/>
          </a:xfrm>
          <a:prstGeom prst="rect">
            <a:avLst/>
          </a:prstGeom>
          <a:solidFill>
            <a:srgbClr val="EEFF41">
              <a:alpha val="341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25"/>
          <p:cNvCxnSpPr/>
          <p:nvPr/>
        </p:nvCxnSpPr>
        <p:spPr>
          <a:xfrm flipH="1">
            <a:off x="6794625" y="1147050"/>
            <a:ext cx="306900" cy="1023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5"/>
          <p:cNvCxnSpPr/>
          <p:nvPr/>
        </p:nvCxnSpPr>
        <p:spPr>
          <a:xfrm flipH="1">
            <a:off x="7634875" y="1358925"/>
            <a:ext cx="226500" cy="789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25" name="Google Shape;125;p25"/>
          <p:cNvSpPr/>
          <p:nvPr/>
        </p:nvSpPr>
        <p:spPr>
          <a:xfrm>
            <a:off x="7731747" y="4204824"/>
            <a:ext cx="1137900" cy="376200"/>
          </a:xfrm>
          <a:prstGeom prst="rect">
            <a:avLst/>
          </a:prstGeom>
          <a:solidFill>
            <a:srgbClr val="EEFF41">
              <a:alpha val="341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Dream Bot</a:t>
            </a:r>
            <a:endParaRPr/>
          </a:p>
        </p:txBody>
      </p:sp>
      <p:sp>
        <p:nvSpPr>
          <p:cNvPr id="132" name="Google Shape;132;p26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your own dream robot using your robot expertise!</a:t>
            </a:r>
            <a:endParaRPr/>
          </a:p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399875"/>
            <a:ext cx="1375825" cy="4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/>
        </p:nvSpPr>
        <p:spPr>
          <a:xfrm>
            <a:off x="1377450" y="4336325"/>
            <a:ext cx="7766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Additional funding was provided by a gift from Google. </a:t>
            </a:r>
            <a:r>
              <a:rPr b="1" lang="en" sz="900">
                <a:solidFill>
                  <a:srgbClr val="000000"/>
                </a:solidFill>
                <a:highlight>
                  <a:srgbClr val="FFFFFF"/>
                </a:highlight>
              </a:rPr>
              <a:t>This work is licensed under the Creative Commons Attribution-NonCommercial-ShareAlike 4.0 International License. </a:t>
            </a:r>
            <a:r>
              <a:rPr b="1" lang="en" sz="900" u="sng">
                <a:solidFill>
                  <a:srgbClr val="0097A7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Project Expectations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you design your robot, you will: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★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Identify at least three (3) physical characteristics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★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Identify at least three (3) decisions your robot will make about how to accomplish its task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★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Choose at least three (3)</a:t>
            </a: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sensors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★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Explain why your robot needs </a:t>
            </a:r>
            <a:r>
              <a:rPr b="1"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</a:t>
            </a: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</a:t>
            </a: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nsor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★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Identify the need for Route Finding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★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Illustrate an example route </a:t>
            </a: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your robot might </a:t>
            </a: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travel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★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Identify the potential societal impact of your robot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165675"/>
            <a:ext cx="8520600" cy="14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Enter Robot’s Name Here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_________________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158925" y="2641200"/>
            <a:ext cx="8520600" cy="25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 sz="342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My Robot Can</a:t>
            </a:r>
            <a:endParaRPr b="1" sz="342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 sz="342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__________________</a:t>
            </a:r>
            <a:endParaRPr sz="24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9" name="Google Shape;149;p28" title="File:-Insert image here-.sv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7525" y="1625475"/>
            <a:ext cx="3653924" cy="21381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178">
                <a:latin typeface="Comic Sans MS"/>
                <a:ea typeface="Comic Sans MS"/>
                <a:cs typeface="Comic Sans MS"/>
                <a:sym typeface="Comic Sans MS"/>
              </a:rPr>
              <a:t>Physical Characteristics</a:t>
            </a:r>
            <a:endParaRPr sz="3178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40"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My robot looks like:</a:t>
            </a:r>
            <a:endParaRPr sz="3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Describe your robot</a:t>
            </a:r>
            <a:endParaRPr sz="23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AutoNum type="arabicPeriod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AutoNum type="arabicPeriod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AutoNum type="arabicPeriod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65D8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7" name="Google Shape;15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Decisions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311700" y="1279050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Let’s make your dream robot autonomous!</a:t>
            </a:r>
            <a:endParaRPr sz="31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decisions will your robot make in order to accomplish its tasks?</a:t>
            </a:r>
            <a:endParaRPr sz="23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AutoNum type="arabicPeriod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AutoNum type="arabicPeriod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mic Sans MS"/>
              <a:buAutoNum type="arabicPeriod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…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163"/>
              <a:buFont typeface="Arial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Sensors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0" name="Google Shape;170;p31"/>
          <p:cNvGraphicFramePr/>
          <p:nvPr/>
        </p:nvGraphicFramePr>
        <p:xfrm>
          <a:off x="394300" y="125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{F3DEC0B9-35FB-454D-809A-A85906733B93}</a:tableStyleId>
              </a:tblPr>
              <a:tblGrid>
                <a:gridCol w="1302225"/>
                <a:gridCol w="1833950"/>
                <a:gridCol w="5301825"/>
              </a:tblGrid>
              <a:tr h="87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Type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Purpose </a:t>
                      </a:r>
                      <a:endParaRPr sz="24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(Why will your robot need each sensor?)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87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Sensor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7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Sensor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7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Sensor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" name="Google Shape;17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88075" y="4705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163"/>
              <a:buFont typeface="Arial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Route Finding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177900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environment does your robot work in?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78" name="Google Shape;17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88075" y="4705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163"/>
              <a:buFont typeface="Arial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Route Finding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77900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Illustrate an example route your robot might travel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5" name="Google Shape;18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</a:t>
            </a:r>
            <a:r>
              <a:rPr lang="en"/>
              <a:t>Societal Impact</a:t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Describe</a:t>
            </a: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 impact your robot has on society (</a:t>
            </a:r>
            <a:r>
              <a:rPr i="1" lang="en"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4 complete sentences</a:t>
            </a: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Negative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Positive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Your Robot</a:t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</a:t>
            </a: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ions to Create your robot: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labeled drawing (Hand Drawn Poster, Google Drawing, AI Generated)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description and diagram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3D model: https://www.tinkercad.com/learn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Cardboard model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Legos to build 3D physical model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20">
                <a:latin typeface="Comic Sans MS"/>
                <a:ea typeface="Comic Sans MS"/>
                <a:cs typeface="Comic Sans MS"/>
                <a:sym typeface="Comic Sans MS"/>
              </a:rPr>
              <a:t>Project Checklist</a:t>
            </a:r>
            <a:endParaRPr sz="342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5" name="Google Shape;205;p3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you design your robot, you will: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❏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Identify at least three (3) physical characteristics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❏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Identify at least three (3) decisions your robot will make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❏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Choose at least three (3) sensors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❏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Explain the benefits of </a:t>
            </a:r>
            <a:r>
              <a:rPr b="1"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</a:t>
            </a: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sensor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❏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Identify the need for Route Finding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❏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Illustrate an example route your robot might travel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ic Sans MS"/>
              <a:buChar char="❏"/>
            </a:pPr>
            <a:r>
              <a:rPr lang="en" sz="24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Identify the potential societal impact of your robot</a:t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6" name="Google Shape;20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