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Helvetica Neue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c3843b4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c3843b4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c3843b47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c3843b47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c3843b47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c3843b47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c3843b47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c3843b47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5c3843b47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5c3843b47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c3843b47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c3843b47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5c3843b47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5c3843b47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c3843b47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5c3843b47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9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0475" y="2745150"/>
            <a:ext cx="9490800" cy="1591200"/>
          </a:xfrm>
          <a:prstGeom prst="rect">
            <a:avLst/>
          </a:prstGeom>
          <a:solidFill>
            <a:srgbClr val="FCE5CD">
              <a:alpha val="3396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Unit 2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Understanding 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  <a:latin typeface="Merriweather"/>
                <a:ea typeface="Merriweather"/>
                <a:cs typeface="Merriweather"/>
                <a:sym typeface="Merriweather"/>
              </a:rPr>
              <a:t>Language</a:t>
            </a:r>
            <a:endParaRPr sz="2000">
              <a:solidFill>
                <a:srgbClr val="59595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2.1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Overview - Understanding Language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2148" y="2079000"/>
            <a:ext cx="6769501" cy="185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2.2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Computers Understand What We Say?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2135" y="1922975"/>
            <a:ext cx="4161316" cy="23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2.3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Do Intelligent Assistants Understand &amp; Answer Questions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99161" y="2040080"/>
            <a:ext cx="3502465" cy="23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2.4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Word Embeddings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6">
            <a:alphaModFix/>
          </a:blip>
          <a:srcRect b="0" l="10285" r="9043" t="0"/>
          <a:stretch/>
        </p:blipFill>
        <p:spPr>
          <a:xfrm>
            <a:off x="4139077" y="1681350"/>
            <a:ext cx="3022659" cy="281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2.5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 computers represent and generate meaning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6">
            <a:alphaModFix/>
          </a:blip>
          <a:srcRect b="0" l="0" r="46918" t="0"/>
          <a:stretch/>
        </p:blipFill>
        <p:spPr>
          <a:xfrm>
            <a:off x="2036375" y="2301175"/>
            <a:ext cx="2263377" cy="1897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0839" y="2301175"/>
            <a:ext cx="1974605" cy="19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6241374" y="2986817"/>
            <a:ext cx="3699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6">
            <a:alphaModFix/>
          </a:blip>
          <a:srcRect b="0" l="46568" r="350" t="0"/>
          <a:stretch/>
        </p:blipFill>
        <p:spPr>
          <a:xfrm>
            <a:off x="6526598" y="2330756"/>
            <a:ext cx="2263377" cy="1897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2038175" y="2134275"/>
            <a:ext cx="6858000" cy="2334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2.6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Case Study: ChatGPT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8332" y="1922975"/>
            <a:ext cx="3396547" cy="226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2.7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Mini-Projects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Unit 2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Upgrading your Dream Bot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Developed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