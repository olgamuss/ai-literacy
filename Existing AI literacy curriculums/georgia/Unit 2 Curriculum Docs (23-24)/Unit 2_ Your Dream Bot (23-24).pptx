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84d2376a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84d2376a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9ff4ec05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9ff4ec05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ddb8f36e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ddb8f36e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84d2376a4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84d2376a4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Teacher’s guide 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How can your robot tell if your feedback is positive or negative?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++ Students can paste feedback into chatbot to infer sentiment but evaluate entire expressions not individual words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Open Sans"/>
              <a:buChar char="○"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Discourage students from keyword based sentiment analysis as it fails at things like “not bad”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++ Robot can interpret facial expressions using the camera 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What should your robot do if you give it negative vs positive feedback? 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- Robot can decide to do it again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- Robot can apologize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- Robot can take a break until until you are happier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+ Robot can save setting as a good thing to repeat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reativecommons.org/licenses/by-nc-sa/4.0/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</a:t>
            </a:r>
            <a:r>
              <a:rPr lang="en"/>
              <a:t> Dream Bot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 the course of Unit 2, you will continue to expand on your own dream robot.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1128000" y="4489400"/>
            <a:ext cx="688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Developed for the AI4GA (Artificial Intelligence for Georgia) project funded by National Science Foundation awards DRL-2049029 and DRL-2048502.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This work is licensed under the Creative Commons. Attribution-NonCommercial-ShareAlike 4.0 International License. </a:t>
            </a:r>
            <a:r>
              <a:rPr b="1" lang="en" sz="8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sz="800"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750" y="4588248"/>
            <a:ext cx="1006250" cy="3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2.2 Understanding Language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need to give your robot voice instructions to complete a task.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kind of sensor would your robot need to have to detect sound?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you think of a backup </a:t>
            </a:r>
            <a:r>
              <a:rPr lang="en"/>
              <a:t>sensor that can be used if detecting sound is impossible?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2.3 Understanding Language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need to give your robot voice instructions to complete a task.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kinds of world knowledge does your robot need to have to complete tasks e.g. maps, humans and animals, money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words/vocabulary would your robot need to know?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instruction will you give your robot to tell it what you want it to do?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ways can your robot misunderstand your instruction?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2.4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Create a word embedding of words your bot would need to know and where they would be graphed? (Or just their numbers across 3 dimensions?)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34400" y="159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2.6 - Sentiment Analysis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65325" y="980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 some examples of feedback that you can give your robot after it completes a task (</a:t>
            </a:r>
            <a:r>
              <a:rPr i="1" lang="en"/>
              <a:t>students should give examples of </a:t>
            </a:r>
            <a:r>
              <a:rPr i="1" lang="en"/>
              <a:t>positive</a:t>
            </a:r>
            <a:r>
              <a:rPr i="1" lang="en"/>
              <a:t> or negative feedback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can your robot tell if your feedback is positive or negative?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should your robot do if you give it negative vs </a:t>
            </a:r>
            <a:r>
              <a:rPr lang="en"/>
              <a:t>positive feedback?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