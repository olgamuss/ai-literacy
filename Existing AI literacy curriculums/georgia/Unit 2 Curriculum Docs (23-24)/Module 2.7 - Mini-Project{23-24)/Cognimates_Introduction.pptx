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4d4a6863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4d4a6863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4d4a6863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4d4a6863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pictures &amp; Bios - Think … Trading Cards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4d4a6863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4d4a6863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d4a6863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04d4a6863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4d4a6863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4d4a6863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4d4a686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4d4a686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4d4a6863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04d4a686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ognimates.me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docs.google.com/presentation/d/1VlquUt20hCyirXcDmiSwTmWVym88gsKQZgfBDWS0tI0/edit?usp=sharing" TargetMode="External"/><Relationship Id="rId5" Type="http://schemas.openxmlformats.org/officeDocument/2006/relationships/hyperlink" Target="http://www.drugastefania.com/" TargetMode="External"/><Relationship Id="rId6" Type="http://schemas.openxmlformats.org/officeDocument/2006/relationships/hyperlink" Target="https://www.media.mit.edu/groups/personal-robots/overview/" TargetMode="External"/><Relationship Id="rId7" Type="http://schemas.openxmlformats.org/officeDocument/2006/relationships/hyperlink" Target="https://www.media.mit.edu/people/cynthiab/overview/" TargetMode="External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thisandagain/sentiment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delab.cognimates.me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540300" y="1207025"/>
            <a:ext cx="273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http://cognimates.me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540300" y="5406450"/>
            <a:ext cx="3999900" cy="28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(Don’t assume they don’t know scratch)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Overview: Highlight the different plug-in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Speech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Image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Emotion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75" y="107782"/>
            <a:ext cx="4049125" cy="12147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235500" y="1952050"/>
            <a:ext cx="3999900" cy="30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Project creator </a:t>
            </a:r>
            <a:r>
              <a:rPr lang="en" sz="2000" u="sng">
                <a:solidFill>
                  <a:srgbClr val="328ED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Stefania Druga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project was supported by the </a:t>
            </a:r>
            <a:r>
              <a:rPr lang="en" sz="2000" u="sng">
                <a:solidFill>
                  <a:srgbClr val="328ED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Personal Robots Group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at MIT Media Lab, directed by </a:t>
            </a:r>
            <a:r>
              <a:rPr lang="en" sz="2000" u="sng">
                <a:solidFill>
                  <a:srgbClr val="328ED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Cynthia Breazeal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Associate Professor of Media Arts and Sciences. </a:t>
            </a:r>
            <a:endParaRPr sz="2000"/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82350" y="1779725"/>
            <a:ext cx="4915000" cy="23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/>
        </p:nvSpPr>
        <p:spPr>
          <a:xfrm>
            <a:off x="2228450" y="4625600"/>
            <a:ext cx="4132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Link to Supplemental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Researchers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Cognimates Feelings Extension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692700" y="1832525"/>
            <a:ext cx="3999900" cy="22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" sz="180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Feelings extension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analysing if a text is positive or negative. This extension is using the </a:t>
            </a:r>
            <a:r>
              <a:rPr lang="en" sz="1800" u="sng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Sentiment Analysis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public pre-trained library.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9450" y="1727785"/>
            <a:ext cx="2645000" cy="310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311700" y="293975"/>
            <a:ext cx="8327100" cy="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5394"/>
                </a:solidFill>
              </a:rPr>
              <a:t>Launch Cognimates &amp; loading extensions</a:t>
            </a:r>
            <a:endParaRPr b="1" sz="2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0B539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https://codelab.cognimates.me/</a:t>
            </a:r>
            <a:endParaRPr sz="1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1244975"/>
            <a:ext cx="6837049" cy="3669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/>
          <p:nvPr/>
        </p:nvSpPr>
        <p:spPr>
          <a:xfrm>
            <a:off x="838275" y="4488975"/>
            <a:ext cx="548700" cy="5679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8"/>
          <p:cNvCxnSpPr>
            <a:endCxn id="128" idx="1"/>
          </p:cNvCxnSpPr>
          <p:nvPr/>
        </p:nvCxnSpPr>
        <p:spPr>
          <a:xfrm flipH="1" rot="10800000">
            <a:off x="126675" y="4772925"/>
            <a:ext cx="711600" cy="42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Choose an Extension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9"/>
          <p:cNvPicPr preferRelativeResize="0"/>
          <p:nvPr/>
        </p:nvPicPr>
        <p:blipFill rotWithShape="1">
          <a:blip r:embed="rId3">
            <a:alphaModFix/>
          </a:blip>
          <a:srcRect b="0" l="0" r="0" t="19322"/>
          <a:stretch/>
        </p:blipFill>
        <p:spPr>
          <a:xfrm>
            <a:off x="756350" y="1266275"/>
            <a:ext cx="7292649" cy="37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/>
          <p:nvPr/>
        </p:nvSpPr>
        <p:spPr>
          <a:xfrm>
            <a:off x="541925" y="1702250"/>
            <a:ext cx="3827100" cy="3441300"/>
          </a:xfrm>
          <a:prstGeom prst="rect">
            <a:avLst/>
          </a:prstGeom>
          <a:noFill/>
          <a:ln cap="flat" cmpd="sng" w="1143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Using the Feelings Extension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11700" y="1556013"/>
            <a:ext cx="490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Notice that the </a:t>
            </a:r>
            <a:r>
              <a:rPr b="1" lang="en" sz="2000"/>
              <a:t>feelings extension is now added to the bottom of the block menu</a:t>
            </a:r>
            <a:r>
              <a:rPr lang="en" sz="2000"/>
              <a:t> on the left..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When you click on the heart icon the feeling blocks pop up.</a:t>
            </a:r>
            <a:endParaRPr sz="2000"/>
          </a:p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150" y="182675"/>
            <a:ext cx="2207800" cy="477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0"/>
          <p:cNvSpPr/>
          <p:nvPr/>
        </p:nvSpPr>
        <p:spPr>
          <a:xfrm>
            <a:off x="5875950" y="3810325"/>
            <a:ext cx="548700" cy="5727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30"/>
          <p:cNvCxnSpPr>
            <a:endCxn id="146" idx="1"/>
          </p:cNvCxnSpPr>
          <p:nvPr/>
        </p:nvCxnSpPr>
        <p:spPr>
          <a:xfrm>
            <a:off x="4672650" y="2713975"/>
            <a:ext cx="1203300" cy="1382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Sample Project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>
            <a:off x="311700" y="1152475"/>
            <a:ext cx="81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Create a  program that  will detect the emotions in messages that are typed into the program.</a:t>
            </a:r>
            <a:endParaRPr sz="1800"/>
          </a:p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31"/>
          <p:cNvPicPr preferRelativeResize="0"/>
          <p:nvPr/>
        </p:nvPicPr>
        <p:blipFill rotWithShape="1">
          <a:blip r:embed="rId3">
            <a:alphaModFix/>
          </a:blip>
          <a:srcRect b="0" l="0" r="0" t="12732"/>
          <a:stretch/>
        </p:blipFill>
        <p:spPr>
          <a:xfrm>
            <a:off x="1454400" y="1953450"/>
            <a:ext cx="6733851" cy="2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1"/>
          <p:cNvSpPr/>
          <p:nvPr/>
        </p:nvSpPr>
        <p:spPr>
          <a:xfrm>
            <a:off x="3658425" y="1921000"/>
            <a:ext cx="1340100" cy="19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