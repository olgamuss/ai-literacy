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10058400" cx="77724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D254F4-091F-4702-958A-E41034EBC119}">
  <a:tblStyle styleId="{C7D254F4-091F-4702-958A-E41034EBC1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3a04e319a_0_5:notes"/>
          <p:cNvSpPr/>
          <p:nvPr>
            <p:ph idx="2" type="sldImg"/>
          </p:nvPr>
        </p:nvSpPr>
        <p:spPr>
          <a:xfrm>
            <a:off x="2104459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3a04e31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130528" y="111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{C7D254F4-091F-4702-958A-E41034EBC119}</a:tableStyleId>
              </a:tblPr>
              <a:tblGrid>
                <a:gridCol w="1278100"/>
                <a:gridCol w="2554525"/>
                <a:gridCol w="1678725"/>
              </a:tblGrid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Musician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 Fact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Instrument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Jamal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Has short hair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Violin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Priya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Favorite color is blue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Drums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Lucas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Lives in the city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Guitar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Maria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Likes pizza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Piano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Wears glasses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Trumpet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1130528" y="538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{C7D254F4-091F-4702-958A-E41034EBC119}</a:tableStyleId>
              </a:tblPr>
              <a:tblGrid>
                <a:gridCol w="1278100"/>
                <a:gridCol w="2554525"/>
                <a:gridCol w="1678725"/>
              </a:tblGrid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Musician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 Fact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Instrument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Jamal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Has short hair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Violin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Priya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Favorite color is blue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Drums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Lucas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Lives in the city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Guitar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Maria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Likes pizza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Piano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Wears glasses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Trumpet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7371" l="0" r="0" t="31050"/>
          <a:stretch/>
        </p:blipFill>
        <p:spPr>
          <a:xfrm>
            <a:off x="152400" y="152400"/>
            <a:ext cx="13811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/>
        </p:nvGraphicFramePr>
        <p:xfrm>
          <a:off x="633525" y="1106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{C7D254F4-091F-4702-958A-E41034EBC119}</a:tableStyleId>
              </a:tblPr>
              <a:tblGrid>
                <a:gridCol w="1345800"/>
                <a:gridCol w="1587450"/>
                <a:gridCol w="1645125"/>
                <a:gridCol w="1926950"/>
              </a:tblGrid>
              <a:tr h="42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Musician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Instrument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 Skill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Practice 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Jamal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Violin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Reads music well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Priya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Drums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Keeps great rhythm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Lucas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Guitar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Struggles with timing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Maria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Piano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Struggles with left hand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Trumpet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Strong breath control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" name="Google Shape;62;p14"/>
          <p:cNvGraphicFramePr/>
          <p:nvPr/>
        </p:nvGraphicFramePr>
        <p:xfrm>
          <a:off x="633525" y="5449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{C7D254F4-091F-4702-958A-E41034EBC119}</a:tableStyleId>
              </a:tblPr>
              <a:tblGrid>
                <a:gridCol w="1345800"/>
                <a:gridCol w="1587450"/>
                <a:gridCol w="1645125"/>
                <a:gridCol w="1926950"/>
              </a:tblGrid>
              <a:tr h="51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Musician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Instrument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Music Skill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Practice 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Jamal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Violin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Reads music well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Priya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Drums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Keeps great rhythm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Lucas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Guitar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Struggles with timing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Maria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Piano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Struggles with left hand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Trumpet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Strong breath control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5x per week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3850" marB="173850" marR="75575" marL="75575">
                    <a:lnL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22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27371" l="0" r="0" t="31050"/>
          <a:stretch/>
        </p:blipFill>
        <p:spPr>
          <a:xfrm>
            <a:off x="152400" y="152400"/>
            <a:ext cx="13811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