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embeddedFontLst>
    <p:embeddedFont>
      <p:font typeface="Yarndings 12 Charted"/>
      <p:regular r:id="rId12"/>
    </p:embeddedFont>
    <p:embeddedFont>
      <p:font typeface="Poppins"/>
      <p:regular r:id="rId13"/>
      <p:bold r:id="rId14"/>
      <p:italic r:id="rId15"/>
      <p:boldItalic r:id="rId16"/>
    </p:embeddedFont>
    <p:embeddedFont>
      <p:font typeface="Poppins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174D08-7B19-422F-B018-6DEF478507AA}">
  <a:tblStyle styleId="{59174D08-7B19-422F-B018-6DEF478507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Poppins-regular.fntdata"/><Relationship Id="rId12" Type="http://schemas.openxmlformats.org/officeDocument/2006/relationships/font" Target="fonts/Yarndings12Charte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PoppinsExtraBold-bold.fntdata"/><Relationship Id="rId16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font" Target="fonts/Poppins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343505a929d_0_3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343505a929d_0_3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343505a929d_0_1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343505a929d_0_1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343505a929d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343505a929d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43505a929d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43505a929d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1">
  <p:cSld name="TITLE_1_1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5"/>
          <p:cNvGrpSpPr/>
          <p:nvPr/>
        </p:nvGrpSpPr>
        <p:grpSpPr>
          <a:xfrm>
            <a:off x="0" y="0"/>
            <a:ext cx="9144000" cy="5143488"/>
            <a:chOff x="238125" y="848325"/>
            <a:chExt cx="7143750" cy="4018350"/>
          </a:xfrm>
        </p:grpSpPr>
        <p:sp>
          <p:nvSpPr>
            <p:cNvPr id="58" name="Google Shape;58;p15"/>
            <p:cNvSpPr/>
            <p:nvPr/>
          </p:nvSpPr>
          <p:spPr>
            <a:xfrm>
              <a:off x="657167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643122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6846075" y="3579300"/>
              <a:ext cx="535800" cy="655800"/>
            </a:xfrm>
            <a:custGeom>
              <a:rect b="b" l="l" r="r" t="t"/>
              <a:pathLst>
                <a:path extrusionOk="0" h="26232" w="21432">
                  <a:moveTo>
                    <a:pt x="11274" y="1"/>
                  </a:moveTo>
                  <a:lnTo>
                    <a:pt x="1" y="19423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56" y="20390"/>
                  </a:lnTo>
                  <a:lnTo>
                    <a:pt x="18604" y="26231"/>
                  </a:lnTo>
                  <a:lnTo>
                    <a:pt x="21432" y="26231"/>
                  </a:lnTo>
                  <a:lnTo>
                    <a:pt x="21432" y="25264"/>
                  </a:lnTo>
                  <a:lnTo>
                    <a:pt x="19720" y="25264"/>
                  </a:lnTo>
                  <a:lnTo>
                    <a:pt x="21432" y="22288"/>
                  </a:lnTo>
                  <a:lnTo>
                    <a:pt x="21432" y="16595"/>
                  </a:lnTo>
                  <a:lnTo>
                    <a:pt x="19386" y="13172"/>
                  </a:lnTo>
                  <a:lnTo>
                    <a:pt x="21432" y="9637"/>
                  </a:lnTo>
                  <a:lnTo>
                    <a:pt x="21432" y="7702"/>
                  </a:ln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lnTo>
                    <a:pt x="21432" y="7293"/>
                  </a:lnTo>
                  <a:lnTo>
                    <a:pt x="21432" y="6326"/>
                  </a:lnTo>
                  <a:lnTo>
                    <a:pt x="15516" y="6326"/>
                  </a:lnTo>
                  <a:lnTo>
                    <a:pt x="12391" y="968"/>
                  </a:lnTo>
                  <a:lnTo>
                    <a:pt x="18604" y="968"/>
                  </a:lnTo>
                  <a:lnTo>
                    <a:pt x="21432" y="5879"/>
                  </a:lnTo>
                  <a:lnTo>
                    <a:pt x="21432" y="3610"/>
                  </a:lnTo>
                  <a:lnTo>
                    <a:pt x="21358" y="3833"/>
                  </a:lnTo>
                  <a:lnTo>
                    <a:pt x="1916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7075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6221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640332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6717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157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6302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626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565917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6580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6761425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692980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903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4399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086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944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253675" y="37960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756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566" y="1452"/>
                  </a:moveTo>
                  <a:lnTo>
                    <a:pt x="21654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79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8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4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4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3" y="8559"/>
                  </a:lnTo>
                  <a:lnTo>
                    <a:pt x="24705" y="12056"/>
                  </a:lnTo>
                  <a:lnTo>
                    <a:pt x="27124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683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4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4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566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1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79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5026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5808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4528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5449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60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676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799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5631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858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301050" y="35672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5172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7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667800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98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796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717025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568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439850" y="16854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3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066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3212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1521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353400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671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172000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94497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023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29472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126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4444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216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4114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757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03502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5384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4886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5530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7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0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7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4611800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984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341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490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839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262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5989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607310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1917075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1749650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063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69750" y="2888175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1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7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48" y="8224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8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4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313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521700" y="225660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1419425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09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913425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579475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30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32" y="0"/>
                  </a:moveTo>
                  <a:lnTo>
                    <a:pt x="14326" y="6809"/>
                  </a:lnTo>
                  <a:lnTo>
                    <a:pt x="5917" y="6809"/>
                  </a:lnTo>
                  <a:lnTo>
                    <a:pt x="2829" y="1451"/>
                  </a:lnTo>
                  <a:lnTo>
                    <a:pt x="1" y="6400"/>
                  </a:lnTo>
                  <a:lnTo>
                    <a:pt x="596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22" y="8632"/>
                  </a:lnTo>
                  <a:lnTo>
                    <a:pt x="4094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28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7219" y="19273"/>
                  </a:lnTo>
                  <a:lnTo>
                    <a:pt x="14437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2340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38125" y="3614650"/>
              <a:ext cx="176750" cy="110725"/>
            </a:xfrm>
            <a:custGeom>
              <a:rect b="b" l="l" r="r" t="t"/>
              <a:pathLst>
                <a:path extrusionOk="0" h="4429" w="7070">
                  <a:moveTo>
                    <a:pt x="0" y="0"/>
                  </a:moveTo>
                  <a:lnTo>
                    <a:pt x="0" y="1079"/>
                  </a:lnTo>
                  <a:lnTo>
                    <a:pt x="1972" y="4428"/>
                  </a:lnTo>
                  <a:lnTo>
                    <a:pt x="7069" y="4428"/>
                  </a:lnTo>
                  <a:lnTo>
                    <a:pt x="450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351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124500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599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418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68325" y="3117000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885325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2964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2690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4066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4381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4839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736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4235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191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2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2836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294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608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463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11327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567325" y="241472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2708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2210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768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081725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586875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1438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130967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936625" y="3796025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3481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3131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298305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358925" y="37727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2540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2854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390650" y="3796025"/>
              <a:ext cx="220500" cy="402800"/>
            </a:xfrm>
            <a:custGeom>
              <a:rect b="b" l="l" r="r" t="t"/>
              <a:pathLst>
                <a:path extrusionOk="0" h="16112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759575" y="3397000"/>
              <a:ext cx="622300" cy="481850"/>
            </a:xfrm>
            <a:custGeom>
              <a:rect b="b" l="l" r="r" t="t"/>
              <a:pathLst>
                <a:path extrusionOk="0" h="19274" w="24892">
                  <a:moveTo>
                    <a:pt x="22883" y="6809"/>
                  </a:moveTo>
                  <a:lnTo>
                    <a:pt x="24706" y="10009"/>
                  </a:lnTo>
                  <a:lnTo>
                    <a:pt x="24892" y="9637"/>
                  </a:lnTo>
                  <a:lnTo>
                    <a:pt x="24892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5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5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0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1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5987525" y="3397000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8" y="14957"/>
                  </a:lnTo>
                  <a:lnTo>
                    <a:pt x="7516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0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332925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99527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3669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5214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238125" y="2256600"/>
              <a:ext cx="158150" cy="110700"/>
            </a:xfrm>
            <a:custGeom>
              <a:rect b="b" l="l" r="r" t="t"/>
              <a:pathLst>
                <a:path extrusionOk="0" h="4428" w="6326">
                  <a:moveTo>
                    <a:pt x="0" y="0"/>
                  </a:moveTo>
                  <a:lnTo>
                    <a:pt x="0" y="2344"/>
                  </a:lnTo>
                  <a:lnTo>
                    <a:pt x="1191" y="4428"/>
                  </a:lnTo>
                  <a:lnTo>
                    <a:pt x="6325" y="4428"/>
                  </a:lnTo>
                  <a:lnTo>
                    <a:pt x="37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444157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8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903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1163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813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665075" y="3567200"/>
              <a:ext cx="870650" cy="667900"/>
            </a:xfrm>
            <a:custGeom>
              <a:rect b="b" l="l" r="r" t="t"/>
              <a:pathLst>
                <a:path extrusionOk="0" h="26716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1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6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5" y="7777"/>
                  </a:lnTo>
                  <a:close/>
                  <a:moveTo>
                    <a:pt x="22547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7" y="8224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6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0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0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3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536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238125" y="3567200"/>
              <a:ext cx="524625" cy="667900"/>
            </a:xfrm>
            <a:custGeom>
              <a:rect b="b" l="l" r="r" t="t"/>
              <a:pathLst>
                <a:path extrusionOk="0" h="26716" w="20985">
                  <a:moveTo>
                    <a:pt x="16185" y="5768"/>
                  </a:moveTo>
                  <a:lnTo>
                    <a:pt x="16594" y="5805"/>
                  </a:lnTo>
                  <a:lnTo>
                    <a:pt x="16966" y="5917"/>
                  </a:lnTo>
                  <a:lnTo>
                    <a:pt x="17376" y="6028"/>
                  </a:lnTo>
                  <a:lnTo>
                    <a:pt x="17748" y="6214"/>
                  </a:lnTo>
                  <a:lnTo>
                    <a:pt x="18120" y="6438"/>
                  </a:lnTo>
                  <a:lnTo>
                    <a:pt x="18455" y="6698"/>
                  </a:lnTo>
                  <a:lnTo>
                    <a:pt x="18790" y="7033"/>
                  </a:lnTo>
                  <a:lnTo>
                    <a:pt x="19124" y="7405"/>
                  </a:lnTo>
                  <a:lnTo>
                    <a:pt x="19422" y="7852"/>
                  </a:lnTo>
                  <a:lnTo>
                    <a:pt x="19645" y="8298"/>
                  </a:lnTo>
                  <a:lnTo>
                    <a:pt x="19831" y="8782"/>
                  </a:lnTo>
                  <a:lnTo>
                    <a:pt x="19943" y="9228"/>
                  </a:lnTo>
                  <a:lnTo>
                    <a:pt x="20017" y="9638"/>
                  </a:lnTo>
                  <a:lnTo>
                    <a:pt x="20055" y="10084"/>
                  </a:lnTo>
                  <a:lnTo>
                    <a:pt x="20017" y="10493"/>
                  </a:lnTo>
                  <a:lnTo>
                    <a:pt x="19980" y="10865"/>
                  </a:lnTo>
                  <a:lnTo>
                    <a:pt x="19869" y="11275"/>
                  </a:lnTo>
                  <a:lnTo>
                    <a:pt x="19720" y="11647"/>
                  </a:lnTo>
                  <a:lnTo>
                    <a:pt x="19534" y="11982"/>
                  </a:lnTo>
                  <a:lnTo>
                    <a:pt x="19348" y="12316"/>
                  </a:lnTo>
                  <a:lnTo>
                    <a:pt x="19087" y="12614"/>
                  </a:lnTo>
                  <a:lnTo>
                    <a:pt x="18864" y="12912"/>
                  </a:lnTo>
                  <a:lnTo>
                    <a:pt x="18566" y="13172"/>
                  </a:lnTo>
                  <a:lnTo>
                    <a:pt x="18269" y="13395"/>
                  </a:lnTo>
                  <a:lnTo>
                    <a:pt x="17971" y="13619"/>
                  </a:lnTo>
                  <a:lnTo>
                    <a:pt x="17413" y="13879"/>
                  </a:lnTo>
                  <a:lnTo>
                    <a:pt x="16855" y="14102"/>
                  </a:lnTo>
                  <a:lnTo>
                    <a:pt x="16222" y="14251"/>
                  </a:lnTo>
                  <a:lnTo>
                    <a:pt x="15925" y="14251"/>
                  </a:lnTo>
                  <a:lnTo>
                    <a:pt x="15627" y="14288"/>
                  </a:lnTo>
                  <a:lnTo>
                    <a:pt x="15143" y="14251"/>
                  </a:lnTo>
                  <a:lnTo>
                    <a:pt x="14697" y="14177"/>
                  </a:lnTo>
                  <a:lnTo>
                    <a:pt x="14213" y="14028"/>
                  </a:lnTo>
                  <a:lnTo>
                    <a:pt x="13767" y="13842"/>
                  </a:lnTo>
                  <a:lnTo>
                    <a:pt x="13357" y="13544"/>
                  </a:lnTo>
                  <a:lnTo>
                    <a:pt x="12948" y="13209"/>
                  </a:lnTo>
                  <a:lnTo>
                    <a:pt x="12539" y="12800"/>
                  </a:lnTo>
                  <a:lnTo>
                    <a:pt x="12167" y="12316"/>
                  </a:lnTo>
                  <a:lnTo>
                    <a:pt x="11906" y="11833"/>
                  </a:lnTo>
                  <a:lnTo>
                    <a:pt x="11720" y="11386"/>
                  </a:lnTo>
                  <a:lnTo>
                    <a:pt x="11571" y="10940"/>
                  </a:lnTo>
                  <a:lnTo>
                    <a:pt x="11497" y="10493"/>
                  </a:lnTo>
                  <a:lnTo>
                    <a:pt x="11460" y="10047"/>
                  </a:lnTo>
                  <a:lnTo>
                    <a:pt x="11497" y="9638"/>
                  </a:lnTo>
                  <a:lnTo>
                    <a:pt x="11534" y="9228"/>
                  </a:lnTo>
                  <a:lnTo>
                    <a:pt x="11646" y="8819"/>
                  </a:lnTo>
                  <a:lnTo>
                    <a:pt x="11795" y="8447"/>
                  </a:lnTo>
                  <a:lnTo>
                    <a:pt x="11981" y="8112"/>
                  </a:lnTo>
                  <a:lnTo>
                    <a:pt x="12167" y="7777"/>
                  </a:lnTo>
                  <a:lnTo>
                    <a:pt x="12427" y="7442"/>
                  </a:lnTo>
                  <a:lnTo>
                    <a:pt x="12688" y="7145"/>
                  </a:lnTo>
                  <a:lnTo>
                    <a:pt x="12948" y="6884"/>
                  </a:lnTo>
                  <a:lnTo>
                    <a:pt x="13283" y="6661"/>
                  </a:lnTo>
                  <a:lnTo>
                    <a:pt x="13581" y="6438"/>
                  </a:lnTo>
                  <a:lnTo>
                    <a:pt x="13915" y="6252"/>
                  </a:lnTo>
                  <a:lnTo>
                    <a:pt x="14288" y="6103"/>
                  </a:lnTo>
                  <a:lnTo>
                    <a:pt x="14622" y="5954"/>
                  </a:lnTo>
                  <a:lnTo>
                    <a:pt x="15032" y="5880"/>
                  </a:lnTo>
                  <a:lnTo>
                    <a:pt x="15404" y="5805"/>
                  </a:lnTo>
                  <a:lnTo>
                    <a:pt x="15776" y="5768"/>
                  </a:lnTo>
                  <a:close/>
                  <a:moveTo>
                    <a:pt x="8706" y="8224"/>
                  </a:moveTo>
                  <a:lnTo>
                    <a:pt x="8930" y="8559"/>
                  </a:lnTo>
                  <a:lnTo>
                    <a:pt x="10902" y="12056"/>
                  </a:lnTo>
                  <a:lnTo>
                    <a:pt x="13357" y="16260"/>
                  </a:lnTo>
                  <a:lnTo>
                    <a:pt x="15367" y="19795"/>
                  </a:lnTo>
                  <a:lnTo>
                    <a:pt x="15441" y="19907"/>
                  </a:lnTo>
                  <a:lnTo>
                    <a:pt x="12092" y="25711"/>
                  </a:lnTo>
                  <a:lnTo>
                    <a:pt x="5916" y="25748"/>
                  </a:lnTo>
                  <a:lnTo>
                    <a:pt x="9265" y="19907"/>
                  </a:lnTo>
                  <a:lnTo>
                    <a:pt x="5581" y="13656"/>
                  </a:lnTo>
                  <a:lnTo>
                    <a:pt x="8706" y="8224"/>
                  </a:lnTo>
                  <a:close/>
                  <a:moveTo>
                    <a:pt x="12762" y="1"/>
                  </a:moveTo>
                  <a:lnTo>
                    <a:pt x="12390" y="38"/>
                  </a:lnTo>
                  <a:lnTo>
                    <a:pt x="11981" y="75"/>
                  </a:lnTo>
                  <a:lnTo>
                    <a:pt x="11571" y="187"/>
                  </a:lnTo>
                  <a:lnTo>
                    <a:pt x="11199" y="299"/>
                  </a:lnTo>
                  <a:lnTo>
                    <a:pt x="10827" y="410"/>
                  </a:lnTo>
                  <a:lnTo>
                    <a:pt x="10455" y="596"/>
                  </a:lnTo>
                  <a:lnTo>
                    <a:pt x="10120" y="782"/>
                  </a:lnTo>
                  <a:lnTo>
                    <a:pt x="9785" y="1005"/>
                  </a:lnTo>
                  <a:lnTo>
                    <a:pt x="9488" y="1229"/>
                  </a:lnTo>
                  <a:lnTo>
                    <a:pt x="9190" y="1489"/>
                  </a:lnTo>
                  <a:lnTo>
                    <a:pt x="8892" y="1750"/>
                  </a:lnTo>
                  <a:lnTo>
                    <a:pt x="8632" y="2047"/>
                  </a:lnTo>
                  <a:lnTo>
                    <a:pt x="8409" y="2382"/>
                  </a:lnTo>
                  <a:lnTo>
                    <a:pt x="8186" y="2717"/>
                  </a:lnTo>
                  <a:lnTo>
                    <a:pt x="8000" y="3052"/>
                  </a:lnTo>
                  <a:lnTo>
                    <a:pt x="7851" y="3424"/>
                  </a:lnTo>
                  <a:lnTo>
                    <a:pt x="7702" y="3796"/>
                  </a:lnTo>
                  <a:lnTo>
                    <a:pt x="7553" y="4317"/>
                  </a:lnTo>
                  <a:lnTo>
                    <a:pt x="5321" y="485"/>
                  </a:lnTo>
                  <a:lnTo>
                    <a:pt x="0" y="485"/>
                  </a:lnTo>
                  <a:lnTo>
                    <a:pt x="0" y="1452"/>
                  </a:lnTo>
                  <a:lnTo>
                    <a:pt x="4763" y="1452"/>
                  </a:lnTo>
                  <a:lnTo>
                    <a:pt x="7888" y="6810"/>
                  </a:lnTo>
                  <a:lnTo>
                    <a:pt x="1674" y="6810"/>
                  </a:lnTo>
                  <a:lnTo>
                    <a:pt x="0" y="3870"/>
                  </a:lnTo>
                  <a:lnTo>
                    <a:pt x="0" y="10717"/>
                  </a:lnTo>
                  <a:lnTo>
                    <a:pt x="1712" y="7777"/>
                  </a:lnTo>
                  <a:lnTo>
                    <a:pt x="7851" y="7777"/>
                  </a:lnTo>
                  <a:lnTo>
                    <a:pt x="0" y="21395"/>
                  </a:lnTo>
                  <a:lnTo>
                    <a:pt x="0" y="23330"/>
                  </a:lnTo>
                  <a:lnTo>
                    <a:pt x="1414" y="20874"/>
                  </a:lnTo>
                  <a:lnTo>
                    <a:pt x="4763" y="26715"/>
                  </a:lnTo>
                  <a:lnTo>
                    <a:pt x="12650" y="26715"/>
                  </a:lnTo>
                  <a:lnTo>
                    <a:pt x="16557" y="19907"/>
                  </a:lnTo>
                  <a:lnTo>
                    <a:pt x="13618" y="14809"/>
                  </a:lnTo>
                  <a:lnTo>
                    <a:pt x="14213" y="14995"/>
                  </a:lnTo>
                  <a:lnTo>
                    <a:pt x="14771" y="15181"/>
                  </a:lnTo>
                  <a:lnTo>
                    <a:pt x="15367" y="15256"/>
                  </a:lnTo>
                  <a:lnTo>
                    <a:pt x="15962" y="15256"/>
                  </a:lnTo>
                  <a:lnTo>
                    <a:pt x="16557" y="15181"/>
                  </a:lnTo>
                  <a:lnTo>
                    <a:pt x="17115" y="15070"/>
                  </a:lnTo>
                  <a:lnTo>
                    <a:pt x="17711" y="14846"/>
                  </a:lnTo>
                  <a:lnTo>
                    <a:pt x="18269" y="14586"/>
                  </a:lnTo>
                  <a:lnTo>
                    <a:pt x="18790" y="14251"/>
                  </a:lnTo>
                  <a:lnTo>
                    <a:pt x="19273" y="13842"/>
                  </a:lnTo>
                  <a:lnTo>
                    <a:pt x="19720" y="13395"/>
                  </a:lnTo>
                  <a:lnTo>
                    <a:pt x="20092" y="12912"/>
                  </a:lnTo>
                  <a:lnTo>
                    <a:pt x="20389" y="12391"/>
                  </a:lnTo>
                  <a:lnTo>
                    <a:pt x="20650" y="11833"/>
                  </a:lnTo>
                  <a:lnTo>
                    <a:pt x="20836" y="11237"/>
                  </a:lnTo>
                  <a:lnTo>
                    <a:pt x="20948" y="10642"/>
                  </a:lnTo>
                  <a:lnTo>
                    <a:pt x="20985" y="10010"/>
                  </a:lnTo>
                  <a:lnTo>
                    <a:pt x="20985" y="9749"/>
                  </a:lnTo>
                  <a:lnTo>
                    <a:pt x="20910" y="9451"/>
                  </a:lnTo>
                  <a:lnTo>
                    <a:pt x="20836" y="9117"/>
                  </a:lnTo>
                  <a:lnTo>
                    <a:pt x="20724" y="8745"/>
                  </a:lnTo>
                  <a:lnTo>
                    <a:pt x="20575" y="8335"/>
                  </a:lnTo>
                  <a:lnTo>
                    <a:pt x="20389" y="7889"/>
                  </a:lnTo>
                  <a:lnTo>
                    <a:pt x="20166" y="7480"/>
                  </a:lnTo>
                  <a:lnTo>
                    <a:pt x="19906" y="7070"/>
                  </a:lnTo>
                  <a:lnTo>
                    <a:pt x="17376" y="2605"/>
                  </a:lnTo>
                  <a:lnTo>
                    <a:pt x="17152" y="2271"/>
                  </a:lnTo>
                  <a:lnTo>
                    <a:pt x="16929" y="1973"/>
                  </a:lnTo>
                  <a:lnTo>
                    <a:pt x="16706" y="1675"/>
                  </a:lnTo>
                  <a:lnTo>
                    <a:pt x="16446" y="1415"/>
                  </a:lnTo>
                  <a:lnTo>
                    <a:pt x="16148" y="1154"/>
                  </a:lnTo>
                  <a:lnTo>
                    <a:pt x="15850" y="931"/>
                  </a:lnTo>
                  <a:lnTo>
                    <a:pt x="15553" y="745"/>
                  </a:lnTo>
                  <a:lnTo>
                    <a:pt x="15255" y="559"/>
                  </a:lnTo>
                  <a:lnTo>
                    <a:pt x="14920" y="410"/>
                  </a:lnTo>
                  <a:lnTo>
                    <a:pt x="14585" y="261"/>
                  </a:lnTo>
                  <a:lnTo>
                    <a:pt x="14250" y="150"/>
                  </a:lnTo>
                  <a:lnTo>
                    <a:pt x="13878" y="75"/>
                  </a:lnTo>
                  <a:lnTo>
                    <a:pt x="13506" y="38"/>
                  </a:lnTo>
                  <a:lnTo>
                    <a:pt x="13134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896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271550" y="10064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7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86" y="2753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7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2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8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6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639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4989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4821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5593125" y="89855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3717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4490875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1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134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6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3589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3443500" y="10799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4362500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2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43" y="1265"/>
                  </a:lnTo>
                  <a:lnTo>
                    <a:pt x="820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38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57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9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42" y="4911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2"/>
                  </a:lnTo>
                  <a:lnTo>
                    <a:pt x="7591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5411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3093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3866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048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2945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09"/>
                  </a:lnTo>
                  <a:lnTo>
                    <a:pt x="15479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1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376" y="10939"/>
                  </a:lnTo>
                  <a:lnTo>
                    <a:pt x="25301" y="10493"/>
                  </a:lnTo>
                  <a:lnTo>
                    <a:pt x="25264" y="10046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194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6806075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6035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4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1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0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6799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6469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567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19" y="20874"/>
                  </a:lnTo>
                  <a:lnTo>
                    <a:pt x="17488" y="24818"/>
                  </a:lnTo>
                  <a:lnTo>
                    <a:pt x="20242" y="2481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7113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6967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3276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6624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6184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526292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6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3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2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4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5907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6366100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13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6679575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6534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576150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958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2890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2118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8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1345950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1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3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1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6" y="2493"/>
                  </a:lnTo>
                  <a:lnTo>
                    <a:pt x="5396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3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1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17287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40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4436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5981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89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2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1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5208975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0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2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0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6754000" y="848325"/>
              <a:ext cx="627875" cy="314400"/>
            </a:xfrm>
            <a:custGeom>
              <a:rect b="b" l="l" r="r" t="t"/>
              <a:pathLst>
                <a:path extrusionOk="0" h="12576" w="25115">
                  <a:moveTo>
                    <a:pt x="21618" y="112"/>
                  </a:moveTo>
                  <a:lnTo>
                    <a:pt x="23441" y="3311"/>
                  </a:lnTo>
                  <a:lnTo>
                    <a:pt x="23738" y="2679"/>
                  </a:lnTo>
                  <a:lnTo>
                    <a:pt x="24148" y="2084"/>
                  </a:lnTo>
                  <a:lnTo>
                    <a:pt x="24594" y="1525"/>
                  </a:lnTo>
                  <a:lnTo>
                    <a:pt x="25115" y="1042"/>
                  </a:lnTo>
                  <a:lnTo>
                    <a:pt x="25115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53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499500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3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1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38125" y="898550"/>
              <a:ext cx="139550" cy="110700"/>
            </a:xfrm>
            <a:custGeom>
              <a:rect b="b" l="l" r="r" t="t"/>
              <a:pathLst>
                <a:path extrusionOk="0" h="4428" w="5582">
                  <a:moveTo>
                    <a:pt x="0" y="0"/>
                  </a:moveTo>
                  <a:lnTo>
                    <a:pt x="0" y="3646"/>
                  </a:lnTo>
                  <a:lnTo>
                    <a:pt x="446" y="4428"/>
                  </a:lnTo>
                  <a:lnTo>
                    <a:pt x="5581" y="4428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572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1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3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6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9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3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353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38125" y="851100"/>
              <a:ext cx="487425" cy="667900"/>
            </a:xfrm>
            <a:custGeom>
              <a:rect b="b" l="l" r="r" t="t"/>
              <a:pathLst>
                <a:path extrusionOk="0" h="26716" w="19497">
                  <a:moveTo>
                    <a:pt x="14697" y="5768"/>
                  </a:moveTo>
                  <a:lnTo>
                    <a:pt x="15069" y="5805"/>
                  </a:lnTo>
                  <a:lnTo>
                    <a:pt x="15478" y="5917"/>
                  </a:lnTo>
                  <a:lnTo>
                    <a:pt x="15850" y="6028"/>
                  </a:lnTo>
                  <a:lnTo>
                    <a:pt x="16222" y="6214"/>
                  </a:lnTo>
                  <a:lnTo>
                    <a:pt x="16594" y="6437"/>
                  </a:lnTo>
                  <a:lnTo>
                    <a:pt x="16966" y="6698"/>
                  </a:lnTo>
                  <a:lnTo>
                    <a:pt x="17301" y="7033"/>
                  </a:lnTo>
                  <a:lnTo>
                    <a:pt x="17636" y="7405"/>
                  </a:lnTo>
                  <a:lnTo>
                    <a:pt x="17934" y="7851"/>
                  </a:lnTo>
                  <a:lnTo>
                    <a:pt x="18157" y="8298"/>
                  </a:lnTo>
                  <a:lnTo>
                    <a:pt x="18343" y="8781"/>
                  </a:lnTo>
                  <a:lnTo>
                    <a:pt x="18455" y="9228"/>
                  </a:lnTo>
                  <a:lnTo>
                    <a:pt x="18529" y="9637"/>
                  </a:lnTo>
                  <a:lnTo>
                    <a:pt x="18566" y="10084"/>
                  </a:lnTo>
                  <a:lnTo>
                    <a:pt x="18529" y="10493"/>
                  </a:lnTo>
                  <a:lnTo>
                    <a:pt x="18455" y="10865"/>
                  </a:lnTo>
                  <a:lnTo>
                    <a:pt x="18343" y="11274"/>
                  </a:lnTo>
                  <a:lnTo>
                    <a:pt x="18231" y="11646"/>
                  </a:lnTo>
                  <a:lnTo>
                    <a:pt x="18045" y="11981"/>
                  </a:lnTo>
                  <a:lnTo>
                    <a:pt x="17822" y="12316"/>
                  </a:lnTo>
                  <a:lnTo>
                    <a:pt x="17599" y="12614"/>
                  </a:lnTo>
                  <a:lnTo>
                    <a:pt x="17338" y="12911"/>
                  </a:lnTo>
                  <a:lnTo>
                    <a:pt x="17078" y="13172"/>
                  </a:lnTo>
                  <a:lnTo>
                    <a:pt x="16780" y="13395"/>
                  </a:lnTo>
                  <a:lnTo>
                    <a:pt x="16446" y="13618"/>
                  </a:lnTo>
                  <a:lnTo>
                    <a:pt x="15925" y="13879"/>
                  </a:lnTo>
                  <a:lnTo>
                    <a:pt x="15329" y="14102"/>
                  </a:lnTo>
                  <a:lnTo>
                    <a:pt x="14734" y="14251"/>
                  </a:lnTo>
                  <a:lnTo>
                    <a:pt x="14436" y="14251"/>
                  </a:lnTo>
                  <a:lnTo>
                    <a:pt x="14101" y="14288"/>
                  </a:lnTo>
                  <a:lnTo>
                    <a:pt x="13655" y="14251"/>
                  </a:lnTo>
                  <a:lnTo>
                    <a:pt x="13171" y="14176"/>
                  </a:lnTo>
                  <a:lnTo>
                    <a:pt x="12725" y="14028"/>
                  </a:lnTo>
                  <a:lnTo>
                    <a:pt x="12278" y="13842"/>
                  </a:lnTo>
                  <a:lnTo>
                    <a:pt x="11832" y="13544"/>
                  </a:lnTo>
                  <a:lnTo>
                    <a:pt x="11423" y="13209"/>
                  </a:lnTo>
                  <a:lnTo>
                    <a:pt x="11050" y="12800"/>
                  </a:lnTo>
                  <a:lnTo>
                    <a:pt x="10678" y="12316"/>
                  </a:lnTo>
                  <a:lnTo>
                    <a:pt x="10418" y="11832"/>
                  </a:lnTo>
                  <a:lnTo>
                    <a:pt x="10232" y="11386"/>
                  </a:lnTo>
                  <a:lnTo>
                    <a:pt x="10083" y="10939"/>
                  </a:lnTo>
                  <a:lnTo>
                    <a:pt x="10009" y="10493"/>
                  </a:lnTo>
                  <a:lnTo>
                    <a:pt x="9971" y="10046"/>
                  </a:lnTo>
                  <a:lnTo>
                    <a:pt x="9971" y="9637"/>
                  </a:lnTo>
                  <a:lnTo>
                    <a:pt x="10046" y="9228"/>
                  </a:lnTo>
                  <a:lnTo>
                    <a:pt x="10158" y="8819"/>
                  </a:lnTo>
                  <a:lnTo>
                    <a:pt x="10306" y="8447"/>
                  </a:lnTo>
                  <a:lnTo>
                    <a:pt x="10455" y="8112"/>
                  </a:lnTo>
                  <a:lnTo>
                    <a:pt x="10678" y="7777"/>
                  </a:lnTo>
                  <a:lnTo>
                    <a:pt x="10902" y="7442"/>
                  </a:lnTo>
                  <a:lnTo>
                    <a:pt x="11162" y="7144"/>
                  </a:lnTo>
                  <a:lnTo>
                    <a:pt x="11460" y="6884"/>
                  </a:lnTo>
                  <a:lnTo>
                    <a:pt x="11757" y="6661"/>
                  </a:lnTo>
                  <a:lnTo>
                    <a:pt x="12092" y="6437"/>
                  </a:lnTo>
                  <a:lnTo>
                    <a:pt x="12427" y="6251"/>
                  </a:lnTo>
                  <a:lnTo>
                    <a:pt x="12762" y="6103"/>
                  </a:lnTo>
                  <a:lnTo>
                    <a:pt x="13134" y="5954"/>
                  </a:lnTo>
                  <a:lnTo>
                    <a:pt x="13506" y="5879"/>
                  </a:lnTo>
                  <a:lnTo>
                    <a:pt x="13915" y="5805"/>
                  </a:lnTo>
                  <a:lnTo>
                    <a:pt x="14288" y="5768"/>
                  </a:lnTo>
                  <a:close/>
                  <a:moveTo>
                    <a:pt x="7218" y="8223"/>
                  </a:moveTo>
                  <a:lnTo>
                    <a:pt x="7404" y="8558"/>
                  </a:lnTo>
                  <a:lnTo>
                    <a:pt x="9413" y="12056"/>
                  </a:lnTo>
                  <a:lnTo>
                    <a:pt x="11832" y="16260"/>
                  </a:lnTo>
                  <a:lnTo>
                    <a:pt x="13878" y="19795"/>
                  </a:lnTo>
                  <a:lnTo>
                    <a:pt x="13915" y="19906"/>
                  </a:lnTo>
                  <a:lnTo>
                    <a:pt x="10567" y="25711"/>
                  </a:lnTo>
                  <a:lnTo>
                    <a:pt x="4390" y="25748"/>
                  </a:lnTo>
                  <a:lnTo>
                    <a:pt x="4390" y="25748"/>
                  </a:lnTo>
                  <a:lnTo>
                    <a:pt x="7776" y="19906"/>
                  </a:lnTo>
                  <a:lnTo>
                    <a:pt x="4093" y="13656"/>
                  </a:lnTo>
                  <a:lnTo>
                    <a:pt x="7218" y="8223"/>
                  </a:lnTo>
                  <a:close/>
                  <a:moveTo>
                    <a:pt x="11274" y="1"/>
                  </a:moveTo>
                  <a:lnTo>
                    <a:pt x="10902" y="38"/>
                  </a:lnTo>
                  <a:lnTo>
                    <a:pt x="10492" y="75"/>
                  </a:lnTo>
                  <a:lnTo>
                    <a:pt x="10083" y="187"/>
                  </a:lnTo>
                  <a:lnTo>
                    <a:pt x="9711" y="298"/>
                  </a:lnTo>
                  <a:lnTo>
                    <a:pt x="9339" y="410"/>
                  </a:lnTo>
                  <a:lnTo>
                    <a:pt x="8967" y="596"/>
                  </a:lnTo>
                  <a:lnTo>
                    <a:pt x="8632" y="782"/>
                  </a:lnTo>
                  <a:lnTo>
                    <a:pt x="8297" y="1005"/>
                  </a:lnTo>
                  <a:lnTo>
                    <a:pt x="7962" y="1228"/>
                  </a:lnTo>
                  <a:lnTo>
                    <a:pt x="7665" y="1489"/>
                  </a:lnTo>
                  <a:lnTo>
                    <a:pt x="7404" y="1749"/>
                  </a:lnTo>
                  <a:lnTo>
                    <a:pt x="7144" y="2047"/>
                  </a:lnTo>
                  <a:lnTo>
                    <a:pt x="6921" y="2382"/>
                  </a:lnTo>
                  <a:lnTo>
                    <a:pt x="6697" y="2717"/>
                  </a:lnTo>
                  <a:lnTo>
                    <a:pt x="6511" y="3052"/>
                  </a:lnTo>
                  <a:lnTo>
                    <a:pt x="6325" y="3424"/>
                  </a:lnTo>
                  <a:lnTo>
                    <a:pt x="6214" y="3796"/>
                  </a:lnTo>
                  <a:lnTo>
                    <a:pt x="6028" y="4317"/>
                  </a:lnTo>
                  <a:lnTo>
                    <a:pt x="3832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3274" y="1452"/>
                  </a:lnTo>
                  <a:lnTo>
                    <a:pt x="6362" y="6809"/>
                  </a:lnTo>
                  <a:lnTo>
                    <a:pt x="186" y="6809"/>
                  </a:lnTo>
                  <a:lnTo>
                    <a:pt x="0" y="6475"/>
                  </a:lnTo>
                  <a:lnTo>
                    <a:pt x="0" y="8112"/>
                  </a:lnTo>
                  <a:lnTo>
                    <a:pt x="186" y="7777"/>
                  </a:lnTo>
                  <a:lnTo>
                    <a:pt x="6362" y="7777"/>
                  </a:lnTo>
                  <a:lnTo>
                    <a:pt x="0" y="18790"/>
                  </a:lnTo>
                  <a:lnTo>
                    <a:pt x="0" y="20985"/>
                  </a:lnTo>
                  <a:lnTo>
                    <a:pt x="3274" y="26715"/>
                  </a:lnTo>
                  <a:lnTo>
                    <a:pt x="11125" y="26715"/>
                  </a:lnTo>
                  <a:lnTo>
                    <a:pt x="15069" y="19906"/>
                  </a:lnTo>
                  <a:lnTo>
                    <a:pt x="12129" y="14809"/>
                  </a:lnTo>
                  <a:lnTo>
                    <a:pt x="12688" y="14995"/>
                  </a:lnTo>
                  <a:lnTo>
                    <a:pt x="13283" y="15181"/>
                  </a:lnTo>
                  <a:lnTo>
                    <a:pt x="13878" y="15255"/>
                  </a:lnTo>
                  <a:lnTo>
                    <a:pt x="14474" y="15255"/>
                  </a:lnTo>
                  <a:lnTo>
                    <a:pt x="15069" y="15181"/>
                  </a:lnTo>
                  <a:lnTo>
                    <a:pt x="15627" y="15069"/>
                  </a:lnTo>
                  <a:lnTo>
                    <a:pt x="16185" y="14846"/>
                  </a:lnTo>
                  <a:lnTo>
                    <a:pt x="16743" y="14586"/>
                  </a:lnTo>
                  <a:lnTo>
                    <a:pt x="17264" y="14251"/>
                  </a:lnTo>
                  <a:lnTo>
                    <a:pt x="17785" y="13842"/>
                  </a:lnTo>
                  <a:lnTo>
                    <a:pt x="18194" y="13395"/>
                  </a:lnTo>
                  <a:lnTo>
                    <a:pt x="18566" y="12911"/>
                  </a:lnTo>
                  <a:lnTo>
                    <a:pt x="18901" y="12391"/>
                  </a:lnTo>
                  <a:lnTo>
                    <a:pt x="19162" y="11832"/>
                  </a:lnTo>
                  <a:lnTo>
                    <a:pt x="19348" y="11237"/>
                  </a:lnTo>
                  <a:lnTo>
                    <a:pt x="19459" y="10642"/>
                  </a:lnTo>
                  <a:lnTo>
                    <a:pt x="19496" y="10009"/>
                  </a:lnTo>
                  <a:lnTo>
                    <a:pt x="19459" y="9749"/>
                  </a:lnTo>
                  <a:lnTo>
                    <a:pt x="19422" y="9451"/>
                  </a:lnTo>
                  <a:lnTo>
                    <a:pt x="19348" y="9116"/>
                  </a:lnTo>
                  <a:lnTo>
                    <a:pt x="19236" y="8744"/>
                  </a:lnTo>
                  <a:lnTo>
                    <a:pt x="19087" y="8335"/>
                  </a:lnTo>
                  <a:lnTo>
                    <a:pt x="18901" y="7888"/>
                  </a:lnTo>
                  <a:lnTo>
                    <a:pt x="18678" y="7479"/>
                  </a:lnTo>
                  <a:lnTo>
                    <a:pt x="18417" y="7070"/>
                  </a:lnTo>
                  <a:lnTo>
                    <a:pt x="15850" y="2605"/>
                  </a:lnTo>
                  <a:lnTo>
                    <a:pt x="15664" y="2270"/>
                  </a:lnTo>
                  <a:lnTo>
                    <a:pt x="15441" y="1973"/>
                  </a:lnTo>
                  <a:lnTo>
                    <a:pt x="15180" y="1675"/>
                  </a:lnTo>
                  <a:lnTo>
                    <a:pt x="14920" y="1414"/>
                  </a:lnTo>
                  <a:lnTo>
                    <a:pt x="14660" y="1154"/>
                  </a:lnTo>
                  <a:lnTo>
                    <a:pt x="14362" y="931"/>
                  </a:lnTo>
                  <a:lnTo>
                    <a:pt x="14064" y="745"/>
                  </a:lnTo>
                  <a:lnTo>
                    <a:pt x="13767" y="559"/>
                  </a:lnTo>
                  <a:lnTo>
                    <a:pt x="13432" y="410"/>
                  </a:lnTo>
                  <a:lnTo>
                    <a:pt x="13097" y="261"/>
                  </a:lnTo>
                  <a:lnTo>
                    <a:pt x="12725" y="149"/>
                  </a:lnTo>
                  <a:lnTo>
                    <a:pt x="12390" y="75"/>
                  </a:lnTo>
                  <a:lnTo>
                    <a:pt x="12018" y="38"/>
                  </a:lnTo>
                  <a:lnTo>
                    <a:pt x="1164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238125" y="1056675"/>
              <a:ext cx="139550" cy="240925"/>
            </a:xfrm>
            <a:custGeom>
              <a:rect b="b" l="l" r="r" t="t"/>
              <a:pathLst>
                <a:path extrusionOk="0" h="9637" w="5582">
                  <a:moveTo>
                    <a:pt x="446" y="0"/>
                  </a:moveTo>
                  <a:lnTo>
                    <a:pt x="0" y="782"/>
                  </a:lnTo>
                  <a:lnTo>
                    <a:pt x="0" y="9637"/>
                  </a:lnTo>
                  <a:lnTo>
                    <a:pt x="558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3663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78" y="3311"/>
                  </a:lnTo>
                  <a:lnTo>
                    <a:pt x="23701" y="2791"/>
                  </a:lnTo>
                  <a:lnTo>
                    <a:pt x="24036" y="2270"/>
                  </a:lnTo>
                  <a:lnTo>
                    <a:pt x="24371" y="1823"/>
                  </a:lnTo>
                  <a:lnTo>
                    <a:pt x="24780" y="1377"/>
                  </a:lnTo>
                  <a:lnTo>
                    <a:pt x="25189" y="1005"/>
                  </a:lnTo>
                  <a:lnTo>
                    <a:pt x="25673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39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86" y="10120"/>
                  </a:lnTo>
                  <a:lnTo>
                    <a:pt x="6549" y="10753"/>
                  </a:lnTo>
                  <a:lnTo>
                    <a:pt x="6437" y="11385"/>
                  </a:lnTo>
                  <a:lnTo>
                    <a:pt x="6251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85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503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898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044525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3"/>
                  </a:lnTo>
                  <a:lnTo>
                    <a:pt x="74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3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399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38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934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61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217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816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536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536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671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2321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12642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6026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4658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7667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154872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1730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27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2" y="10493"/>
                  </a:lnTo>
                  <a:lnTo>
                    <a:pt x="25302" y="10046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5079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18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443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121665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47797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786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88350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7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7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6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385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7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558950" y="4475050"/>
              <a:ext cx="220500" cy="391625"/>
            </a:xfrm>
            <a:custGeom>
              <a:rect b="b" l="l" r="r" t="t"/>
              <a:pathLst>
                <a:path extrusionOk="0" h="15665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1398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2331950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1833375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1988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1061325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7" y="1452"/>
                  </a:moveTo>
                  <a:lnTo>
                    <a:pt x="21692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9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52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19" y="6252"/>
                  </a:lnTo>
                  <a:lnTo>
                    <a:pt x="28092" y="6103"/>
                  </a:lnTo>
                  <a:lnTo>
                    <a:pt x="28426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7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5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6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8" y="24818"/>
                  </a:lnTo>
                  <a:lnTo>
                    <a:pt x="20241" y="24818"/>
                  </a:lnTo>
                  <a:lnTo>
                    <a:pt x="23069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80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705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139152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217102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932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519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747800" y="4076025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5" y="6809"/>
                  </a:moveTo>
                  <a:lnTo>
                    <a:pt x="24705" y="10009"/>
                  </a:lnTo>
                  <a:lnTo>
                    <a:pt x="24929" y="9488"/>
                  </a:lnTo>
                  <a:lnTo>
                    <a:pt x="25264" y="8967"/>
                  </a:lnTo>
                  <a:lnTo>
                    <a:pt x="25598" y="8520"/>
                  </a:lnTo>
                  <a:lnTo>
                    <a:pt x="25971" y="8074"/>
                  </a:lnTo>
                  <a:lnTo>
                    <a:pt x="26417" y="7702"/>
                  </a:lnTo>
                  <a:lnTo>
                    <a:pt x="26901" y="7367"/>
                  </a:lnTo>
                  <a:lnTo>
                    <a:pt x="27384" y="7069"/>
                  </a:lnTo>
                  <a:lnTo>
                    <a:pt x="27905" y="6809"/>
                  </a:lnTo>
                  <a:close/>
                  <a:moveTo>
                    <a:pt x="18231" y="0"/>
                  </a:moveTo>
                  <a:lnTo>
                    <a:pt x="14325" y="6809"/>
                  </a:lnTo>
                  <a:lnTo>
                    <a:pt x="5916" y="6809"/>
                  </a:lnTo>
                  <a:lnTo>
                    <a:pt x="2828" y="1451"/>
                  </a:lnTo>
                  <a:lnTo>
                    <a:pt x="0" y="6400"/>
                  </a:lnTo>
                  <a:lnTo>
                    <a:pt x="595" y="6511"/>
                  </a:lnTo>
                  <a:lnTo>
                    <a:pt x="1228" y="6697"/>
                  </a:lnTo>
                  <a:lnTo>
                    <a:pt x="1786" y="6958"/>
                  </a:lnTo>
                  <a:lnTo>
                    <a:pt x="2344" y="7255"/>
                  </a:lnTo>
                  <a:lnTo>
                    <a:pt x="2865" y="7665"/>
                  </a:lnTo>
                  <a:lnTo>
                    <a:pt x="3311" y="8111"/>
                  </a:lnTo>
                  <a:lnTo>
                    <a:pt x="3721" y="8632"/>
                  </a:lnTo>
                  <a:lnTo>
                    <a:pt x="4093" y="9190"/>
                  </a:lnTo>
                  <a:lnTo>
                    <a:pt x="6660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7" y="14957"/>
                  </a:lnTo>
                  <a:lnTo>
                    <a:pt x="7516" y="15404"/>
                  </a:lnTo>
                  <a:lnTo>
                    <a:pt x="7627" y="15813"/>
                  </a:lnTo>
                  <a:lnTo>
                    <a:pt x="7739" y="16185"/>
                  </a:lnTo>
                  <a:lnTo>
                    <a:pt x="7776" y="16520"/>
                  </a:lnTo>
                  <a:lnTo>
                    <a:pt x="7813" y="16818"/>
                  </a:lnTo>
                  <a:lnTo>
                    <a:pt x="7739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18" y="19273"/>
                  </a:lnTo>
                  <a:lnTo>
                    <a:pt x="14436" y="6846"/>
                  </a:lnTo>
                  <a:lnTo>
                    <a:pt x="22845" y="6809"/>
                  </a:lnTo>
                  <a:lnTo>
                    <a:pt x="22250" y="6809"/>
                  </a:lnTo>
                  <a:lnTo>
                    <a:pt x="1823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3292800" y="4076025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97480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5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518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26000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1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372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4064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7155825" y="4112300"/>
              <a:ext cx="226050" cy="445575"/>
            </a:xfrm>
            <a:custGeom>
              <a:rect b="b" l="l" r="r" t="t"/>
              <a:pathLst>
                <a:path extrusionOk="0" h="17823" w="9042">
                  <a:moveTo>
                    <a:pt x="2866" y="0"/>
                  </a:moveTo>
                  <a:lnTo>
                    <a:pt x="1" y="4949"/>
                  </a:lnTo>
                  <a:lnTo>
                    <a:pt x="633" y="5060"/>
                  </a:lnTo>
                  <a:lnTo>
                    <a:pt x="1229" y="5246"/>
                  </a:lnTo>
                  <a:lnTo>
                    <a:pt x="1787" y="5507"/>
                  </a:lnTo>
                  <a:lnTo>
                    <a:pt x="2345" y="5804"/>
                  </a:lnTo>
                  <a:lnTo>
                    <a:pt x="2866" y="6214"/>
                  </a:lnTo>
                  <a:lnTo>
                    <a:pt x="3312" y="6660"/>
                  </a:lnTo>
                  <a:lnTo>
                    <a:pt x="3759" y="7181"/>
                  </a:lnTo>
                  <a:lnTo>
                    <a:pt x="4131" y="7739"/>
                  </a:lnTo>
                  <a:lnTo>
                    <a:pt x="6661" y="12167"/>
                  </a:lnTo>
                  <a:lnTo>
                    <a:pt x="6921" y="12613"/>
                  </a:lnTo>
                  <a:lnTo>
                    <a:pt x="7144" y="13060"/>
                  </a:lnTo>
                  <a:lnTo>
                    <a:pt x="7368" y="13506"/>
                  </a:lnTo>
                  <a:lnTo>
                    <a:pt x="7517" y="13953"/>
                  </a:lnTo>
                  <a:lnTo>
                    <a:pt x="7665" y="14362"/>
                  </a:lnTo>
                  <a:lnTo>
                    <a:pt x="7740" y="14734"/>
                  </a:lnTo>
                  <a:lnTo>
                    <a:pt x="7777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479" y="17227"/>
                  </a:lnTo>
                  <a:lnTo>
                    <a:pt x="7219" y="17822"/>
                  </a:lnTo>
                  <a:lnTo>
                    <a:pt x="9042" y="14697"/>
                  </a:lnTo>
                  <a:lnTo>
                    <a:pt x="9042" y="5358"/>
                  </a:lnTo>
                  <a:lnTo>
                    <a:pt x="5954" y="535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93760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4837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38125" y="4679700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0" y="0"/>
                  </a:moveTo>
                  <a:lnTo>
                    <a:pt x="0" y="1935"/>
                  </a:lnTo>
                  <a:lnTo>
                    <a:pt x="298" y="2456"/>
                  </a:lnTo>
                  <a:lnTo>
                    <a:pt x="372" y="2568"/>
                  </a:lnTo>
                  <a:lnTo>
                    <a:pt x="0" y="3200"/>
                  </a:lnTo>
                  <a:lnTo>
                    <a:pt x="0" y="5135"/>
                  </a:lnTo>
                  <a:lnTo>
                    <a:pt x="1488" y="2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382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560987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9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3716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5261050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238125" y="2209150"/>
              <a:ext cx="506025" cy="667900"/>
            </a:xfrm>
            <a:custGeom>
              <a:rect b="b" l="l" r="r" t="t"/>
              <a:pathLst>
                <a:path extrusionOk="0" h="26716" w="20241">
                  <a:moveTo>
                    <a:pt x="15441" y="5768"/>
                  </a:moveTo>
                  <a:lnTo>
                    <a:pt x="15813" y="5805"/>
                  </a:lnTo>
                  <a:lnTo>
                    <a:pt x="16222" y="5917"/>
                  </a:lnTo>
                  <a:lnTo>
                    <a:pt x="16594" y="6028"/>
                  </a:lnTo>
                  <a:lnTo>
                    <a:pt x="17004" y="6214"/>
                  </a:lnTo>
                  <a:lnTo>
                    <a:pt x="17376" y="6438"/>
                  </a:lnTo>
                  <a:lnTo>
                    <a:pt x="17711" y="6698"/>
                  </a:lnTo>
                  <a:lnTo>
                    <a:pt x="18045" y="7033"/>
                  </a:lnTo>
                  <a:lnTo>
                    <a:pt x="18380" y="7405"/>
                  </a:lnTo>
                  <a:lnTo>
                    <a:pt x="18678" y="7851"/>
                  </a:lnTo>
                  <a:lnTo>
                    <a:pt x="18901" y="8298"/>
                  </a:lnTo>
                  <a:lnTo>
                    <a:pt x="19087" y="8782"/>
                  </a:lnTo>
                  <a:lnTo>
                    <a:pt x="19199" y="9228"/>
                  </a:lnTo>
                  <a:lnTo>
                    <a:pt x="19273" y="9637"/>
                  </a:lnTo>
                  <a:lnTo>
                    <a:pt x="19310" y="10084"/>
                  </a:lnTo>
                  <a:lnTo>
                    <a:pt x="19273" y="10493"/>
                  </a:lnTo>
                  <a:lnTo>
                    <a:pt x="19199" y="10865"/>
                  </a:lnTo>
                  <a:lnTo>
                    <a:pt x="19124" y="11274"/>
                  </a:lnTo>
                  <a:lnTo>
                    <a:pt x="18976" y="11647"/>
                  </a:lnTo>
                  <a:lnTo>
                    <a:pt x="18790" y="11981"/>
                  </a:lnTo>
                  <a:lnTo>
                    <a:pt x="18604" y="12316"/>
                  </a:lnTo>
                  <a:lnTo>
                    <a:pt x="18343" y="12614"/>
                  </a:lnTo>
                  <a:lnTo>
                    <a:pt x="18083" y="12912"/>
                  </a:lnTo>
                  <a:lnTo>
                    <a:pt x="17822" y="13172"/>
                  </a:lnTo>
                  <a:lnTo>
                    <a:pt x="17525" y="13395"/>
                  </a:lnTo>
                  <a:lnTo>
                    <a:pt x="17227" y="13619"/>
                  </a:lnTo>
                  <a:lnTo>
                    <a:pt x="16669" y="13879"/>
                  </a:lnTo>
                  <a:lnTo>
                    <a:pt x="16111" y="14102"/>
                  </a:lnTo>
                  <a:lnTo>
                    <a:pt x="15478" y="14251"/>
                  </a:lnTo>
                  <a:lnTo>
                    <a:pt x="15180" y="14251"/>
                  </a:lnTo>
                  <a:lnTo>
                    <a:pt x="14846" y="14288"/>
                  </a:lnTo>
                  <a:lnTo>
                    <a:pt x="14399" y="14251"/>
                  </a:lnTo>
                  <a:lnTo>
                    <a:pt x="13953" y="14177"/>
                  </a:lnTo>
                  <a:lnTo>
                    <a:pt x="13469" y="14028"/>
                  </a:lnTo>
                  <a:lnTo>
                    <a:pt x="13022" y="13842"/>
                  </a:lnTo>
                  <a:lnTo>
                    <a:pt x="12576" y="13544"/>
                  </a:lnTo>
                  <a:lnTo>
                    <a:pt x="12167" y="13209"/>
                  </a:lnTo>
                  <a:lnTo>
                    <a:pt x="11795" y="12800"/>
                  </a:lnTo>
                  <a:lnTo>
                    <a:pt x="11423" y="12316"/>
                  </a:lnTo>
                  <a:lnTo>
                    <a:pt x="11162" y="11833"/>
                  </a:lnTo>
                  <a:lnTo>
                    <a:pt x="10976" y="11386"/>
                  </a:lnTo>
                  <a:lnTo>
                    <a:pt x="10827" y="10940"/>
                  </a:lnTo>
                  <a:lnTo>
                    <a:pt x="10753" y="10493"/>
                  </a:lnTo>
                  <a:lnTo>
                    <a:pt x="10716" y="10047"/>
                  </a:lnTo>
                  <a:lnTo>
                    <a:pt x="10753" y="9637"/>
                  </a:lnTo>
                  <a:lnTo>
                    <a:pt x="10790" y="9228"/>
                  </a:lnTo>
                  <a:lnTo>
                    <a:pt x="10902" y="8819"/>
                  </a:lnTo>
                  <a:lnTo>
                    <a:pt x="11050" y="8447"/>
                  </a:lnTo>
                  <a:lnTo>
                    <a:pt x="11237" y="8112"/>
                  </a:lnTo>
                  <a:lnTo>
                    <a:pt x="11423" y="7777"/>
                  </a:lnTo>
                  <a:lnTo>
                    <a:pt x="11646" y="7442"/>
                  </a:lnTo>
                  <a:lnTo>
                    <a:pt x="11943" y="7144"/>
                  </a:lnTo>
                  <a:lnTo>
                    <a:pt x="12204" y="6884"/>
                  </a:lnTo>
                  <a:lnTo>
                    <a:pt x="12502" y="6661"/>
                  </a:lnTo>
                  <a:lnTo>
                    <a:pt x="12836" y="6438"/>
                  </a:lnTo>
                  <a:lnTo>
                    <a:pt x="13171" y="6252"/>
                  </a:lnTo>
                  <a:lnTo>
                    <a:pt x="13506" y="6103"/>
                  </a:lnTo>
                  <a:lnTo>
                    <a:pt x="13878" y="5954"/>
                  </a:lnTo>
                  <a:lnTo>
                    <a:pt x="14250" y="5879"/>
                  </a:lnTo>
                  <a:lnTo>
                    <a:pt x="14660" y="5805"/>
                  </a:lnTo>
                  <a:lnTo>
                    <a:pt x="15032" y="5768"/>
                  </a:lnTo>
                  <a:close/>
                  <a:moveTo>
                    <a:pt x="7962" y="8223"/>
                  </a:moveTo>
                  <a:lnTo>
                    <a:pt x="8148" y="8558"/>
                  </a:lnTo>
                  <a:lnTo>
                    <a:pt x="10158" y="12056"/>
                  </a:lnTo>
                  <a:lnTo>
                    <a:pt x="12576" y="16260"/>
                  </a:lnTo>
                  <a:lnTo>
                    <a:pt x="14622" y="19795"/>
                  </a:lnTo>
                  <a:lnTo>
                    <a:pt x="14697" y="19906"/>
                  </a:lnTo>
                  <a:lnTo>
                    <a:pt x="11348" y="25711"/>
                  </a:lnTo>
                  <a:lnTo>
                    <a:pt x="5135" y="25748"/>
                  </a:lnTo>
                  <a:lnTo>
                    <a:pt x="8520" y="19906"/>
                  </a:lnTo>
                  <a:lnTo>
                    <a:pt x="4837" y="13656"/>
                  </a:lnTo>
                  <a:lnTo>
                    <a:pt x="7962" y="8223"/>
                  </a:lnTo>
                  <a:close/>
                  <a:moveTo>
                    <a:pt x="12018" y="1"/>
                  </a:moveTo>
                  <a:lnTo>
                    <a:pt x="11646" y="38"/>
                  </a:lnTo>
                  <a:lnTo>
                    <a:pt x="11237" y="75"/>
                  </a:lnTo>
                  <a:lnTo>
                    <a:pt x="10827" y="187"/>
                  </a:lnTo>
                  <a:lnTo>
                    <a:pt x="10455" y="298"/>
                  </a:lnTo>
                  <a:lnTo>
                    <a:pt x="10083" y="410"/>
                  </a:lnTo>
                  <a:lnTo>
                    <a:pt x="9711" y="596"/>
                  </a:lnTo>
                  <a:lnTo>
                    <a:pt x="9376" y="782"/>
                  </a:lnTo>
                  <a:lnTo>
                    <a:pt x="9041" y="1005"/>
                  </a:lnTo>
                  <a:lnTo>
                    <a:pt x="8744" y="1229"/>
                  </a:lnTo>
                  <a:lnTo>
                    <a:pt x="8446" y="1489"/>
                  </a:lnTo>
                  <a:lnTo>
                    <a:pt x="8148" y="1749"/>
                  </a:lnTo>
                  <a:lnTo>
                    <a:pt x="7888" y="2047"/>
                  </a:lnTo>
                  <a:lnTo>
                    <a:pt x="7665" y="2382"/>
                  </a:lnTo>
                  <a:lnTo>
                    <a:pt x="7441" y="2717"/>
                  </a:lnTo>
                  <a:lnTo>
                    <a:pt x="7255" y="3052"/>
                  </a:lnTo>
                  <a:lnTo>
                    <a:pt x="7107" y="3424"/>
                  </a:lnTo>
                  <a:lnTo>
                    <a:pt x="6958" y="3796"/>
                  </a:lnTo>
                  <a:lnTo>
                    <a:pt x="6809" y="4317"/>
                  </a:lnTo>
                  <a:lnTo>
                    <a:pt x="4576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4018" y="1452"/>
                  </a:lnTo>
                  <a:lnTo>
                    <a:pt x="7107" y="6810"/>
                  </a:lnTo>
                  <a:lnTo>
                    <a:pt x="930" y="6810"/>
                  </a:lnTo>
                  <a:lnTo>
                    <a:pt x="0" y="5173"/>
                  </a:lnTo>
                  <a:lnTo>
                    <a:pt x="0" y="9414"/>
                  </a:lnTo>
                  <a:lnTo>
                    <a:pt x="930" y="7777"/>
                  </a:lnTo>
                  <a:lnTo>
                    <a:pt x="7107" y="7777"/>
                  </a:lnTo>
                  <a:lnTo>
                    <a:pt x="0" y="20093"/>
                  </a:lnTo>
                  <a:lnTo>
                    <a:pt x="0" y="22027"/>
                  </a:lnTo>
                  <a:lnTo>
                    <a:pt x="670" y="20874"/>
                  </a:lnTo>
                  <a:lnTo>
                    <a:pt x="4018" y="26715"/>
                  </a:lnTo>
                  <a:lnTo>
                    <a:pt x="11906" y="26715"/>
                  </a:lnTo>
                  <a:lnTo>
                    <a:pt x="15813" y="19906"/>
                  </a:lnTo>
                  <a:lnTo>
                    <a:pt x="12874" y="14809"/>
                  </a:lnTo>
                  <a:lnTo>
                    <a:pt x="12874" y="14809"/>
                  </a:lnTo>
                  <a:lnTo>
                    <a:pt x="13432" y="14995"/>
                  </a:lnTo>
                  <a:lnTo>
                    <a:pt x="14027" y="15181"/>
                  </a:lnTo>
                  <a:lnTo>
                    <a:pt x="14622" y="15256"/>
                  </a:lnTo>
                  <a:lnTo>
                    <a:pt x="15218" y="15256"/>
                  </a:lnTo>
                  <a:lnTo>
                    <a:pt x="15813" y="15181"/>
                  </a:lnTo>
                  <a:lnTo>
                    <a:pt x="16371" y="15070"/>
                  </a:lnTo>
                  <a:lnTo>
                    <a:pt x="16966" y="14846"/>
                  </a:lnTo>
                  <a:lnTo>
                    <a:pt x="17487" y="14586"/>
                  </a:lnTo>
                  <a:lnTo>
                    <a:pt x="18045" y="14251"/>
                  </a:lnTo>
                  <a:lnTo>
                    <a:pt x="18529" y="13842"/>
                  </a:lnTo>
                  <a:lnTo>
                    <a:pt x="18976" y="13395"/>
                  </a:lnTo>
                  <a:lnTo>
                    <a:pt x="19348" y="12912"/>
                  </a:lnTo>
                  <a:lnTo>
                    <a:pt x="19645" y="12391"/>
                  </a:lnTo>
                  <a:lnTo>
                    <a:pt x="19906" y="11833"/>
                  </a:lnTo>
                  <a:lnTo>
                    <a:pt x="20092" y="11237"/>
                  </a:lnTo>
                  <a:lnTo>
                    <a:pt x="20203" y="10642"/>
                  </a:lnTo>
                  <a:lnTo>
                    <a:pt x="20241" y="10009"/>
                  </a:lnTo>
                  <a:lnTo>
                    <a:pt x="20241" y="9749"/>
                  </a:lnTo>
                  <a:lnTo>
                    <a:pt x="20166" y="9451"/>
                  </a:lnTo>
                  <a:lnTo>
                    <a:pt x="20092" y="9116"/>
                  </a:lnTo>
                  <a:lnTo>
                    <a:pt x="19980" y="8744"/>
                  </a:lnTo>
                  <a:lnTo>
                    <a:pt x="19831" y="8335"/>
                  </a:lnTo>
                  <a:lnTo>
                    <a:pt x="19645" y="7889"/>
                  </a:lnTo>
                  <a:lnTo>
                    <a:pt x="19422" y="7479"/>
                  </a:lnTo>
                  <a:lnTo>
                    <a:pt x="19162" y="7070"/>
                  </a:lnTo>
                  <a:lnTo>
                    <a:pt x="16632" y="2605"/>
                  </a:lnTo>
                  <a:lnTo>
                    <a:pt x="16408" y="2270"/>
                  </a:lnTo>
                  <a:lnTo>
                    <a:pt x="16185" y="1973"/>
                  </a:lnTo>
                  <a:lnTo>
                    <a:pt x="15925" y="1675"/>
                  </a:lnTo>
                  <a:lnTo>
                    <a:pt x="15664" y="1415"/>
                  </a:lnTo>
                  <a:lnTo>
                    <a:pt x="15404" y="1154"/>
                  </a:lnTo>
                  <a:lnTo>
                    <a:pt x="15106" y="931"/>
                  </a:lnTo>
                  <a:lnTo>
                    <a:pt x="14808" y="745"/>
                  </a:lnTo>
                  <a:lnTo>
                    <a:pt x="14511" y="559"/>
                  </a:lnTo>
                  <a:lnTo>
                    <a:pt x="14176" y="410"/>
                  </a:lnTo>
                  <a:lnTo>
                    <a:pt x="13841" y="261"/>
                  </a:lnTo>
                  <a:lnTo>
                    <a:pt x="13506" y="150"/>
                  </a:lnTo>
                  <a:lnTo>
                    <a:pt x="13134" y="75"/>
                  </a:lnTo>
                  <a:lnTo>
                    <a:pt x="12762" y="38"/>
                  </a:lnTo>
                  <a:lnTo>
                    <a:pt x="1239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5421975" y="4475050"/>
              <a:ext cx="220475" cy="391625"/>
            </a:xfrm>
            <a:custGeom>
              <a:rect b="b" l="l" r="r" t="t"/>
              <a:pathLst>
                <a:path extrusionOk="0" h="15665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4481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4151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605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3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9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2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6" y="24818"/>
                  </a:lnTo>
                  <a:lnTo>
                    <a:pt x="20242" y="2481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9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4924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6" y="1452"/>
                  </a:moveTo>
                  <a:lnTo>
                    <a:pt x="21655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5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7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7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4795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556802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6194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5696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5851725" y="4451800"/>
              <a:ext cx="366500" cy="414875"/>
            </a:xfrm>
            <a:custGeom>
              <a:rect b="b" l="l" r="r" t="t"/>
              <a:pathLst>
                <a:path extrusionOk="0" h="16595" w="14660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6034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7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4649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20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5254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2761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3250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2606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2936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94307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3104925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31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6341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8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2163575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08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4023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533725" y="4451800"/>
              <a:ext cx="367450" cy="414875"/>
            </a:xfrm>
            <a:custGeom>
              <a:rect b="b" l="l" r="r" t="t"/>
              <a:pathLst>
                <a:path extrusionOk="0" h="16595" w="14698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9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489025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0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4306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76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378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90" y="6215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1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86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79" y="24818"/>
                  </a:lnTo>
                  <a:lnTo>
                    <a:pt x="23107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6455" y="24818"/>
                  </a:lnTo>
                  <a:lnTo>
                    <a:pt x="27571" y="24818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3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90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4216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238125" y="848325"/>
              <a:ext cx="228825" cy="82800"/>
            </a:xfrm>
            <a:custGeom>
              <a:rect b="b" l="l" r="r" t="t"/>
              <a:pathLst>
                <a:path extrusionOk="0" h="3312" w="9153">
                  <a:moveTo>
                    <a:pt x="0" y="0"/>
                  </a:moveTo>
                  <a:lnTo>
                    <a:pt x="0" y="112"/>
                  </a:lnTo>
                  <a:lnTo>
                    <a:pt x="3497" y="112"/>
                  </a:lnTo>
                  <a:lnTo>
                    <a:pt x="3460" y="0"/>
                  </a:lnTo>
                  <a:close/>
                  <a:moveTo>
                    <a:pt x="4093" y="112"/>
                  </a:moveTo>
                  <a:lnTo>
                    <a:pt x="5953" y="3311"/>
                  </a:lnTo>
                  <a:lnTo>
                    <a:pt x="6176" y="2791"/>
                  </a:lnTo>
                  <a:lnTo>
                    <a:pt x="6511" y="2270"/>
                  </a:lnTo>
                  <a:lnTo>
                    <a:pt x="6846" y="1823"/>
                  </a:lnTo>
                  <a:lnTo>
                    <a:pt x="7255" y="1377"/>
                  </a:lnTo>
                  <a:lnTo>
                    <a:pt x="7665" y="1005"/>
                  </a:lnTo>
                  <a:lnTo>
                    <a:pt x="8148" y="670"/>
                  </a:lnTo>
                  <a:lnTo>
                    <a:pt x="8632" y="372"/>
                  </a:lnTo>
                  <a:lnTo>
                    <a:pt x="9153" y="112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2877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596800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43" y="10010"/>
                  </a:lnTo>
                  <a:lnTo>
                    <a:pt x="24966" y="9489"/>
                  </a:lnTo>
                  <a:lnTo>
                    <a:pt x="25301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38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3" y="6959"/>
                  </a:lnTo>
                  <a:lnTo>
                    <a:pt x="2382" y="7256"/>
                  </a:lnTo>
                  <a:lnTo>
                    <a:pt x="2902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405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516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7353025" y="2111500"/>
              <a:ext cx="28850" cy="51175"/>
            </a:xfrm>
            <a:custGeom>
              <a:rect b="b" l="l" r="r" t="t"/>
              <a:pathLst>
                <a:path extrusionOk="0" h="2047" w="1154">
                  <a:moveTo>
                    <a:pt x="1154" y="0"/>
                  </a:moveTo>
                  <a:lnTo>
                    <a:pt x="1" y="2046"/>
                  </a:lnTo>
                  <a:lnTo>
                    <a:pt x="1154" y="2046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650925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519595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358600" y="4159725"/>
              <a:ext cx="23275" cy="39100"/>
            </a:xfrm>
            <a:custGeom>
              <a:rect b="b" l="l" r="r" t="t"/>
              <a:pathLst>
                <a:path extrusionOk="0" h="1564" w="931">
                  <a:moveTo>
                    <a:pt x="931" y="1"/>
                  </a:moveTo>
                  <a:lnTo>
                    <a:pt x="1" y="1563"/>
                  </a:lnTo>
                  <a:lnTo>
                    <a:pt x="931" y="1563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181475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6740975" y="2038925"/>
              <a:ext cx="640900" cy="481875"/>
            </a:xfrm>
            <a:custGeom>
              <a:rect b="b" l="l" r="r" t="t"/>
              <a:pathLst>
                <a:path extrusionOk="0" h="19275" w="25636">
                  <a:moveTo>
                    <a:pt x="22883" y="6810"/>
                  </a:moveTo>
                  <a:lnTo>
                    <a:pt x="24706" y="10010"/>
                  </a:lnTo>
                  <a:lnTo>
                    <a:pt x="24892" y="9600"/>
                  </a:lnTo>
                  <a:lnTo>
                    <a:pt x="25115" y="9191"/>
                  </a:lnTo>
                  <a:lnTo>
                    <a:pt x="25376" y="8856"/>
                  </a:lnTo>
                  <a:lnTo>
                    <a:pt x="25636" y="8484"/>
                  </a:lnTo>
                  <a:lnTo>
                    <a:pt x="25636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238125" y="3354200"/>
              <a:ext cx="18625" cy="63275"/>
            </a:xfrm>
            <a:custGeom>
              <a:rect b="b" l="l" r="r" t="t"/>
              <a:pathLst>
                <a:path extrusionOk="0" h="2531" w="745">
                  <a:moveTo>
                    <a:pt x="0" y="1"/>
                  </a:moveTo>
                  <a:lnTo>
                    <a:pt x="0" y="2531"/>
                  </a:lnTo>
                  <a:lnTo>
                    <a:pt x="744" y="1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238125" y="3043525"/>
              <a:ext cx="93950" cy="189775"/>
            </a:xfrm>
            <a:custGeom>
              <a:rect b="b" l="l" r="r" t="t"/>
              <a:pathLst>
                <a:path extrusionOk="0" h="7591" w="3758">
                  <a:moveTo>
                    <a:pt x="0" y="0"/>
                  </a:moveTo>
                  <a:lnTo>
                    <a:pt x="0" y="7591"/>
                  </a:lnTo>
                  <a:lnTo>
                    <a:pt x="521" y="7516"/>
                  </a:lnTo>
                  <a:lnTo>
                    <a:pt x="1005" y="7405"/>
                  </a:lnTo>
                  <a:lnTo>
                    <a:pt x="1451" y="7219"/>
                  </a:lnTo>
                  <a:lnTo>
                    <a:pt x="1898" y="6995"/>
                  </a:lnTo>
                  <a:lnTo>
                    <a:pt x="2158" y="6809"/>
                  </a:lnTo>
                  <a:lnTo>
                    <a:pt x="2418" y="6586"/>
                  </a:lnTo>
                  <a:lnTo>
                    <a:pt x="2679" y="6363"/>
                  </a:lnTo>
                  <a:lnTo>
                    <a:pt x="2902" y="6102"/>
                  </a:lnTo>
                  <a:lnTo>
                    <a:pt x="3125" y="5842"/>
                  </a:lnTo>
                  <a:lnTo>
                    <a:pt x="3311" y="5544"/>
                  </a:lnTo>
                  <a:lnTo>
                    <a:pt x="3460" y="5247"/>
                  </a:lnTo>
                  <a:lnTo>
                    <a:pt x="3572" y="4912"/>
                  </a:lnTo>
                  <a:lnTo>
                    <a:pt x="3683" y="4577"/>
                  </a:lnTo>
                  <a:lnTo>
                    <a:pt x="3721" y="4205"/>
                  </a:lnTo>
                  <a:lnTo>
                    <a:pt x="3758" y="3833"/>
                  </a:lnTo>
                  <a:lnTo>
                    <a:pt x="3758" y="3461"/>
                  </a:lnTo>
                  <a:lnTo>
                    <a:pt x="3683" y="3089"/>
                  </a:lnTo>
                  <a:lnTo>
                    <a:pt x="3572" y="2679"/>
                  </a:lnTo>
                  <a:lnTo>
                    <a:pt x="3423" y="2270"/>
                  </a:lnTo>
                  <a:lnTo>
                    <a:pt x="3200" y="1861"/>
                  </a:lnTo>
                  <a:lnTo>
                    <a:pt x="2865" y="1414"/>
                  </a:lnTo>
                  <a:lnTo>
                    <a:pt x="2493" y="1005"/>
                  </a:lnTo>
                  <a:lnTo>
                    <a:pt x="2121" y="670"/>
                  </a:lnTo>
                  <a:lnTo>
                    <a:pt x="1712" y="410"/>
                  </a:lnTo>
                  <a:lnTo>
                    <a:pt x="1302" y="224"/>
                  </a:lnTo>
                  <a:lnTo>
                    <a:pt x="856" y="112"/>
                  </a:lnTo>
                  <a:lnTo>
                    <a:pt x="446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980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238125" y="3217475"/>
              <a:ext cx="115350" cy="157225"/>
            </a:xfrm>
            <a:custGeom>
              <a:rect b="b" l="l" r="r" t="t"/>
              <a:pathLst>
                <a:path extrusionOk="0" h="6289" w="4614">
                  <a:moveTo>
                    <a:pt x="4614" y="0"/>
                  </a:moveTo>
                  <a:lnTo>
                    <a:pt x="4316" y="409"/>
                  </a:lnTo>
                  <a:lnTo>
                    <a:pt x="3981" y="781"/>
                  </a:lnTo>
                  <a:lnTo>
                    <a:pt x="3609" y="1154"/>
                  </a:lnTo>
                  <a:lnTo>
                    <a:pt x="3237" y="1451"/>
                  </a:lnTo>
                  <a:lnTo>
                    <a:pt x="2865" y="1712"/>
                  </a:lnTo>
                  <a:lnTo>
                    <a:pt x="2456" y="1935"/>
                  </a:lnTo>
                  <a:lnTo>
                    <a:pt x="2084" y="2121"/>
                  </a:lnTo>
                  <a:lnTo>
                    <a:pt x="1674" y="2270"/>
                  </a:lnTo>
                  <a:lnTo>
                    <a:pt x="1265" y="2381"/>
                  </a:lnTo>
                  <a:lnTo>
                    <a:pt x="856" y="2456"/>
                  </a:lnTo>
                  <a:lnTo>
                    <a:pt x="409" y="2530"/>
                  </a:lnTo>
                  <a:lnTo>
                    <a:pt x="0" y="2530"/>
                  </a:lnTo>
                  <a:lnTo>
                    <a:pt x="0" y="4539"/>
                  </a:lnTo>
                  <a:lnTo>
                    <a:pt x="1005" y="6288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1041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90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529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827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238125" y="3397000"/>
              <a:ext cx="266975" cy="250225"/>
            </a:xfrm>
            <a:custGeom>
              <a:rect b="b" l="l" r="r" t="t"/>
              <a:pathLst>
                <a:path extrusionOk="0" h="10009" w="10679">
                  <a:moveTo>
                    <a:pt x="1005" y="0"/>
                  </a:moveTo>
                  <a:lnTo>
                    <a:pt x="0" y="1749"/>
                  </a:lnTo>
                  <a:lnTo>
                    <a:pt x="0" y="6846"/>
                  </a:lnTo>
                  <a:lnTo>
                    <a:pt x="5618" y="6809"/>
                  </a:lnTo>
                  <a:lnTo>
                    <a:pt x="5023" y="6809"/>
                  </a:lnTo>
                  <a:lnTo>
                    <a:pt x="1005" y="0"/>
                  </a:lnTo>
                  <a:close/>
                  <a:moveTo>
                    <a:pt x="5618" y="6809"/>
                  </a:moveTo>
                  <a:lnTo>
                    <a:pt x="7441" y="10009"/>
                  </a:lnTo>
                  <a:lnTo>
                    <a:pt x="7702" y="9488"/>
                  </a:lnTo>
                  <a:lnTo>
                    <a:pt x="8000" y="8967"/>
                  </a:lnTo>
                  <a:lnTo>
                    <a:pt x="8334" y="8520"/>
                  </a:lnTo>
                  <a:lnTo>
                    <a:pt x="8744" y="8074"/>
                  </a:lnTo>
                  <a:lnTo>
                    <a:pt x="9190" y="7702"/>
                  </a:lnTo>
                  <a:lnTo>
                    <a:pt x="9637" y="7367"/>
                  </a:lnTo>
                  <a:lnTo>
                    <a:pt x="10120" y="7069"/>
                  </a:lnTo>
                  <a:lnTo>
                    <a:pt x="10678" y="6809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238125" y="2910500"/>
              <a:ext cx="129300" cy="359075"/>
            </a:xfrm>
            <a:custGeom>
              <a:rect b="b" l="l" r="r" t="t"/>
              <a:pathLst>
                <a:path extrusionOk="0" h="14363" w="5172">
                  <a:moveTo>
                    <a:pt x="0" y="1"/>
                  </a:moveTo>
                  <a:lnTo>
                    <a:pt x="0" y="4875"/>
                  </a:lnTo>
                  <a:lnTo>
                    <a:pt x="484" y="4875"/>
                  </a:lnTo>
                  <a:lnTo>
                    <a:pt x="967" y="4987"/>
                  </a:lnTo>
                  <a:lnTo>
                    <a:pt x="1451" y="5098"/>
                  </a:lnTo>
                  <a:lnTo>
                    <a:pt x="1935" y="5321"/>
                  </a:lnTo>
                  <a:lnTo>
                    <a:pt x="2381" y="5619"/>
                  </a:lnTo>
                  <a:lnTo>
                    <a:pt x="2828" y="5991"/>
                  </a:lnTo>
                  <a:lnTo>
                    <a:pt x="3237" y="6438"/>
                  </a:lnTo>
                  <a:lnTo>
                    <a:pt x="3609" y="6958"/>
                  </a:lnTo>
                  <a:lnTo>
                    <a:pt x="3832" y="7405"/>
                  </a:lnTo>
                  <a:lnTo>
                    <a:pt x="4018" y="7889"/>
                  </a:lnTo>
                  <a:lnTo>
                    <a:pt x="4130" y="8335"/>
                  </a:lnTo>
                  <a:lnTo>
                    <a:pt x="4204" y="8744"/>
                  </a:lnTo>
                  <a:lnTo>
                    <a:pt x="4242" y="9191"/>
                  </a:lnTo>
                  <a:lnTo>
                    <a:pt x="4204" y="9600"/>
                  </a:lnTo>
                  <a:lnTo>
                    <a:pt x="4130" y="9972"/>
                  </a:lnTo>
                  <a:lnTo>
                    <a:pt x="4018" y="10382"/>
                  </a:lnTo>
                  <a:lnTo>
                    <a:pt x="3907" y="10754"/>
                  </a:lnTo>
                  <a:lnTo>
                    <a:pt x="3721" y="11088"/>
                  </a:lnTo>
                  <a:lnTo>
                    <a:pt x="3497" y="11423"/>
                  </a:lnTo>
                  <a:lnTo>
                    <a:pt x="3274" y="11721"/>
                  </a:lnTo>
                  <a:lnTo>
                    <a:pt x="3014" y="12019"/>
                  </a:lnTo>
                  <a:lnTo>
                    <a:pt x="2753" y="12279"/>
                  </a:lnTo>
                  <a:lnTo>
                    <a:pt x="2456" y="12502"/>
                  </a:lnTo>
                  <a:lnTo>
                    <a:pt x="2121" y="12726"/>
                  </a:lnTo>
                  <a:lnTo>
                    <a:pt x="1637" y="12986"/>
                  </a:lnTo>
                  <a:lnTo>
                    <a:pt x="1116" y="13172"/>
                  </a:lnTo>
                  <a:lnTo>
                    <a:pt x="558" y="13321"/>
                  </a:lnTo>
                  <a:lnTo>
                    <a:pt x="0" y="13395"/>
                  </a:lnTo>
                  <a:lnTo>
                    <a:pt x="0" y="14363"/>
                  </a:lnTo>
                  <a:lnTo>
                    <a:pt x="372" y="14325"/>
                  </a:lnTo>
                  <a:lnTo>
                    <a:pt x="781" y="14288"/>
                  </a:lnTo>
                  <a:lnTo>
                    <a:pt x="1153" y="14214"/>
                  </a:lnTo>
                  <a:lnTo>
                    <a:pt x="1525" y="14102"/>
                  </a:lnTo>
                  <a:lnTo>
                    <a:pt x="1898" y="13953"/>
                  </a:lnTo>
                  <a:lnTo>
                    <a:pt x="2270" y="13805"/>
                  </a:lnTo>
                  <a:lnTo>
                    <a:pt x="2604" y="13581"/>
                  </a:lnTo>
                  <a:lnTo>
                    <a:pt x="2939" y="13358"/>
                  </a:lnTo>
                  <a:lnTo>
                    <a:pt x="3460" y="12949"/>
                  </a:lnTo>
                  <a:lnTo>
                    <a:pt x="3870" y="12502"/>
                  </a:lnTo>
                  <a:lnTo>
                    <a:pt x="4242" y="12019"/>
                  </a:lnTo>
                  <a:lnTo>
                    <a:pt x="4576" y="11498"/>
                  </a:lnTo>
                  <a:lnTo>
                    <a:pt x="4837" y="10940"/>
                  </a:lnTo>
                  <a:lnTo>
                    <a:pt x="5023" y="10344"/>
                  </a:lnTo>
                  <a:lnTo>
                    <a:pt x="5135" y="9749"/>
                  </a:lnTo>
                  <a:lnTo>
                    <a:pt x="5172" y="9117"/>
                  </a:lnTo>
                  <a:lnTo>
                    <a:pt x="5135" y="8856"/>
                  </a:lnTo>
                  <a:lnTo>
                    <a:pt x="5097" y="8558"/>
                  </a:lnTo>
                  <a:lnTo>
                    <a:pt x="5023" y="8224"/>
                  </a:lnTo>
                  <a:lnTo>
                    <a:pt x="4911" y="7851"/>
                  </a:lnTo>
                  <a:lnTo>
                    <a:pt x="4763" y="7442"/>
                  </a:lnTo>
                  <a:lnTo>
                    <a:pt x="4576" y="6996"/>
                  </a:lnTo>
                  <a:lnTo>
                    <a:pt x="4353" y="6586"/>
                  </a:lnTo>
                  <a:lnTo>
                    <a:pt x="4093" y="6177"/>
                  </a:lnTo>
                  <a:lnTo>
                    <a:pt x="1525" y="1712"/>
                  </a:lnTo>
                  <a:lnTo>
                    <a:pt x="1228" y="1229"/>
                  </a:lnTo>
                  <a:lnTo>
                    <a:pt x="856" y="745"/>
                  </a:lnTo>
                  <a:lnTo>
                    <a:pt x="446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238125" y="3772775"/>
              <a:ext cx="176750" cy="306050"/>
            </a:xfrm>
            <a:custGeom>
              <a:rect b="b" l="l" r="r" t="t"/>
              <a:pathLst>
                <a:path extrusionOk="0" h="12242" w="7070">
                  <a:moveTo>
                    <a:pt x="1972" y="1"/>
                  </a:moveTo>
                  <a:lnTo>
                    <a:pt x="0" y="3386"/>
                  </a:lnTo>
                  <a:lnTo>
                    <a:pt x="0" y="12242"/>
                  </a:lnTo>
                  <a:lnTo>
                    <a:pt x="70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7344650" y="3843475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1489" y="0"/>
                  </a:moveTo>
                  <a:lnTo>
                    <a:pt x="1" y="2605"/>
                  </a:lnTo>
                  <a:lnTo>
                    <a:pt x="1489" y="5135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3693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2920750" y="3896500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48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4466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565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7170725" y="4755050"/>
              <a:ext cx="130225" cy="111625"/>
            </a:xfrm>
            <a:custGeom>
              <a:rect b="b" l="l" r="r" t="t"/>
              <a:pathLst>
                <a:path extrusionOk="0" h="4465" w="5209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6011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523875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238125" y="4402500"/>
              <a:ext cx="112575" cy="188850"/>
            </a:xfrm>
            <a:custGeom>
              <a:rect b="b" l="l" r="r" t="t"/>
              <a:pathLst>
                <a:path extrusionOk="0" h="7554" w="4503">
                  <a:moveTo>
                    <a:pt x="521" y="1"/>
                  </a:moveTo>
                  <a:lnTo>
                    <a:pt x="0" y="75"/>
                  </a:lnTo>
                  <a:lnTo>
                    <a:pt x="0" y="7517"/>
                  </a:lnTo>
                  <a:lnTo>
                    <a:pt x="335" y="7554"/>
                  </a:lnTo>
                  <a:lnTo>
                    <a:pt x="707" y="7554"/>
                  </a:lnTo>
                  <a:lnTo>
                    <a:pt x="1042" y="7517"/>
                  </a:lnTo>
                  <a:lnTo>
                    <a:pt x="1377" y="7479"/>
                  </a:lnTo>
                  <a:lnTo>
                    <a:pt x="1712" y="7368"/>
                  </a:lnTo>
                  <a:lnTo>
                    <a:pt x="2046" y="7256"/>
                  </a:lnTo>
                  <a:lnTo>
                    <a:pt x="2344" y="7107"/>
                  </a:lnTo>
                  <a:lnTo>
                    <a:pt x="2642" y="6958"/>
                  </a:lnTo>
                  <a:lnTo>
                    <a:pt x="2939" y="6772"/>
                  </a:lnTo>
                  <a:lnTo>
                    <a:pt x="3200" y="6549"/>
                  </a:lnTo>
                  <a:lnTo>
                    <a:pt x="3423" y="6326"/>
                  </a:lnTo>
                  <a:lnTo>
                    <a:pt x="3646" y="6065"/>
                  </a:lnTo>
                  <a:lnTo>
                    <a:pt x="3870" y="5805"/>
                  </a:lnTo>
                  <a:lnTo>
                    <a:pt x="4056" y="5507"/>
                  </a:lnTo>
                  <a:lnTo>
                    <a:pt x="4204" y="5210"/>
                  </a:lnTo>
                  <a:lnTo>
                    <a:pt x="4353" y="4875"/>
                  </a:lnTo>
                  <a:lnTo>
                    <a:pt x="4428" y="4540"/>
                  </a:lnTo>
                  <a:lnTo>
                    <a:pt x="4502" y="4168"/>
                  </a:lnTo>
                  <a:lnTo>
                    <a:pt x="4502" y="3796"/>
                  </a:lnTo>
                  <a:lnTo>
                    <a:pt x="4502" y="3424"/>
                  </a:lnTo>
                  <a:lnTo>
                    <a:pt x="4428" y="3052"/>
                  </a:lnTo>
                  <a:lnTo>
                    <a:pt x="4316" y="2642"/>
                  </a:lnTo>
                  <a:lnTo>
                    <a:pt x="4167" y="2233"/>
                  </a:lnTo>
                  <a:lnTo>
                    <a:pt x="3944" y="1824"/>
                  </a:lnTo>
                  <a:lnTo>
                    <a:pt x="3758" y="1526"/>
                  </a:lnTo>
                  <a:lnTo>
                    <a:pt x="3535" y="1266"/>
                  </a:lnTo>
                  <a:lnTo>
                    <a:pt x="3311" y="1043"/>
                  </a:lnTo>
                  <a:lnTo>
                    <a:pt x="3088" y="819"/>
                  </a:lnTo>
                  <a:lnTo>
                    <a:pt x="2865" y="633"/>
                  </a:lnTo>
                  <a:lnTo>
                    <a:pt x="2604" y="484"/>
                  </a:lnTo>
                  <a:lnTo>
                    <a:pt x="2344" y="336"/>
                  </a:lnTo>
                  <a:lnTo>
                    <a:pt x="2121" y="224"/>
                  </a:lnTo>
                  <a:lnTo>
                    <a:pt x="1860" y="112"/>
                  </a:lnTo>
                  <a:lnTo>
                    <a:pt x="1563" y="75"/>
                  </a:lnTo>
                  <a:lnTo>
                    <a:pt x="10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238125" y="2717950"/>
              <a:ext cx="643700" cy="481875"/>
            </a:xfrm>
            <a:custGeom>
              <a:rect b="b" l="l" r="r" t="t"/>
              <a:pathLst>
                <a:path extrusionOk="0" h="19275" w="25748">
                  <a:moveTo>
                    <a:pt x="20687" y="6810"/>
                  </a:moveTo>
                  <a:lnTo>
                    <a:pt x="22510" y="10010"/>
                  </a:lnTo>
                  <a:lnTo>
                    <a:pt x="22771" y="9489"/>
                  </a:lnTo>
                  <a:lnTo>
                    <a:pt x="23068" y="8968"/>
                  </a:lnTo>
                  <a:lnTo>
                    <a:pt x="23440" y="8521"/>
                  </a:lnTo>
                  <a:lnTo>
                    <a:pt x="23813" y="8075"/>
                  </a:lnTo>
                  <a:lnTo>
                    <a:pt x="24259" y="7703"/>
                  </a:lnTo>
                  <a:lnTo>
                    <a:pt x="24705" y="7368"/>
                  </a:lnTo>
                  <a:lnTo>
                    <a:pt x="25226" y="7070"/>
                  </a:lnTo>
                  <a:lnTo>
                    <a:pt x="25747" y="6810"/>
                  </a:lnTo>
                  <a:close/>
                  <a:moveTo>
                    <a:pt x="16073" y="1"/>
                  </a:moveTo>
                  <a:lnTo>
                    <a:pt x="12167" y="6810"/>
                  </a:lnTo>
                  <a:lnTo>
                    <a:pt x="3758" y="6810"/>
                  </a:lnTo>
                  <a:lnTo>
                    <a:pt x="670" y="1452"/>
                  </a:lnTo>
                  <a:lnTo>
                    <a:pt x="0" y="2605"/>
                  </a:lnTo>
                  <a:lnTo>
                    <a:pt x="0" y="7145"/>
                  </a:lnTo>
                  <a:lnTo>
                    <a:pt x="558" y="7554"/>
                  </a:lnTo>
                  <a:lnTo>
                    <a:pt x="1079" y="8038"/>
                  </a:lnTo>
                  <a:lnTo>
                    <a:pt x="1525" y="8559"/>
                  </a:lnTo>
                  <a:lnTo>
                    <a:pt x="1935" y="9191"/>
                  </a:lnTo>
                  <a:lnTo>
                    <a:pt x="4465" y="13619"/>
                  </a:lnTo>
                  <a:lnTo>
                    <a:pt x="4763" y="14065"/>
                  </a:lnTo>
                  <a:lnTo>
                    <a:pt x="4986" y="14512"/>
                  </a:lnTo>
                  <a:lnTo>
                    <a:pt x="5172" y="14958"/>
                  </a:lnTo>
                  <a:lnTo>
                    <a:pt x="5358" y="15405"/>
                  </a:lnTo>
                  <a:lnTo>
                    <a:pt x="5469" y="15814"/>
                  </a:lnTo>
                  <a:lnTo>
                    <a:pt x="5544" y="16186"/>
                  </a:lnTo>
                  <a:lnTo>
                    <a:pt x="5618" y="16521"/>
                  </a:lnTo>
                  <a:lnTo>
                    <a:pt x="5618" y="16819"/>
                  </a:lnTo>
                  <a:lnTo>
                    <a:pt x="5581" y="17451"/>
                  </a:lnTo>
                  <a:lnTo>
                    <a:pt x="5469" y="18084"/>
                  </a:lnTo>
                  <a:lnTo>
                    <a:pt x="5283" y="18716"/>
                  </a:lnTo>
                  <a:lnTo>
                    <a:pt x="5060" y="19274"/>
                  </a:lnTo>
                  <a:lnTo>
                    <a:pt x="5060" y="19274"/>
                  </a:lnTo>
                  <a:lnTo>
                    <a:pt x="12278" y="6847"/>
                  </a:lnTo>
                  <a:lnTo>
                    <a:pt x="20687" y="6810"/>
                  </a:lnTo>
                  <a:lnTo>
                    <a:pt x="20092" y="6810"/>
                  </a:lnTo>
                  <a:lnTo>
                    <a:pt x="1607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238125" y="1359900"/>
              <a:ext cx="625100" cy="481875"/>
            </a:xfrm>
            <a:custGeom>
              <a:rect b="b" l="l" r="r" t="t"/>
              <a:pathLst>
                <a:path extrusionOk="0" h="19275" w="25004">
                  <a:moveTo>
                    <a:pt x="19943" y="6810"/>
                  </a:moveTo>
                  <a:lnTo>
                    <a:pt x="21766" y="10009"/>
                  </a:lnTo>
                  <a:lnTo>
                    <a:pt x="22027" y="9489"/>
                  </a:lnTo>
                  <a:lnTo>
                    <a:pt x="22324" y="8968"/>
                  </a:lnTo>
                  <a:lnTo>
                    <a:pt x="22659" y="8521"/>
                  </a:lnTo>
                  <a:lnTo>
                    <a:pt x="23068" y="8075"/>
                  </a:lnTo>
                  <a:lnTo>
                    <a:pt x="23515" y="7703"/>
                  </a:lnTo>
                  <a:lnTo>
                    <a:pt x="23961" y="7368"/>
                  </a:lnTo>
                  <a:lnTo>
                    <a:pt x="24445" y="7070"/>
                  </a:lnTo>
                  <a:lnTo>
                    <a:pt x="25003" y="6810"/>
                  </a:lnTo>
                  <a:close/>
                  <a:moveTo>
                    <a:pt x="15329" y="1"/>
                  </a:moveTo>
                  <a:lnTo>
                    <a:pt x="11423" y="6810"/>
                  </a:lnTo>
                  <a:lnTo>
                    <a:pt x="3014" y="6810"/>
                  </a:lnTo>
                  <a:lnTo>
                    <a:pt x="0" y="1564"/>
                  </a:lnTo>
                  <a:lnTo>
                    <a:pt x="0" y="7740"/>
                  </a:lnTo>
                  <a:lnTo>
                    <a:pt x="335" y="8038"/>
                  </a:lnTo>
                  <a:lnTo>
                    <a:pt x="633" y="8410"/>
                  </a:lnTo>
                  <a:lnTo>
                    <a:pt x="930" y="8782"/>
                  </a:lnTo>
                  <a:lnTo>
                    <a:pt x="1191" y="9191"/>
                  </a:lnTo>
                  <a:lnTo>
                    <a:pt x="3721" y="13619"/>
                  </a:lnTo>
                  <a:lnTo>
                    <a:pt x="3981" y="14065"/>
                  </a:lnTo>
                  <a:lnTo>
                    <a:pt x="4242" y="14512"/>
                  </a:lnTo>
                  <a:lnTo>
                    <a:pt x="4428" y="14958"/>
                  </a:lnTo>
                  <a:lnTo>
                    <a:pt x="4614" y="15404"/>
                  </a:lnTo>
                  <a:lnTo>
                    <a:pt x="4725" y="15814"/>
                  </a:lnTo>
                  <a:lnTo>
                    <a:pt x="4800" y="16186"/>
                  </a:lnTo>
                  <a:lnTo>
                    <a:pt x="4837" y="16521"/>
                  </a:lnTo>
                  <a:lnTo>
                    <a:pt x="4874" y="16818"/>
                  </a:lnTo>
                  <a:lnTo>
                    <a:pt x="4837" y="17451"/>
                  </a:lnTo>
                  <a:lnTo>
                    <a:pt x="4725" y="18083"/>
                  </a:lnTo>
                  <a:lnTo>
                    <a:pt x="4539" y="18716"/>
                  </a:lnTo>
                  <a:lnTo>
                    <a:pt x="4279" y="19274"/>
                  </a:lnTo>
                  <a:lnTo>
                    <a:pt x="11534" y="6847"/>
                  </a:lnTo>
                  <a:lnTo>
                    <a:pt x="19943" y="6810"/>
                  </a:lnTo>
                  <a:lnTo>
                    <a:pt x="19348" y="6810"/>
                  </a:lnTo>
                  <a:lnTo>
                    <a:pt x="1532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956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9" y="8075"/>
                  </a:lnTo>
                  <a:lnTo>
                    <a:pt x="26418" y="7703"/>
                  </a:lnTo>
                  <a:lnTo>
                    <a:pt x="26902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6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1357125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1375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6783750" y="38965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10" y="782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7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2105900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238125" y="2414725"/>
              <a:ext cx="158150" cy="273500"/>
            </a:xfrm>
            <a:custGeom>
              <a:rect b="b" l="l" r="r" t="t"/>
              <a:pathLst>
                <a:path extrusionOk="0" h="10940" w="6326">
                  <a:moveTo>
                    <a:pt x="1228" y="0"/>
                  </a:moveTo>
                  <a:lnTo>
                    <a:pt x="0" y="2084"/>
                  </a:lnTo>
                  <a:lnTo>
                    <a:pt x="0" y="10939"/>
                  </a:lnTo>
                  <a:lnTo>
                    <a:pt x="63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60367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52450" y="321747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2525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2501225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5615450" y="32174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4046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4843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3298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4070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3274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1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4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40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7371625" y="3502100"/>
              <a:ext cx="10250" cy="18625"/>
            </a:xfrm>
            <a:custGeom>
              <a:rect b="b" l="l" r="r" t="t"/>
              <a:pathLst>
                <a:path extrusionOk="0" h="745" w="410">
                  <a:moveTo>
                    <a:pt x="410" y="0"/>
                  </a:moveTo>
                  <a:lnTo>
                    <a:pt x="1" y="745"/>
                  </a:lnTo>
                  <a:lnTo>
                    <a:pt x="410" y="745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7326050" y="2452850"/>
              <a:ext cx="55825" cy="192575"/>
            </a:xfrm>
            <a:custGeom>
              <a:rect b="b" l="l" r="r" t="t"/>
              <a:pathLst>
                <a:path extrusionOk="0" h="7703" w="2233">
                  <a:moveTo>
                    <a:pt x="2233" y="1"/>
                  </a:moveTo>
                  <a:lnTo>
                    <a:pt x="1" y="3908"/>
                  </a:lnTo>
                  <a:lnTo>
                    <a:pt x="2233" y="770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7340000" y="2769125"/>
              <a:ext cx="41875" cy="71650"/>
            </a:xfrm>
            <a:custGeom>
              <a:rect b="b" l="l" r="r" t="t"/>
              <a:pathLst>
                <a:path extrusionOk="0" h="2866" w="1675">
                  <a:moveTo>
                    <a:pt x="1675" y="0"/>
                  </a:moveTo>
                  <a:lnTo>
                    <a:pt x="1" y="2865"/>
                  </a:lnTo>
                  <a:lnTo>
                    <a:pt x="1675" y="2865"/>
                  </a:lnTo>
                  <a:lnTo>
                    <a:pt x="167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1728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4819225" y="271795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5591275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6364250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46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7136300" y="2754250"/>
              <a:ext cx="245575" cy="445575"/>
            </a:xfrm>
            <a:custGeom>
              <a:rect b="b" l="l" r="r" t="t"/>
              <a:pathLst>
                <a:path extrusionOk="0" h="17823" w="9823">
                  <a:moveTo>
                    <a:pt x="2865" y="0"/>
                  </a:moveTo>
                  <a:lnTo>
                    <a:pt x="0" y="4949"/>
                  </a:lnTo>
                  <a:lnTo>
                    <a:pt x="633" y="5060"/>
                  </a:lnTo>
                  <a:lnTo>
                    <a:pt x="1265" y="5246"/>
                  </a:lnTo>
                  <a:lnTo>
                    <a:pt x="1824" y="5507"/>
                  </a:lnTo>
                  <a:lnTo>
                    <a:pt x="2382" y="5804"/>
                  </a:lnTo>
                  <a:lnTo>
                    <a:pt x="2865" y="6214"/>
                  </a:lnTo>
                  <a:lnTo>
                    <a:pt x="3349" y="6660"/>
                  </a:lnTo>
                  <a:lnTo>
                    <a:pt x="3758" y="7181"/>
                  </a:lnTo>
                  <a:lnTo>
                    <a:pt x="4130" y="7739"/>
                  </a:lnTo>
                  <a:lnTo>
                    <a:pt x="6698" y="12167"/>
                  </a:lnTo>
                  <a:lnTo>
                    <a:pt x="6958" y="12613"/>
                  </a:lnTo>
                  <a:lnTo>
                    <a:pt x="7181" y="13060"/>
                  </a:lnTo>
                  <a:lnTo>
                    <a:pt x="7405" y="13506"/>
                  </a:lnTo>
                  <a:lnTo>
                    <a:pt x="7553" y="13953"/>
                  </a:lnTo>
                  <a:lnTo>
                    <a:pt x="7665" y="14362"/>
                  </a:lnTo>
                  <a:lnTo>
                    <a:pt x="7777" y="14734"/>
                  </a:lnTo>
                  <a:lnTo>
                    <a:pt x="7814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516" y="17227"/>
                  </a:lnTo>
                  <a:lnTo>
                    <a:pt x="7256" y="17822"/>
                  </a:lnTo>
                  <a:lnTo>
                    <a:pt x="9823" y="13395"/>
                  </a:lnTo>
                  <a:lnTo>
                    <a:pt x="9823" y="5358"/>
                  </a:lnTo>
                  <a:lnTo>
                    <a:pt x="5953" y="5358"/>
                  </a:lnTo>
                  <a:lnTo>
                    <a:pt x="286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686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2130100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8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2902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5220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4447150" y="2538450"/>
              <a:ext cx="147000" cy="157200"/>
            </a:xfrm>
            <a:custGeom>
              <a:rect b="b" l="l" r="r" t="t"/>
              <a:pathLst>
                <a:path extrusionOk="0" h="6288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3675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540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190625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372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5993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976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388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7161400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7222800" y="3112350"/>
              <a:ext cx="159075" cy="443725"/>
            </a:xfrm>
            <a:custGeom>
              <a:rect b="b" l="l" r="r" t="t"/>
              <a:pathLst>
                <a:path extrusionOk="0" h="17749" w="6363">
                  <a:moveTo>
                    <a:pt x="6363" y="1"/>
                  </a:moveTo>
                  <a:lnTo>
                    <a:pt x="1" y="10940"/>
                  </a:lnTo>
                  <a:lnTo>
                    <a:pt x="4019" y="17748"/>
                  </a:lnTo>
                  <a:lnTo>
                    <a:pt x="6363" y="17748"/>
                  </a:lnTo>
                  <a:lnTo>
                    <a:pt x="6363" y="16781"/>
                  </a:lnTo>
                  <a:lnTo>
                    <a:pt x="5172" y="16781"/>
                  </a:lnTo>
                  <a:lnTo>
                    <a:pt x="6363" y="14697"/>
                  </a:lnTo>
                  <a:lnTo>
                    <a:pt x="636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7157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676515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827475" y="2221250"/>
              <a:ext cx="554400" cy="655800"/>
            </a:xfrm>
            <a:custGeom>
              <a:rect b="b" l="l" r="r" t="t"/>
              <a:pathLst>
                <a:path extrusionOk="0" h="26232" w="22176">
                  <a:moveTo>
                    <a:pt x="18604" y="968"/>
                  </a:moveTo>
                  <a:lnTo>
                    <a:pt x="21692" y="6326"/>
                  </a:lnTo>
                  <a:lnTo>
                    <a:pt x="15516" y="6326"/>
                  </a:lnTo>
                  <a:lnTo>
                    <a:pt x="12391" y="968"/>
                  </a:lnTo>
                  <a:close/>
                  <a:moveTo>
                    <a:pt x="21692" y="7293"/>
                  </a:move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1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604" y="26231"/>
                  </a:lnTo>
                  <a:lnTo>
                    <a:pt x="22176" y="26231"/>
                  </a:lnTo>
                  <a:lnTo>
                    <a:pt x="22176" y="25264"/>
                  </a:lnTo>
                  <a:lnTo>
                    <a:pt x="19720" y="25264"/>
                  </a:lnTo>
                  <a:lnTo>
                    <a:pt x="22176" y="20985"/>
                  </a:lnTo>
                  <a:lnTo>
                    <a:pt x="22176" y="17860"/>
                  </a:lnTo>
                  <a:lnTo>
                    <a:pt x="19385" y="13172"/>
                  </a:lnTo>
                  <a:lnTo>
                    <a:pt x="22176" y="8335"/>
                  </a:lnTo>
                  <a:lnTo>
                    <a:pt x="22176" y="1972"/>
                  </a:lnTo>
                  <a:lnTo>
                    <a:pt x="21990" y="2270"/>
                  </a:lnTo>
                  <a:lnTo>
                    <a:pt x="21804" y="2605"/>
                  </a:lnTo>
                  <a:lnTo>
                    <a:pt x="21655" y="2977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6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4422975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544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3317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177197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8"/>
                  </a:lnTo>
                  <a:lnTo>
                    <a:pt x="559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999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5635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38125" y="4575525"/>
              <a:ext cx="134900" cy="157225"/>
            </a:xfrm>
            <a:custGeom>
              <a:rect b="b" l="l" r="r" t="t"/>
              <a:pathLst>
                <a:path extrusionOk="0" h="6289" w="5396">
                  <a:moveTo>
                    <a:pt x="5395" y="0"/>
                  </a:moveTo>
                  <a:lnTo>
                    <a:pt x="5097" y="410"/>
                  </a:lnTo>
                  <a:lnTo>
                    <a:pt x="4763" y="782"/>
                  </a:lnTo>
                  <a:lnTo>
                    <a:pt x="4390" y="1154"/>
                  </a:lnTo>
                  <a:lnTo>
                    <a:pt x="3981" y="1451"/>
                  </a:lnTo>
                  <a:lnTo>
                    <a:pt x="3497" y="1749"/>
                  </a:lnTo>
                  <a:lnTo>
                    <a:pt x="3051" y="2009"/>
                  </a:lnTo>
                  <a:lnTo>
                    <a:pt x="2567" y="2195"/>
                  </a:lnTo>
                  <a:lnTo>
                    <a:pt x="2046" y="2381"/>
                  </a:lnTo>
                  <a:lnTo>
                    <a:pt x="1563" y="2493"/>
                  </a:lnTo>
                  <a:lnTo>
                    <a:pt x="1042" y="2530"/>
                  </a:lnTo>
                  <a:lnTo>
                    <a:pt x="521" y="2530"/>
                  </a:lnTo>
                  <a:lnTo>
                    <a:pt x="0" y="2493"/>
                  </a:lnTo>
                  <a:lnTo>
                    <a:pt x="0" y="3237"/>
                  </a:lnTo>
                  <a:lnTo>
                    <a:pt x="1749" y="6288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4089050" y="457552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10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40705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4862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482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3254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38125" y="1859400"/>
              <a:ext cx="96750" cy="157225"/>
            </a:xfrm>
            <a:custGeom>
              <a:rect b="b" l="l" r="r" t="t"/>
              <a:pathLst>
                <a:path extrusionOk="0" h="6289" w="3870">
                  <a:moveTo>
                    <a:pt x="3870" y="1"/>
                  </a:moveTo>
                  <a:lnTo>
                    <a:pt x="3572" y="410"/>
                  </a:lnTo>
                  <a:lnTo>
                    <a:pt x="3237" y="782"/>
                  </a:lnTo>
                  <a:lnTo>
                    <a:pt x="2865" y="1154"/>
                  </a:lnTo>
                  <a:lnTo>
                    <a:pt x="2456" y="1452"/>
                  </a:lnTo>
                  <a:lnTo>
                    <a:pt x="1898" y="1824"/>
                  </a:lnTo>
                  <a:lnTo>
                    <a:pt x="1265" y="2122"/>
                  </a:lnTo>
                  <a:lnTo>
                    <a:pt x="633" y="2345"/>
                  </a:lnTo>
                  <a:lnTo>
                    <a:pt x="0" y="2494"/>
                  </a:lnTo>
                  <a:lnTo>
                    <a:pt x="0" y="5842"/>
                  </a:lnTo>
                  <a:lnTo>
                    <a:pt x="260" y="628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1709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38125" y="1687325"/>
              <a:ext cx="75350" cy="185125"/>
            </a:xfrm>
            <a:custGeom>
              <a:rect b="b" l="l" r="r" t="t"/>
              <a:pathLst>
                <a:path extrusionOk="0" h="7405" w="3014">
                  <a:moveTo>
                    <a:pt x="0" y="1"/>
                  </a:moveTo>
                  <a:lnTo>
                    <a:pt x="0" y="7405"/>
                  </a:lnTo>
                  <a:lnTo>
                    <a:pt x="298" y="7330"/>
                  </a:lnTo>
                  <a:lnTo>
                    <a:pt x="595" y="7219"/>
                  </a:lnTo>
                  <a:lnTo>
                    <a:pt x="856" y="7070"/>
                  </a:lnTo>
                  <a:lnTo>
                    <a:pt x="1153" y="6921"/>
                  </a:lnTo>
                  <a:lnTo>
                    <a:pt x="1414" y="6735"/>
                  </a:lnTo>
                  <a:lnTo>
                    <a:pt x="1674" y="6512"/>
                  </a:lnTo>
                  <a:lnTo>
                    <a:pt x="1935" y="6289"/>
                  </a:lnTo>
                  <a:lnTo>
                    <a:pt x="2158" y="6028"/>
                  </a:lnTo>
                  <a:lnTo>
                    <a:pt x="2381" y="5768"/>
                  </a:lnTo>
                  <a:lnTo>
                    <a:pt x="2567" y="5470"/>
                  </a:lnTo>
                  <a:lnTo>
                    <a:pt x="2716" y="5172"/>
                  </a:lnTo>
                  <a:lnTo>
                    <a:pt x="2828" y="4838"/>
                  </a:lnTo>
                  <a:lnTo>
                    <a:pt x="2939" y="4503"/>
                  </a:lnTo>
                  <a:lnTo>
                    <a:pt x="2977" y="4131"/>
                  </a:lnTo>
                  <a:lnTo>
                    <a:pt x="3014" y="3759"/>
                  </a:lnTo>
                  <a:lnTo>
                    <a:pt x="2977" y="3386"/>
                  </a:lnTo>
                  <a:lnTo>
                    <a:pt x="2939" y="3014"/>
                  </a:lnTo>
                  <a:lnTo>
                    <a:pt x="2828" y="2605"/>
                  </a:lnTo>
                  <a:lnTo>
                    <a:pt x="2642" y="2196"/>
                  </a:lnTo>
                  <a:lnTo>
                    <a:pt x="2456" y="1787"/>
                  </a:lnTo>
                  <a:lnTo>
                    <a:pt x="2195" y="1415"/>
                  </a:lnTo>
                  <a:lnTo>
                    <a:pt x="1898" y="1080"/>
                  </a:lnTo>
                  <a:lnTo>
                    <a:pt x="1637" y="819"/>
                  </a:lnTo>
                  <a:lnTo>
                    <a:pt x="1302" y="559"/>
                  </a:lnTo>
                  <a:lnTo>
                    <a:pt x="1005" y="373"/>
                  </a:lnTo>
                  <a:lnTo>
                    <a:pt x="670" y="224"/>
                  </a:lnTo>
                  <a:lnTo>
                    <a:pt x="33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961800" y="18594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1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6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6" y="2568"/>
                  </a:lnTo>
                  <a:lnTo>
                    <a:pt x="558" y="2531"/>
                  </a:lnTo>
                  <a:lnTo>
                    <a:pt x="0" y="2419"/>
                  </a:lnTo>
                  <a:lnTo>
                    <a:pt x="2195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38125" y="2038925"/>
              <a:ext cx="247450" cy="250250"/>
            </a:xfrm>
            <a:custGeom>
              <a:rect b="b" l="l" r="r" t="t"/>
              <a:pathLst>
                <a:path extrusionOk="0" h="10010" w="9898">
                  <a:moveTo>
                    <a:pt x="260" y="1"/>
                  </a:moveTo>
                  <a:lnTo>
                    <a:pt x="0" y="447"/>
                  </a:lnTo>
                  <a:lnTo>
                    <a:pt x="0" y="6810"/>
                  </a:lnTo>
                  <a:lnTo>
                    <a:pt x="4242" y="6810"/>
                  </a:lnTo>
                  <a:lnTo>
                    <a:pt x="260" y="1"/>
                  </a:lnTo>
                  <a:close/>
                  <a:moveTo>
                    <a:pt x="4837" y="6810"/>
                  </a:moveTo>
                  <a:lnTo>
                    <a:pt x="6697" y="10010"/>
                  </a:lnTo>
                  <a:lnTo>
                    <a:pt x="6958" y="9489"/>
                  </a:lnTo>
                  <a:lnTo>
                    <a:pt x="7255" y="8968"/>
                  </a:lnTo>
                  <a:lnTo>
                    <a:pt x="7590" y="8521"/>
                  </a:lnTo>
                  <a:lnTo>
                    <a:pt x="8000" y="8075"/>
                  </a:lnTo>
                  <a:lnTo>
                    <a:pt x="8409" y="7703"/>
                  </a:lnTo>
                  <a:lnTo>
                    <a:pt x="8892" y="7368"/>
                  </a:lnTo>
                  <a:lnTo>
                    <a:pt x="9376" y="7070"/>
                  </a:lnTo>
                  <a:lnTo>
                    <a:pt x="9897" y="681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559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7139075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399025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581350" y="1577575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1338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110550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748775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5112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883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894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6746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4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6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695677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0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6808875" y="863200"/>
              <a:ext cx="573000" cy="655800"/>
            </a:xfrm>
            <a:custGeom>
              <a:rect b="b" l="l" r="r" t="t"/>
              <a:pathLst>
                <a:path extrusionOk="0" h="26232" w="22920">
                  <a:moveTo>
                    <a:pt x="18567" y="968"/>
                  </a:moveTo>
                  <a:lnTo>
                    <a:pt x="21655" y="6325"/>
                  </a:lnTo>
                  <a:lnTo>
                    <a:pt x="15479" y="6325"/>
                  </a:lnTo>
                  <a:lnTo>
                    <a:pt x="12390" y="968"/>
                  </a:lnTo>
                  <a:close/>
                  <a:moveTo>
                    <a:pt x="21655" y="7293"/>
                  </a:moveTo>
                  <a:lnTo>
                    <a:pt x="11274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0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567" y="26231"/>
                  </a:lnTo>
                  <a:lnTo>
                    <a:pt x="22920" y="26231"/>
                  </a:lnTo>
                  <a:lnTo>
                    <a:pt x="22920" y="25264"/>
                  </a:lnTo>
                  <a:lnTo>
                    <a:pt x="19683" y="25264"/>
                  </a:lnTo>
                  <a:lnTo>
                    <a:pt x="22920" y="19683"/>
                  </a:lnTo>
                  <a:lnTo>
                    <a:pt x="22920" y="19162"/>
                  </a:lnTo>
                  <a:lnTo>
                    <a:pt x="19385" y="13172"/>
                  </a:lnTo>
                  <a:lnTo>
                    <a:pt x="22511" y="7739"/>
                  </a:lnTo>
                  <a:lnTo>
                    <a:pt x="22734" y="8074"/>
                  </a:lnTo>
                  <a:lnTo>
                    <a:pt x="22920" y="8446"/>
                  </a:lnTo>
                  <a:lnTo>
                    <a:pt x="22920" y="1079"/>
                  </a:lnTo>
                  <a:lnTo>
                    <a:pt x="22474" y="1563"/>
                  </a:lnTo>
                  <a:lnTo>
                    <a:pt x="22064" y="2084"/>
                  </a:lnTo>
                  <a:lnTo>
                    <a:pt x="21767" y="2679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4027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7241400" y="4502975"/>
              <a:ext cx="140475" cy="363700"/>
            </a:xfrm>
            <a:custGeom>
              <a:rect b="b" l="l" r="r" t="t"/>
              <a:pathLst>
                <a:path extrusionOk="0" h="14548" w="5619">
                  <a:moveTo>
                    <a:pt x="5619" y="0"/>
                  </a:moveTo>
                  <a:lnTo>
                    <a:pt x="1" y="9637"/>
                  </a:lnTo>
                  <a:lnTo>
                    <a:pt x="2903" y="14548"/>
                  </a:lnTo>
                  <a:lnTo>
                    <a:pt x="5619" y="14548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3656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6398675" y="4755050"/>
              <a:ext cx="129300" cy="111625"/>
            </a:xfrm>
            <a:custGeom>
              <a:rect b="b" l="l" r="r" t="t"/>
              <a:pathLst>
                <a:path extrusionOk="0" h="4465" w="5172">
                  <a:moveTo>
                    <a:pt x="2567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4428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5201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7180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4824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506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38125" y="1569200"/>
              <a:ext cx="110700" cy="340475"/>
            </a:xfrm>
            <a:custGeom>
              <a:rect b="b" l="l" r="r" t="t"/>
              <a:pathLst>
                <a:path extrusionOk="0" h="13619" w="4428">
                  <a:moveTo>
                    <a:pt x="0" y="0"/>
                  </a:moveTo>
                  <a:lnTo>
                    <a:pt x="0" y="4242"/>
                  </a:lnTo>
                  <a:lnTo>
                    <a:pt x="409" y="4354"/>
                  </a:lnTo>
                  <a:lnTo>
                    <a:pt x="781" y="4465"/>
                  </a:lnTo>
                  <a:lnTo>
                    <a:pt x="1153" y="4651"/>
                  </a:lnTo>
                  <a:lnTo>
                    <a:pt x="1525" y="4874"/>
                  </a:lnTo>
                  <a:lnTo>
                    <a:pt x="1898" y="5135"/>
                  </a:lnTo>
                  <a:lnTo>
                    <a:pt x="2232" y="5470"/>
                  </a:lnTo>
                  <a:lnTo>
                    <a:pt x="2530" y="5842"/>
                  </a:lnTo>
                  <a:lnTo>
                    <a:pt x="2865" y="6288"/>
                  </a:lnTo>
                  <a:lnTo>
                    <a:pt x="3088" y="6735"/>
                  </a:lnTo>
                  <a:lnTo>
                    <a:pt x="3274" y="7219"/>
                  </a:lnTo>
                  <a:lnTo>
                    <a:pt x="3386" y="7665"/>
                  </a:lnTo>
                  <a:lnTo>
                    <a:pt x="3460" y="8074"/>
                  </a:lnTo>
                  <a:lnTo>
                    <a:pt x="3460" y="8521"/>
                  </a:lnTo>
                  <a:lnTo>
                    <a:pt x="3460" y="8930"/>
                  </a:lnTo>
                  <a:lnTo>
                    <a:pt x="3386" y="9302"/>
                  </a:lnTo>
                  <a:lnTo>
                    <a:pt x="3274" y="9711"/>
                  </a:lnTo>
                  <a:lnTo>
                    <a:pt x="3125" y="10083"/>
                  </a:lnTo>
                  <a:lnTo>
                    <a:pt x="2977" y="10418"/>
                  </a:lnTo>
                  <a:lnTo>
                    <a:pt x="2753" y="10753"/>
                  </a:lnTo>
                  <a:lnTo>
                    <a:pt x="2530" y="11051"/>
                  </a:lnTo>
                  <a:lnTo>
                    <a:pt x="2270" y="11349"/>
                  </a:lnTo>
                  <a:lnTo>
                    <a:pt x="2009" y="11609"/>
                  </a:lnTo>
                  <a:lnTo>
                    <a:pt x="1712" y="11832"/>
                  </a:lnTo>
                  <a:lnTo>
                    <a:pt x="1377" y="12055"/>
                  </a:lnTo>
                  <a:lnTo>
                    <a:pt x="1042" y="12204"/>
                  </a:lnTo>
                  <a:lnTo>
                    <a:pt x="707" y="12390"/>
                  </a:lnTo>
                  <a:lnTo>
                    <a:pt x="372" y="12502"/>
                  </a:lnTo>
                  <a:lnTo>
                    <a:pt x="0" y="12614"/>
                  </a:lnTo>
                  <a:lnTo>
                    <a:pt x="0" y="13618"/>
                  </a:lnTo>
                  <a:lnTo>
                    <a:pt x="558" y="13507"/>
                  </a:lnTo>
                  <a:lnTo>
                    <a:pt x="1153" y="13283"/>
                  </a:lnTo>
                  <a:lnTo>
                    <a:pt x="1674" y="13023"/>
                  </a:lnTo>
                  <a:lnTo>
                    <a:pt x="2195" y="12688"/>
                  </a:lnTo>
                  <a:lnTo>
                    <a:pt x="2679" y="12279"/>
                  </a:lnTo>
                  <a:lnTo>
                    <a:pt x="3125" y="11832"/>
                  </a:lnTo>
                  <a:lnTo>
                    <a:pt x="3497" y="11349"/>
                  </a:lnTo>
                  <a:lnTo>
                    <a:pt x="3832" y="10828"/>
                  </a:lnTo>
                  <a:lnTo>
                    <a:pt x="4093" y="10270"/>
                  </a:lnTo>
                  <a:lnTo>
                    <a:pt x="4242" y="9674"/>
                  </a:lnTo>
                  <a:lnTo>
                    <a:pt x="4390" y="9079"/>
                  </a:lnTo>
                  <a:lnTo>
                    <a:pt x="4428" y="8446"/>
                  </a:lnTo>
                  <a:lnTo>
                    <a:pt x="4390" y="8186"/>
                  </a:lnTo>
                  <a:lnTo>
                    <a:pt x="4353" y="7888"/>
                  </a:lnTo>
                  <a:lnTo>
                    <a:pt x="4279" y="7553"/>
                  </a:lnTo>
                  <a:lnTo>
                    <a:pt x="4167" y="7181"/>
                  </a:lnTo>
                  <a:lnTo>
                    <a:pt x="4018" y="6772"/>
                  </a:lnTo>
                  <a:lnTo>
                    <a:pt x="3795" y="6326"/>
                  </a:lnTo>
                  <a:lnTo>
                    <a:pt x="3572" y="5916"/>
                  </a:lnTo>
                  <a:lnTo>
                    <a:pt x="3349" y="5507"/>
                  </a:lnTo>
                  <a:lnTo>
                    <a:pt x="781" y="1042"/>
                  </a:lnTo>
                  <a:lnTo>
                    <a:pt x="409" y="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733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795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0" y="17078"/>
                  </a:lnTo>
                  <a:lnTo>
                    <a:pt x="5097" y="17041"/>
                  </a:lnTo>
                  <a:lnTo>
                    <a:pt x="1492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307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976675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4080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3278850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8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7204200" y="1721750"/>
              <a:ext cx="177675" cy="476275"/>
            </a:xfrm>
            <a:custGeom>
              <a:rect b="b" l="l" r="r" t="t"/>
              <a:pathLst>
                <a:path extrusionOk="0" h="19051" w="7107">
                  <a:moveTo>
                    <a:pt x="7107" y="0"/>
                  </a:moveTo>
                  <a:lnTo>
                    <a:pt x="0" y="12241"/>
                  </a:lnTo>
                  <a:lnTo>
                    <a:pt x="4019" y="19050"/>
                  </a:lnTo>
                  <a:lnTo>
                    <a:pt x="7107" y="19050"/>
                  </a:lnTo>
                  <a:lnTo>
                    <a:pt x="7107" y="18083"/>
                  </a:lnTo>
                  <a:lnTo>
                    <a:pt x="5135" y="18083"/>
                  </a:lnTo>
                  <a:lnTo>
                    <a:pt x="7107" y="14697"/>
                  </a:lnTo>
                  <a:lnTo>
                    <a:pt x="710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6994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7176300" y="3614650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7141875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5625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559685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4853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6369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4051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990625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7321400" y="1378500"/>
              <a:ext cx="60475" cy="104225"/>
            </a:xfrm>
            <a:custGeom>
              <a:rect b="b" l="l" r="r" t="t"/>
              <a:pathLst>
                <a:path extrusionOk="0" h="4169" w="2419">
                  <a:moveTo>
                    <a:pt x="2419" y="1"/>
                  </a:moveTo>
                  <a:lnTo>
                    <a:pt x="1" y="4168"/>
                  </a:lnTo>
                  <a:lnTo>
                    <a:pt x="2419" y="4168"/>
                  </a:lnTo>
                  <a:lnTo>
                    <a:pt x="241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238125" y="4755050"/>
              <a:ext cx="109775" cy="111625"/>
            </a:xfrm>
            <a:custGeom>
              <a:rect b="b" l="l" r="r" t="t"/>
              <a:pathLst>
                <a:path extrusionOk="0" h="4465" w="4391">
                  <a:moveTo>
                    <a:pt x="1749" y="0"/>
                  </a:moveTo>
                  <a:lnTo>
                    <a:pt x="0" y="3051"/>
                  </a:lnTo>
                  <a:lnTo>
                    <a:pt x="0" y="4465"/>
                  </a:lnTo>
                  <a:lnTo>
                    <a:pt x="4390" y="4465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7306525" y="1079925"/>
              <a:ext cx="75350" cy="239075"/>
            </a:xfrm>
            <a:custGeom>
              <a:rect b="b" l="l" r="r" t="t"/>
              <a:pathLst>
                <a:path extrusionOk="0" h="9563" w="3014">
                  <a:moveTo>
                    <a:pt x="2605" y="1"/>
                  </a:moveTo>
                  <a:lnTo>
                    <a:pt x="0" y="4503"/>
                  </a:lnTo>
                  <a:lnTo>
                    <a:pt x="3014" y="9563"/>
                  </a:lnTo>
                  <a:lnTo>
                    <a:pt x="3014" y="70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1145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4800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6" y="6810"/>
                  </a:lnTo>
                  <a:lnTo>
                    <a:pt x="2828" y="1452"/>
                  </a:lnTo>
                  <a:lnTo>
                    <a:pt x="0" y="6400"/>
                  </a:lnTo>
                  <a:lnTo>
                    <a:pt x="596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5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40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5572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3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634565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7117700" y="1396175"/>
              <a:ext cx="264175" cy="445600"/>
            </a:xfrm>
            <a:custGeom>
              <a:rect b="b" l="l" r="r" t="t"/>
              <a:pathLst>
                <a:path extrusionOk="0" h="17824" w="10567">
                  <a:moveTo>
                    <a:pt x="2865" y="1"/>
                  </a:moveTo>
                  <a:lnTo>
                    <a:pt x="0" y="4949"/>
                  </a:lnTo>
                  <a:lnTo>
                    <a:pt x="633" y="5061"/>
                  </a:lnTo>
                  <a:lnTo>
                    <a:pt x="1265" y="5247"/>
                  </a:lnTo>
                  <a:lnTo>
                    <a:pt x="1823" y="5508"/>
                  </a:lnTo>
                  <a:lnTo>
                    <a:pt x="2381" y="5805"/>
                  </a:lnTo>
                  <a:lnTo>
                    <a:pt x="2865" y="6214"/>
                  </a:lnTo>
                  <a:lnTo>
                    <a:pt x="3349" y="6661"/>
                  </a:lnTo>
                  <a:lnTo>
                    <a:pt x="3758" y="7182"/>
                  </a:lnTo>
                  <a:lnTo>
                    <a:pt x="4130" y="7740"/>
                  </a:lnTo>
                  <a:lnTo>
                    <a:pt x="6697" y="12168"/>
                  </a:lnTo>
                  <a:lnTo>
                    <a:pt x="6958" y="12614"/>
                  </a:lnTo>
                  <a:lnTo>
                    <a:pt x="7181" y="13061"/>
                  </a:lnTo>
                  <a:lnTo>
                    <a:pt x="7367" y="13507"/>
                  </a:lnTo>
                  <a:lnTo>
                    <a:pt x="7553" y="13953"/>
                  </a:lnTo>
                  <a:lnTo>
                    <a:pt x="7665" y="14363"/>
                  </a:lnTo>
                  <a:lnTo>
                    <a:pt x="7739" y="14735"/>
                  </a:lnTo>
                  <a:lnTo>
                    <a:pt x="7814" y="15070"/>
                  </a:lnTo>
                  <a:lnTo>
                    <a:pt x="7814" y="15367"/>
                  </a:lnTo>
                  <a:lnTo>
                    <a:pt x="7776" y="16000"/>
                  </a:lnTo>
                  <a:lnTo>
                    <a:pt x="7665" y="16632"/>
                  </a:lnTo>
                  <a:lnTo>
                    <a:pt x="7479" y="17265"/>
                  </a:lnTo>
                  <a:lnTo>
                    <a:pt x="7256" y="17823"/>
                  </a:lnTo>
                  <a:lnTo>
                    <a:pt x="10567" y="12130"/>
                  </a:lnTo>
                  <a:lnTo>
                    <a:pt x="10567" y="5359"/>
                  </a:lnTo>
                  <a:lnTo>
                    <a:pt x="5953" y="5359"/>
                  </a:lnTo>
                  <a:lnTo>
                    <a:pt x="286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238125" y="4076025"/>
              <a:ext cx="662300" cy="481850"/>
            </a:xfrm>
            <a:custGeom>
              <a:rect b="b" l="l" r="r" t="t"/>
              <a:pathLst>
                <a:path extrusionOk="0" h="19274" w="26492">
                  <a:moveTo>
                    <a:pt x="21431" y="6809"/>
                  </a:moveTo>
                  <a:lnTo>
                    <a:pt x="23254" y="10009"/>
                  </a:lnTo>
                  <a:lnTo>
                    <a:pt x="23515" y="9488"/>
                  </a:lnTo>
                  <a:lnTo>
                    <a:pt x="23813" y="8967"/>
                  </a:lnTo>
                  <a:lnTo>
                    <a:pt x="24185" y="8520"/>
                  </a:lnTo>
                  <a:lnTo>
                    <a:pt x="24557" y="8074"/>
                  </a:lnTo>
                  <a:lnTo>
                    <a:pt x="25003" y="7702"/>
                  </a:lnTo>
                  <a:lnTo>
                    <a:pt x="25450" y="7367"/>
                  </a:lnTo>
                  <a:lnTo>
                    <a:pt x="25971" y="7069"/>
                  </a:lnTo>
                  <a:lnTo>
                    <a:pt x="26491" y="6809"/>
                  </a:lnTo>
                  <a:close/>
                  <a:moveTo>
                    <a:pt x="16818" y="0"/>
                  </a:moveTo>
                  <a:lnTo>
                    <a:pt x="12911" y="6809"/>
                  </a:lnTo>
                  <a:lnTo>
                    <a:pt x="4502" y="6809"/>
                  </a:lnTo>
                  <a:lnTo>
                    <a:pt x="1414" y="1451"/>
                  </a:lnTo>
                  <a:lnTo>
                    <a:pt x="0" y="3907"/>
                  </a:lnTo>
                  <a:lnTo>
                    <a:pt x="0" y="6772"/>
                  </a:lnTo>
                  <a:lnTo>
                    <a:pt x="409" y="6958"/>
                  </a:lnTo>
                  <a:lnTo>
                    <a:pt x="781" y="7181"/>
                  </a:lnTo>
                  <a:lnTo>
                    <a:pt x="1153" y="7441"/>
                  </a:lnTo>
                  <a:lnTo>
                    <a:pt x="1525" y="7739"/>
                  </a:lnTo>
                  <a:lnTo>
                    <a:pt x="1823" y="8037"/>
                  </a:lnTo>
                  <a:lnTo>
                    <a:pt x="2158" y="8409"/>
                  </a:lnTo>
                  <a:lnTo>
                    <a:pt x="2418" y="8781"/>
                  </a:lnTo>
                  <a:lnTo>
                    <a:pt x="2679" y="9190"/>
                  </a:lnTo>
                  <a:lnTo>
                    <a:pt x="5246" y="13618"/>
                  </a:lnTo>
                  <a:lnTo>
                    <a:pt x="5507" y="14064"/>
                  </a:lnTo>
                  <a:lnTo>
                    <a:pt x="5730" y="14511"/>
                  </a:lnTo>
                  <a:lnTo>
                    <a:pt x="5916" y="14957"/>
                  </a:lnTo>
                  <a:lnTo>
                    <a:pt x="6102" y="15404"/>
                  </a:lnTo>
                  <a:lnTo>
                    <a:pt x="6214" y="15813"/>
                  </a:lnTo>
                  <a:lnTo>
                    <a:pt x="6288" y="16185"/>
                  </a:lnTo>
                  <a:lnTo>
                    <a:pt x="6362" y="16520"/>
                  </a:lnTo>
                  <a:lnTo>
                    <a:pt x="6362" y="16818"/>
                  </a:lnTo>
                  <a:lnTo>
                    <a:pt x="6325" y="17450"/>
                  </a:lnTo>
                  <a:lnTo>
                    <a:pt x="6214" y="18083"/>
                  </a:lnTo>
                  <a:lnTo>
                    <a:pt x="6028" y="18715"/>
                  </a:lnTo>
                  <a:lnTo>
                    <a:pt x="5804" y="19273"/>
                  </a:lnTo>
                  <a:lnTo>
                    <a:pt x="13022" y="6846"/>
                  </a:lnTo>
                  <a:lnTo>
                    <a:pt x="21431" y="6809"/>
                  </a:lnTo>
                  <a:lnTo>
                    <a:pt x="20836" y="6809"/>
                  </a:lnTo>
                  <a:lnTo>
                    <a:pt x="1681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290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535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58" y="7218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535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2535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1762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238125" y="4258325"/>
              <a:ext cx="147900" cy="369300"/>
            </a:xfrm>
            <a:custGeom>
              <a:rect b="b" l="l" r="r" t="t"/>
              <a:pathLst>
                <a:path extrusionOk="0" h="14772" w="5916">
                  <a:moveTo>
                    <a:pt x="0" y="1"/>
                  </a:moveTo>
                  <a:lnTo>
                    <a:pt x="0" y="5358"/>
                  </a:lnTo>
                  <a:lnTo>
                    <a:pt x="558" y="5284"/>
                  </a:lnTo>
                  <a:lnTo>
                    <a:pt x="1153" y="5284"/>
                  </a:lnTo>
                  <a:lnTo>
                    <a:pt x="1451" y="5321"/>
                  </a:lnTo>
                  <a:lnTo>
                    <a:pt x="1749" y="5396"/>
                  </a:lnTo>
                  <a:lnTo>
                    <a:pt x="2046" y="5470"/>
                  </a:lnTo>
                  <a:lnTo>
                    <a:pt x="2307" y="5582"/>
                  </a:lnTo>
                  <a:lnTo>
                    <a:pt x="2604" y="5693"/>
                  </a:lnTo>
                  <a:lnTo>
                    <a:pt x="2865" y="5842"/>
                  </a:lnTo>
                  <a:lnTo>
                    <a:pt x="3125" y="6028"/>
                  </a:lnTo>
                  <a:lnTo>
                    <a:pt x="3386" y="6251"/>
                  </a:lnTo>
                  <a:lnTo>
                    <a:pt x="3646" y="6475"/>
                  </a:lnTo>
                  <a:lnTo>
                    <a:pt x="3907" y="6735"/>
                  </a:lnTo>
                  <a:lnTo>
                    <a:pt x="4130" y="7033"/>
                  </a:lnTo>
                  <a:lnTo>
                    <a:pt x="4353" y="7368"/>
                  </a:lnTo>
                  <a:lnTo>
                    <a:pt x="4576" y="7814"/>
                  </a:lnTo>
                  <a:lnTo>
                    <a:pt x="4763" y="8298"/>
                  </a:lnTo>
                  <a:lnTo>
                    <a:pt x="4874" y="8744"/>
                  </a:lnTo>
                  <a:lnTo>
                    <a:pt x="4949" y="9154"/>
                  </a:lnTo>
                  <a:lnTo>
                    <a:pt x="4986" y="9600"/>
                  </a:lnTo>
                  <a:lnTo>
                    <a:pt x="4949" y="10009"/>
                  </a:lnTo>
                  <a:lnTo>
                    <a:pt x="4874" y="10381"/>
                  </a:lnTo>
                  <a:lnTo>
                    <a:pt x="4800" y="10791"/>
                  </a:lnTo>
                  <a:lnTo>
                    <a:pt x="4651" y="11163"/>
                  </a:lnTo>
                  <a:lnTo>
                    <a:pt x="4465" y="11498"/>
                  </a:lnTo>
                  <a:lnTo>
                    <a:pt x="4279" y="11832"/>
                  </a:lnTo>
                  <a:lnTo>
                    <a:pt x="4018" y="12130"/>
                  </a:lnTo>
                  <a:lnTo>
                    <a:pt x="3758" y="12428"/>
                  </a:lnTo>
                  <a:lnTo>
                    <a:pt x="3497" y="12688"/>
                  </a:lnTo>
                  <a:lnTo>
                    <a:pt x="3200" y="12911"/>
                  </a:lnTo>
                  <a:lnTo>
                    <a:pt x="2902" y="13135"/>
                  </a:lnTo>
                  <a:lnTo>
                    <a:pt x="2344" y="13395"/>
                  </a:lnTo>
                  <a:lnTo>
                    <a:pt x="1786" y="13618"/>
                  </a:lnTo>
                  <a:lnTo>
                    <a:pt x="1153" y="13767"/>
                  </a:lnTo>
                  <a:lnTo>
                    <a:pt x="856" y="13767"/>
                  </a:lnTo>
                  <a:lnTo>
                    <a:pt x="521" y="13804"/>
                  </a:lnTo>
                  <a:lnTo>
                    <a:pt x="0" y="13767"/>
                  </a:lnTo>
                  <a:lnTo>
                    <a:pt x="0" y="14735"/>
                  </a:lnTo>
                  <a:lnTo>
                    <a:pt x="484" y="14772"/>
                  </a:lnTo>
                  <a:lnTo>
                    <a:pt x="967" y="14772"/>
                  </a:lnTo>
                  <a:lnTo>
                    <a:pt x="1451" y="14735"/>
                  </a:lnTo>
                  <a:lnTo>
                    <a:pt x="1898" y="14623"/>
                  </a:lnTo>
                  <a:lnTo>
                    <a:pt x="2381" y="14474"/>
                  </a:lnTo>
                  <a:lnTo>
                    <a:pt x="2828" y="14288"/>
                  </a:lnTo>
                  <a:lnTo>
                    <a:pt x="3274" y="14065"/>
                  </a:lnTo>
                  <a:lnTo>
                    <a:pt x="3721" y="13767"/>
                  </a:lnTo>
                  <a:lnTo>
                    <a:pt x="4204" y="13358"/>
                  </a:lnTo>
                  <a:lnTo>
                    <a:pt x="4614" y="12911"/>
                  </a:lnTo>
                  <a:lnTo>
                    <a:pt x="5023" y="12428"/>
                  </a:lnTo>
                  <a:lnTo>
                    <a:pt x="5321" y="11907"/>
                  </a:lnTo>
                  <a:lnTo>
                    <a:pt x="5581" y="11349"/>
                  </a:lnTo>
                  <a:lnTo>
                    <a:pt x="5767" y="10753"/>
                  </a:lnTo>
                  <a:lnTo>
                    <a:pt x="5879" y="10158"/>
                  </a:lnTo>
                  <a:lnTo>
                    <a:pt x="5916" y="9526"/>
                  </a:lnTo>
                  <a:lnTo>
                    <a:pt x="5916" y="9265"/>
                  </a:lnTo>
                  <a:lnTo>
                    <a:pt x="5842" y="8968"/>
                  </a:lnTo>
                  <a:lnTo>
                    <a:pt x="5767" y="8633"/>
                  </a:lnTo>
                  <a:lnTo>
                    <a:pt x="5655" y="8261"/>
                  </a:lnTo>
                  <a:lnTo>
                    <a:pt x="5507" y="7851"/>
                  </a:lnTo>
                  <a:lnTo>
                    <a:pt x="5321" y="7405"/>
                  </a:lnTo>
                  <a:lnTo>
                    <a:pt x="5097" y="6996"/>
                  </a:lnTo>
                  <a:lnTo>
                    <a:pt x="4837" y="6586"/>
                  </a:lnTo>
                  <a:lnTo>
                    <a:pt x="2270" y="2121"/>
                  </a:lnTo>
                  <a:lnTo>
                    <a:pt x="2084" y="1787"/>
                  </a:lnTo>
                  <a:lnTo>
                    <a:pt x="1823" y="1452"/>
                  </a:lnTo>
                  <a:lnTo>
                    <a:pt x="1563" y="1117"/>
                  </a:lnTo>
                  <a:lnTo>
                    <a:pt x="1265" y="856"/>
                  </a:lnTo>
                  <a:lnTo>
                    <a:pt x="967" y="596"/>
                  </a:lnTo>
                  <a:lnTo>
                    <a:pt x="670" y="373"/>
                  </a:lnTo>
                  <a:lnTo>
                    <a:pt x="335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584150" y="2538450"/>
              <a:ext cx="146975" cy="157200"/>
            </a:xfrm>
            <a:custGeom>
              <a:rect b="b" l="l" r="r" t="t"/>
              <a:pathLst>
                <a:path extrusionOk="0" h="6288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3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64645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5973575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6176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3359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592615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7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5826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2735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6008000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567777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5549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5780100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5053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5235025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3085375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6321450" y="304352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1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4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4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9" y="7219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1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5430350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6780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6598650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2917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6450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3982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709445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9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6948400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6553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620332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6384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6699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563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167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231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6054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5282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4462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1963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4281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61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690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2144975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4132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4004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4631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540337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153150" y="236450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008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4509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2458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490480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2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258772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6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4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3508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612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4776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2313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3858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15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15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15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2">
  <p:cSld name="TITLE_1_1_1">
    <p:bg>
      <p:bgPr>
        <a:solidFill>
          <a:schemeClr val="dk2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16"/>
          <p:cNvGrpSpPr/>
          <p:nvPr/>
        </p:nvGrpSpPr>
        <p:grpSpPr>
          <a:xfrm>
            <a:off x="0" y="0"/>
            <a:ext cx="9144000" cy="5143488"/>
            <a:chOff x="238125" y="848325"/>
            <a:chExt cx="7143750" cy="4018350"/>
          </a:xfrm>
        </p:grpSpPr>
        <p:sp>
          <p:nvSpPr>
            <p:cNvPr id="498" name="Google Shape;498;p16"/>
            <p:cNvSpPr/>
            <p:nvPr/>
          </p:nvSpPr>
          <p:spPr>
            <a:xfrm>
              <a:off x="657167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643122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6846075" y="3579300"/>
              <a:ext cx="535800" cy="655800"/>
            </a:xfrm>
            <a:custGeom>
              <a:rect b="b" l="l" r="r" t="t"/>
              <a:pathLst>
                <a:path extrusionOk="0" h="26232" w="21432">
                  <a:moveTo>
                    <a:pt x="11274" y="1"/>
                  </a:moveTo>
                  <a:lnTo>
                    <a:pt x="1" y="19423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56" y="20390"/>
                  </a:lnTo>
                  <a:lnTo>
                    <a:pt x="18604" y="26231"/>
                  </a:lnTo>
                  <a:lnTo>
                    <a:pt x="21432" y="26231"/>
                  </a:lnTo>
                  <a:lnTo>
                    <a:pt x="21432" y="25264"/>
                  </a:lnTo>
                  <a:lnTo>
                    <a:pt x="19720" y="25264"/>
                  </a:lnTo>
                  <a:lnTo>
                    <a:pt x="21432" y="22288"/>
                  </a:lnTo>
                  <a:lnTo>
                    <a:pt x="21432" y="16595"/>
                  </a:lnTo>
                  <a:lnTo>
                    <a:pt x="19386" y="13172"/>
                  </a:lnTo>
                  <a:lnTo>
                    <a:pt x="21432" y="9637"/>
                  </a:lnTo>
                  <a:lnTo>
                    <a:pt x="21432" y="7702"/>
                  </a:ln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lnTo>
                    <a:pt x="21432" y="7293"/>
                  </a:lnTo>
                  <a:lnTo>
                    <a:pt x="21432" y="6326"/>
                  </a:lnTo>
                  <a:lnTo>
                    <a:pt x="15516" y="6326"/>
                  </a:lnTo>
                  <a:lnTo>
                    <a:pt x="12391" y="968"/>
                  </a:lnTo>
                  <a:lnTo>
                    <a:pt x="18604" y="968"/>
                  </a:lnTo>
                  <a:lnTo>
                    <a:pt x="21432" y="5879"/>
                  </a:lnTo>
                  <a:lnTo>
                    <a:pt x="21432" y="3610"/>
                  </a:lnTo>
                  <a:lnTo>
                    <a:pt x="21358" y="3833"/>
                  </a:lnTo>
                  <a:lnTo>
                    <a:pt x="1916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7075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6221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640332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6717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6157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6302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626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565917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6580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6761425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692980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903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4399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4086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5944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253675" y="37960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756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566" y="1452"/>
                  </a:moveTo>
                  <a:lnTo>
                    <a:pt x="21654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79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8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4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4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3" y="8559"/>
                  </a:lnTo>
                  <a:lnTo>
                    <a:pt x="24705" y="12056"/>
                  </a:lnTo>
                  <a:lnTo>
                    <a:pt x="27124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683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4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4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566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1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79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5026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5808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528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5449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60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4676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5799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5631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4858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5301050" y="35672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5172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7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1667800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2898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1796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2717025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2568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2439850" y="16854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3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066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212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521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353400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671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1172000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194497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1023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29472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2126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4444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5216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114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757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503502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5384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4886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530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7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0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7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4611800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984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341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90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839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4262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5989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607310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1917075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1749650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2063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269750" y="2888175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1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7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48" y="8224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8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4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313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2521700" y="225660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1419425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09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913425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579475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30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32" y="0"/>
                  </a:moveTo>
                  <a:lnTo>
                    <a:pt x="14326" y="6809"/>
                  </a:lnTo>
                  <a:lnTo>
                    <a:pt x="5917" y="6809"/>
                  </a:lnTo>
                  <a:lnTo>
                    <a:pt x="2829" y="1451"/>
                  </a:lnTo>
                  <a:lnTo>
                    <a:pt x="1" y="6400"/>
                  </a:lnTo>
                  <a:lnTo>
                    <a:pt x="596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22" y="8632"/>
                  </a:lnTo>
                  <a:lnTo>
                    <a:pt x="4094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28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7219" y="19273"/>
                  </a:lnTo>
                  <a:lnTo>
                    <a:pt x="14437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340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238125" y="3614650"/>
              <a:ext cx="176750" cy="110725"/>
            </a:xfrm>
            <a:custGeom>
              <a:rect b="b" l="l" r="r" t="t"/>
              <a:pathLst>
                <a:path extrusionOk="0" h="4429" w="7070">
                  <a:moveTo>
                    <a:pt x="0" y="0"/>
                  </a:moveTo>
                  <a:lnTo>
                    <a:pt x="0" y="1079"/>
                  </a:lnTo>
                  <a:lnTo>
                    <a:pt x="1972" y="4428"/>
                  </a:lnTo>
                  <a:lnTo>
                    <a:pt x="7069" y="4428"/>
                  </a:lnTo>
                  <a:lnTo>
                    <a:pt x="450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1351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124500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599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418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768325" y="3117000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885325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2964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2690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4066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4381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4839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736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4235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2191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2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2836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294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608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63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11327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1567325" y="241472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2708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2210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1768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081725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1586875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1438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130967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1936625" y="3796025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81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131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298305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2358925" y="37727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2540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2854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90650" y="3796025"/>
              <a:ext cx="220500" cy="402800"/>
            </a:xfrm>
            <a:custGeom>
              <a:rect b="b" l="l" r="r" t="t"/>
              <a:pathLst>
                <a:path extrusionOk="0" h="16112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6759575" y="3397000"/>
              <a:ext cx="622300" cy="481850"/>
            </a:xfrm>
            <a:custGeom>
              <a:rect b="b" l="l" r="r" t="t"/>
              <a:pathLst>
                <a:path extrusionOk="0" h="19274" w="24892">
                  <a:moveTo>
                    <a:pt x="22883" y="6809"/>
                  </a:moveTo>
                  <a:lnTo>
                    <a:pt x="24706" y="10009"/>
                  </a:lnTo>
                  <a:lnTo>
                    <a:pt x="24892" y="9637"/>
                  </a:lnTo>
                  <a:lnTo>
                    <a:pt x="24892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5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5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0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1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5987525" y="3397000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8" y="14957"/>
                  </a:lnTo>
                  <a:lnTo>
                    <a:pt x="7516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0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1332925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99527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669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5214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238125" y="2256600"/>
              <a:ext cx="158150" cy="110700"/>
            </a:xfrm>
            <a:custGeom>
              <a:rect b="b" l="l" r="r" t="t"/>
              <a:pathLst>
                <a:path extrusionOk="0" h="4428" w="6326">
                  <a:moveTo>
                    <a:pt x="0" y="0"/>
                  </a:moveTo>
                  <a:lnTo>
                    <a:pt x="0" y="2344"/>
                  </a:lnTo>
                  <a:lnTo>
                    <a:pt x="1191" y="4428"/>
                  </a:lnTo>
                  <a:lnTo>
                    <a:pt x="6325" y="4428"/>
                  </a:lnTo>
                  <a:lnTo>
                    <a:pt x="37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444157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8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903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1163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813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665075" y="3567200"/>
              <a:ext cx="870650" cy="667900"/>
            </a:xfrm>
            <a:custGeom>
              <a:rect b="b" l="l" r="r" t="t"/>
              <a:pathLst>
                <a:path extrusionOk="0" h="26716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1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6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5" y="7777"/>
                  </a:lnTo>
                  <a:close/>
                  <a:moveTo>
                    <a:pt x="22547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7" y="8224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6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0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0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3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536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238125" y="3567200"/>
              <a:ext cx="524625" cy="667900"/>
            </a:xfrm>
            <a:custGeom>
              <a:rect b="b" l="l" r="r" t="t"/>
              <a:pathLst>
                <a:path extrusionOk="0" h="26716" w="20985">
                  <a:moveTo>
                    <a:pt x="16185" y="5768"/>
                  </a:moveTo>
                  <a:lnTo>
                    <a:pt x="16594" y="5805"/>
                  </a:lnTo>
                  <a:lnTo>
                    <a:pt x="16966" y="5917"/>
                  </a:lnTo>
                  <a:lnTo>
                    <a:pt x="17376" y="6028"/>
                  </a:lnTo>
                  <a:lnTo>
                    <a:pt x="17748" y="6214"/>
                  </a:lnTo>
                  <a:lnTo>
                    <a:pt x="18120" y="6438"/>
                  </a:lnTo>
                  <a:lnTo>
                    <a:pt x="18455" y="6698"/>
                  </a:lnTo>
                  <a:lnTo>
                    <a:pt x="18790" y="7033"/>
                  </a:lnTo>
                  <a:lnTo>
                    <a:pt x="19124" y="7405"/>
                  </a:lnTo>
                  <a:lnTo>
                    <a:pt x="19422" y="7852"/>
                  </a:lnTo>
                  <a:lnTo>
                    <a:pt x="19645" y="8298"/>
                  </a:lnTo>
                  <a:lnTo>
                    <a:pt x="19831" y="8782"/>
                  </a:lnTo>
                  <a:lnTo>
                    <a:pt x="19943" y="9228"/>
                  </a:lnTo>
                  <a:lnTo>
                    <a:pt x="20017" y="9638"/>
                  </a:lnTo>
                  <a:lnTo>
                    <a:pt x="20055" y="10084"/>
                  </a:lnTo>
                  <a:lnTo>
                    <a:pt x="20017" y="10493"/>
                  </a:lnTo>
                  <a:lnTo>
                    <a:pt x="19980" y="10865"/>
                  </a:lnTo>
                  <a:lnTo>
                    <a:pt x="19869" y="11275"/>
                  </a:lnTo>
                  <a:lnTo>
                    <a:pt x="19720" y="11647"/>
                  </a:lnTo>
                  <a:lnTo>
                    <a:pt x="19534" y="11982"/>
                  </a:lnTo>
                  <a:lnTo>
                    <a:pt x="19348" y="12316"/>
                  </a:lnTo>
                  <a:lnTo>
                    <a:pt x="19087" y="12614"/>
                  </a:lnTo>
                  <a:lnTo>
                    <a:pt x="18864" y="12912"/>
                  </a:lnTo>
                  <a:lnTo>
                    <a:pt x="18566" y="13172"/>
                  </a:lnTo>
                  <a:lnTo>
                    <a:pt x="18269" y="13395"/>
                  </a:lnTo>
                  <a:lnTo>
                    <a:pt x="17971" y="13619"/>
                  </a:lnTo>
                  <a:lnTo>
                    <a:pt x="17413" y="13879"/>
                  </a:lnTo>
                  <a:lnTo>
                    <a:pt x="16855" y="14102"/>
                  </a:lnTo>
                  <a:lnTo>
                    <a:pt x="16222" y="14251"/>
                  </a:lnTo>
                  <a:lnTo>
                    <a:pt x="15925" y="14251"/>
                  </a:lnTo>
                  <a:lnTo>
                    <a:pt x="15627" y="14288"/>
                  </a:lnTo>
                  <a:lnTo>
                    <a:pt x="15143" y="14251"/>
                  </a:lnTo>
                  <a:lnTo>
                    <a:pt x="14697" y="14177"/>
                  </a:lnTo>
                  <a:lnTo>
                    <a:pt x="14213" y="14028"/>
                  </a:lnTo>
                  <a:lnTo>
                    <a:pt x="13767" y="13842"/>
                  </a:lnTo>
                  <a:lnTo>
                    <a:pt x="13357" y="13544"/>
                  </a:lnTo>
                  <a:lnTo>
                    <a:pt x="12948" y="13209"/>
                  </a:lnTo>
                  <a:lnTo>
                    <a:pt x="12539" y="12800"/>
                  </a:lnTo>
                  <a:lnTo>
                    <a:pt x="12167" y="12316"/>
                  </a:lnTo>
                  <a:lnTo>
                    <a:pt x="11906" y="11833"/>
                  </a:lnTo>
                  <a:lnTo>
                    <a:pt x="11720" y="11386"/>
                  </a:lnTo>
                  <a:lnTo>
                    <a:pt x="11571" y="10940"/>
                  </a:lnTo>
                  <a:lnTo>
                    <a:pt x="11497" y="10493"/>
                  </a:lnTo>
                  <a:lnTo>
                    <a:pt x="11460" y="10047"/>
                  </a:lnTo>
                  <a:lnTo>
                    <a:pt x="11497" y="9638"/>
                  </a:lnTo>
                  <a:lnTo>
                    <a:pt x="11534" y="9228"/>
                  </a:lnTo>
                  <a:lnTo>
                    <a:pt x="11646" y="8819"/>
                  </a:lnTo>
                  <a:lnTo>
                    <a:pt x="11795" y="8447"/>
                  </a:lnTo>
                  <a:lnTo>
                    <a:pt x="11981" y="8112"/>
                  </a:lnTo>
                  <a:lnTo>
                    <a:pt x="12167" y="7777"/>
                  </a:lnTo>
                  <a:lnTo>
                    <a:pt x="12427" y="7442"/>
                  </a:lnTo>
                  <a:lnTo>
                    <a:pt x="12688" y="7145"/>
                  </a:lnTo>
                  <a:lnTo>
                    <a:pt x="12948" y="6884"/>
                  </a:lnTo>
                  <a:lnTo>
                    <a:pt x="13283" y="6661"/>
                  </a:lnTo>
                  <a:lnTo>
                    <a:pt x="13581" y="6438"/>
                  </a:lnTo>
                  <a:lnTo>
                    <a:pt x="13915" y="6252"/>
                  </a:lnTo>
                  <a:lnTo>
                    <a:pt x="14288" y="6103"/>
                  </a:lnTo>
                  <a:lnTo>
                    <a:pt x="14622" y="5954"/>
                  </a:lnTo>
                  <a:lnTo>
                    <a:pt x="15032" y="5880"/>
                  </a:lnTo>
                  <a:lnTo>
                    <a:pt x="15404" y="5805"/>
                  </a:lnTo>
                  <a:lnTo>
                    <a:pt x="15776" y="5768"/>
                  </a:lnTo>
                  <a:close/>
                  <a:moveTo>
                    <a:pt x="8706" y="8224"/>
                  </a:moveTo>
                  <a:lnTo>
                    <a:pt x="8930" y="8559"/>
                  </a:lnTo>
                  <a:lnTo>
                    <a:pt x="10902" y="12056"/>
                  </a:lnTo>
                  <a:lnTo>
                    <a:pt x="13357" y="16260"/>
                  </a:lnTo>
                  <a:lnTo>
                    <a:pt x="15367" y="19795"/>
                  </a:lnTo>
                  <a:lnTo>
                    <a:pt x="15441" y="19907"/>
                  </a:lnTo>
                  <a:lnTo>
                    <a:pt x="12092" y="25711"/>
                  </a:lnTo>
                  <a:lnTo>
                    <a:pt x="5916" y="25748"/>
                  </a:lnTo>
                  <a:lnTo>
                    <a:pt x="9265" y="19907"/>
                  </a:lnTo>
                  <a:lnTo>
                    <a:pt x="5581" y="13656"/>
                  </a:lnTo>
                  <a:lnTo>
                    <a:pt x="8706" y="8224"/>
                  </a:lnTo>
                  <a:close/>
                  <a:moveTo>
                    <a:pt x="12762" y="1"/>
                  </a:moveTo>
                  <a:lnTo>
                    <a:pt x="12390" y="38"/>
                  </a:lnTo>
                  <a:lnTo>
                    <a:pt x="11981" y="75"/>
                  </a:lnTo>
                  <a:lnTo>
                    <a:pt x="11571" y="187"/>
                  </a:lnTo>
                  <a:lnTo>
                    <a:pt x="11199" y="299"/>
                  </a:lnTo>
                  <a:lnTo>
                    <a:pt x="10827" y="410"/>
                  </a:lnTo>
                  <a:lnTo>
                    <a:pt x="10455" y="596"/>
                  </a:lnTo>
                  <a:lnTo>
                    <a:pt x="10120" y="782"/>
                  </a:lnTo>
                  <a:lnTo>
                    <a:pt x="9785" y="1005"/>
                  </a:lnTo>
                  <a:lnTo>
                    <a:pt x="9488" y="1229"/>
                  </a:lnTo>
                  <a:lnTo>
                    <a:pt x="9190" y="1489"/>
                  </a:lnTo>
                  <a:lnTo>
                    <a:pt x="8892" y="1750"/>
                  </a:lnTo>
                  <a:lnTo>
                    <a:pt x="8632" y="2047"/>
                  </a:lnTo>
                  <a:lnTo>
                    <a:pt x="8409" y="2382"/>
                  </a:lnTo>
                  <a:lnTo>
                    <a:pt x="8186" y="2717"/>
                  </a:lnTo>
                  <a:lnTo>
                    <a:pt x="8000" y="3052"/>
                  </a:lnTo>
                  <a:lnTo>
                    <a:pt x="7851" y="3424"/>
                  </a:lnTo>
                  <a:lnTo>
                    <a:pt x="7702" y="3796"/>
                  </a:lnTo>
                  <a:lnTo>
                    <a:pt x="7553" y="4317"/>
                  </a:lnTo>
                  <a:lnTo>
                    <a:pt x="5321" y="485"/>
                  </a:lnTo>
                  <a:lnTo>
                    <a:pt x="0" y="485"/>
                  </a:lnTo>
                  <a:lnTo>
                    <a:pt x="0" y="1452"/>
                  </a:lnTo>
                  <a:lnTo>
                    <a:pt x="4763" y="1452"/>
                  </a:lnTo>
                  <a:lnTo>
                    <a:pt x="7888" y="6810"/>
                  </a:lnTo>
                  <a:lnTo>
                    <a:pt x="1674" y="6810"/>
                  </a:lnTo>
                  <a:lnTo>
                    <a:pt x="0" y="3870"/>
                  </a:lnTo>
                  <a:lnTo>
                    <a:pt x="0" y="10717"/>
                  </a:lnTo>
                  <a:lnTo>
                    <a:pt x="1712" y="7777"/>
                  </a:lnTo>
                  <a:lnTo>
                    <a:pt x="7851" y="7777"/>
                  </a:lnTo>
                  <a:lnTo>
                    <a:pt x="0" y="21395"/>
                  </a:lnTo>
                  <a:lnTo>
                    <a:pt x="0" y="23330"/>
                  </a:lnTo>
                  <a:lnTo>
                    <a:pt x="1414" y="20874"/>
                  </a:lnTo>
                  <a:lnTo>
                    <a:pt x="4763" y="26715"/>
                  </a:lnTo>
                  <a:lnTo>
                    <a:pt x="12650" y="26715"/>
                  </a:lnTo>
                  <a:lnTo>
                    <a:pt x="16557" y="19907"/>
                  </a:lnTo>
                  <a:lnTo>
                    <a:pt x="13618" y="14809"/>
                  </a:lnTo>
                  <a:lnTo>
                    <a:pt x="14213" y="14995"/>
                  </a:lnTo>
                  <a:lnTo>
                    <a:pt x="14771" y="15181"/>
                  </a:lnTo>
                  <a:lnTo>
                    <a:pt x="15367" y="15256"/>
                  </a:lnTo>
                  <a:lnTo>
                    <a:pt x="15962" y="15256"/>
                  </a:lnTo>
                  <a:lnTo>
                    <a:pt x="16557" y="15181"/>
                  </a:lnTo>
                  <a:lnTo>
                    <a:pt x="17115" y="15070"/>
                  </a:lnTo>
                  <a:lnTo>
                    <a:pt x="17711" y="14846"/>
                  </a:lnTo>
                  <a:lnTo>
                    <a:pt x="18269" y="14586"/>
                  </a:lnTo>
                  <a:lnTo>
                    <a:pt x="18790" y="14251"/>
                  </a:lnTo>
                  <a:lnTo>
                    <a:pt x="19273" y="13842"/>
                  </a:lnTo>
                  <a:lnTo>
                    <a:pt x="19720" y="13395"/>
                  </a:lnTo>
                  <a:lnTo>
                    <a:pt x="20092" y="12912"/>
                  </a:lnTo>
                  <a:lnTo>
                    <a:pt x="20389" y="12391"/>
                  </a:lnTo>
                  <a:lnTo>
                    <a:pt x="20650" y="11833"/>
                  </a:lnTo>
                  <a:lnTo>
                    <a:pt x="20836" y="11237"/>
                  </a:lnTo>
                  <a:lnTo>
                    <a:pt x="20948" y="10642"/>
                  </a:lnTo>
                  <a:lnTo>
                    <a:pt x="20985" y="10010"/>
                  </a:lnTo>
                  <a:lnTo>
                    <a:pt x="20985" y="9749"/>
                  </a:lnTo>
                  <a:lnTo>
                    <a:pt x="20910" y="9451"/>
                  </a:lnTo>
                  <a:lnTo>
                    <a:pt x="20836" y="9117"/>
                  </a:lnTo>
                  <a:lnTo>
                    <a:pt x="20724" y="8745"/>
                  </a:lnTo>
                  <a:lnTo>
                    <a:pt x="20575" y="8335"/>
                  </a:lnTo>
                  <a:lnTo>
                    <a:pt x="20389" y="7889"/>
                  </a:lnTo>
                  <a:lnTo>
                    <a:pt x="20166" y="7480"/>
                  </a:lnTo>
                  <a:lnTo>
                    <a:pt x="19906" y="7070"/>
                  </a:lnTo>
                  <a:lnTo>
                    <a:pt x="17376" y="2605"/>
                  </a:lnTo>
                  <a:lnTo>
                    <a:pt x="17152" y="2271"/>
                  </a:lnTo>
                  <a:lnTo>
                    <a:pt x="16929" y="1973"/>
                  </a:lnTo>
                  <a:lnTo>
                    <a:pt x="16706" y="1675"/>
                  </a:lnTo>
                  <a:lnTo>
                    <a:pt x="16446" y="1415"/>
                  </a:lnTo>
                  <a:lnTo>
                    <a:pt x="16148" y="1154"/>
                  </a:lnTo>
                  <a:lnTo>
                    <a:pt x="15850" y="931"/>
                  </a:lnTo>
                  <a:lnTo>
                    <a:pt x="15553" y="745"/>
                  </a:lnTo>
                  <a:lnTo>
                    <a:pt x="15255" y="559"/>
                  </a:lnTo>
                  <a:lnTo>
                    <a:pt x="14920" y="410"/>
                  </a:lnTo>
                  <a:lnTo>
                    <a:pt x="14585" y="261"/>
                  </a:lnTo>
                  <a:lnTo>
                    <a:pt x="14250" y="150"/>
                  </a:lnTo>
                  <a:lnTo>
                    <a:pt x="13878" y="75"/>
                  </a:lnTo>
                  <a:lnTo>
                    <a:pt x="13506" y="38"/>
                  </a:lnTo>
                  <a:lnTo>
                    <a:pt x="13134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2896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1271550" y="10064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7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86" y="2753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7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2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8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6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4639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4989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4821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5593125" y="89855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717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4490875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1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5134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6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589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443500" y="10799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362500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2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43" y="1265"/>
                  </a:lnTo>
                  <a:lnTo>
                    <a:pt x="820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38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57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9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42" y="4911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2"/>
                  </a:lnTo>
                  <a:lnTo>
                    <a:pt x="7591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5411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093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866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4048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2945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09"/>
                  </a:lnTo>
                  <a:lnTo>
                    <a:pt x="15479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1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376" y="10939"/>
                  </a:lnTo>
                  <a:lnTo>
                    <a:pt x="25301" y="10493"/>
                  </a:lnTo>
                  <a:lnTo>
                    <a:pt x="25264" y="10046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194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6806075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6035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4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1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0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6799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6469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567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19" y="20874"/>
                  </a:lnTo>
                  <a:lnTo>
                    <a:pt x="17488" y="24818"/>
                  </a:lnTo>
                  <a:lnTo>
                    <a:pt x="20242" y="2481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7113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6967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276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6624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6184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26292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6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3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2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4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5907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6366100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13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6679575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6534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576150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958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2890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2118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8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1345950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1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3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1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6" y="2493"/>
                  </a:lnTo>
                  <a:lnTo>
                    <a:pt x="5396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3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1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217287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40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4436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5981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89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2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1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5208975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0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2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0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6754000" y="848325"/>
              <a:ext cx="627875" cy="314400"/>
            </a:xfrm>
            <a:custGeom>
              <a:rect b="b" l="l" r="r" t="t"/>
              <a:pathLst>
                <a:path extrusionOk="0" h="12576" w="25115">
                  <a:moveTo>
                    <a:pt x="21618" y="112"/>
                  </a:moveTo>
                  <a:lnTo>
                    <a:pt x="23441" y="3311"/>
                  </a:lnTo>
                  <a:lnTo>
                    <a:pt x="23738" y="2679"/>
                  </a:lnTo>
                  <a:lnTo>
                    <a:pt x="24148" y="2084"/>
                  </a:lnTo>
                  <a:lnTo>
                    <a:pt x="24594" y="1525"/>
                  </a:lnTo>
                  <a:lnTo>
                    <a:pt x="25115" y="1042"/>
                  </a:lnTo>
                  <a:lnTo>
                    <a:pt x="25115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53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499500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3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1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238125" y="898550"/>
              <a:ext cx="139550" cy="110700"/>
            </a:xfrm>
            <a:custGeom>
              <a:rect b="b" l="l" r="r" t="t"/>
              <a:pathLst>
                <a:path extrusionOk="0" h="4428" w="5582">
                  <a:moveTo>
                    <a:pt x="0" y="0"/>
                  </a:moveTo>
                  <a:lnTo>
                    <a:pt x="0" y="3646"/>
                  </a:lnTo>
                  <a:lnTo>
                    <a:pt x="446" y="4428"/>
                  </a:lnTo>
                  <a:lnTo>
                    <a:pt x="5581" y="4428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572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1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3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6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9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3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53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238125" y="851100"/>
              <a:ext cx="487425" cy="667900"/>
            </a:xfrm>
            <a:custGeom>
              <a:rect b="b" l="l" r="r" t="t"/>
              <a:pathLst>
                <a:path extrusionOk="0" h="26716" w="19497">
                  <a:moveTo>
                    <a:pt x="14697" y="5768"/>
                  </a:moveTo>
                  <a:lnTo>
                    <a:pt x="15069" y="5805"/>
                  </a:lnTo>
                  <a:lnTo>
                    <a:pt x="15478" y="5917"/>
                  </a:lnTo>
                  <a:lnTo>
                    <a:pt x="15850" y="6028"/>
                  </a:lnTo>
                  <a:lnTo>
                    <a:pt x="16222" y="6214"/>
                  </a:lnTo>
                  <a:lnTo>
                    <a:pt x="16594" y="6437"/>
                  </a:lnTo>
                  <a:lnTo>
                    <a:pt x="16966" y="6698"/>
                  </a:lnTo>
                  <a:lnTo>
                    <a:pt x="17301" y="7033"/>
                  </a:lnTo>
                  <a:lnTo>
                    <a:pt x="17636" y="7405"/>
                  </a:lnTo>
                  <a:lnTo>
                    <a:pt x="17934" y="7851"/>
                  </a:lnTo>
                  <a:lnTo>
                    <a:pt x="18157" y="8298"/>
                  </a:lnTo>
                  <a:lnTo>
                    <a:pt x="18343" y="8781"/>
                  </a:lnTo>
                  <a:lnTo>
                    <a:pt x="18455" y="9228"/>
                  </a:lnTo>
                  <a:lnTo>
                    <a:pt x="18529" y="9637"/>
                  </a:lnTo>
                  <a:lnTo>
                    <a:pt x="18566" y="10084"/>
                  </a:lnTo>
                  <a:lnTo>
                    <a:pt x="18529" y="10493"/>
                  </a:lnTo>
                  <a:lnTo>
                    <a:pt x="18455" y="10865"/>
                  </a:lnTo>
                  <a:lnTo>
                    <a:pt x="18343" y="11274"/>
                  </a:lnTo>
                  <a:lnTo>
                    <a:pt x="18231" y="11646"/>
                  </a:lnTo>
                  <a:lnTo>
                    <a:pt x="18045" y="11981"/>
                  </a:lnTo>
                  <a:lnTo>
                    <a:pt x="17822" y="12316"/>
                  </a:lnTo>
                  <a:lnTo>
                    <a:pt x="17599" y="12614"/>
                  </a:lnTo>
                  <a:lnTo>
                    <a:pt x="17338" y="12911"/>
                  </a:lnTo>
                  <a:lnTo>
                    <a:pt x="17078" y="13172"/>
                  </a:lnTo>
                  <a:lnTo>
                    <a:pt x="16780" y="13395"/>
                  </a:lnTo>
                  <a:lnTo>
                    <a:pt x="16446" y="13618"/>
                  </a:lnTo>
                  <a:lnTo>
                    <a:pt x="15925" y="13879"/>
                  </a:lnTo>
                  <a:lnTo>
                    <a:pt x="15329" y="14102"/>
                  </a:lnTo>
                  <a:lnTo>
                    <a:pt x="14734" y="14251"/>
                  </a:lnTo>
                  <a:lnTo>
                    <a:pt x="14436" y="14251"/>
                  </a:lnTo>
                  <a:lnTo>
                    <a:pt x="14101" y="14288"/>
                  </a:lnTo>
                  <a:lnTo>
                    <a:pt x="13655" y="14251"/>
                  </a:lnTo>
                  <a:lnTo>
                    <a:pt x="13171" y="14176"/>
                  </a:lnTo>
                  <a:lnTo>
                    <a:pt x="12725" y="14028"/>
                  </a:lnTo>
                  <a:lnTo>
                    <a:pt x="12278" y="13842"/>
                  </a:lnTo>
                  <a:lnTo>
                    <a:pt x="11832" y="13544"/>
                  </a:lnTo>
                  <a:lnTo>
                    <a:pt x="11423" y="13209"/>
                  </a:lnTo>
                  <a:lnTo>
                    <a:pt x="11050" y="12800"/>
                  </a:lnTo>
                  <a:lnTo>
                    <a:pt x="10678" y="12316"/>
                  </a:lnTo>
                  <a:lnTo>
                    <a:pt x="10418" y="11832"/>
                  </a:lnTo>
                  <a:lnTo>
                    <a:pt x="10232" y="11386"/>
                  </a:lnTo>
                  <a:lnTo>
                    <a:pt x="10083" y="10939"/>
                  </a:lnTo>
                  <a:lnTo>
                    <a:pt x="10009" y="10493"/>
                  </a:lnTo>
                  <a:lnTo>
                    <a:pt x="9971" y="10046"/>
                  </a:lnTo>
                  <a:lnTo>
                    <a:pt x="9971" y="9637"/>
                  </a:lnTo>
                  <a:lnTo>
                    <a:pt x="10046" y="9228"/>
                  </a:lnTo>
                  <a:lnTo>
                    <a:pt x="10158" y="8819"/>
                  </a:lnTo>
                  <a:lnTo>
                    <a:pt x="10306" y="8447"/>
                  </a:lnTo>
                  <a:lnTo>
                    <a:pt x="10455" y="8112"/>
                  </a:lnTo>
                  <a:lnTo>
                    <a:pt x="10678" y="7777"/>
                  </a:lnTo>
                  <a:lnTo>
                    <a:pt x="10902" y="7442"/>
                  </a:lnTo>
                  <a:lnTo>
                    <a:pt x="11162" y="7144"/>
                  </a:lnTo>
                  <a:lnTo>
                    <a:pt x="11460" y="6884"/>
                  </a:lnTo>
                  <a:lnTo>
                    <a:pt x="11757" y="6661"/>
                  </a:lnTo>
                  <a:lnTo>
                    <a:pt x="12092" y="6437"/>
                  </a:lnTo>
                  <a:lnTo>
                    <a:pt x="12427" y="6251"/>
                  </a:lnTo>
                  <a:lnTo>
                    <a:pt x="12762" y="6103"/>
                  </a:lnTo>
                  <a:lnTo>
                    <a:pt x="13134" y="5954"/>
                  </a:lnTo>
                  <a:lnTo>
                    <a:pt x="13506" y="5879"/>
                  </a:lnTo>
                  <a:lnTo>
                    <a:pt x="13915" y="5805"/>
                  </a:lnTo>
                  <a:lnTo>
                    <a:pt x="14288" y="5768"/>
                  </a:lnTo>
                  <a:close/>
                  <a:moveTo>
                    <a:pt x="7218" y="8223"/>
                  </a:moveTo>
                  <a:lnTo>
                    <a:pt x="7404" y="8558"/>
                  </a:lnTo>
                  <a:lnTo>
                    <a:pt x="9413" y="12056"/>
                  </a:lnTo>
                  <a:lnTo>
                    <a:pt x="11832" y="16260"/>
                  </a:lnTo>
                  <a:lnTo>
                    <a:pt x="13878" y="19795"/>
                  </a:lnTo>
                  <a:lnTo>
                    <a:pt x="13915" y="19906"/>
                  </a:lnTo>
                  <a:lnTo>
                    <a:pt x="10567" y="25711"/>
                  </a:lnTo>
                  <a:lnTo>
                    <a:pt x="4390" y="25748"/>
                  </a:lnTo>
                  <a:lnTo>
                    <a:pt x="4390" y="25748"/>
                  </a:lnTo>
                  <a:lnTo>
                    <a:pt x="7776" y="19906"/>
                  </a:lnTo>
                  <a:lnTo>
                    <a:pt x="4093" y="13656"/>
                  </a:lnTo>
                  <a:lnTo>
                    <a:pt x="7218" y="8223"/>
                  </a:lnTo>
                  <a:close/>
                  <a:moveTo>
                    <a:pt x="11274" y="1"/>
                  </a:moveTo>
                  <a:lnTo>
                    <a:pt x="10902" y="38"/>
                  </a:lnTo>
                  <a:lnTo>
                    <a:pt x="10492" y="75"/>
                  </a:lnTo>
                  <a:lnTo>
                    <a:pt x="10083" y="187"/>
                  </a:lnTo>
                  <a:lnTo>
                    <a:pt x="9711" y="298"/>
                  </a:lnTo>
                  <a:lnTo>
                    <a:pt x="9339" y="410"/>
                  </a:lnTo>
                  <a:lnTo>
                    <a:pt x="8967" y="596"/>
                  </a:lnTo>
                  <a:lnTo>
                    <a:pt x="8632" y="782"/>
                  </a:lnTo>
                  <a:lnTo>
                    <a:pt x="8297" y="1005"/>
                  </a:lnTo>
                  <a:lnTo>
                    <a:pt x="7962" y="1228"/>
                  </a:lnTo>
                  <a:lnTo>
                    <a:pt x="7665" y="1489"/>
                  </a:lnTo>
                  <a:lnTo>
                    <a:pt x="7404" y="1749"/>
                  </a:lnTo>
                  <a:lnTo>
                    <a:pt x="7144" y="2047"/>
                  </a:lnTo>
                  <a:lnTo>
                    <a:pt x="6921" y="2382"/>
                  </a:lnTo>
                  <a:lnTo>
                    <a:pt x="6697" y="2717"/>
                  </a:lnTo>
                  <a:lnTo>
                    <a:pt x="6511" y="3052"/>
                  </a:lnTo>
                  <a:lnTo>
                    <a:pt x="6325" y="3424"/>
                  </a:lnTo>
                  <a:lnTo>
                    <a:pt x="6214" y="3796"/>
                  </a:lnTo>
                  <a:lnTo>
                    <a:pt x="6028" y="4317"/>
                  </a:lnTo>
                  <a:lnTo>
                    <a:pt x="3832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3274" y="1452"/>
                  </a:lnTo>
                  <a:lnTo>
                    <a:pt x="6362" y="6809"/>
                  </a:lnTo>
                  <a:lnTo>
                    <a:pt x="186" y="6809"/>
                  </a:lnTo>
                  <a:lnTo>
                    <a:pt x="0" y="6475"/>
                  </a:lnTo>
                  <a:lnTo>
                    <a:pt x="0" y="8112"/>
                  </a:lnTo>
                  <a:lnTo>
                    <a:pt x="186" y="7777"/>
                  </a:lnTo>
                  <a:lnTo>
                    <a:pt x="6362" y="7777"/>
                  </a:lnTo>
                  <a:lnTo>
                    <a:pt x="0" y="18790"/>
                  </a:lnTo>
                  <a:lnTo>
                    <a:pt x="0" y="20985"/>
                  </a:lnTo>
                  <a:lnTo>
                    <a:pt x="3274" y="26715"/>
                  </a:lnTo>
                  <a:lnTo>
                    <a:pt x="11125" y="26715"/>
                  </a:lnTo>
                  <a:lnTo>
                    <a:pt x="15069" y="19906"/>
                  </a:lnTo>
                  <a:lnTo>
                    <a:pt x="12129" y="14809"/>
                  </a:lnTo>
                  <a:lnTo>
                    <a:pt x="12688" y="14995"/>
                  </a:lnTo>
                  <a:lnTo>
                    <a:pt x="13283" y="15181"/>
                  </a:lnTo>
                  <a:lnTo>
                    <a:pt x="13878" y="15255"/>
                  </a:lnTo>
                  <a:lnTo>
                    <a:pt x="14474" y="15255"/>
                  </a:lnTo>
                  <a:lnTo>
                    <a:pt x="15069" y="15181"/>
                  </a:lnTo>
                  <a:lnTo>
                    <a:pt x="15627" y="15069"/>
                  </a:lnTo>
                  <a:lnTo>
                    <a:pt x="16185" y="14846"/>
                  </a:lnTo>
                  <a:lnTo>
                    <a:pt x="16743" y="14586"/>
                  </a:lnTo>
                  <a:lnTo>
                    <a:pt x="17264" y="14251"/>
                  </a:lnTo>
                  <a:lnTo>
                    <a:pt x="17785" y="13842"/>
                  </a:lnTo>
                  <a:lnTo>
                    <a:pt x="18194" y="13395"/>
                  </a:lnTo>
                  <a:lnTo>
                    <a:pt x="18566" y="12911"/>
                  </a:lnTo>
                  <a:lnTo>
                    <a:pt x="18901" y="12391"/>
                  </a:lnTo>
                  <a:lnTo>
                    <a:pt x="19162" y="11832"/>
                  </a:lnTo>
                  <a:lnTo>
                    <a:pt x="19348" y="11237"/>
                  </a:lnTo>
                  <a:lnTo>
                    <a:pt x="19459" y="10642"/>
                  </a:lnTo>
                  <a:lnTo>
                    <a:pt x="19496" y="10009"/>
                  </a:lnTo>
                  <a:lnTo>
                    <a:pt x="19459" y="9749"/>
                  </a:lnTo>
                  <a:lnTo>
                    <a:pt x="19422" y="9451"/>
                  </a:lnTo>
                  <a:lnTo>
                    <a:pt x="19348" y="9116"/>
                  </a:lnTo>
                  <a:lnTo>
                    <a:pt x="19236" y="8744"/>
                  </a:lnTo>
                  <a:lnTo>
                    <a:pt x="19087" y="8335"/>
                  </a:lnTo>
                  <a:lnTo>
                    <a:pt x="18901" y="7888"/>
                  </a:lnTo>
                  <a:lnTo>
                    <a:pt x="18678" y="7479"/>
                  </a:lnTo>
                  <a:lnTo>
                    <a:pt x="18417" y="7070"/>
                  </a:lnTo>
                  <a:lnTo>
                    <a:pt x="15850" y="2605"/>
                  </a:lnTo>
                  <a:lnTo>
                    <a:pt x="15664" y="2270"/>
                  </a:lnTo>
                  <a:lnTo>
                    <a:pt x="15441" y="1973"/>
                  </a:lnTo>
                  <a:lnTo>
                    <a:pt x="15180" y="1675"/>
                  </a:lnTo>
                  <a:lnTo>
                    <a:pt x="14920" y="1414"/>
                  </a:lnTo>
                  <a:lnTo>
                    <a:pt x="14660" y="1154"/>
                  </a:lnTo>
                  <a:lnTo>
                    <a:pt x="14362" y="931"/>
                  </a:lnTo>
                  <a:lnTo>
                    <a:pt x="14064" y="745"/>
                  </a:lnTo>
                  <a:lnTo>
                    <a:pt x="13767" y="559"/>
                  </a:lnTo>
                  <a:lnTo>
                    <a:pt x="13432" y="410"/>
                  </a:lnTo>
                  <a:lnTo>
                    <a:pt x="13097" y="261"/>
                  </a:lnTo>
                  <a:lnTo>
                    <a:pt x="12725" y="149"/>
                  </a:lnTo>
                  <a:lnTo>
                    <a:pt x="12390" y="75"/>
                  </a:lnTo>
                  <a:lnTo>
                    <a:pt x="12018" y="38"/>
                  </a:lnTo>
                  <a:lnTo>
                    <a:pt x="1164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238125" y="1056675"/>
              <a:ext cx="139550" cy="240925"/>
            </a:xfrm>
            <a:custGeom>
              <a:rect b="b" l="l" r="r" t="t"/>
              <a:pathLst>
                <a:path extrusionOk="0" h="9637" w="5582">
                  <a:moveTo>
                    <a:pt x="446" y="0"/>
                  </a:moveTo>
                  <a:lnTo>
                    <a:pt x="0" y="782"/>
                  </a:lnTo>
                  <a:lnTo>
                    <a:pt x="0" y="9637"/>
                  </a:lnTo>
                  <a:lnTo>
                    <a:pt x="558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663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78" y="3311"/>
                  </a:lnTo>
                  <a:lnTo>
                    <a:pt x="23701" y="2791"/>
                  </a:lnTo>
                  <a:lnTo>
                    <a:pt x="24036" y="2270"/>
                  </a:lnTo>
                  <a:lnTo>
                    <a:pt x="24371" y="1823"/>
                  </a:lnTo>
                  <a:lnTo>
                    <a:pt x="24780" y="1377"/>
                  </a:lnTo>
                  <a:lnTo>
                    <a:pt x="25189" y="1005"/>
                  </a:lnTo>
                  <a:lnTo>
                    <a:pt x="25673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39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86" y="10120"/>
                  </a:lnTo>
                  <a:lnTo>
                    <a:pt x="6549" y="10753"/>
                  </a:lnTo>
                  <a:lnTo>
                    <a:pt x="6437" y="11385"/>
                  </a:lnTo>
                  <a:lnTo>
                    <a:pt x="6251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85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2503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1898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2044525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3"/>
                  </a:lnTo>
                  <a:lnTo>
                    <a:pt x="74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3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1399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38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934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61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217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2816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536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536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2671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2321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112642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6026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4658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77667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154872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1730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627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2" y="10493"/>
                  </a:lnTo>
                  <a:lnTo>
                    <a:pt x="25302" y="10046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5079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618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443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121665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247797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786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288350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7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7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6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385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7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1558950" y="4475050"/>
              <a:ext cx="220500" cy="391625"/>
            </a:xfrm>
            <a:custGeom>
              <a:rect b="b" l="l" r="r" t="t"/>
              <a:pathLst>
                <a:path extrusionOk="0" h="15665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1398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2331950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1833375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1988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1061325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7" y="1452"/>
                  </a:moveTo>
                  <a:lnTo>
                    <a:pt x="21692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9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52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19" y="6252"/>
                  </a:lnTo>
                  <a:lnTo>
                    <a:pt x="28092" y="6103"/>
                  </a:lnTo>
                  <a:lnTo>
                    <a:pt x="28426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7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5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6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8" y="24818"/>
                  </a:lnTo>
                  <a:lnTo>
                    <a:pt x="20241" y="24818"/>
                  </a:lnTo>
                  <a:lnTo>
                    <a:pt x="23069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80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1705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139152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217102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932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2519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1747800" y="4076025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5" y="6809"/>
                  </a:moveTo>
                  <a:lnTo>
                    <a:pt x="24705" y="10009"/>
                  </a:lnTo>
                  <a:lnTo>
                    <a:pt x="24929" y="9488"/>
                  </a:lnTo>
                  <a:lnTo>
                    <a:pt x="25264" y="8967"/>
                  </a:lnTo>
                  <a:lnTo>
                    <a:pt x="25598" y="8520"/>
                  </a:lnTo>
                  <a:lnTo>
                    <a:pt x="25971" y="8074"/>
                  </a:lnTo>
                  <a:lnTo>
                    <a:pt x="26417" y="7702"/>
                  </a:lnTo>
                  <a:lnTo>
                    <a:pt x="26901" y="7367"/>
                  </a:lnTo>
                  <a:lnTo>
                    <a:pt x="27384" y="7069"/>
                  </a:lnTo>
                  <a:lnTo>
                    <a:pt x="27905" y="6809"/>
                  </a:lnTo>
                  <a:close/>
                  <a:moveTo>
                    <a:pt x="18231" y="0"/>
                  </a:moveTo>
                  <a:lnTo>
                    <a:pt x="14325" y="6809"/>
                  </a:lnTo>
                  <a:lnTo>
                    <a:pt x="5916" y="6809"/>
                  </a:lnTo>
                  <a:lnTo>
                    <a:pt x="2828" y="1451"/>
                  </a:lnTo>
                  <a:lnTo>
                    <a:pt x="0" y="6400"/>
                  </a:lnTo>
                  <a:lnTo>
                    <a:pt x="595" y="6511"/>
                  </a:lnTo>
                  <a:lnTo>
                    <a:pt x="1228" y="6697"/>
                  </a:lnTo>
                  <a:lnTo>
                    <a:pt x="1786" y="6958"/>
                  </a:lnTo>
                  <a:lnTo>
                    <a:pt x="2344" y="7255"/>
                  </a:lnTo>
                  <a:lnTo>
                    <a:pt x="2865" y="7665"/>
                  </a:lnTo>
                  <a:lnTo>
                    <a:pt x="3311" y="8111"/>
                  </a:lnTo>
                  <a:lnTo>
                    <a:pt x="3721" y="8632"/>
                  </a:lnTo>
                  <a:lnTo>
                    <a:pt x="4093" y="9190"/>
                  </a:lnTo>
                  <a:lnTo>
                    <a:pt x="6660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7" y="14957"/>
                  </a:lnTo>
                  <a:lnTo>
                    <a:pt x="7516" y="15404"/>
                  </a:lnTo>
                  <a:lnTo>
                    <a:pt x="7627" y="15813"/>
                  </a:lnTo>
                  <a:lnTo>
                    <a:pt x="7739" y="16185"/>
                  </a:lnTo>
                  <a:lnTo>
                    <a:pt x="7776" y="16520"/>
                  </a:lnTo>
                  <a:lnTo>
                    <a:pt x="7813" y="16818"/>
                  </a:lnTo>
                  <a:lnTo>
                    <a:pt x="7739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18" y="19273"/>
                  </a:lnTo>
                  <a:lnTo>
                    <a:pt x="14436" y="6846"/>
                  </a:lnTo>
                  <a:lnTo>
                    <a:pt x="22845" y="6809"/>
                  </a:lnTo>
                  <a:lnTo>
                    <a:pt x="22250" y="6809"/>
                  </a:lnTo>
                  <a:lnTo>
                    <a:pt x="1823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92800" y="4076025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97480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5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518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626000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1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72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4064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7155825" y="4112300"/>
              <a:ext cx="226050" cy="445575"/>
            </a:xfrm>
            <a:custGeom>
              <a:rect b="b" l="l" r="r" t="t"/>
              <a:pathLst>
                <a:path extrusionOk="0" h="17823" w="9042">
                  <a:moveTo>
                    <a:pt x="2866" y="0"/>
                  </a:moveTo>
                  <a:lnTo>
                    <a:pt x="1" y="4949"/>
                  </a:lnTo>
                  <a:lnTo>
                    <a:pt x="633" y="5060"/>
                  </a:lnTo>
                  <a:lnTo>
                    <a:pt x="1229" y="5246"/>
                  </a:lnTo>
                  <a:lnTo>
                    <a:pt x="1787" y="5507"/>
                  </a:lnTo>
                  <a:lnTo>
                    <a:pt x="2345" y="5804"/>
                  </a:lnTo>
                  <a:lnTo>
                    <a:pt x="2866" y="6214"/>
                  </a:lnTo>
                  <a:lnTo>
                    <a:pt x="3312" y="6660"/>
                  </a:lnTo>
                  <a:lnTo>
                    <a:pt x="3759" y="7181"/>
                  </a:lnTo>
                  <a:lnTo>
                    <a:pt x="4131" y="7739"/>
                  </a:lnTo>
                  <a:lnTo>
                    <a:pt x="6661" y="12167"/>
                  </a:lnTo>
                  <a:lnTo>
                    <a:pt x="6921" y="12613"/>
                  </a:lnTo>
                  <a:lnTo>
                    <a:pt x="7144" y="13060"/>
                  </a:lnTo>
                  <a:lnTo>
                    <a:pt x="7368" y="13506"/>
                  </a:lnTo>
                  <a:lnTo>
                    <a:pt x="7517" y="13953"/>
                  </a:lnTo>
                  <a:lnTo>
                    <a:pt x="7665" y="14362"/>
                  </a:lnTo>
                  <a:lnTo>
                    <a:pt x="7740" y="14734"/>
                  </a:lnTo>
                  <a:lnTo>
                    <a:pt x="7777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479" y="17227"/>
                  </a:lnTo>
                  <a:lnTo>
                    <a:pt x="7219" y="17822"/>
                  </a:lnTo>
                  <a:lnTo>
                    <a:pt x="9042" y="14697"/>
                  </a:lnTo>
                  <a:lnTo>
                    <a:pt x="9042" y="5358"/>
                  </a:lnTo>
                  <a:lnTo>
                    <a:pt x="5954" y="535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93760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4837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238125" y="4679700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0" y="0"/>
                  </a:moveTo>
                  <a:lnTo>
                    <a:pt x="0" y="1935"/>
                  </a:lnTo>
                  <a:lnTo>
                    <a:pt x="298" y="2456"/>
                  </a:lnTo>
                  <a:lnTo>
                    <a:pt x="372" y="2568"/>
                  </a:lnTo>
                  <a:lnTo>
                    <a:pt x="0" y="3200"/>
                  </a:lnTo>
                  <a:lnTo>
                    <a:pt x="0" y="5135"/>
                  </a:lnTo>
                  <a:lnTo>
                    <a:pt x="1488" y="2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6382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560987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9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716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5261050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238125" y="2209150"/>
              <a:ext cx="506025" cy="667900"/>
            </a:xfrm>
            <a:custGeom>
              <a:rect b="b" l="l" r="r" t="t"/>
              <a:pathLst>
                <a:path extrusionOk="0" h="26716" w="20241">
                  <a:moveTo>
                    <a:pt x="15441" y="5768"/>
                  </a:moveTo>
                  <a:lnTo>
                    <a:pt x="15813" y="5805"/>
                  </a:lnTo>
                  <a:lnTo>
                    <a:pt x="16222" y="5917"/>
                  </a:lnTo>
                  <a:lnTo>
                    <a:pt x="16594" y="6028"/>
                  </a:lnTo>
                  <a:lnTo>
                    <a:pt x="17004" y="6214"/>
                  </a:lnTo>
                  <a:lnTo>
                    <a:pt x="17376" y="6438"/>
                  </a:lnTo>
                  <a:lnTo>
                    <a:pt x="17711" y="6698"/>
                  </a:lnTo>
                  <a:lnTo>
                    <a:pt x="18045" y="7033"/>
                  </a:lnTo>
                  <a:lnTo>
                    <a:pt x="18380" y="7405"/>
                  </a:lnTo>
                  <a:lnTo>
                    <a:pt x="18678" y="7851"/>
                  </a:lnTo>
                  <a:lnTo>
                    <a:pt x="18901" y="8298"/>
                  </a:lnTo>
                  <a:lnTo>
                    <a:pt x="19087" y="8782"/>
                  </a:lnTo>
                  <a:lnTo>
                    <a:pt x="19199" y="9228"/>
                  </a:lnTo>
                  <a:lnTo>
                    <a:pt x="19273" y="9637"/>
                  </a:lnTo>
                  <a:lnTo>
                    <a:pt x="19310" y="10084"/>
                  </a:lnTo>
                  <a:lnTo>
                    <a:pt x="19273" y="10493"/>
                  </a:lnTo>
                  <a:lnTo>
                    <a:pt x="19199" y="10865"/>
                  </a:lnTo>
                  <a:lnTo>
                    <a:pt x="19124" y="11274"/>
                  </a:lnTo>
                  <a:lnTo>
                    <a:pt x="18976" y="11647"/>
                  </a:lnTo>
                  <a:lnTo>
                    <a:pt x="18790" y="11981"/>
                  </a:lnTo>
                  <a:lnTo>
                    <a:pt x="18604" y="12316"/>
                  </a:lnTo>
                  <a:lnTo>
                    <a:pt x="18343" y="12614"/>
                  </a:lnTo>
                  <a:lnTo>
                    <a:pt x="18083" y="12912"/>
                  </a:lnTo>
                  <a:lnTo>
                    <a:pt x="17822" y="13172"/>
                  </a:lnTo>
                  <a:lnTo>
                    <a:pt x="17525" y="13395"/>
                  </a:lnTo>
                  <a:lnTo>
                    <a:pt x="17227" y="13619"/>
                  </a:lnTo>
                  <a:lnTo>
                    <a:pt x="16669" y="13879"/>
                  </a:lnTo>
                  <a:lnTo>
                    <a:pt x="16111" y="14102"/>
                  </a:lnTo>
                  <a:lnTo>
                    <a:pt x="15478" y="14251"/>
                  </a:lnTo>
                  <a:lnTo>
                    <a:pt x="15180" y="14251"/>
                  </a:lnTo>
                  <a:lnTo>
                    <a:pt x="14846" y="14288"/>
                  </a:lnTo>
                  <a:lnTo>
                    <a:pt x="14399" y="14251"/>
                  </a:lnTo>
                  <a:lnTo>
                    <a:pt x="13953" y="14177"/>
                  </a:lnTo>
                  <a:lnTo>
                    <a:pt x="13469" y="14028"/>
                  </a:lnTo>
                  <a:lnTo>
                    <a:pt x="13022" y="13842"/>
                  </a:lnTo>
                  <a:lnTo>
                    <a:pt x="12576" y="13544"/>
                  </a:lnTo>
                  <a:lnTo>
                    <a:pt x="12167" y="13209"/>
                  </a:lnTo>
                  <a:lnTo>
                    <a:pt x="11795" y="12800"/>
                  </a:lnTo>
                  <a:lnTo>
                    <a:pt x="11423" y="12316"/>
                  </a:lnTo>
                  <a:lnTo>
                    <a:pt x="11162" y="11833"/>
                  </a:lnTo>
                  <a:lnTo>
                    <a:pt x="10976" y="11386"/>
                  </a:lnTo>
                  <a:lnTo>
                    <a:pt x="10827" y="10940"/>
                  </a:lnTo>
                  <a:lnTo>
                    <a:pt x="10753" y="10493"/>
                  </a:lnTo>
                  <a:lnTo>
                    <a:pt x="10716" y="10047"/>
                  </a:lnTo>
                  <a:lnTo>
                    <a:pt x="10753" y="9637"/>
                  </a:lnTo>
                  <a:lnTo>
                    <a:pt x="10790" y="9228"/>
                  </a:lnTo>
                  <a:lnTo>
                    <a:pt x="10902" y="8819"/>
                  </a:lnTo>
                  <a:lnTo>
                    <a:pt x="11050" y="8447"/>
                  </a:lnTo>
                  <a:lnTo>
                    <a:pt x="11237" y="8112"/>
                  </a:lnTo>
                  <a:lnTo>
                    <a:pt x="11423" y="7777"/>
                  </a:lnTo>
                  <a:lnTo>
                    <a:pt x="11646" y="7442"/>
                  </a:lnTo>
                  <a:lnTo>
                    <a:pt x="11943" y="7144"/>
                  </a:lnTo>
                  <a:lnTo>
                    <a:pt x="12204" y="6884"/>
                  </a:lnTo>
                  <a:lnTo>
                    <a:pt x="12502" y="6661"/>
                  </a:lnTo>
                  <a:lnTo>
                    <a:pt x="12836" y="6438"/>
                  </a:lnTo>
                  <a:lnTo>
                    <a:pt x="13171" y="6252"/>
                  </a:lnTo>
                  <a:lnTo>
                    <a:pt x="13506" y="6103"/>
                  </a:lnTo>
                  <a:lnTo>
                    <a:pt x="13878" y="5954"/>
                  </a:lnTo>
                  <a:lnTo>
                    <a:pt x="14250" y="5879"/>
                  </a:lnTo>
                  <a:lnTo>
                    <a:pt x="14660" y="5805"/>
                  </a:lnTo>
                  <a:lnTo>
                    <a:pt x="15032" y="5768"/>
                  </a:lnTo>
                  <a:close/>
                  <a:moveTo>
                    <a:pt x="7962" y="8223"/>
                  </a:moveTo>
                  <a:lnTo>
                    <a:pt x="8148" y="8558"/>
                  </a:lnTo>
                  <a:lnTo>
                    <a:pt x="10158" y="12056"/>
                  </a:lnTo>
                  <a:lnTo>
                    <a:pt x="12576" y="16260"/>
                  </a:lnTo>
                  <a:lnTo>
                    <a:pt x="14622" y="19795"/>
                  </a:lnTo>
                  <a:lnTo>
                    <a:pt x="14697" y="19906"/>
                  </a:lnTo>
                  <a:lnTo>
                    <a:pt x="11348" y="25711"/>
                  </a:lnTo>
                  <a:lnTo>
                    <a:pt x="5135" y="25748"/>
                  </a:lnTo>
                  <a:lnTo>
                    <a:pt x="8520" y="19906"/>
                  </a:lnTo>
                  <a:lnTo>
                    <a:pt x="4837" y="13656"/>
                  </a:lnTo>
                  <a:lnTo>
                    <a:pt x="7962" y="8223"/>
                  </a:lnTo>
                  <a:close/>
                  <a:moveTo>
                    <a:pt x="12018" y="1"/>
                  </a:moveTo>
                  <a:lnTo>
                    <a:pt x="11646" y="38"/>
                  </a:lnTo>
                  <a:lnTo>
                    <a:pt x="11237" y="75"/>
                  </a:lnTo>
                  <a:lnTo>
                    <a:pt x="10827" y="187"/>
                  </a:lnTo>
                  <a:lnTo>
                    <a:pt x="10455" y="298"/>
                  </a:lnTo>
                  <a:lnTo>
                    <a:pt x="10083" y="410"/>
                  </a:lnTo>
                  <a:lnTo>
                    <a:pt x="9711" y="596"/>
                  </a:lnTo>
                  <a:lnTo>
                    <a:pt x="9376" y="782"/>
                  </a:lnTo>
                  <a:lnTo>
                    <a:pt x="9041" y="1005"/>
                  </a:lnTo>
                  <a:lnTo>
                    <a:pt x="8744" y="1229"/>
                  </a:lnTo>
                  <a:lnTo>
                    <a:pt x="8446" y="1489"/>
                  </a:lnTo>
                  <a:lnTo>
                    <a:pt x="8148" y="1749"/>
                  </a:lnTo>
                  <a:lnTo>
                    <a:pt x="7888" y="2047"/>
                  </a:lnTo>
                  <a:lnTo>
                    <a:pt x="7665" y="2382"/>
                  </a:lnTo>
                  <a:lnTo>
                    <a:pt x="7441" y="2717"/>
                  </a:lnTo>
                  <a:lnTo>
                    <a:pt x="7255" y="3052"/>
                  </a:lnTo>
                  <a:lnTo>
                    <a:pt x="7107" y="3424"/>
                  </a:lnTo>
                  <a:lnTo>
                    <a:pt x="6958" y="3796"/>
                  </a:lnTo>
                  <a:lnTo>
                    <a:pt x="6809" y="4317"/>
                  </a:lnTo>
                  <a:lnTo>
                    <a:pt x="4576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4018" y="1452"/>
                  </a:lnTo>
                  <a:lnTo>
                    <a:pt x="7107" y="6810"/>
                  </a:lnTo>
                  <a:lnTo>
                    <a:pt x="930" y="6810"/>
                  </a:lnTo>
                  <a:lnTo>
                    <a:pt x="0" y="5173"/>
                  </a:lnTo>
                  <a:lnTo>
                    <a:pt x="0" y="9414"/>
                  </a:lnTo>
                  <a:lnTo>
                    <a:pt x="930" y="7777"/>
                  </a:lnTo>
                  <a:lnTo>
                    <a:pt x="7107" y="7777"/>
                  </a:lnTo>
                  <a:lnTo>
                    <a:pt x="0" y="20093"/>
                  </a:lnTo>
                  <a:lnTo>
                    <a:pt x="0" y="22027"/>
                  </a:lnTo>
                  <a:lnTo>
                    <a:pt x="670" y="20874"/>
                  </a:lnTo>
                  <a:lnTo>
                    <a:pt x="4018" y="26715"/>
                  </a:lnTo>
                  <a:lnTo>
                    <a:pt x="11906" y="26715"/>
                  </a:lnTo>
                  <a:lnTo>
                    <a:pt x="15813" y="19906"/>
                  </a:lnTo>
                  <a:lnTo>
                    <a:pt x="12874" y="14809"/>
                  </a:lnTo>
                  <a:lnTo>
                    <a:pt x="12874" y="14809"/>
                  </a:lnTo>
                  <a:lnTo>
                    <a:pt x="13432" y="14995"/>
                  </a:lnTo>
                  <a:lnTo>
                    <a:pt x="14027" y="15181"/>
                  </a:lnTo>
                  <a:lnTo>
                    <a:pt x="14622" y="15256"/>
                  </a:lnTo>
                  <a:lnTo>
                    <a:pt x="15218" y="15256"/>
                  </a:lnTo>
                  <a:lnTo>
                    <a:pt x="15813" y="15181"/>
                  </a:lnTo>
                  <a:lnTo>
                    <a:pt x="16371" y="15070"/>
                  </a:lnTo>
                  <a:lnTo>
                    <a:pt x="16966" y="14846"/>
                  </a:lnTo>
                  <a:lnTo>
                    <a:pt x="17487" y="14586"/>
                  </a:lnTo>
                  <a:lnTo>
                    <a:pt x="18045" y="14251"/>
                  </a:lnTo>
                  <a:lnTo>
                    <a:pt x="18529" y="13842"/>
                  </a:lnTo>
                  <a:lnTo>
                    <a:pt x="18976" y="13395"/>
                  </a:lnTo>
                  <a:lnTo>
                    <a:pt x="19348" y="12912"/>
                  </a:lnTo>
                  <a:lnTo>
                    <a:pt x="19645" y="12391"/>
                  </a:lnTo>
                  <a:lnTo>
                    <a:pt x="19906" y="11833"/>
                  </a:lnTo>
                  <a:lnTo>
                    <a:pt x="20092" y="11237"/>
                  </a:lnTo>
                  <a:lnTo>
                    <a:pt x="20203" y="10642"/>
                  </a:lnTo>
                  <a:lnTo>
                    <a:pt x="20241" y="10009"/>
                  </a:lnTo>
                  <a:lnTo>
                    <a:pt x="20241" y="9749"/>
                  </a:lnTo>
                  <a:lnTo>
                    <a:pt x="20166" y="9451"/>
                  </a:lnTo>
                  <a:lnTo>
                    <a:pt x="20092" y="9116"/>
                  </a:lnTo>
                  <a:lnTo>
                    <a:pt x="19980" y="8744"/>
                  </a:lnTo>
                  <a:lnTo>
                    <a:pt x="19831" y="8335"/>
                  </a:lnTo>
                  <a:lnTo>
                    <a:pt x="19645" y="7889"/>
                  </a:lnTo>
                  <a:lnTo>
                    <a:pt x="19422" y="7479"/>
                  </a:lnTo>
                  <a:lnTo>
                    <a:pt x="19162" y="7070"/>
                  </a:lnTo>
                  <a:lnTo>
                    <a:pt x="16632" y="2605"/>
                  </a:lnTo>
                  <a:lnTo>
                    <a:pt x="16408" y="2270"/>
                  </a:lnTo>
                  <a:lnTo>
                    <a:pt x="16185" y="1973"/>
                  </a:lnTo>
                  <a:lnTo>
                    <a:pt x="15925" y="1675"/>
                  </a:lnTo>
                  <a:lnTo>
                    <a:pt x="15664" y="1415"/>
                  </a:lnTo>
                  <a:lnTo>
                    <a:pt x="15404" y="1154"/>
                  </a:lnTo>
                  <a:lnTo>
                    <a:pt x="15106" y="931"/>
                  </a:lnTo>
                  <a:lnTo>
                    <a:pt x="14808" y="745"/>
                  </a:lnTo>
                  <a:lnTo>
                    <a:pt x="14511" y="559"/>
                  </a:lnTo>
                  <a:lnTo>
                    <a:pt x="14176" y="410"/>
                  </a:lnTo>
                  <a:lnTo>
                    <a:pt x="13841" y="261"/>
                  </a:lnTo>
                  <a:lnTo>
                    <a:pt x="13506" y="150"/>
                  </a:lnTo>
                  <a:lnTo>
                    <a:pt x="13134" y="75"/>
                  </a:lnTo>
                  <a:lnTo>
                    <a:pt x="12762" y="38"/>
                  </a:lnTo>
                  <a:lnTo>
                    <a:pt x="1239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5421975" y="4475050"/>
              <a:ext cx="220475" cy="391625"/>
            </a:xfrm>
            <a:custGeom>
              <a:rect b="b" l="l" r="r" t="t"/>
              <a:pathLst>
                <a:path extrusionOk="0" h="15665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4481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4151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605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3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9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2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6" y="24818"/>
                  </a:lnTo>
                  <a:lnTo>
                    <a:pt x="20242" y="2481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9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4924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6" y="1452"/>
                  </a:moveTo>
                  <a:lnTo>
                    <a:pt x="21655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5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7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7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4795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556802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6194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5696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5851725" y="4451800"/>
              <a:ext cx="366500" cy="414875"/>
            </a:xfrm>
            <a:custGeom>
              <a:rect b="b" l="l" r="r" t="t"/>
              <a:pathLst>
                <a:path extrusionOk="0" h="16595" w="14660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6034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7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4649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20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5254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2761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250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2606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2936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94307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104925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31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6341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8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163575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708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4023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533725" y="4451800"/>
              <a:ext cx="367450" cy="414875"/>
            </a:xfrm>
            <a:custGeom>
              <a:rect b="b" l="l" r="r" t="t"/>
              <a:pathLst>
                <a:path extrusionOk="0" h="16595" w="14698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9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4489025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0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4306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876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78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90" y="6215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1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86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79" y="24818"/>
                  </a:lnTo>
                  <a:lnTo>
                    <a:pt x="23107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6455" y="24818"/>
                  </a:lnTo>
                  <a:lnTo>
                    <a:pt x="27571" y="24818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3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90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4216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38125" y="848325"/>
              <a:ext cx="228825" cy="82800"/>
            </a:xfrm>
            <a:custGeom>
              <a:rect b="b" l="l" r="r" t="t"/>
              <a:pathLst>
                <a:path extrusionOk="0" h="3312" w="9153">
                  <a:moveTo>
                    <a:pt x="0" y="0"/>
                  </a:moveTo>
                  <a:lnTo>
                    <a:pt x="0" y="112"/>
                  </a:lnTo>
                  <a:lnTo>
                    <a:pt x="3497" y="112"/>
                  </a:lnTo>
                  <a:lnTo>
                    <a:pt x="3460" y="0"/>
                  </a:lnTo>
                  <a:close/>
                  <a:moveTo>
                    <a:pt x="4093" y="112"/>
                  </a:moveTo>
                  <a:lnTo>
                    <a:pt x="5953" y="3311"/>
                  </a:lnTo>
                  <a:lnTo>
                    <a:pt x="6176" y="2791"/>
                  </a:lnTo>
                  <a:lnTo>
                    <a:pt x="6511" y="2270"/>
                  </a:lnTo>
                  <a:lnTo>
                    <a:pt x="6846" y="1823"/>
                  </a:lnTo>
                  <a:lnTo>
                    <a:pt x="7255" y="1377"/>
                  </a:lnTo>
                  <a:lnTo>
                    <a:pt x="7665" y="1005"/>
                  </a:lnTo>
                  <a:lnTo>
                    <a:pt x="8148" y="670"/>
                  </a:lnTo>
                  <a:lnTo>
                    <a:pt x="8632" y="372"/>
                  </a:lnTo>
                  <a:lnTo>
                    <a:pt x="9153" y="112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877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596800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43" y="10010"/>
                  </a:lnTo>
                  <a:lnTo>
                    <a:pt x="24966" y="9489"/>
                  </a:lnTo>
                  <a:lnTo>
                    <a:pt x="25301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38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3" y="6959"/>
                  </a:lnTo>
                  <a:lnTo>
                    <a:pt x="2382" y="7256"/>
                  </a:lnTo>
                  <a:lnTo>
                    <a:pt x="2902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405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516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7353025" y="2111500"/>
              <a:ext cx="28850" cy="51175"/>
            </a:xfrm>
            <a:custGeom>
              <a:rect b="b" l="l" r="r" t="t"/>
              <a:pathLst>
                <a:path extrusionOk="0" h="2047" w="1154">
                  <a:moveTo>
                    <a:pt x="1154" y="0"/>
                  </a:moveTo>
                  <a:lnTo>
                    <a:pt x="1" y="2046"/>
                  </a:lnTo>
                  <a:lnTo>
                    <a:pt x="1154" y="2046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650925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19595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7358600" y="4159725"/>
              <a:ext cx="23275" cy="39100"/>
            </a:xfrm>
            <a:custGeom>
              <a:rect b="b" l="l" r="r" t="t"/>
              <a:pathLst>
                <a:path extrusionOk="0" h="1564" w="931">
                  <a:moveTo>
                    <a:pt x="931" y="1"/>
                  </a:moveTo>
                  <a:lnTo>
                    <a:pt x="1" y="1563"/>
                  </a:lnTo>
                  <a:lnTo>
                    <a:pt x="931" y="1563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181475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6740975" y="2038925"/>
              <a:ext cx="640900" cy="481875"/>
            </a:xfrm>
            <a:custGeom>
              <a:rect b="b" l="l" r="r" t="t"/>
              <a:pathLst>
                <a:path extrusionOk="0" h="19275" w="25636">
                  <a:moveTo>
                    <a:pt x="22883" y="6810"/>
                  </a:moveTo>
                  <a:lnTo>
                    <a:pt x="24706" y="10010"/>
                  </a:lnTo>
                  <a:lnTo>
                    <a:pt x="24892" y="9600"/>
                  </a:lnTo>
                  <a:lnTo>
                    <a:pt x="25115" y="9191"/>
                  </a:lnTo>
                  <a:lnTo>
                    <a:pt x="25376" y="8856"/>
                  </a:lnTo>
                  <a:lnTo>
                    <a:pt x="25636" y="8484"/>
                  </a:lnTo>
                  <a:lnTo>
                    <a:pt x="25636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238125" y="3354200"/>
              <a:ext cx="18625" cy="63275"/>
            </a:xfrm>
            <a:custGeom>
              <a:rect b="b" l="l" r="r" t="t"/>
              <a:pathLst>
                <a:path extrusionOk="0" h="2531" w="745">
                  <a:moveTo>
                    <a:pt x="0" y="1"/>
                  </a:moveTo>
                  <a:lnTo>
                    <a:pt x="0" y="2531"/>
                  </a:lnTo>
                  <a:lnTo>
                    <a:pt x="744" y="1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238125" y="3043525"/>
              <a:ext cx="93950" cy="189775"/>
            </a:xfrm>
            <a:custGeom>
              <a:rect b="b" l="l" r="r" t="t"/>
              <a:pathLst>
                <a:path extrusionOk="0" h="7591" w="3758">
                  <a:moveTo>
                    <a:pt x="0" y="0"/>
                  </a:moveTo>
                  <a:lnTo>
                    <a:pt x="0" y="7591"/>
                  </a:lnTo>
                  <a:lnTo>
                    <a:pt x="521" y="7516"/>
                  </a:lnTo>
                  <a:lnTo>
                    <a:pt x="1005" y="7405"/>
                  </a:lnTo>
                  <a:lnTo>
                    <a:pt x="1451" y="7219"/>
                  </a:lnTo>
                  <a:lnTo>
                    <a:pt x="1898" y="6995"/>
                  </a:lnTo>
                  <a:lnTo>
                    <a:pt x="2158" y="6809"/>
                  </a:lnTo>
                  <a:lnTo>
                    <a:pt x="2418" y="6586"/>
                  </a:lnTo>
                  <a:lnTo>
                    <a:pt x="2679" y="6363"/>
                  </a:lnTo>
                  <a:lnTo>
                    <a:pt x="2902" y="6102"/>
                  </a:lnTo>
                  <a:lnTo>
                    <a:pt x="3125" y="5842"/>
                  </a:lnTo>
                  <a:lnTo>
                    <a:pt x="3311" y="5544"/>
                  </a:lnTo>
                  <a:lnTo>
                    <a:pt x="3460" y="5247"/>
                  </a:lnTo>
                  <a:lnTo>
                    <a:pt x="3572" y="4912"/>
                  </a:lnTo>
                  <a:lnTo>
                    <a:pt x="3683" y="4577"/>
                  </a:lnTo>
                  <a:lnTo>
                    <a:pt x="3721" y="4205"/>
                  </a:lnTo>
                  <a:lnTo>
                    <a:pt x="3758" y="3833"/>
                  </a:lnTo>
                  <a:lnTo>
                    <a:pt x="3758" y="3461"/>
                  </a:lnTo>
                  <a:lnTo>
                    <a:pt x="3683" y="3089"/>
                  </a:lnTo>
                  <a:lnTo>
                    <a:pt x="3572" y="2679"/>
                  </a:lnTo>
                  <a:lnTo>
                    <a:pt x="3423" y="2270"/>
                  </a:lnTo>
                  <a:lnTo>
                    <a:pt x="3200" y="1861"/>
                  </a:lnTo>
                  <a:lnTo>
                    <a:pt x="2865" y="1414"/>
                  </a:lnTo>
                  <a:lnTo>
                    <a:pt x="2493" y="1005"/>
                  </a:lnTo>
                  <a:lnTo>
                    <a:pt x="2121" y="670"/>
                  </a:lnTo>
                  <a:lnTo>
                    <a:pt x="1712" y="410"/>
                  </a:lnTo>
                  <a:lnTo>
                    <a:pt x="1302" y="224"/>
                  </a:lnTo>
                  <a:lnTo>
                    <a:pt x="856" y="112"/>
                  </a:lnTo>
                  <a:lnTo>
                    <a:pt x="446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980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238125" y="3217475"/>
              <a:ext cx="115350" cy="157225"/>
            </a:xfrm>
            <a:custGeom>
              <a:rect b="b" l="l" r="r" t="t"/>
              <a:pathLst>
                <a:path extrusionOk="0" h="6289" w="4614">
                  <a:moveTo>
                    <a:pt x="4614" y="0"/>
                  </a:moveTo>
                  <a:lnTo>
                    <a:pt x="4316" y="409"/>
                  </a:lnTo>
                  <a:lnTo>
                    <a:pt x="3981" y="781"/>
                  </a:lnTo>
                  <a:lnTo>
                    <a:pt x="3609" y="1154"/>
                  </a:lnTo>
                  <a:lnTo>
                    <a:pt x="3237" y="1451"/>
                  </a:lnTo>
                  <a:lnTo>
                    <a:pt x="2865" y="1712"/>
                  </a:lnTo>
                  <a:lnTo>
                    <a:pt x="2456" y="1935"/>
                  </a:lnTo>
                  <a:lnTo>
                    <a:pt x="2084" y="2121"/>
                  </a:lnTo>
                  <a:lnTo>
                    <a:pt x="1674" y="2270"/>
                  </a:lnTo>
                  <a:lnTo>
                    <a:pt x="1265" y="2381"/>
                  </a:lnTo>
                  <a:lnTo>
                    <a:pt x="856" y="2456"/>
                  </a:lnTo>
                  <a:lnTo>
                    <a:pt x="409" y="2530"/>
                  </a:lnTo>
                  <a:lnTo>
                    <a:pt x="0" y="2530"/>
                  </a:lnTo>
                  <a:lnTo>
                    <a:pt x="0" y="4539"/>
                  </a:lnTo>
                  <a:lnTo>
                    <a:pt x="1005" y="6288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1041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90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529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827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238125" y="3397000"/>
              <a:ext cx="266975" cy="250225"/>
            </a:xfrm>
            <a:custGeom>
              <a:rect b="b" l="l" r="r" t="t"/>
              <a:pathLst>
                <a:path extrusionOk="0" h="10009" w="10679">
                  <a:moveTo>
                    <a:pt x="1005" y="0"/>
                  </a:moveTo>
                  <a:lnTo>
                    <a:pt x="0" y="1749"/>
                  </a:lnTo>
                  <a:lnTo>
                    <a:pt x="0" y="6846"/>
                  </a:lnTo>
                  <a:lnTo>
                    <a:pt x="5618" y="6809"/>
                  </a:lnTo>
                  <a:lnTo>
                    <a:pt x="5023" y="6809"/>
                  </a:lnTo>
                  <a:lnTo>
                    <a:pt x="1005" y="0"/>
                  </a:lnTo>
                  <a:close/>
                  <a:moveTo>
                    <a:pt x="5618" y="6809"/>
                  </a:moveTo>
                  <a:lnTo>
                    <a:pt x="7441" y="10009"/>
                  </a:lnTo>
                  <a:lnTo>
                    <a:pt x="7702" y="9488"/>
                  </a:lnTo>
                  <a:lnTo>
                    <a:pt x="8000" y="8967"/>
                  </a:lnTo>
                  <a:lnTo>
                    <a:pt x="8334" y="8520"/>
                  </a:lnTo>
                  <a:lnTo>
                    <a:pt x="8744" y="8074"/>
                  </a:lnTo>
                  <a:lnTo>
                    <a:pt x="9190" y="7702"/>
                  </a:lnTo>
                  <a:lnTo>
                    <a:pt x="9637" y="7367"/>
                  </a:lnTo>
                  <a:lnTo>
                    <a:pt x="10120" y="7069"/>
                  </a:lnTo>
                  <a:lnTo>
                    <a:pt x="10678" y="6809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238125" y="2910500"/>
              <a:ext cx="129300" cy="359075"/>
            </a:xfrm>
            <a:custGeom>
              <a:rect b="b" l="l" r="r" t="t"/>
              <a:pathLst>
                <a:path extrusionOk="0" h="14363" w="5172">
                  <a:moveTo>
                    <a:pt x="0" y="1"/>
                  </a:moveTo>
                  <a:lnTo>
                    <a:pt x="0" y="4875"/>
                  </a:lnTo>
                  <a:lnTo>
                    <a:pt x="484" y="4875"/>
                  </a:lnTo>
                  <a:lnTo>
                    <a:pt x="967" y="4987"/>
                  </a:lnTo>
                  <a:lnTo>
                    <a:pt x="1451" y="5098"/>
                  </a:lnTo>
                  <a:lnTo>
                    <a:pt x="1935" y="5321"/>
                  </a:lnTo>
                  <a:lnTo>
                    <a:pt x="2381" y="5619"/>
                  </a:lnTo>
                  <a:lnTo>
                    <a:pt x="2828" y="5991"/>
                  </a:lnTo>
                  <a:lnTo>
                    <a:pt x="3237" y="6438"/>
                  </a:lnTo>
                  <a:lnTo>
                    <a:pt x="3609" y="6958"/>
                  </a:lnTo>
                  <a:lnTo>
                    <a:pt x="3832" y="7405"/>
                  </a:lnTo>
                  <a:lnTo>
                    <a:pt x="4018" y="7889"/>
                  </a:lnTo>
                  <a:lnTo>
                    <a:pt x="4130" y="8335"/>
                  </a:lnTo>
                  <a:lnTo>
                    <a:pt x="4204" y="8744"/>
                  </a:lnTo>
                  <a:lnTo>
                    <a:pt x="4242" y="9191"/>
                  </a:lnTo>
                  <a:lnTo>
                    <a:pt x="4204" y="9600"/>
                  </a:lnTo>
                  <a:lnTo>
                    <a:pt x="4130" y="9972"/>
                  </a:lnTo>
                  <a:lnTo>
                    <a:pt x="4018" y="10382"/>
                  </a:lnTo>
                  <a:lnTo>
                    <a:pt x="3907" y="10754"/>
                  </a:lnTo>
                  <a:lnTo>
                    <a:pt x="3721" y="11088"/>
                  </a:lnTo>
                  <a:lnTo>
                    <a:pt x="3497" y="11423"/>
                  </a:lnTo>
                  <a:lnTo>
                    <a:pt x="3274" y="11721"/>
                  </a:lnTo>
                  <a:lnTo>
                    <a:pt x="3014" y="12019"/>
                  </a:lnTo>
                  <a:lnTo>
                    <a:pt x="2753" y="12279"/>
                  </a:lnTo>
                  <a:lnTo>
                    <a:pt x="2456" y="12502"/>
                  </a:lnTo>
                  <a:lnTo>
                    <a:pt x="2121" y="12726"/>
                  </a:lnTo>
                  <a:lnTo>
                    <a:pt x="1637" y="12986"/>
                  </a:lnTo>
                  <a:lnTo>
                    <a:pt x="1116" y="13172"/>
                  </a:lnTo>
                  <a:lnTo>
                    <a:pt x="558" y="13321"/>
                  </a:lnTo>
                  <a:lnTo>
                    <a:pt x="0" y="13395"/>
                  </a:lnTo>
                  <a:lnTo>
                    <a:pt x="0" y="14363"/>
                  </a:lnTo>
                  <a:lnTo>
                    <a:pt x="372" y="14325"/>
                  </a:lnTo>
                  <a:lnTo>
                    <a:pt x="781" y="14288"/>
                  </a:lnTo>
                  <a:lnTo>
                    <a:pt x="1153" y="14214"/>
                  </a:lnTo>
                  <a:lnTo>
                    <a:pt x="1525" y="14102"/>
                  </a:lnTo>
                  <a:lnTo>
                    <a:pt x="1898" y="13953"/>
                  </a:lnTo>
                  <a:lnTo>
                    <a:pt x="2270" y="13805"/>
                  </a:lnTo>
                  <a:lnTo>
                    <a:pt x="2604" y="13581"/>
                  </a:lnTo>
                  <a:lnTo>
                    <a:pt x="2939" y="13358"/>
                  </a:lnTo>
                  <a:lnTo>
                    <a:pt x="3460" y="12949"/>
                  </a:lnTo>
                  <a:lnTo>
                    <a:pt x="3870" y="12502"/>
                  </a:lnTo>
                  <a:lnTo>
                    <a:pt x="4242" y="12019"/>
                  </a:lnTo>
                  <a:lnTo>
                    <a:pt x="4576" y="11498"/>
                  </a:lnTo>
                  <a:lnTo>
                    <a:pt x="4837" y="10940"/>
                  </a:lnTo>
                  <a:lnTo>
                    <a:pt x="5023" y="10344"/>
                  </a:lnTo>
                  <a:lnTo>
                    <a:pt x="5135" y="9749"/>
                  </a:lnTo>
                  <a:lnTo>
                    <a:pt x="5172" y="9117"/>
                  </a:lnTo>
                  <a:lnTo>
                    <a:pt x="5135" y="8856"/>
                  </a:lnTo>
                  <a:lnTo>
                    <a:pt x="5097" y="8558"/>
                  </a:lnTo>
                  <a:lnTo>
                    <a:pt x="5023" y="8224"/>
                  </a:lnTo>
                  <a:lnTo>
                    <a:pt x="4911" y="7851"/>
                  </a:lnTo>
                  <a:lnTo>
                    <a:pt x="4763" y="7442"/>
                  </a:lnTo>
                  <a:lnTo>
                    <a:pt x="4576" y="6996"/>
                  </a:lnTo>
                  <a:lnTo>
                    <a:pt x="4353" y="6586"/>
                  </a:lnTo>
                  <a:lnTo>
                    <a:pt x="4093" y="6177"/>
                  </a:lnTo>
                  <a:lnTo>
                    <a:pt x="1525" y="1712"/>
                  </a:lnTo>
                  <a:lnTo>
                    <a:pt x="1228" y="1229"/>
                  </a:lnTo>
                  <a:lnTo>
                    <a:pt x="856" y="745"/>
                  </a:lnTo>
                  <a:lnTo>
                    <a:pt x="446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238125" y="3772775"/>
              <a:ext cx="176750" cy="306050"/>
            </a:xfrm>
            <a:custGeom>
              <a:rect b="b" l="l" r="r" t="t"/>
              <a:pathLst>
                <a:path extrusionOk="0" h="12242" w="7070">
                  <a:moveTo>
                    <a:pt x="1972" y="1"/>
                  </a:moveTo>
                  <a:lnTo>
                    <a:pt x="0" y="3386"/>
                  </a:lnTo>
                  <a:lnTo>
                    <a:pt x="0" y="12242"/>
                  </a:lnTo>
                  <a:lnTo>
                    <a:pt x="70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7344650" y="3843475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1489" y="0"/>
                  </a:moveTo>
                  <a:lnTo>
                    <a:pt x="1" y="2605"/>
                  </a:lnTo>
                  <a:lnTo>
                    <a:pt x="1489" y="5135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693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2920750" y="3896500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2148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4466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565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7170725" y="4755050"/>
              <a:ext cx="130225" cy="111625"/>
            </a:xfrm>
            <a:custGeom>
              <a:rect b="b" l="l" r="r" t="t"/>
              <a:pathLst>
                <a:path extrusionOk="0" h="4465" w="5209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6011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523875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38125" y="4402500"/>
              <a:ext cx="112575" cy="188850"/>
            </a:xfrm>
            <a:custGeom>
              <a:rect b="b" l="l" r="r" t="t"/>
              <a:pathLst>
                <a:path extrusionOk="0" h="7554" w="4503">
                  <a:moveTo>
                    <a:pt x="521" y="1"/>
                  </a:moveTo>
                  <a:lnTo>
                    <a:pt x="0" y="75"/>
                  </a:lnTo>
                  <a:lnTo>
                    <a:pt x="0" y="7517"/>
                  </a:lnTo>
                  <a:lnTo>
                    <a:pt x="335" y="7554"/>
                  </a:lnTo>
                  <a:lnTo>
                    <a:pt x="707" y="7554"/>
                  </a:lnTo>
                  <a:lnTo>
                    <a:pt x="1042" y="7517"/>
                  </a:lnTo>
                  <a:lnTo>
                    <a:pt x="1377" y="7479"/>
                  </a:lnTo>
                  <a:lnTo>
                    <a:pt x="1712" y="7368"/>
                  </a:lnTo>
                  <a:lnTo>
                    <a:pt x="2046" y="7256"/>
                  </a:lnTo>
                  <a:lnTo>
                    <a:pt x="2344" y="7107"/>
                  </a:lnTo>
                  <a:lnTo>
                    <a:pt x="2642" y="6958"/>
                  </a:lnTo>
                  <a:lnTo>
                    <a:pt x="2939" y="6772"/>
                  </a:lnTo>
                  <a:lnTo>
                    <a:pt x="3200" y="6549"/>
                  </a:lnTo>
                  <a:lnTo>
                    <a:pt x="3423" y="6326"/>
                  </a:lnTo>
                  <a:lnTo>
                    <a:pt x="3646" y="6065"/>
                  </a:lnTo>
                  <a:lnTo>
                    <a:pt x="3870" y="5805"/>
                  </a:lnTo>
                  <a:lnTo>
                    <a:pt x="4056" y="5507"/>
                  </a:lnTo>
                  <a:lnTo>
                    <a:pt x="4204" y="5210"/>
                  </a:lnTo>
                  <a:lnTo>
                    <a:pt x="4353" y="4875"/>
                  </a:lnTo>
                  <a:lnTo>
                    <a:pt x="4428" y="4540"/>
                  </a:lnTo>
                  <a:lnTo>
                    <a:pt x="4502" y="4168"/>
                  </a:lnTo>
                  <a:lnTo>
                    <a:pt x="4502" y="3796"/>
                  </a:lnTo>
                  <a:lnTo>
                    <a:pt x="4502" y="3424"/>
                  </a:lnTo>
                  <a:lnTo>
                    <a:pt x="4428" y="3052"/>
                  </a:lnTo>
                  <a:lnTo>
                    <a:pt x="4316" y="2642"/>
                  </a:lnTo>
                  <a:lnTo>
                    <a:pt x="4167" y="2233"/>
                  </a:lnTo>
                  <a:lnTo>
                    <a:pt x="3944" y="1824"/>
                  </a:lnTo>
                  <a:lnTo>
                    <a:pt x="3758" y="1526"/>
                  </a:lnTo>
                  <a:lnTo>
                    <a:pt x="3535" y="1266"/>
                  </a:lnTo>
                  <a:lnTo>
                    <a:pt x="3311" y="1043"/>
                  </a:lnTo>
                  <a:lnTo>
                    <a:pt x="3088" y="819"/>
                  </a:lnTo>
                  <a:lnTo>
                    <a:pt x="2865" y="633"/>
                  </a:lnTo>
                  <a:lnTo>
                    <a:pt x="2604" y="484"/>
                  </a:lnTo>
                  <a:lnTo>
                    <a:pt x="2344" y="336"/>
                  </a:lnTo>
                  <a:lnTo>
                    <a:pt x="2121" y="224"/>
                  </a:lnTo>
                  <a:lnTo>
                    <a:pt x="1860" y="112"/>
                  </a:lnTo>
                  <a:lnTo>
                    <a:pt x="1563" y="75"/>
                  </a:lnTo>
                  <a:lnTo>
                    <a:pt x="10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38125" y="2717950"/>
              <a:ext cx="643700" cy="481875"/>
            </a:xfrm>
            <a:custGeom>
              <a:rect b="b" l="l" r="r" t="t"/>
              <a:pathLst>
                <a:path extrusionOk="0" h="19275" w="25748">
                  <a:moveTo>
                    <a:pt x="20687" y="6810"/>
                  </a:moveTo>
                  <a:lnTo>
                    <a:pt x="22510" y="10010"/>
                  </a:lnTo>
                  <a:lnTo>
                    <a:pt x="22771" y="9489"/>
                  </a:lnTo>
                  <a:lnTo>
                    <a:pt x="23068" y="8968"/>
                  </a:lnTo>
                  <a:lnTo>
                    <a:pt x="23440" y="8521"/>
                  </a:lnTo>
                  <a:lnTo>
                    <a:pt x="23813" y="8075"/>
                  </a:lnTo>
                  <a:lnTo>
                    <a:pt x="24259" y="7703"/>
                  </a:lnTo>
                  <a:lnTo>
                    <a:pt x="24705" y="7368"/>
                  </a:lnTo>
                  <a:lnTo>
                    <a:pt x="25226" y="7070"/>
                  </a:lnTo>
                  <a:lnTo>
                    <a:pt x="25747" y="6810"/>
                  </a:lnTo>
                  <a:close/>
                  <a:moveTo>
                    <a:pt x="16073" y="1"/>
                  </a:moveTo>
                  <a:lnTo>
                    <a:pt x="12167" y="6810"/>
                  </a:lnTo>
                  <a:lnTo>
                    <a:pt x="3758" y="6810"/>
                  </a:lnTo>
                  <a:lnTo>
                    <a:pt x="670" y="1452"/>
                  </a:lnTo>
                  <a:lnTo>
                    <a:pt x="0" y="2605"/>
                  </a:lnTo>
                  <a:lnTo>
                    <a:pt x="0" y="7145"/>
                  </a:lnTo>
                  <a:lnTo>
                    <a:pt x="558" y="7554"/>
                  </a:lnTo>
                  <a:lnTo>
                    <a:pt x="1079" y="8038"/>
                  </a:lnTo>
                  <a:lnTo>
                    <a:pt x="1525" y="8559"/>
                  </a:lnTo>
                  <a:lnTo>
                    <a:pt x="1935" y="9191"/>
                  </a:lnTo>
                  <a:lnTo>
                    <a:pt x="4465" y="13619"/>
                  </a:lnTo>
                  <a:lnTo>
                    <a:pt x="4763" y="14065"/>
                  </a:lnTo>
                  <a:lnTo>
                    <a:pt x="4986" y="14512"/>
                  </a:lnTo>
                  <a:lnTo>
                    <a:pt x="5172" y="14958"/>
                  </a:lnTo>
                  <a:lnTo>
                    <a:pt x="5358" y="15405"/>
                  </a:lnTo>
                  <a:lnTo>
                    <a:pt x="5469" y="15814"/>
                  </a:lnTo>
                  <a:lnTo>
                    <a:pt x="5544" y="16186"/>
                  </a:lnTo>
                  <a:lnTo>
                    <a:pt x="5618" y="16521"/>
                  </a:lnTo>
                  <a:lnTo>
                    <a:pt x="5618" y="16819"/>
                  </a:lnTo>
                  <a:lnTo>
                    <a:pt x="5581" y="17451"/>
                  </a:lnTo>
                  <a:lnTo>
                    <a:pt x="5469" y="18084"/>
                  </a:lnTo>
                  <a:lnTo>
                    <a:pt x="5283" y="18716"/>
                  </a:lnTo>
                  <a:lnTo>
                    <a:pt x="5060" y="19274"/>
                  </a:lnTo>
                  <a:lnTo>
                    <a:pt x="5060" y="19274"/>
                  </a:lnTo>
                  <a:lnTo>
                    <a:pt x="12278" y="6847"/>
                  </a:lnTo>
                  <a:lnTo>
                    <a:pt x="20687" y="6810"/>
                  </a:lnTo>
                  <a:lnTo>
                    <a:pt x="20092" y="6810"/>
                  </a:lnTo>
                  <a:lnTo>
                    <a:pt x="1607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238125" y="1359900"/>
              <a:ext cx="625100" cy="481875"/>
            </a:xfrm>
            <a:custGeom>
              <a:rect b="b" l="l" r="r" t="t"/>
              <a:pathLst>
                <a:path extrusionOk="0" h="19275" w="25004">
                  <a:moveTo>
                    <a:pt x="19943" y="6810"/>
                  </a:moveTo>
                  <a:lnTo>
                    <a:pt x="21766" y="10009"/>
                  </a:lnTo>
                  <a:lnTo>
                    <a:pt x="22027" y="9489"/>
                  </a:lnTo>
                  <a:lnTo>
                    <a:pt x="22324" y="8968"/>
                  </a:lnTo>
                  <a:lnTo>
                    <a:pt x="22659" y="8521"/>
                  </a:lnTo>
                  <a:lnTo>
                    <a:pt x="23068" y="8075"/>
                  </a:lnTo>
                  <a:lnTo>
                    <a:pt x="23515" y="7703"/>
                  </a:lnTo>
                  <a:lnTo>
                    <a:pt x="23961" y="7368"/>
                  </a:lnTo>
                  <a:lnTo>
                    <a:pt x="24445" y="7070"/>
                  </a:lnTo>
                  <a:lnTo>
                    <a:pt x="25003" y="6810"/>
                  </a:lnTo>
                  <a:close/>
                  <a:moveTo>
                    <a:pt x="15329" y="1"/>
                  </a:moveTo>
                  <a:lnTo>
                    <a:pt x="11423" y="6810"/>
                  </a:lnTo>
                  <a:lnTo>
                    <a:pt x="3014" y="6810"/>
                  </a:lnTo>
                  <a:lnTo>
                    <a:pt x="0" y="1564"/>
                  </a:lnTo>
                  <a:lnTo>
                    <a:pt x="0" y="7740"/>
                  </a:lnTo>
                  <a:lnTo>
                    <a:pt x="335" y="8038"/>
                  </a:lnTo>
                  <a:lnTo>
                    <a:pt x="633" y="8410"/>
                  </a:lnTo>
                  <a:lnTo>
                    <a:pt x="930" y="8782"/>
                  </a:lnTo>
                  <a:lnTo>
                    <a:pt x="1191" y="9191"/>
                  </a:lnTo>
                  <a:lnTo>
                    <a:pt x="3721" y="13619"/>
                  </a:lnTo>
                  <a:lnTo>
                    <a:pt x="3981" y="14065"/>
                  </a:lnTo>
                  <a:lnTo>
                    <a:pt x="4242" y="14512"/>
                  </a:lnTo>
                  <a:lnTo>
                    <a:pt x="4428" y="14958"/>
                  </a:lnTo>
                  <a:lnTo>
                    <a:pt x="4614" y="15404"/>
                  </a:lnTo>
                  <a:lnTo>
                    <a:pt x="4725" y="15814"/>
                  </a:lnTo>
                  <a:lnTo>
                    <a:pt x="4800" y="16186"/>
                  </a:lnTo>
                  <a:lnTo>
                    <a:pt x="4837" y="16521"/>
                  </a:lnTo>
                  <a:lnTo>
                    <a:pt x="4874" y="16818"/>
                  </a:lnTo>
                  <a:lnTo>
                    <a:pt x="4837" y="17451"/>
                  </a:lnTo>
                  <a:lnTo>
                    <a:pt x="4725" y="18083"/>
                  </a:lnTo>
                  <a:lnTo>
                    <a:pt x="4539" y="18716"/>
                  </a:lnTo>
                  <a:lnTo>
                    <a:pt x="4279" y="19274"/>
                  </a:lnTo>
                  <a:lnTo>
                    <a:pt x="11534" y="6847"/>
                  </a:lnTo>
                  <a:lnTo>
                    <a:pt x="19943" y="6810"/>
                  </a:lnTo>
                  <a:lnTo>
                    <a:pt x="19348" y="6810"/>
                  </a:lnTo>
                  <a:lnTo>
                    <a:pt x="1532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956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9" y="8075"/>
                  </a:lnTo>
                  <a:lnTo>
                    <a:pt x="26418" y="7703"/>
                  </a:lnTo>
                  <a:lnTo>
                    <a:pt x="26902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6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1357125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1375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6783750" y="38965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10" y="782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7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2105900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238125" y="2414725"/>
              <a:ext cx="158150" cy="273500"/>
            </a:xfrm>
            <a:custGeom>
              <a:rect b="b" l="l" r="r" t="t"/>
              <a:pathLst>
                <a:path extrusionOk="0" h="10940" w="6326">
                  <a:moveTo>
                    <a:pt x="1228" y="0"/>
                  </a:moveTo>
                  <a:lnTo>
                    <a:pt x="0" y="2084"/>
                  </a:lnTo>
                  <a:lnTo>
                    <a:pt x="0" y="10939"/>
                  </a:lnTo>
                  <a:lnTo>
                    <a:pt x="63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60367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1752450" y="321747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2525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2501225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5615450" y="32174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4046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4843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298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4070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274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1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4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40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7371625" y="3502100"/>
              <a:ext cx="10250" cy="18625"/>
            </a:xfrm>
            <a:custGeom>
              <a:rect b="b" l="l" r="r" t="t"/>
              <a:pathLst>
                <a:path extrusionOk="0" h="745" w="410">
                  <a:moveTo>
                    <a:pt x="410" y="0"/>
                  </a:moveTo>
                  <a:lnTo>
                    <a:pt x="1" y="745"/>
                  </a:lnTo>
                  <a:lnTo>
                    <a:pt x="410" y="745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7326050" y="2452850"/>
              <a:ext cx="55825" cy="192575"/>
            </a:xfrm>
            <a:custGeom>
              <a:rect b="b" l="l" r="r" t="t"/>
              <a:pathLst>
                <a:path extrusionOk="0" h="7703" w="2233">
                  <a:moveTo>
                    <a:pt x="2233" y="1"/>
                  </a:moveTo>
                  <a:lnTo>
                    <a:pt x="1" y="3908"/>
                  </a:lnTo>
                  <a:lnTo>
                    <a:pt x="2233" y="770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7340000" y="2769125"/>
              <a:ext cx="41875" cy="71650"/>
            </a:xfrm>
            <a:custGeom>
              <a:rect b="b" l="l" r="r" t="t"/>
              <a:pathLst>
                <a:path extrusionOk="0" h="2866" w="1675">
                  <a:moveTo>
                    <a:pt x="1675" y="0"/>
                  </a:moveTo>
                  <a:lnTo>
                    <a:pt x="1" y="2865"/>
                  </a:lnTo>
                  <a:lnTo>
                    <a:pt x="1675" y="2865"/>
                  </a:lnTo>
                  <a:lnTo>
                    <a:pt x="167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1728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4819225" y="271795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5591275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6364250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46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7136300" y="2754250"/>
              <a:ext cx="245575" cy="445575"/>
            </a:xfrm>
            <a:custGeom>
              <a:rect b="b" l="l" r="r" t="t"/>
              <a:pathLst>
                <a:path extrusionOk="0" h="17823" w="9823">
                  <a:moveTo>
                    <a:pt x="2865" y="0"/>
                  </a:moveTo>
                  <a:lnTo>
                    <a:pt x="0" y="4949"/>
                  </a:lnTo>
                  <a:lnTo>
                    <a:pt x="633" y="5060"/>
                  </a:lnTo>
                  <a:lnTo>
                    <a:pt x="1265" y="5246"/>
                  </a:lnTo>
                  <a:lnTo>
                    <a:pt x="1824" y="5507"/>
                  </a:lnTo>
                  <a:lnTo>
                    <a:pt x="2382" y="5804"/>
                  </a:lnTo>
                  <a:lnTo>
                    <a:pt x="2865" y="6214"/>
                  </a:lnTo>
                  <a:lnTo>
                    <a:pt x="3349" y="6660"/>
                  </a:lnTo>
                  <a:lnTo>
                    <a:pt x="3758" y="7181"/>
                  </a:lnTo>
                  <a:lnTo>
                    <a:pt x="4130" y="7739"/>
                  </a:lnTo>
                  <a:lnTo>
                    <a:pt x="6698" y="12167"/>
                  </a:lnTo>
                  <a:lnTo>
                    <a:pt x="6958" y="12613"/>
                  </a:lnTo>
                  <a:lnTo>
                    <a:pt x="7181" y="13060"/>
                  </a:lnTo>
                  <a:lnTo>
                    <a:pt x="7405" y="13506"/>
                  </a:lnTo>
                  <a:lnTo>
                    <a:pt x="7553" y="13953"/>
                  </a:lnTo>
                  <a:lnTo>
                    <a:pt x="7665" y="14362"/>
                  </a:lnTo>
                  <a:lnTo>
                    <a:pt x="7777" y="14734"/>
                  </a:lnTo>
                  <a:lnTo>
                    <a:pt x="7814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516" y="17227"/>
                  </a:lnTo>
                  <a:lnTo>
                    <a:pt x="7256" y="17822"/>
                  </a:lnTo>
                  <a:lnTo>
                    <a:pt x="9823" y="13395"/>
                  </a:lnTo>
                  <a:lnTo>
                    <a:pt x="9823" y="5358"/>
                  </a:lnTo>
                  <a:lnTo>
                    <a:pt x="5953" y="5358"/>
                  </a:lnTo>
                  <a:lnTo>
                    <a:pt x="286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1686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2130100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8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2902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5220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4447150" y="2538450"/>
              <a:ext cx="147000" cy="157200"/>
            </a:xfrm>
            <a:custGeom>
              <a:rect b="b" l="l" r="r" t="t"/>
              <a:pathLst>
                <a:path extrusionOk="0" h="6288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675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1540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1190625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1372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5993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6976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6388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7161400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7222800" y="3112350"/>
              <a:ext cx="159075" cy="443725"/>
            </a:xfrm>
            <a:custGeom>
              <a:rect b="b" l="l" r="r" t="t"/>
              <a:pathLst>
                <a:path extrusionOk="0" h="17749" w="6363">
                  <a:moveTo>
                    <a:pt x="6363" y="1"/>
                  </a:moveTo>
                  <a:lnTo>
                    <a:pt x="1" y="10940"/>
                  </a:lnTo>
                  <a:lnTo>
                    <a:pt x="4019" y="17748"/>
                  </a:lnTo>
                  <a:lnTo>
                    <a:pt x="6363" y="17748"/>
                  </a:lnTo>
                  <a:lnTo>
                    <a:pt x="6363" y="16781"/>
                  </a:lnTo>
                  <a:lnTo>
                    <a:pt x="5172" y="16781"/>
                  </a:lnTo>
                  <a:lnTo>
                    <a:pt x="6363" y="14697"/>
                  </a:lnTo>
                  <a:lnTo>
                    <a:pt x="636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7157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676515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6827475" y="2221250"/>
              <a:ext cx="554400" cy="655800"/>
            </a:xfrm>
            <a:custGeom>
              <a:rect b="b" l="l" r="r" t="t"/>
              <a:pathLst>
                <a:path extrusionOk="0" h="26232" w="22176">
                  <a:moveTo>
                    <a:pt x="18604" y="968"/>
                  </a:moveTo>
                  <a:lnTo>
                    <a:pt x="21692" y="6326"/>
                  </a:lnTo>
                  <a:lnTo>
                    <a:pt x="15516" y="6326"/>
                  </a:lnTo>
                  <a:lnTo>
                    <a:pt x="12391" y="968"/>
                  </a:lnTo>
                  <a:close/>
                  <a:moveTo>
                    <a:pt x="21692" y="7293"/>
                  </a:move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1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604" y="26231"/>
                  </a:lnTo>
                  <a:lnTo>
                    <a:pt x="22176" y="26231"/>
                  </a:lnTo>
                  <a:lnTo>
                    <a:pt x="22176" y="25264"/>
                  </a:lnTo>
                  <a:lnTo>
                    <a:pt x="19720" y="25264"/>
                  </a:lnTo>
                  <a:lnTo>
                    <a:pt x="22176" y="20985"/>
                  </a:lnTo>
                  <a:lnTo>
                    <a:pt x="22176" y="17860"/>
                  </a:lnTo>
                  <a:lnTo>
                    <a:pt x="19385" y="13172"/>
                  </a:lnTo>
                  <a:lnTo>
                    <a:pt x="22176" y="8335"/>
                  </a:lnTo>
                  <a:lnTo>
                    <a:pt x="22176" y="1972"/>
                  </a:lnTo>
                  <a:lnTo>
                    <a:pt x="21990" y="2270"/>
                  </a:lnTo>
                  <a:lnTo>
                    <a:pt x="21804" y="2605"/>
                  </a:lnTo>
                  <a:lnTo>
                    <a:pt x="21655" y="2977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6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4422975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2544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317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177197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8"/>
                  </a:lnTo>
                  <a:lnTo>
                    <a:pt x="559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999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5635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238125" y="4575525"/>
              <a:ext cx="134900" cy="157225"/>
            </a:xfrm>
            <a:custGeom>
              <a:rect b="b" l="l" r="r" t="t"/>
              <a:pathLst>
                <a:path extrusionOk="0" h="6289" w="5396">
                  <a:moveTo>
                    <a:pt x="5395" y="0"/>
                  </a:moveTo>
                  <a:lnTo>
                    <a:pt x="5097" y="410"/>
                  </a:lnTo>
                  <a:lnTo>
                    <a:pt x="4763" y="782"/>
                  </a:lnTo>
                  <a:lnTo>
                    <a:pt x="4390" y="1154"/>
                  </a:lnTo>
                  <a:lnTo>
                    <a:pt x="3981" y="1451"/>
                  </a:lnTo>
                  <a:lnTo>
                    <a:pt x="3497" y="1749"/>
                  </a:lnTo>
                  <a:lnTo>
                    <a:pt x="3051" y="2009"/>
                  </a:lnTo>
                  <a:lnTo>
                    <a:pt x="2567" y="2195"/>
                  </a:lnTo>
                  <a:lnTo>
                    <a:pt x="2046" y="2381"/>
                  </a:lnTo>
                  <a:lnTo>
                    <a:pt x="1563" y="2493"/>
                  </a:lnTo>
                  <a:lnTo>
                    <a:pt x="1042" y="2530"/>
                  </a:lnTo>
                  <a:lnTo>
                    <a:pt x="521" y="2530"/>
                  </a:lnTo>
                  <a:lnTo>
                    <a:pt x="0" y="2493"/>
                  </a:lnTo>
                  <a:lnTo>
                    <a:pt x="0" y="3237"/>
                  </a:lnTo>
                  <a:lnTo>
                    <a:pt x="1749" y="6288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4089050" y="457552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10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640705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4862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2482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254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238125" y="1859400"/>
              <a:ext cx="96750" cy="157225"/>
            </a:xfrm>
            <a:custGeom>
              <a:rect b="b" l="l" r="r" t="t"/>
              <a:pathLst>
                <a:path extrusionOk="0" h="6289" w="3870">
                  <a:moveTo>
                    <a:pt x="3870" y="1"/>
                  </a:moveTo>
                  <a:lnTo>
                    <a:pt x="3572" y="410"/>
                  </a:lnTo>
                  <a:lnTo>
                    <a:pt x="3237" y="782"/>
                  </a:lnTo>
                  <a:lnTo>
                    <a:pt x="2865" y="1154"/>
                  </a:lnTo>
                  <a:lnTo>
                    <a:pt x="2456" y="1452"/>
                  </a:lnTo>
                  <a:lnTo>
                    <a:pt x="1898" y="1824"/>
                  </a:lnTo>
                  <a:lnTo>
                    <a:pt x="1265" y="2122"/>
                  </a:lnTo>
                  <a:lnTo>
                    <a:pt x="633" y="2345"/>
                  </a:lnTo>
                  <a:lnTo>
                    <a:pt x="0" y="2494"/>
                  </a:lnTo>
                  <a:lnTo>
                    <a:pt x="0" y="5842"/>
                  </a:lnTo>
                  <a:lnTo>
                    <a:pt x="260" y="628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1709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238125" y="1687325"/>
              <a:ext cx="75350" cy="185125"/>
            </a:xfrm>
            <a:custGeom>
              <a:rect b="b" l="l" r="r" t="t"/>
              <a:pathLst>
                <a:path extrusionOk="0" h="7405" w="3014">
                  <a:moveTo>
                    <a:pt x="0" y="1"/>
                  </a:moveTo>
                  <a:lnTo>
                    <a:pt x="0" y="7405"/>
                  </a:lnTo>
                  <a:lnTo>
                    <a:pt x="298" y="7330"/>
                  </a:lnTo>
                  <a:lnTo>
                    <a:pt x="595" y="7219"/>
                  </a:lnTo>
                  <a:lnTo>
                    <a:pt x="856" y="7070"/>
                  </a:lnTo>
                  <a:lnTo>
                    <a:pt x="1153" y="6921"/>
                  </a:lnTo>
                  <a:lnTo>
                    <a:pt x="1414" y="6735"/>
                  </a:lnTo>
                  <a:lnTo>
                    <a:pt x="1674" y="6512"/>
                  </a:lnTo>
                  <a:lnTo>
                    <a:pt x="1935" y="6289"/>
                  </a:lnTo>
                  <a:lnTo>
                    <a:pt x="2158" y="6028"/>
                  </a:lnTo>
                  <a:lnTo>
                    <a:pt x="2381" y="5768"/>
                  </a:lnTo>
                  <a:lnTo>
                    <a:pt x="2567" y="5470"/>
                  </a:lnTo>
                  <a:lnTo>
                    <a:pt x="2716" y="5172"/>
                  </a:lnTo>
                  <a:lnTo>
                    <a:pt x="2828" y="4838"/>
                  </a:lnTo>
                  <a:lnTo>
                    <a:pt x="2939" y="4503"/>
                  </a:lnTo>
                  <a:lnTo>
                    <a:pt x="2977" y="4131"/>
                  </a:lnTo>
                  <a:lnTo>
                    <a:pt x="3014" y="3759"/>
                  </a:lnTo>
                  <a:lnTo>
                    <a:pt x="2977" y="3386"/>
                  </a:lnTo>
                  <a:lnTo>
                    <a:pt x="2939" y="3014"/>
                  </a:lnTo>
                  <a:lnTo>
                    <a:pt x="2828" y="2605"/>
                  </a:lnTo>
                  <a:lnTo>
                    <a:pt x="2642" y="2196"/>
                  </a:lnTo>
                  <a:lnTo>
                    <a:pt x="2456" y="1787"/>
                  </a:lnTo>
                  <a:lnTo>
                    <a:pt x="2195" y="1415"/>
                  </a:lnTo>
                  <a:lnTo>
                    <a:pt x="1898" y="1080"/>
                  </a:lnTo>
                  <a:lnTo>
                    <a:pt x="1637" y="819"/>
                  </a:lnTo>
                  <a:lnTo>
                    <a:pt x="1302" y="559"/>
                  </a:lnTo>
                  <a:lnTo>
                    <a:pt x="1005" y="373"/>
                  </a:lnTo>
                  <a:lnTo>
                    <a:pt x="670" y="224"/>
                  </a:lnTo>
                  <a:lnTo>
                    <a:pt x="33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961800" y="18594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1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6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6" y="2568"/>
                  </a:lnTo>
                  <a:lnTo>
                    <a:pt x="558" y="2531"/>
                  </a:lnTo>
                  <a:lnTo>
                    <a:pt x="0" y="2419"/>
                  </a:lnTo>
                  <a:lnTo>
                    <a:pt x="2195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238125" y="2038925"/>
              <a:ext cx="247450" cy="250250"/>
            </a:xfrm>
            <a:custGeom>
              <a:rect b="b" l="l" r="r" t="t"/>
              <a:pathLst>
                <a:path extrusionOk="0" h="10010" w="9898">
                  <a:moveTo>
                    <a:pt x="260" y="1"/>
                  </a:moveTo>
                  <a:lnTo>
                    <a:pt x="0" y="447"/>
                  </a:lnTo>
                  <a:lnTo>
                    <a:pt x="0" y="6810"/>
                  </a:lnTo>
                  <a:lnTo>
                    <a:pt x="4242" y="6810"/>
                  </a:lnTo>
                  <a:lnTo>
                    <a:pt x="260" y="1"/>
                  </a:lnTo>
                  <a:close/>
                  <a:moveTo>
                    <a:pt x="4837" y="6810"/>
                  </a:moveTo>
                  <a:lnTo>
                    <a:pt x="6697" y="10010"/>
                  </a:lnTo>
                  <a:lnTo>
                    <a:pt x="6958" y="9489"/>
                  </a:lnTo>
                  <a:lnTo>
                    <a:pt x="7255" y="8968"/>
                  </a:lnTo>
                  <a:lnTo>
                    <a:pt x="7590" y="8521"/>
                  </a:lnTo>
                  <a:lnTo>
                    <a:pt x="8000" y="8075"/>
                  </a:lnTo>
                  <a:lnTo>
                    <a:pt x="8409" y="7703"/>
                  </a:lnTo>
                  <a:lnTo>
                    <a:pt x="8892" y="7368"/>
                  </a:lnTo>
                  <a:lnTo>
                    <a:pt x="9376" y="7070"/>
                  </a:lnTo>
                  <a:lnTo>
                    <a:pt x="9897" y="681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559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7139075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99025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581350" y="1577575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1338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2110550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748775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25112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2883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894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6746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4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6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695677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0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6808875" y="863200"/>
              <a:ext cx="573000" cy="655800"/>
            </a:xfrm>
            <a:custGeom>
              <a:rect b="b" l="l" r="r" t="t"/>
              <a:pathLst>
                <a:path extrusionOk="0" h="26232" w="22920">
                  <a:moveTo>
                    <a:pt x="18567" y="968"/>
                  </a:moveTo>
                  <a:lnTo>
                    <a:pt x="21655" y="6325"/>
                  </a:lnTo>
                  <a:lnTo>
                    <a:pt x="15479" y="6325"/>
                  </a:lnTo>
                  <a:lnTo>
                    <a:pt x="12390" y="968"/>
                  </a:lnTo>
                  <a:close/>
                  <a:moveTo>
                    <a:pt x="21655" y="7293"/>
                  </a:moveTo>
                  <a:lnTo>
                    <a:pt x="11274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0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567" y="26231"/>
                  </a:lnTo>
                  <a:lnTo>
                    <a:pt x="22920" y="26231"/>
                  </a:lnTo>
                  <a:lnTo>
                    <a:pt x="22920" y="25264"/>
                  </a:lnTo>
                  <a:lnTo>
                    <a:pt x="19683" y="25264"/>
                  </a:lnTo>
                  <a:lnTo>
                    <a:pt x="22920" y="19683"/>
                  </a:lnTo>
                  <a:lnTo>
                    <a:pt x="22920" y="19162"/>
                  </a:lnTo>
                  <a:lnTo>
                    <a:pt x="19385" y="13172"/>
                  </a:lnTo>
                  <a:lnTo>
                    <a:pt x="22511" y="7739"/>
                  </a:lnTo>
                  <a:lnTo>
                    <a:pt x="22734" y="8074"/>
                  </a:lnTo>
                  <a:lnTo>
                    <a:pt x="22920" y="8446"/>
                  </a:lnTo>
                  <a:lnTo>
                    <a:pt x="22920" y="1079"/>
                  </a:lnTo>
                  <a:lnTo>
                    <a:pt x="22474" y="1563"/>
                  </a:lnTo>
                  <a:lnTo>
                    <a:pt x="22064" y="2084"/>
                  </a:lnTo>
                  <a:lnTo>
                    <a:pt x="21767" y="2679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4027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7241400" y="4502975"/>
              <a:ext cx="140475" cy="363700"/>
            </a:xfrm>
            <a:custGeom>
              <a:rect b="b" l="l" r="r" t="t"/>
              <a:pathLst>
                <a:path extrusionOk="0" h="14548" w="5619">
                  <a:moveTo>
                    <a:pt x="5619" y="0"/>
                  </a:moveTo>
                  <a:lnTo>
                    <a:pt x="1" y="9637"/>
                  </a:lnTo>
                  <a:lnTo>
                    <a:pt x="2903" y="14548"/>
                  </a:lnTo>
                  <a:lnTo>
                    <a:pt x="5619" y="14548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656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6398675" y="4755050"/>
              <a:ext cx="129300" cy="111625"/>
            </a:xfrm>
            <a:custGeom>
              <a:rect b="b" l="l" r="r" t="t"/>
              <a:pathLst>
                <a:path extrusionOk="0" h="4465" w="5172">
                  <a:moveTo>
                    <a:pt x="2567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4428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5201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7180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4824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2506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238125" y="1569200"/>
              <a:ext cx="110700" cy="340475"/>
            </a:xfrm>
            <a:custGeom>
              <a:rect b="b" l="l" r="r" t="t"/>
              <a:pathLst>
                <a:path extrusionOk="0" h="13619" w="4428">
                  <a:moveTo>
                    <a:pt x="0" y="0"/>
                  </a:moveTo>
                  <a:lnTo>
                    <a:pt x="0" y="4242"/>
                  </a:lnTo>
                  <a:lnTo>
                    <a:pt x="409" y="4354"/>
                  </a:lnTo>
                  <a:lnTo>
                    <a:pt x="781" y="4465"/>
                  </a:lnTo>
                  <a:lnTo>
                    <a:pt x="1153" y="4651"/>
                  </a:lnTo>
                  <a:lnTo>
                    <a:pt x="1525" y="4874"/>
                  </a:lnTo>
                  <a:lnTo>
                    <a:pt x="1898" y="5135"/>
                  </a:lnTo>
                  <a:lnTo>
                    <a:pt x="2232" y="5470"/>
                  </a:lnTo>
                  <a:lnTo>
                    <a:pt x="2530" y="5842"/>
                  </a:lnTo>
                  <a:lnTo>
                    <a:pt x="2865" y="6288"/>
                  </a:lnTo>
                  <a:lnTo>
                    <a:pt x="3088" y="6735"/>
                  </a:lnTo>
                  <a:lnTo>
                    <a:pt x="3274" y="7219"/>
                  </a:lnTo>
                  <a:lnTo>
                    <a:pt x="3386" y="7665"/>
                  </a:lnTo>
                  <a:lnTo>
                    <a:pt x="3460" y="8074"/>
                  </a:lnTo>
                  <a:lnTo>
                    <a:pt x="3460" y="8521"/>
                  </a:lnTo>
                  <a:lnTo>
                    <a:pt x="3460" y="8930"/>
                  </a:lnTo>
                  <a:lnTo>
                    <a:pt x="3386" y="9302"/>
                  </a:lnTo>
                  <a:lnTo>
                    <a:pt x="3274" y="9711"/>
                  </a:lnTo>
                  <a:lnTo>
                    <a:pt x="3125" y="10083"/>
                  </a:lnTo>
                  <a:lnTo>
                    <a:pt x="2977" y="10418"/>
                  </a:lnTo>
                  <a:lnTo>
                    <a:pt x="2753" y="10753"/>
                  </a:lnTo>
                  <a:lnTo>
                    <a:pt x="2530" y="11051"/>
                  </a:lnTo>
                  <a:lnTo>
                    <a:pt x="2270" y="11349"/>
                  </a:lnTo>
                  <a:lnTo>
                    <a:pt x="2009" y="11609"/>
                  </a:lnTo>
                  <a:lnTo>
                    <a:pt x="1712" y="11832"/>
                  </a:lnTo>
                  <a:lnTo>
                    <a:pt x="1377" y="12055"/>
                  </a:lnTo>
                  <a:lnTo>
                    <a:pt x="1042" y="12204"/>
                  </a:lnTo>
                  <a:lnTo>
                    <a:pt x="707" y="12390"/>
                  </a:lnTo>
                  <a:lnTo>
                    <a:pt x="372" y="12502"/>
                  </a:lnTo>
                  <a:lnTo>
                    <a:pt x="0" y="12614"/>
                  </a:lnTo>
                  <a:lnTo>
                    <a:pt x="0" y="13618"/>
                  </a:lnTo>
                  <a:lnTo>
                    <a:pt x="558" y="13507"/>
                  </a:lnTo>
                  <a:lnTo>
                    <a:pt x="1153" y="13283"/>
                  </a:lnTo>
                  <a:lnTo>
                    <a:pt x="1674" y="13023"/>
                  </a:lnTo>
                  <a:lnTo>
                    <a:pt x="2195" y="12688"/>
                  </a:lnTo>
                  <a:lnTo>
                    <a:pt x="2679" y="12279"/>
                  </a:lnTo>
                  <a:lnTo>
                    <a:pt x="3125" y="11832"/>
                  </a:lnTo>
                  <a:lnTo>
                    <a:pt x="3497" y="11349"/>
                  </a:lnTo>
                  <a:lnTo>
                    <a:pt x="3832" y="10828"/>
                  </a:lnTo>
                  <a:lnTo>
                    <a:pt x="4093" y="10270"/>
                  </a:lnTo>
                  <a:lnTo>
                    <a:pt x="4242" y="9674"/>
                  </a:lnTo>
                  <a:lnTo>
                    <a:pt x="4390" y="9079"/>
                  </a:lnTo>
                  <a:lnTo>
                    <a:pt x="4428" y="8446"/>
                  </a:lnTo>
                  <a:lnTo>
                    <a:pt x="4390" y="8186"/>
                  </a:lnTo>
                  <a:lnTo>
                    <a:pt x="4353" y="7888"/>
                  </a:lnTo>
                  <a:lnTo>
                    <a:pt x="4279" y="7553"/>
                  </a:lnTo>
                  <a:lnTo>
                    <a:pt x="4167" y="7181"/>
                  </a:lnTo>
                  <a:lnTo>
                    <a:pt x="4018" y="6772"/>
                  </a:lnTo>
                  <a:lnTo>
                    <a:pt x="3795" y="6326"/>
                  </a:lnTo>
                  <a:lnTo>
                    <a:pt x="3572" y="5916"/>
                  </a:lnTo>
                  <a:lnTo>
                    <a:pt x="3349" y="5507"/>
                  </a:lnTo>
                  <a:lnTo>
                    <a:pt x="781" y="1042"/>
                  </a:lnTo>
                  <a:lnTo>
                    <a:pt x="409" y="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1733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795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0" y="17078"/>
                  </a:lnTo>
                  <a:lnTo>
                    <a:pt x="5097" y="17041"/>
                  </a:lnTo>
                  <a:lnTo>
                    <a:pt x="1492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307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976675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4080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278850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8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7204200" y="1721750"/>
              <a:ext cx="177675" cy="476275"/>
            </a:xfrm>
            <a:custGeom>
              <a:rect b="b" l="l" r="r" t="t"/>
              <a:pathLst>
                <a:path extrusionOk="0" h="19051" w="7107">
                  <a:moveTo>
                    <a:pt x="7107" y="0"/>
                  </a:moveTo>
                  <a:lnTo>
                    <a:pt x="0" y="12241"/>
                  </a:lnTo>
                  <a:lnTo>
                    <a:pt x="4019" y="19050"/>
                  </a:lnTo>
                  <a:lnTo>
                    <a:pt x="7107" y="19050"/>
                  </a:lnTo>
                  <a:lnTo>
                    <a:pt x="7107" y="18083"/>
                  </a:lnTo>
                  <a:lnTo>
                    <a:pt x="5135" y="18083"/>
                  </a:lnTo>
                  <a:lnTo>
                    <a:pt x="7107" y="14697"/>
                  </a:lnTo>
                  <a:lnTo>
                    <a:pt x="710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6994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7176300" y="3614650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7141875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5625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559685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4853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6369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4051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990625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7321400" y="1378500"/>
              <a:ext cx="60475" cy="104225"/>
            </a:xfrm>
            <a:custGeom>
              <a:rect b="b" l="l" r="r" t="t"/>
              <a:pathLst>
                <a:path extrusionOk="0" h="4169" w="2419">
                  <a:moveTo>
                    <a:pt x="2419" y="1"/>
                  </a:moveTo>
                  <a:lnTo>
                    <a:pt x="1" y="4168"/>
                  </a:lnTo>
                  <a:lnTo>
                    <a:pt x="2419" y="4168"/>
                  </a:lnTo>
                  <a:lnTo>
                    <a:pt x="241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238125" y="4755050"/>
              <a:ext cx="109775" cy="111625"/>
            </a:xfrm>
            <a:custGeom>
              <a:rect b="b" l="l" r="r" t="t"/>
              <a:pathLst>
                <a:path extrusionOk="0" h="4465" w="4391">
                  <a:moveTo>
                    <a:pt x="1749" y="0"/>
                  </a:moveTo>
                  <a:lnTo>
                    <a:pt x="0" y="3051"/>
                  </a:lnTo>
                  <a:lnTo>
                    <a:pt x="0" y="4465"/>
                  </a:lnTo>
                  <a:lnTo>
                    <a:pt x="4390" y="4465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7306525" y="1079925"/>
              <a:ext cx="75350" cy="239075"/>
            </a:xfrm>
            <a:custGeom>
              <a:rect b="b" l="l" r="r" t="t"/>
              <a:pathLst>
                <a:path extrusionOk="0" h="9563" w="3014">
                  <a:moveTo>
                    <a:pt x="2605" y="1"/>
                  </a:moveTo>
                  <a:lnTo>
                    <a:pt x="0" y="4503"/>
                  </a:lnTo>
                  <a:lnTo>
                    <a:pt x="3014" y="9563"/>
                  </a:lnTo>
                  <a:lnTo>
                    <a:pt x="3014" y="70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1145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4800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6" y="6810"/>
                  </a:lnTo>
                  <a:lnTo>
                    <a:pt x="2828" y="1452"/>
                  </a:lnTo>
                  <a:lnTo>
                    <a:pt x="0" y="6400"/>
                  </a:lnTo>
                  <a:lnTo>
                    <a:pt x="596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5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40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5572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3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634565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7117700" y="1396175"/>
              <a:ext cx="264175" cy="445600"/>
            </a:xfrm>
            <a:custGeom>
              <a:rect b="b" l="l" r="r" t="t"/>
              <a:pathLst>
                <a:path extrusionOk="0" h="17824" w="10567">
                  <a:moveTo>
                    <a:pt x="2865" y="1"/>
                  </a:moveTo>
                  <a:lnTo>
                    <a:pt x="0" y="4949"/>
                  </a:lnTo>
                  <a:lnTo>
                    <a:pt x="633" y="5061"/>
                  </a:lnTo>
                  <a:lnTo>
                    <a:pt x="1265" y="5247"/>
                  </a:lnTo>
                  <a:lnTo>
                    <a:pt x="1823" y="5508"/>
                  </a:lnTo>
                  <a:lnTo>
                    <a:pt x="2381" y="5805"/>
                  </a:lnTo>
                  <a:lnTo>
                    <a:pt x="2865" y="6214"/>
                  </a:lnTo>
                  <a:lnTo>
                    <a:pt x="3349" y="6661"/>
                  </a:lnTo>
                  <a:lnTo>
                    <a:pt x="3758" y="7182"/>
                  </a:lnTo>
                  <a:lnTo>
                    <a:pt x="4130" y="7740"/>
                  </a:lnTo>
                  <a:lnTo>
                    <a:pt x="6697" y="12168"/>
                  </a:lnTo>
                  <a:lnTo>
                    <a:pt x="6958" y="12614"/>
                  </a:lnTo>
                  <a:lnTo>
                    <a:pt x="7181" y="13061"/>
                  </a:lnTo>
                  <a:lnTo>
                    <a:pt x="7367" y="13507"/>
                  </a:lnTo>
                  <a:lnTo>
                    <a:pt x="7553" y="13953"/>
                  </a:lnTo>
                  <a:lnTo>
                    <a:pt x="7665" y="14363"/>
                  </a:lnTo>
                  <a:lnTo>
                    <a:pt x="7739" y="14735"/>
                  </a:lnTo>
                  <a:lnTo>
                    <a:pt x="7814" y="15070"/>
                  </a:lnTo>
                  <a:lnTo>
                    <a:pt x="7814" y="15367"/>
                  </a:lnTo>
                  <a:lnTo>
                    <a:pt x="7776" y="16000"/>
                  </a:lnTo>
                  <a:lnTo>
                    <a:pt x="7665" y="16632"/>
                  </a:lnTo>
                  <a:lnTo>
                    <a:pt x="7479" y="17265"/>
                  </a:lnTo>
                  <a:lnTo>
                    <a:pt x="7256" y="17823"/>
                  </a:lnTo>
                  <a:lnTo>
                    <a:pt x="10567" y="12130"/>
                  </a:lnTo>
                  <a:lnTo>
                    <a:pt x="10567" y="5359"/>
                  </a:lnTo>
                  <a:lnTo>
                    <a:pt x="5953" y="5359"/>
                  </a:lnTo>
                  <a:lnTo>
                    <a:pt x="286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238125" y="4076025"/>
              <a:ext cx="662300" cy="481850"/>
            </a:xfrm>
            <a:custGeom>
              <a:rect b="b" l="l" r="r" t="t"/>
              <a:pathLst>
                <a:path extrusionOk="0" h="19274" w="26492">
                  <a:moveTo>
                    <a:pt x="21431" y="6809"/>
                  </a:moveTo>
                  <a:lnTo>
                    <a:pt x="23254" y="10009"/>
                  </a:lnTo>
                  <a:lnTo>
                    <a:pt x="23515" y="9488"/>
                  </a:lnTo>
                  <a:lnTo>
                    <a:pt x="23813" y="8967"/>
                  </a:lnTo>
                  <a:lnTo>
                    <a:pt x="24185" y="8520"/>
                  </a:lnTo>
                  <a:lnTo>
                    <a:pt x="24557" y="8074"/>
                  </a:lnTo>
                  <a:lnTo>
                    <a:pt x="25003" y="7702"/>
                  </a:lnTo>
                  <a:lnTo>
                    <a:pt x="25450" y="7367"/>
                  </a:lnTo>
                  <a:lnTo>
                    <a:pt x="25971" y="7069"/>
                  </a:lnTo>
                  <a:lnTo>
                    <a:pt x="26491" y="6809"/>
                  </a:lnTo>
                  <a:close/>
                  <a:moveTo>
                    <a:pt x="16818" y="0"/>
                  </a:moveTo>
                  <a:lnTo>
                    <a:pt x="12911" y="6809"/>
                  </a:lnTo>
                  <a:lnTo>
                    <a:pt x="4502" y="6809"/>
                  </a:lnTo>
                  <a:lnTo>
                    <a:pt x="1414" y="1451"/>
                  </a:lnTo>
                  <a:lnTo>
                    <a:pt x="0" y="3907"/>
                  </a:lnTo>
                  <a:lnTo>
                    <a:pt x="0" y="6772"/>
                  </a:lnTo>
                  <a:lnTo>
                    <a:pt x="409" y="6958"/>
                  </a:lnTo>
                  <a:lnTo>
                    <a:pt x="781" y="7181"/>
                  </a:lnTo>
                  <a:lnTo>
                    <a:pt x="1153" y="7441"/>
                  </a:lnTo>
                  <a:lnTo>
                    <a:pt x="1525" y="7739"/>
                  </a:lnTo>
                  <a:lnTo>
                    <a:pt x="1823" y="8037"/>
                  </a:lnTo>
                  <a:lnTo>
                    <a:pt x="2158" y="8409"/>
                  </a:lnTo>
                  <a:lnTo>
                    <a:pt x="2418" y="8781"/>
                  </a:lnTo>
                  <a:lnTo>
                    <a:pt x="2679" y="9190"/>
                  </a:lnTo>
                  <a:lnTo>
                    <a:pt x="5246" y="13618"/>
                  </a:lnTo>
                  <a:lnTo>
                    <a:pt x="5507" y="14064"/>
                  </a:lnTo>
                  <a:lnTo>
                    <a:pt x="5730" y="14511"/>
                  </a:lnTo>
                  <a:lnTo>
                    <a:pt x="5916" y="14957"/>
                  </a:lnTo>
                  <a:lnTo>
                    <a:pt x="6102" y="15404"/>
                  </a:lnTo>
                  <a:lnTo>
                    <a:pt x="6214" y="15813"/>
                  </a:lnTo>
                  <a:lnTo>
                    <a:pt x="6288" y="16185"/>
                  </a:lnTo>
                  <a:lnTo>
                    <a:pt x="6362" y="16520"/>
                  </a:lnTo>
                  <a:lnTo>
                    <a:pt x="6362" y="16818"/>
                  </a:lnTo>
                  <a:lnTo>
                    <a:pt x="6325" y="17450"/>
                  </a:lnTo>
                  <a:lnTo>
                    <a:pt x="6214" y="18083"/>
                  </a:lnTo>
                  <a:lnTo>
                    <a:pt x="6028" y="18715"/>
                  </a:lnTo>
                  <a:lnTo>
                    <a:pt x="5804" y="19273"/>
                  </a:lnTo>
                  <a:lnTo>
                    <a:pt x="13022" y="6846"/>
                  </a:lnTo>
                  <a:lnTo>
                    <a:pt x="21431" y="6809"/>
                  </a:lnTo>
                  <a:lnTo>
                    <a:pt x="20836" y="6809"/>
                  </a:lnTo>
                  <a:lnTo>
                    <a:pt x="1681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1290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535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58" y="7218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535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2535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1762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238125" y="4258325"/>
              <a:ext cx="147900" cy="369300"/>
            </a:xfrm>
            <a:custGeom>
              <a:rect b="b" l="l" r="r" t="t"/>
              <a:pathLst>
                <a:path extrusionOk="0" h="14772" w="5916">
                  <a:moveTo>
                    <a:pt x="0" y="1"/>
                  </a:moveTo>
                  <a:lnTo>
                    <a:pt x="0" y="5358"/>
                  </a:lnTo>
                  <a:lnTo>
                    <a:pt x="558" y="5284"/>
                  </a:lnTo>
                  <a:lnTo>
                    <a:pt x="1153" y="5284"/>
                  </a:lnTo>
                  <a:lnTo>
                    <a:pt x="1451" y="5321"/>
                  </a:lnTo>
                  <a:lnTo>
                    <a:pt x="1749" y="5396"/>
                  </a:lnTo>
                  <a:lnTo>
                    <a:pt x="2046" y="5470"/>
                  </a:lnTo>
                  <a:lnTo>
                    <a:pt x="2307" y="5582"/>
                  </a:lnTo>
                  <a:lnTo>
                    <a:pt x="2604" y="5693"/>
                  </a:lnTo>
                  <a:lnTo>
                    <a:pt x="2865" y="5842"/>
                  </a:lnTo>
                  <a:lnTo>
                    <a:pt x="3125" y="6028"/>
                  </a:lnTo>
                  <a:lnTo>
                    <a:pt x="3386" y="6251"/>
                  </a:lnTo>
                  <a:lnTo>
                    <a:pt x="3646" y="6475"/>
                  </a:lnTo>
                  <a:lnTo>
                    <a:pt x="3907" y="6735"/>
                  </a:lnTo>
                  <a:lnTo>
                    <a:pt x="4130" y="7033"/>
                  </a:lnTo>
                  <a:lnTo>
                    <a:pt x="4353" y="7368"/>
                  </a:lnTo>
                  <a:lnTo>
                    <a:pt x="4576" y="7814"/>
                  </a:lnTo>
                  <a:lnTo>
                    <a:pt x="4763" y="8298"/>
                  </a:lnTo>
                  <a:lnTo>
                    <a:pt x="4874" y="8744"/>
                  </a:lnTo>
                  <a:lnTo>
                    <a:pt x="4949" y="9154"/>
                  </a:lnTo>
                  <a:lnTo>
                    <a:pt x="4986" y="9600"/>
                  </a:lnTo>
                  <a:lnTo>
                    <a:pt x="4949" y="10009"/>
                  </a:lnTo>
                  <a:lnTo>
                    <a:pt x="4874" y="10381"/>
                  </a:lnTo>
                  <a:lnTo>
                    <a:pt x="4800" y="10791"/>
                  </a:lnTo>
                  <a:lnTo>
                    <a:pt x="4651" y="11163"/>
                  </a:lnTo>
                  <a:lnTo>
                    <a:pt x="4465" y="11498"/>
                  </a:lnTo>
                  <a:lnTo>
                    <a:pt x="4279" y="11832"/>
                  </a:lnTo>
                  <a:lnTo>
                    <a:pt x="4018" y="12130"/>
                  </a:lnTo>
                  <a:lnTo>
                    <a:pt x="3758" y="12428"/>
                  </a:lnTo>
                  <a:lnTo>
                    <a:pt x="3497" y="12688"/>
                  </a:lnTo>
                  <a:lnTo>
                    <a:pt x="3200" y="12911"/>
                  </a:lnTo>
                  <a:lnTo>
                    <a:pt x="2902" y="13135"/>
                  </a:lnTo>
                  <a:lnTo>
                    <a:pt x="2344" y="13395"/>
                  </a:lnTo>
                  <a:lnTo>
                    <a:pt x="1786" y="13618"/>
                  </a:lnTo>
                  <a:lnTo>
                    <a:pt x="1153" y="13767"/>
                  </a:lnTo>
                  <a:lnTo>
                    <a:pt x="856" y="13767"/>
                  </a:lnTo>
                  <a:lnTo>
                    <a:pt x="521" y="13804"/>
                  </a:lnTo>
                  <a:lnTo>
                    <a:pt x="0" y="13767"/>
                  </a:lnTo>
                  <a:lnTo>
                    <a:pt x="0" y="14735"/>
                  </a:lnTo>
                  <a:lnTo>
                    <a:pt x="484" y="14772"/>
                  </a:lnTo>
                  <a:lnTo>
                    <a:pt x="967" y="14772"/>
                  </a:lnTo>
                  <a:lnTo>
                    <a:pt x="1451" y="14735"/>
                  </a:lnTo>
                  <a:lnTo>
                    <a:pt x="1898" y="14623"/>
                  </a:lnTo>
                  <a:lnTo>
                    <a:pt x="2381" y="14474"/>
                  </a:lnTo>
                  <a:lnTo>
                    <a:pt x="2828" y="14288"/>
                  </a:lnTo>
                  <a:lnTo>
                    <a:pt x="3274" y="14065"/>
                  </a:lnTo>
                  <a:lnTo>
                    <a:pt x="3721" y="13767"/>
                  </a:lnTo>
                  <a:lnTo>
                    <a:pt x="4204" y="13358"/>
                  </a:lnTo>
                  <a:lnTo>
                    <a:pt x="4614" y="12911"/>
                  </a:lnTo>
                  <a:lnTo>
                    <a:pt x="5023" y="12428"/>
                  </a:lnTo>
                  <a:lnTo>
                    <a:pt x="5321" y="11907"/>
                  </a:lnTo>
                  <a:lnTo>
                    <a:pt x="5581" y="11349"/>
                  </a:lnTo>
                  <a:lnTo>
                    <a:pt x="5767" y="10753"/>
                  </a:lnTo>
                  <a:lnTo>
                    <a:pt x="5879" y="10158"/>
                  </a:lnTo>
                  <a:lnTo>
                    <a:pt x="5916" y="9526"/>
                  </a:lnTo>
                  <a:lnTo>
                    <a:pt x="5916" y="9265"/>
                  </a:lnTo>
                  <a:lnTo>
                    <a:pt x="5842" y="8968"/>
                  </a:lnTo>
                  <a:lnTo>
                    <a:pt x="5767" y="8633"/>
                  </a:lnTo>
                  <a:lnTo>
                    <a:pt x="5655" y="8261"/>
                  </a:lnTo>
                  <a:lnTo>
                    <a:pt x="5507" y="7851"/>
                  </a:lnTo>
                  <a:lnTo>
                    <a:pt x="5321" y="7405"/>
                  </a:lnTo>
                  <a:lnTo>
                    <a:pt x="5097" y="6996"/>
                  </a:lnTo>
                  <a:lnTo>
                    <a:pt x="4837" y="6586"/>
                  </a:lnTo>
                  <a:lnTo>
                    <a:pt x="2270" y="2121"/>
                  </a:lnTo>
                  <a:lnTo>
                    <a:pt x="2084" y="1787"/>
                  </a:lnTo>
                  <a:lnTo>
                    <a:pt x="1823" y="1452"/>
                  </a:lnTo>
                  <a:lnTo>
                    <a:pt x="1563" y="1117"/>
                  </a:lnTo>
                  <a:lnTo>
                    <a:pt x="1265" y="856"/>
                  </a:lnTo>
                  <a:lnTo>
                    <a:pt x="967" y="596"/>
                  </a:lnTo>
                  <a:lnTo>
                    <a:pt x="670" y="373"/>
                  </a:lnTo>
                  <a:lnTo>
                    <a:pt x="335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584150" y="2538450"/>
              <a:ext cx="146975" cy="157200"/>
            </a:xfrm>
            <a:custGeom>
              <a:rect b="b" l="l" r="r" t="t"/>
              <a:pathLst>
                <a:path extrusionOk="0" h="6288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3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64645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5973575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6176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359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592615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7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5826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2735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6008000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567777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5549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5780100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5053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5235025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085375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6321450" y="304352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1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4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4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9" y="7219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1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5430350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6780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6598650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2917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6450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3982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709445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9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6948400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6553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620332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6384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6699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563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167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231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6054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5282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4462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1963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4281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61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690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2144975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4132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4004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4631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540337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5153150" y="236450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5008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4509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2458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490480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2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258772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6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4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508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5612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4776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2313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858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16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16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4" name="Google Shape;934;p16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5" name="Google Shape;935;p16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3">
  <p:cSld name="TITLE_1_1_1_1">
    <p:bg>
      <p:bgPr>
        <a:solidFill>
          <a:srgbClr val="222244">
            <a:alpha val="89870"/>
          </a:srgbClr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7" name="Google Shape;937;p17"/>
          <p:cNvGrpSpPr/>
          <p:nvPr/>
        </p:nvGrpSpPr>
        <p:grpSpPr>
          <a:xfrm>
            <a:off x="0" y="0"/>
            <a:ext cx="9144000" cy="5143488"/>
            <a:chOff x="238125" y="848325"/>
            <a:chExt cx="7143750" cy="4018350"/>
          </a:xfrm>
        </p:grpSpPr>
        <p:sp>
          <p:nvSpPr>
            <p:cNvPr id="938" name="Google Shape;938;p17"/>
            <p:cNvSpPr/>
            <p:nvPr/>
          </p:nvSpPr>
          <p:spPr>
            <a:xfrm>
              <a:off x="657167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7"/>
            <p:cNvSpPr/>
            <p:nvPr/>
          </p:nvSpPr>
          <p:spPr>
            <a:xfrm>
              <a:off x="643122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7"/>
            <p:cNvSpPr/>
            <p:nvPr/>
          </p:nvSpPr>
          <p:spPr>
            <a:xfrm>
              <a:off x="6846075" y="3579300"/>
              <a:ext cx="535800" cy="655800"/>
            </a:xfrm>
            <a:custGeom>
              <a:rect b="b" l="l" r="r" t="t"/>
              <a:pathLst>
                <a:path extrusionOk="0" h="26232" w="21432">
                  <a:moveTo>
                    <a:pt x="11274" y="1"/>
                  </a:moveTo>
                  <a:lnTo>
                    <a:pt x="1" y="19423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56" y="20390"/>
                  </a:lnTo>
                  <a:lnTo>
                    <a:pt x="18604" y="26231"/>
                  </a:lnTo>
                  <a:lnTo>
                    <a:pt x="21432" y="26231"/>
                  </a:lnTo>
                  <a:lnTo>
                    <a:pt x="21432" y="25264"/>
                  </a:lnTo>
                  <a:lnTo>
                    <a:pt x="19720" y="25264"/>
                  </a:lnTo>
                  <a:lnTo>
                    <a:pt x="21432" y="22288"/>
                  </a:lnTo>
                  <a:lnTo>
                    <a:pt x="21432" y="16595"/>
                  </a:lnTo>
                  <a:lnTo>
                    <a:pt x="19386" y="13172"/>
                  </a:lnTo>
                  <a:lnTo>
                    <a:pt x="21432" y="9637"/>
                  </a:lnTo>
                  <a:lnTo>
                    <a:pt x="21432" y="7702"/>
                  </a:ln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lnTo>
                    <a:pt x="21432" y="7293"/>
                  </a:lnTo>
                  <a:lnTo>
                    <a:pt x="21432" y="6326"/>
                  </a:lnTo>
                  <a:lnTo>
                    <a:pt x="15516" y="6326"/>
                  </a:lnTo>
                  <a:lnTo>
                    <a:pt x="12391" y="968"/>
                  </a:lnTo>
                  <a:lnTo>
                    <a:pt x="18604" y="968"/>
                  </a:lnTo>
                  <a:lnTo>
                    <a:pt x="21432" y="5879"/>
                  </a:lnTo>
                  <a:lnTo>
                    <a:pt x="21432" y="3610"/>
                  </a:lnTo>
                  <a:lnTo>
                    <a:pt x="21358" y="3833"/>
                  </a:lnTo>
                  <a:lnTo>
                    <a:pt x="1916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7"/>
            <p:cNvSpPr/>
            <p:nvPr/>
          </p:nvSpPr>
          <p:spPr>
            <a:xfrm>
              <a:off x="7075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7"/>
            <p:cNvSpPr/>
            <p:nvPr/>
          </p:nvSpPr>
          <p:spPr>
            <a:xfrm>
              <a:off x="6221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7"/>
            <p:cNvSpPr/>
            <p:nvPr/>
          </p:nvSpPr>
          <p:spPr>
            <a:xfrm>
              <a:off x="640332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7"/>
            <p:cNvSpPr/>
            <p:nvPr/>
          </p:nvSpPr>
          <p:spPr>
            <a:xfrm>
              <a:off x="6717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7"/>
            <p:cNvSpPr/>
            <p:nvPr/>
          </p:nvSpPr>
          <p:spPr>
            <a:xfrm>
              <a:off x="6157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7"/>
            <p:cNvSpPr/>
            <p:nvPr/>
          </p:nvSpPr>
          <p:spPr>
            <a:xfrm>
              <a:off x="6302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7"/>
            <p:cNvSpPr/>
            <p:nvPr/>
          </p:nvSpPr>
          <p:spPr>
            <a:xfrm>
              <a:off x="3626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7"/>
            <p:cNvSpPr/>
            <p:nvPr/>
          </p:nvSpPr>
          <p:spPr>
            <a:xfrm>
              <a:off x="565917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7"/>
            <p:cNvSpPr/>
            <p:nvPr/>
          </p:nvSpPr>
          <p:spPr>
            <a:xfrm>
              <a:off x="6580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7"/>
            <p:cNvSpPr/>
            <p:nvPr/>
          </p:nvSpPr>
          <p:spPr>
            <a:xfrm>
              <a:off x="6761425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7"/>
            <p:cNvSpPr/>
            <p:nvPr/>
          </p:nvSpPr>
          <p:spPr>
            <a:xfrm>
              <a:off x="692980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7"/>
            <p:cNvSpPr/>
            <p:nvPr/>
          </p:nvSpPr>
          <p:spPr>
            <a:xfrm>
              <a:off x="3903925" y="377277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7"/>
            <p:cNvSpPr/>
            <p:nvPr/>
          </p:nvSpPr>
          <p:spPr>
            <a:xfrm>
              <a:off x="439972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7"/>
            <p:cNvSpPr/>
            <p:nvPr/>
          </p:nvSpPr>
          <p:spPr>
            <a:xfrm>
              <a:off x="4086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7"/>
            <p:cNvSpPr/>
            <p:nvPr/>
          </p:nvSpPr>
          <p:spPr>
            <a:xfrm>
              <a:off x="5944750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7"/>
            <p:cNvSpPr/>
            <p:nvPr/>
          </p:nvSpPr>
          <p:spPr>
            <a:xfrm>
              <a:off x="4253675" y="37960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7"/>
            <p:cNvSpPr/>
            <p:nvPr/>
          </p:nvSpPr>
          <p:spPr>
            <a:xfrm>
              <a:off x="3756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566" y="1452"/>
                  </a:moveTo>
                  <a:lnTo>
                    <a:pt x="21654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79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8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4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4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3" y="8559"/>
                  </a:lnTo>
                  <a:lnTo>
                    <a:pt x="24705" y="12056"/>
                  </a:lnTo>
                  <a:lnTo>
                    <a:pt x="27124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683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4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4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566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1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79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7"/>
            <p:cNvSpPr/>
            <p:nvPr/>
          </p:nvSpPr>
          <p:spPr>
            <a:xfrm>
              <a:off x="5026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7"/>
            <p:cNvSpPr/>
            <p:nvPr/>
          </p:nvSpPr>
          <p:spPr>
            <a:xfrm>
              <a:off x="5808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7"/>
            <p:cNvSpPr/>
            <p:nvPr/>
          </p:nvSpPr>
          <p:spPr>
            <a:xfrm>
              <a:off x="4528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7"/>
            <p:cNvSpPr/>
            <p:nvPr/>
          </p:nvSpPr>
          <p:spPr>
            <a:xfrm>
              <a:off x="5449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60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4676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5799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7"/>
            <p:cNvSpPr/>
            <p:nvPr/>
          </p:nvSpPr>
          <p:spPr>
            <a:xfrm>
              <a:off x="5631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7"/>
            <p:cNvSpPr/>
            <p:nvPr/>
          </p:nvSpPr>
          <p:spPr>
            <a:xfrm>
              <a:off x="4858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7"/>
            <p:cNvSpPr/>
            <p:nvPr/>
          </p:nvSpPr>
          <p:spPr>
            <a:xfrm>
              <a:off x="5301050" y="35672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7"/>
            <p:cNvSpPr/>
            <p:nvPr/>
          </p:nvSpPr>
          <p:spPr>
            <a:xfrm>
              <a:off x="5172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7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7"/>
            <p:cNvSpPr/>
            <p:nvPr/>
          </p:nvSpPr>
          <p:spPr>
            <a:xfrm>
              <a:off x="1667800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7"/>
            <p:cNvSpPr/>
            <p:nvPr/>
          </p:nvSpPr>
          <p:spPr>
            <a:xfrm>
              <a:off x="2898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7"/>
            <p:cNvSpPr/>
            <p:nvPr/>
          </p:nvSpPr>
          <p:spPr>
            <a:xfrm>
              <a:off x="1796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7"/>
            <p:cNvSpPr/>
            <p:nvPr/>
          </p:nvSpPr>
          <p:spPr>
            <a:xfrm>
              <a:off x="2717025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7"/>
            <p:cNvSpPr/>
            <p:nvPr/>
          </p:nvSpPr>
          <p:spPr>
            <a:xfrm>
              <a:off x="2568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7"/>
            <p:cNvSpPr/>
            <p:nvPr/>
          </p:nvSpPr>
          <p:spPr>
            <a:xfrm>
              <a:off x="2439850" y="16854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3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7"/>
            <p:cNvSpPr/>
            <p:nvPr/>
          </p:nvSpPr>
          <p:spPr>
            <a:xfrm>
              <a:off x="3066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7"/>
            <p:cNvSpPr/>
            <p:nvPr/>
          </p:nvSpPr>
          <p:spPr>
            <a:xfrm>
              <a:off x="3212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7"/>
            <p:cNvSpPr/>
            <p:nvPr/>
          </p:nvSpPr>
          <p:spPr>
            <a:xfrm>
              <a:off x="1521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7"/>
            <p:cNvSpPr/>
            <p:nvPr/>
          </p:nvSpPr>
          <p:spPr>
            <a:xfrm>
              <a:off x="1353400" y="1577575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7"/>
            <p:cNvSpPr/>
            <p:nvPr/>
          </p:nvSpPr>
          <p:spPr>
            <a:xfrm>
              <a:off x="3671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7"/>
            <p:cNvSpPr/>
            <p:nvPr/>
          </p:nvSpPr>
          <p:spPr>
            <a:xfrm>
              <a:off x="1172000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7"/>
            <p:cNvSpPr/>
            <p:nvPr/>
          </p:nvSpPr>
          <p:spPr>
            <a:xfrm>
              <a:off x="194497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7"/>
            <p:cNvSpPr/>
            <p:nvPr/>
          </p:nvSpPr>
          <p:spPr>
            <a:xfrm>
              <a:off x="1023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229472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2126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4444375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5216425" y="1577575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4114150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4757825" y="1685475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4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9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5035025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5384775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4886200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5530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7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0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7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4611800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3984850" y="16854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3341175" y="153012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3490000" y="173570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3839750" y="175895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4262050" y="173570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5989400" y="1577575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607310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1917075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1749650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2063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269750" y="2888175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1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7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48" y="8224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8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4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3313275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2521700" y="225660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1419425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09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913425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579475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30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32" y="0"/>
                  </a:moveTo>
                  <a:lnTo>
                    <a:pt x="14326" y="6809"/>
                  </a:lnTo>
                  <a:lnTo>
                    <a:pt x="5917" y="6809"/>
                  </a:lnTo>
                  <a:lnTo>
                    <a:pt x="2829" y="1451"/>
                  </a:lnTo>
                  <a:lnTo>
                    <a:pt x="1" y="6400"/>
                  </a:lnTo>
                  <a:lnTo>
                    <a:pt x="596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22" y="8632"/>
                  </a:lnTo>
                  <a:lnTo>
                    <a:pt x="4094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28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7219" y="19273"/>
                  </a:lnTo>
                  <a:lnTo>
                    <a:pt x="14437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2340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238125" y="3614650"/>
              <a:ext cx="176750" cy="110725"/>
            </a:xfrm>
            <a:custGeom>
              <a:rect b="b" l="l" r="r" t="t"/>
              <a:pathLst>
                <a:path extrusionOk="0" h="4429" w="7070">
                  <a:moveTo>
                    <a:pt x="0" y="0"/>
                  </a:moveTo>
                  <a:lnTo>
                    <a:pt x="0" y="1079"/>
                  </a:lnTo>
                  <a:lnTo>
                    <a:pt x="1972" y="4428"/>
                  </a:lnTo>
                  <a:lnTo>
                    <a:pt x="7069" y="4428"/>
                  </a:lnTo>
                  <a:lnTo>
                    <a:pt x="450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1351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2124500" y="3397000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599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418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768325" y="3117000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3885325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2964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2690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7"/>
            <p:cNvSpPr/>
            <p:nvPr/>
          </p:nvSpPr>
          <p:spPr>
            <a:xfrm>
              <a:off x="4066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7"/>
            <p:cNvSpPr/>
            <p:nvPr/>
          </p:nvSpPr>
          <p:spPr>
            <a:xfrm>
              <a:off x="4381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4839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7"/>
            <p:cNvSpPr/>
            <p:nvPr/>
          </p:nvSpPr>
          <p:spPr>
            <a:xfrm>
              <a:off x="3736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9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7"/>
            <p:cNvSpPr/>
            <p:nvPr/>
          </p:nvSpPr>
          <p:spPr>
            <a:xfrm>
              <a:off x="4235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2191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2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2836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3294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3608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4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4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3463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311327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1567325" y="2414725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2708650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2210075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1768250" y="3614650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2081725" y="37225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1586875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1438050" y="3567200"/>
              <a:ext cx="869725" cy="667900"/>
            </a:xfrm>
            <a:custGeom>
              <a:rect b="b" l="l" r="r" t="t"/>
              <a:pathLst>
                <a:path extrusionOk="0" h="26716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58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2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5" y="7777"/>
                  </a:lnTo>
                  <a:close/>
                  <a:moveTo>
                    <a:pt x="22510" y="8224"/>
                  </a:move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2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1309675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1936625" y="3796025"/>
              <a:ext cx="219525" cy="402800"/>
            </a:xfrm>
            <a:custGeom>
              <a:rect b="b" l="l" r="r" t="t"/>
              <a:pathLst>
                <a:path extrusionOk="0" h="16112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558" y="16111"/>
                  </a:lnTo>
                  <a:lnTo>
                    <a:pt x="5693" y="16111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3481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3131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2983050" y="35672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2358925" y="37727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2540300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2854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390650" y="3796025"/>
              <a:ext cx="220500" cy="402800"/>
            </a:xfrm>
            <a:custGeom>
              <a:rect b="b" l="l" r="r" t="t"/>
              <a:pathLst>
                <a:path extrusionOk="0" h="16112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6759575" y="3397000"/>
              <a:ext cx="622300" cy="481850"/>
            </a:xfrm>
            <a:custGeom>
              <a:rect b="b" l="l" r="r" t="t"/>
              <a:pathLst>
                <a:path extrusionOk="0" h="19274" w="24892">
                  <a:moveTo>
                    <a:pt x="22883" y="6809"/>
                  </a:moveTo>
                  <a:lnTo>
                    <a:pt x="24706" y="10009"/>
                  </a:lnTo>
                  <a:lnTo>
                    <a:pt x="24892" y="9637"/>
                  </a:lnTo>
                  <a:lnTo>
                    <a:pt x="24892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5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5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0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1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5987525" y="3397000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8" y="14957"/>
                  </a:lnTo>
                  <a:lnTo>
                    <a:pt x="7516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0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1332925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995275" y="3614650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366952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5214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238125" y="2256600"/>
              <a:ext cx="158150" cy="110700"/>
            </a:xfrm>
            <a:custGeom>
              <a:rect b="b" l="l" r="r" t="t"/>
              <a:pathLst>
                <a:path extrusionOk="0" h="4428" w="6326">
                  <a:moveTo>
                    <a:pt x="0" y="0"/>
                  </a:moveTo>
                  <a:lnTo>
                    <a:pt x="0" y="2344"/>
                  </a:lnTo>
                  <a:lnTo>
                    <a:pt x="1191" y="4428"/>
                  </a:lnTo>
                  <a:lnTo>
                    <a:pt x="6325" y="4428"/>
                  </a:lnTo>
                  <a:lnTo>
                    <a:pt x="37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4441575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8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2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903" y="7665"/>
                  </a:lnTo>
                  <a:lnTo>
                    <a:pt x="3349" y="8111"/>
                  </a:lnTo>
                  <a:lnTo>
                    <a:pt x="3758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1163625" y="37960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813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0" y="17079"/>
                  </a:lnTo>
                  <a:lnTo>
                    <a:pt x="5098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665075" y="3567200"/>
              <a:ext cx="870650" cy="667900"/>
            </a:xfrm>
            <a:custGeom>
              <a:rect b="b" l="l" r="r" t="t"/>
              <a:pathLst>
                <a:path extrusionOk="0" h="26716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1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6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5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5" y="7777"/>
                  </a:lnTo>
                  <a:close/>
                  <a:moveTo>
                    <a:pt x="22547" y="8224"/>
                  </a:move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7" y="8224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6" y="1005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4018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4" y="26715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6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0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1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0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3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536700" y="37225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238125" y="3567200"/>
              <a:ext cx="524625" cy="667900"/>
            </a:xfrm>
            <a:custGeom>
              <a:rect b="b" l="l" r="r" t="t"/>
              <a:pathLst>
                <a:path extrusionOk="0" h="26716" w="20985">
                  <a:moveTo>
                    <a:pt x="16185" y="5768"/>
                  </a:moveTo>
                  <a:lnTo>
                    <a:pt x="16594" y="5805"/>
                  </a:lnTo>
                  <a:lnTo>
                    <a:pt x="16966" y="5917"/>
                  </a:lnTo>
                  <a:lnTo>
                    <a:pt x="17376" y="6028"/>
                  </a:lnTo>
                  <a:lnTo>
                    <a:pt x="17748" y="6214"/>
                  </a:lnTo>
                  <a:lnTo>
                    <a:pt x="18120" y="6438"/>
                  </a:lnTo>
                  <a:lnTo>
                    <a:pt x="18455" y="6698"/>
                  </a:lnTo>
                  <a:lnTo>
                    <a:pt x="18790" y="7033"/>
                  </a:lnTo>
                  <a:lnTo>
                    <a:pt x="19124" y="7405"/>
                  </a:lnTo>
                  <a:lnTo>
                    <a:pt x="19422" y="7852"/>
                  </a:lnTo>
                  <a:lnTo>
                    <a:pt x="19645" y="8298"/>
                  </a:lnTo>
                  <a:lnTo>
                    <a:pt x="19831" y="8782"/>
                  </a:lnTo>
                  <a:lnTo>
                    <a:pt x="19943" y="9228"/>
                  </a:lnTo>
                  <a:lnTo>
                    <a:pt x="20017" y="9638"/>
                  </a:lnTo>
                  <a:lnTo>
                    <a:pt x="20055" y="10084"/>
                  </a:lnTo>
                  <a:lnTo>
                    <a:pt x="20017" y="10493"/>
                  </a:lnTo>
                  <a:lnTo>
                    <a:pt x="19980" y="10865"/>
                  </a:lnTo>
                  <a:lnTo>
                    <a:pt x="19869" y="11275"/>
                  </a:lnTo>
                  <a:lnTo>
                    <a:pt x="19720" y="11647"/>
                  </a:lnTo>
                  <a:lnTo>
                    <a:pt x="19534" y="11982"/>
                  </a:lnTo>
                  <a:lnTo>
                    <a:pt x="19348" y="12316"/>
                  </a:lnTo>
                  <a:lnTo>
                    <a:pt x="19087" y="12614"/>
                  </a:lnTo>
                  <a:lnTo>
                    <a:pt x="18864" y="12912"/>
                  </a:lnTo>
                  <a:lnTo>
                    <a:pt x="18566" y="13172"/>
                  </a:lnTo>
                  <a:lnTo>
                    <a:pt x="18269" y="13395"/>
                  </a:lnTo>
                  <a:lnTo>
                    <a:pt x="17971" y="13619"/>
                  </a:lnTo>
                  <a:lnTo>
                    <a:pt x="17413" y="13879"/>
                  </a:lnTo>
                  <a:lnTo>
                    <a:pt x="16855" y="14102"/>
                  </a:lnTo>
                  <a:lnTo>
                    <a:pt x="16222" y="14251"/>
                  </a:lnTo>
                  <a:lnTo>
                    <a:pt x="15925" y="14251"/>
                  </a:lnTo>
                  <a:lnTo>
                    <a:pt x="15627" y="14288"/>
                  </a:lnTo>
                  <a:lnTo>
                    <a:pt x="15143" y="14251"/>
                  </a:lnTo>
                  <a:lnTo>
                    <a:pt x="14697" y="14177"/>
                  </a:lnTo>
                  <a:lnTo>
                    <a:pt x="14213" y="14028"/>
                  </a:lnTo>
                  <a:lnTo>
                    <a:pt x="13767" y="13842"/>
                  </a:lnTo>
                  <a:lnTo>
                    <a:pt x="13357" y="13544"/>
                  </a:lnTo>
                  <a:lnTo>
                    <a:pt x="12948" y="13209"/>
                  </a:lnTo>
                  <a:lnTo>
                    <a:pt x="12539" y="12800"/>
                  </a:lnTo>
                  <a:lnTo>
                    <a:pt x="12167" y="12316"/>
                  </a:lnTo>
                  <a:lnTo>
                    <a:pt x="11906" y="11833"/>
                  </a:lnTo>
                  <a:lnTo>
                    <a:pt x="11720" y="11386"/>
                  </a:lnTo>
                  <a:lnTo>
                    <a:pt x="11571" y="10940"/>
                  </a:lnTo>
                  <a:lnTo>
                    <a:pt x="11497" y="10493"/>
                  </a:lnTo>
                  <a:lnTo>
                    <a:pt x="11460" y="10047"/>
                  </a:lnTo>
                  <a:lnTo>
                    <a:pt x="11497" y="9638"/>
                  </a:lnTo>
                  <a:lnTo>
                    <a:pt x="11534" y="9228"/>
                  </a:lnTo>
                  <a:lnTo>
                    <a:pt x="11646" y="8819"/>
                  </a:lnTo>
                  <a:lnTo>
                    <a:pt x="11795" y="8447"/>
                  </a:lnTo>
                  <a:lnTo>
                    <a:pt x="11981" y="8112"/>
                  </a:lnTo>
                  <a:lnTo>
                    <a:pt x="12167" y="7777"/>
                  </a:lnTo>
                  <a:lnTo>
                    <a:pt x="12427" y="7442"/>
                  </a:lnTo>
                  <a:lnTo>
                    <a:pt x="12688" y="7145"/>
                  </a:lnTo>
                  <a:lnTo>
                    <a:pt x="12948" y="6884"/>
                  </a:lnTo>
                  <a:lnTo>
                    <a:pt x="13283" y="6661"/>
                  </a:lnTo>
                  <a:lnTo>
                    <a:pt x="13581" y="6438"/>
                  </a:lnTo>
                  <a:lnTo>
                    <a:pt x="13915" y="6252"/>
                  </a:lnTo>
                  <a:lnTo>
                    <a:pt x="14288" y="6103"/>
                  </a:lnTo>
                  <a:lnTo>
                    <a:pt x="14622" y="5954"/>
                  </a:lnTo>
                  <a:lnTo>
                    <a:pt x="15032" y="5880"/>
                  </a:lnTo>
                  <a:lnTo>
                    <a:pt x="15404" y="5805"/>
                  </a:lnTo>
                  <a:lnTo>
                    <a:pt x="15776" y="5768"/>
                  </a:lnTo>
                  <a:close/>
                  <a:moveTo>
                    <a:pt x="8706" y="8224"/>
                  </a:moveTo>
                  <a:lnTo>
                    <a:pt x="8930" y="8559"/>
                  </a:lnTo>
                  <a:lnTo>
                    <a:pt x="10902" y="12056"/>
                  </a:lnTo>
                  <a:lnTo>
                    <a:pt x="13357" y="16260"/>
                  </a:lnTo>
                  <a:lnTo>
                    <a:pt x="15367" y="19795"/>
                  </a:lnTo>
                  <a:lnTo>
                    <a:pt x="15441" y="19907"/>
                  </a:lnTo>
                  <a:lnTo>
                    <a:pt x="12092" y="25711"/>
                  </a:lnTo>
                  <a:lnTo>
                    <a:pt x="5916" y="25748"/>
                  </a:lnTo>
                  <a:lnTo>
                    <a:pt x="9265" y="19907"/>
                  </a:lnTo>
                  <a:lnTo>
                    <a:pt x="5581" y="13656"/>
                  </a:lnTo>
                  <a:lnTo>
                    <a:pt x="8706" y="8224"/>
                  </a:lnTo>
                  <a:close/>
                  <a:moveTo>
                    <a:pt x="12762" y="1"/>
                  </a:moveTo>
                  <a:lnTo>
                    <a:pt x="12390" y="38"/>
                  </a:lnTo>
                  <a:lnTo>
                    <a:pt x="11981" y="75"/>
                  </a:lnTo>
                  <a:lnTo>
                    <a:pt x="11571" y="187"/>
                  </a:lnTo>
                  <a:lnTo>
                    <a:pt x="11199" y="299"/>
                  </a:lnTo>
                  <a:lnTo>
                    <a:pt x="10827" y="410"/>
                  </a:lnTo>
                  <a:lnTo>
                    <a:pt x="10455" y="596"/>
                  </a:lnTo>
                  <a:lnTo>
                    <a:pt x="10120" y="782"/>
                  </a:lnTo>
                  <a:lnTo>
                    <a:pt x="9785" y="1005"/>
                  </a:lnTo>
                  <a:lnTo>
                    <a:pt x="9488" y="1229"/>
                  </a:lnTo>
                  <a:lnTo>
                    <a:pt x="9190" y="1489"/>
                  </a:lnTo>
                  <a:lnTo>
                    <a:pt x="8892" y="1750"/>
                  </a:lnTo>
                  <a:lnTo>
                    <a:pt x="8632" y="2047"/>
                  </a:lnTo>
                  <a:lnTo>
                    <a:pt x="8409" y="2382"/>
                  </a:lnTo>
                  <a:lnTo>
                    <a:pt x="8186" y="2717"/>
                  </a:lnTo>
                  <a:lnTo>
                    <a:pt x="8000" y="3052"/>
                  </a:lnTo>
                  <a:lnTo>
                    <a:pt x="7851" y="3424"/>
                  </a:lnTo>
                  <a:lnTo>
                    <a:pt x="7702" y="3796"/>
                  </a:lnTo>
                  <a:lnTo>
                    <a:pt x="7553" y="4317"/>
                  </a:lnTo>
                  <a:lnTo>
                    <a:pt x="5321" y="485"/>
                  </a:lnTo>
                  <a:lnTo>
                    <a:pt x="0" y="485"/>
                  </a:lnTo>
                  <a:lnTo>
                    <a:pt x="0" y="1452"/>
                  </a:lnTo>
                  <a:lnTo>
                    <a:pt x="4763" y="1452"/>
                  </a:lnTo>
                  <a:lnTo>
                    <a:pt x="7888" y="6810"/>
                  </a:lnTo>
                  <a:lnTo>
                    <a:pt x="1674" y="6810"/>
                  </a:lnTo>
                  <a:lnTo>
                    <a:pt x="0" y="3870"/>
                  </a:lnTo>
                  <a:lnTo>
                    <a:pt x="0" y="10717"/>
                  </a:lnTo>
                  <a:lnTo>
                    <a:pt x="1712" y="7777"/>
                  </a:lnTo>
                  <a:lnTo>
                    <a:pt x="7851" y="7777"/>
                  </a:lnTo>
                  <a:lnTo>
                    <a:pt x="0" y="21395"/>
                  </a:lnTo>
                  <a:lnTo>
                    <a:pt x="0" y="23330"/>
                  </a:lnTo>
                  <a:lnTo>
                    <a:pt x="1414" y="20874"/>
                  </a:lnTo>
                  <a:lnTo>
                    <a:pt x="4763" y="26715"/>
                  </a:lnTo>
                  <a:lnTo>
                    <a:pt x="12650" y="26715"/>
                  </a:lnTo>
                  <a:lnTo>
                    <a:pt x="16557" y="19907"/>
                  </a:lnTo>
                  <a:lnTo>
                    <a:pt x="13618" y="14809"/>
                  </a:lnTo>
                  <a:lnTo>
                    <a:pt x="14213" y="14995"/>
                  </a:lnTo>
                  <a:lnTo>
                    <a:pt x="14771" y="15181"/>
                  </a:lnTo>
                  <a:lnTo>
                    <a:pt x="15367" y="15256"/>
                  </a:lnTo>
                  <a:lnTo>
                    <a:pt x="15962" y="15256"/>
                  </a:lnTo>
                  <a:lnTo>
                    <a:pt x="16557" y="15181"/>
                  </a:lnTo>
                  <a:lnTo>
                    <a:pt x="17115" y="15070"/>
                  </a:lnTo>
                  <a:lnTo>
                    <a:pt x="17711" y="14846"/>
                  </a:lnTo>
                  <a:lnTo>
                    <a:pt x="18269" y="14586"/>
                  </a:lnTo>
                  <a:lnTo>
                    <a:pt x="18790" y="14251"/>
                  </a:lnTo>
                  <a:lnTo>
                    <a:pt x="19273" y="13842"/>
                  </a:lnTo>
                  <a:lnTo>
                    <a:pt x="19720" y="13395"/>
                  </a:lnTo>
                  <a:lnTo>
                    <a:pt x="20092" y="12912"/>
                  </a:lnTo>
                  <a:lnTo>
                    <a:pt x="20389" y="12391"/>
                  </a:lnTo>
                  <a:lnTo>
                    <a:pt x="20650" y="11833"/>
                  </a:lnTo>
                  <a:lnTo>
                    <a:pt x="20836" y="11237"/>
                  </a:lnTo>
                  <a:lnTo>
                    <a:pt x="20948" y="10642"/>
                  </a:lnTo>
                  <a:lnTo>
                    <a:pt x="20985" y="10010"/>
                  </a:lnTo>
                  <a:lnTo>
                    <a:pt x="20985" y="9749"/>
                  </a:lnTo>
                  <a:lnTo>
                    <a:pt x="20910" y="9451"/>
                  </a:lnTo>
                  <a:lnTo>
                    <a:pt x="20836" y="9117"/>
                  </a:lnTo>
                  <a:lnTo>
                    <a:pt x="20724" y="8745"/>
                  </a:lnTo>
                  <a:lnTo>
                    <a:pt x="20575" y="8335"/>
                  </a:lnTo>
                  <a:lnTo>
                    <a:pt x="20389" y="7889"/>
                  </a:lnTo>
                  <a:lnTo>
                    <a:pt x="20166" y="7480"/>
                  </a:lnTo>
                  <a:lnTo>
                    <a:pt x="19906" y="7070"/>
                  </a:lnTo>
                  <a:lnTo>
                    <a:pt x="17376" y="2605"/>
                  </a:lnTo>
                  <a:lnTo>
                    <a:pt x="17152" y="2271"/>
                  </a:lnTo>
                  <a:lnTo>
                    <a:pt x="16929" y="1973"/>
                  </a:lnTo>
                  <a:lnTo>
                    <a:pt x="16706" y="1675"/>
                  </a:lnTo>
                  <a:lnTo>
                    <a:pt x="16446" y="1415"/>
                  </a:lnTo>
                  <a:lnTo>
                    <a:pt x="16148" y="1154"/>
                  </a:lnTo>
                  <a:lnTo>
                    <a:pt x="15850" y="931"/>
                  </a:lnTo>
                  <a:lnTo>
                    <a:pt x="15553" y="745"/>
                  </a:lnTo>
                  <a:lnTo>
                    <a:pt x="15255" y="559"/>
                  </a:lnTo>
                  <a:lnTo>
                    <a:pt x="14920" y="410"/>
                  </a:lnTo>
                  <a:lnTo>
                    <a:pt x="14585" y="261"/>
                  </a:lnTo>
                  <a:lnTo>
                    <a:pt x="14250" y="150"/>
                  </a:lnTo>
                  <a:lnTo>
                    <a:pt x="13878" y="75"/>
                  </a:lnTo>
                  <a:lnTo>
                    <a:pt x="13506" y="38"/>
                  </a:lnTo>
                  <a:lnTo>
                    <a:pt x="13134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7"/>
            <p:cNvSpPr/>
            <p:nvPr/>
          </p:nvSpPr>
          <p:spPr>
            <a:xfrm>
              <a:off x="2896550" y="3397000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7"/>
            <p:cNvSpPr/>
            <p:nvPr/>
          </p:nvSpPr>
          <p:spPr>
            <a:xfrm>
              <a:off x="1271550" y="100645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7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86" y="2753"/>
                  </a:lnTo>
                  <a:lnTo>
                    <a:pt x="74" y="3088"/>
                  </a:lnTo>
                  <a:lnTo>
                    <a:pt x="37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7" y="7590"/>
                  </a:lnTo>
                  <a:lnTo>
                    <a:pt x="3870" y="7590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65" y="3832"/>
                  </a:lnTo>
                  <a:lnTo>
                    <a:pt x="7627" y="3460"/>
                  </a:lnTo>
                  <a:lnTo>
                    <a:pt x="7553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8"/>
                  </a:lnTo>
                  <a:lnTo>
                    <a:pt x="6548" y="1154"/>
                  </a:lnTo>
                  <a:lnTo>
                    <a:pt x="6251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6" y="75"/>
                  </a:lnTo>
                  <a:lnTo>
                    <a:pt x="4204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4639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7"/>
            <p:cNvSpPr/>
            <p:nvPr/>
          </p:nvSpPr>
          <p:spPr>
            <a:xfrm>
              <a:off x="4989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7"/>
            <p:cNvSpPr/>
            <p:nvPr/>
          </p:nvSpPr>
          <p:spPr>
            <a:xfrm>
              <a:off x="4821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5593125" y="898550"/>
              <a:ext cx="192575" cy="110700"/>
            </a:xfrm>
            <a:custGeom>
              <a:rect b="b" l="l" r="r" t="t"/>
              <a:pathLst>
                <a:path extrusionOk="0" h="4428" w="7703">
                  <a:moveTo>
                    <a:pt x="1" y="0"/>
                  </a:moveTo>
                  <a:lnTo>
                    <a:pt x="2568" y="4428"/>
                  </a:lnTo>
                  <a:lnTo>
                    <a:pt x="7703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7"/>
            <p:cNvSpPr/>
            <p:nvPr/>
          </p:nvSpPr>
          <p:spPr>
            <a:xfrm>
              <a:off x="3717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7"/>
            <p:cNvSpPr/>
            <p:nvPr/>
          </p:nvSpPr>
          <p:spPr>
            <a:xfrm>
              <a:off x="4490875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1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5" y="13656"/>
                  </a:lnTo>
                  <a:lnTo>
                    <a:pt x="22511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57" y="708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7"/>
            <p:cNvSpPr/>
            <p:nvPr/>
          </p:nvSpPr>
          <p:spPr>
            <a:xfrm>
              <a:off x="5134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22" y="7218"/>
                  </a:lnTo>
                  <a:lnTo>
                    <a:pt x="2456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507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7"/>
            <p:cNvSpPr/>
            <p:nvPr/>
          </p:nvSpPr>
          <p:spPr>
            <a:xfrm>
              <a:off x="3589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4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10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80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49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3443500" y="107992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0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0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4362500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2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43" y="1265"/>
                  </a:lnTo>
                  <a:lnTo>
                    <a:pt x="820" y="1526"/>
                  </a:lnTo>
                  <a:lnTo>
                    <a:pt x="596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38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57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2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03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9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42" y="4911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2"/>
                  </a:lnTo>
                  <a:lnTo>
                    <a:pt x="7591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4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5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5411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3093750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7"/>
            <p:cNvSpPr/>
            <p:nvPr/>
          </p:nvSpPr>
          <p:spPr>
            <a:xfrm>
              <a:off x="3866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7"/>
            <p:cNvSpPr/>
            <p:nvPr/>
          </p:nvSpPr>
          <p:spPr>
            <a:xfrm>
              <a:off x="4048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7"/>
            <p:cNvSpPr/>
            <p:nvPr/>
          </p:nvSpPr>
          <p:spPr>
            <a:xfrm>
              <a:off x="2945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2" y="6809"/>
                  </a:lnTo>
                  <a:lnTo>
                    <a:pt x="15479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1"/>
                  </a:lnTo>
                  <a:lnTo>
                    <a:pt x="33747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5" y="13618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376" y="10939"/>
                  </a:lnTo>
                  <a:lnTo>
                    <a:pt x="25301" y="10493"/>
                  </a:lnTo>
                  <a:lnTo>
                    <a:pt x="25264" y="10046"/>
                  </a:lnTo>
                  <a:lnTo>
                    <a:pt x="25301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194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6806075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7"/>
            <p:cNvSpPr/>
            <p:nvPr/>
          </p:nvSpPr>
          <p:spPr>
            <a:xfrm>
              <a:off x="6035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6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4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1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4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1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1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0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7"/>
            <p:cNvSpPr/>
            <p:nvPr/>
          </p:nvSpPr>
          <p:spPr>
            <a:xfrm>
              <a:off x="6799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7"/>
            <p:cNvSpPr/>
            <p:nvPr/>
          </p:nvSpPr>
          <p:spPr>
            <a:xfrm>
              <a:off x="6469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567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19" y="20874"/>
                  </a:lnTo>
                  <a:lnTo>
                    <a:pt x="17488" y="24818"/>
                  </a:lnTo>
                  <a:lnTo>
                    <a:pt x="20242" y="2481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7"/>
            <p:cNvSpPr/>
            <p:nvPr/>
          </p:nvSpPr>
          <p:spPr>
            <a:xfrm>
              <a:off x="7113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7"/>
            <p:cNvSpPr/>
            <p:nvPr/>
          </p:nvSpPr>
          <p:spPr>
            <a:xfrm>
              <a:off x="6967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7"/>
            <p:cNvSpPr/>
            <p:nvPr/>
          </p:nvSpPr>
          <p:spPr>
            <a:xfrm>
              <a:off x="3276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7"/>
            <p:cNvSpPr/>
            <p:nvPr/>
          </p:nvSpPr>
          <p:spPr>
            <a:xfrm>
              <a:off x="6624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7"/>
            <p:cNvSpPr/>
            <p:nvPr/>
          </p:nvSpPr>
          <p:spPr>
            <a:xfrm>
              <a:off x="618472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7"/>
            <p:cNvSpPr/>
            <p:nvPr/>
          </p:nvSpPr>
          <p:spPr>
            <a:xfrm>
              <a:off x="526292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6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3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4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2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8" y="10493"/>
                  </a:lnTo>
                  <a:lnTo>
                    <a:pt x="25301" y="10046"/>
                  </a:lnTo>
                  <a:lnTo>
                    <a:pt x="25338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4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2" y="19906"/>
                  </a:lnTo>
                  <a:lnTo>
                    <a:pt x="25896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2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1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4" y="4317"/>
                  </a:lnTo>
                  <a:lnTo>
                    <a:pt x="19162" y="484"/>
                  </a:lnTo>
                  <a:lnTo>
                    <a:pt x="11311" y="484"/>
                  </a:lnTo>
                  <a:lnTo>
                    <a:pt x="0" y="19906"/>
                  </a:lnTo>
                  <a:lnTo>
                    <a:pt x="4019" y="26715"/>
                  </a:lnTo>
                  <a:lnTo>
                    <a:pt x="11869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1" y="11832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7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1" y="410"/>
                  </a:lnTo>
                  <a:lnTo>
                    <a:pt x="28427" y="261"/>
                  </a:lnTo>
                  <a:lnTo>
                    <a:pt x="28054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7"/>
            <p:cNvSpPr/>
            <p:nvPr/>
          </p:nvSpPr>
          <p:spPr>
            <a:xfrm>
              <a:off x="5907525" y="1006450"/>
              <a:ext cx="190725" cy="189775"/>
            </a:xfrm>
            <a:custGeom>
              <a:rect b="b" l="l" r="r" t="t"/>
              <a:pathLst>
                <a:path extrusionOk="0" h="7591" w="7629">
                  <a:moveTo>
                    <a:pt x="3833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1" y="819"/>
                  </a:lnTo>
                  <a:lnTo>
                    <a:pt x="1303" y="1042"/>
                  </a:lnTo>
                  <a:lnTo>
                    <a:pt x="1080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50" y="2753"/>
                  </a:lnTo>
                  <a:lnTo>
                    <a:pt x="75" y="3088"/>
                  </a:lnTo>
                  <a:lnTo>
                    <a:pt x="1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2"/>
                  </a:lnTo>
                  <a:lnTo>
                    <a:pt x="596" y="5842"/>
                  </a:lnTo>
                  <a:lnTo>
                    <a:pt x="894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7" y="7032"/>
                  </a:lnTo>
                  <a:lnTo>
                    <a:pt x="2122" y="7218"/>
                  </a:lnTo>
                  <a:lnTo>
                    <a:pt x="2457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8" y="7404"/>
                  </a:lnTo>
                  <a:lnTo>
                    <a:pt x="5173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3" y="6102"/>
                  </a:lnTo>
                  <a:lnTo>
                    <a:pt x="6996" y="5842"/>
                  </a:lnTo>
                  <a:lnTo>
                    <a:pt x="7182" y="5544"/>
                  </a:lnTo>
                  <a:lnTo>
                    <a:pt x="7331" y="5246"/>
                  </a:lnTo>
                  <a:lnTo>
                    <a:pt x="7479" y="4911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4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10" y="1488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7" y="595"/>
                  </a:lnTo>
                  <a:lnTo>
                    <a:pt x="5582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7"/>
            <p:cNvSpPr/>
            <p:nvPr/>
          </p:nvSpPr>
          <p:spPr>
            <a:xfrm>
              <a:off x="6366100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13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7"/>
            <p:cNvSpPr/>
            <p:nvPr/>
          </p:nvSpPr>
          <p:spPr>
            <a:xfrm>
              <a:off x="6679575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79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7"/>
            <p:cNvSpPr/>
            <p:nvPr/>
          </p:nvSpPr>
          <p:spPr>
            <a:xfrm>
              <a:off x="6534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7"/>
            <p:cNvSpPr/>
            <p:nvPr/>
          </p:nvSpPr>
          <p:spPr>
            <a:xfrm>
              <a:off x="576150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7"/>
            <p:cNvSpPr/>
            <p:nvPr/>
          </p:nvSpPr>
          <p:spPr>
            <a:xfrm>
              <a:off x="958075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7"/>
            <p:cNvSpPr/>
            <p:nvPr/>
          </p:nvSpPr>
          <p:spPr>
            <a:xfrm>
              <a:off x="2890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7"/>
            <p:cNvSpPr/>
            <p:nvPr/>
          </p:nvSpPr>
          <p:spPr>
            <a:xfrm>
              <a:off x="2118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8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7"/>
            <p:cNvSpPr/>
            <p:nvPr/>
          </p:nvSpPr>
          <p:spPr>
            <a:xfrm>
              <a:off x="1345950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1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3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1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6" y="2493"/>
                  </a:lnTo>
                  <a:lnTo>
                    <a:pt x="5396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3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1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60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7"/>
            <p:cNvSpPr/>
            <p:nvPr/>
          </p:nvSpPr>
          <p:spPr>
            <a:xfrm>
              <a:off x="2172875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29989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5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5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40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7"/>
            <p:cNvSpPr/>
            <p:nvPr/>
          </p:nvSpPr>
          <p:spPr>
            <a:xfrm>
              <a:off x="4436000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7"/>
            <p:cNvSpPr/>
            <p:nvPr/>
          </p:nvSpPr>
          <p:spPr>
            <a:xfrm>
              <a:off x="5981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89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2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1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7"/>
            <p:cNvSpPr/>
            <p:nvPr/>
          </p:nvSpPr>
          <p:spPr>
            <a:xfrm>
              <a:off x="5208975" y="848325"/>
              <a:ext cx="666025" cy="314400"/>
            </a:xfrm>
            <a:custGeom>
              <a:rect b="b" l="l" r="r" t="t"/>
              <a:pathLst>
                <a:path extrusionOk="0" h="12576" w="26641">
                  <a:moveTo>
                    <a:pt x="21580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34" y="1823"/>
                  </a:lnTo>
                  <a:lnTo>
                    <a:pt x="24743" y="1377"/>
                  </a:lnTo>
                  <a:lnTo>
                    <a:pt x="25152" y="1005"/>
                  </a:lnTo>
                  <a:lnTo>
                    <a:pt x="25636" y="670"/>
                  </a:lnTo>
                  <a:lnTo>
                    <a:pt x="26120" y="372"/>
                  </a:lnTo>
                  <a:lnTo>
                    <a:pt x="26641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19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35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879" y="7813"/>
                  </a:lnTo>
                  <a:lnTo>
                    <a:pt x="6102" y="8260"/>
                  </a:lnTo>
                  <a:lnTo>
                    <a:pt x="6251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54" y="12576"/>
                  </a:lnTo>
                  <a:lnTo>
                    <a:pt x="13209" y="149"/>
                  </a:lnTo>
                  <a:lnTo>
                    <a:pt x="21580" y="112"/>
                  </a:lnTo>
                  <a:lnTo>
                    <a:pt x="20985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7"/>
            <p:cNvSpPr/>
            <p:nvPr/>
          </p:nvSpPr>
          <p:spPr>
            <a:xfrm>
              <a:off x="6754000" y="848325"/>
              <a:ext cx="627875" cy="314400"/>
            </a:xfrm>
            <a:custGeom>
              <a:rect b="b" l="l" r="r" t="t"/>
              <a:pathLst>
                <a:path extrusionOk="0" h="12576" w="25115">
                  <a:moveTo>
                    <a:pt x="21618" y="112"/>
                  </a:moveTo>
                  <a:lnTo>
                    <a:pt x="23441" y="3311"/>
                  </a:lnTo>
                  <a:lnTo>
                    <a:pt x="23738" y="2679"/>
                  </a:lnTo>
                  <a:lnTo>
                    <a:pt x="24148" y="2084"/>
                  </a:lnTo>
                  <a:lnTo>
                    <a:pt x="24594" y="1525"/>
                  </a:lnTo>
                  <a:lnTo>
                    <a:pt x="25115" y="1042"/>
                  </a:lnTo>
                  <a:lnTo>
                    <a:pt x="25115" y="112"/>
                  </a:lnTo>
                  <a:close/>
                  <a:moveTo>
                    <a:pt x="0" y="0"/>
                  </a:moveTo>
                  <a:lnTo>
                    <a:pt x="410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2" y="1302"/>
                  </a:lnTo>
                  <a:lnTo>
                    <a:pt x="2270" y="1674"/>
                  </a:lnTo>
                  <a:lnTo>
                    <a:pt x="2568" y="2046"/>
                  </a:lnTo>
                  <a:lnTo>
                    <a:pt x="2865" y="2493"/>
                  </a:lnTo>
                  <a:lnTo>
                    <a:pt x="5395" y="6920"/>
                  </a:lnTo>
                  <a:lnTo>
                    <a:pt x="5656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474" y="9488"/>
                  </a:lnTo>
                  <a:lnTo>
                    <a:pt x="6512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1981"/>
                  </a:lnTo>
                  <a:lnTo>
                    <a:pt x="5953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48" y="0"/>
                  </a:lnTo>
                  <a:lnTo>
                    <a:pt x="13134" y="0"/>
                  </a:lnTo>
                  <a:lnTo>
                    <a:pt x="13060" y="112"/>
                  </a:lnTo>
                  <a:lnTo>
                    <a:pt x="4688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7"/>
            <p:cNvSpPr/>
            <p:nvPr/>
          </p:nvSpPr>
          <p:spPr>
            <a:xfrm>
              <a:off x="499500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7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3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0"/>
                  </a:lnTo>
                  <a:lnTo>
                    <a:pt x="3833" y="7590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42" y="4911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7"/>
            <p:cNvSpPr/>
            <p:nvPr/>
          </p:nvSpPr>
          <p:spPr>
            <a:xfrm>
              <a:off x="238125" y="898550"/>
              <a:ext cx="139550" cy="110700"/>
            </a:xfrm>
            <a:custGeom>
              <a:rect b="b" l="l" r="r" t="t"/>
              <a:pathLst>
                <a:path extrusionOk="0" h="4428" w="5582">
                  <a:moveTo>
                    <a:pt x="0" y="0"/>
                  </a:moveTo>
                  <a:lnTo>
                    <a:pt x="0" y="3646"/>
                  </a:lnTo>
                  <a:lnTo>
                    <a:pt x="446" y="4428"/>
                  </a:lnTo>
                  <a:lnTo>
                    <a:pt x="5581" y="4428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7"/>
            <p:cNvSpPr/>
            <p:nvPr/>
          </p:nvSpPr>
          <p:spPr>
            <a:xfrm>
              <a:off x="57297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41" y="3311"/>
                  </a:lnTo>
                  <a:lnTo>
                    <a:pt x="23701" y="2791"/>
                  </a:lnTo>
                  <a:lnTo>
                    <a:pt x="23999" y="2270"/>
                  </a:lnTo>
                  <a:lnTo>
                    <a:pt x="24371" y="1823"/>
                  </a:lnTo>
                  <a:lnTo>
                    <a:pt x="24743" y="1377"/>
                  </a:lnTo>
                  <a:lnTo>
                    <a:pt x="25190" y="1005"/>
                  </a:lnTo>
                  <a:lnTo>
                    <a:pt x="25636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1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28" y="670"/>
                  </a:lnTo>
                  <a:lnTo>
                    <a:pt x="1600" y="967"/>
                  </a:lnTo>
                  <a:lnTo>
                    <a:pt x="1973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396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02" y="8260"/>
                  </a:lnTo>
                  <a:lnTo>
                    <a:pt x="6289" y="8706"/>
                  </a:lnTo>
                  <a:lnTo>
                    <a:pt x="6400" y="9116"/>
                  </a:lnTo>
                  <a:lnTo>
                    <a:pt x="6475" y="9488"/>
                  </a:lnTo>
                  <a:lnTo>
                    <a:pt x="6549" y="9823"/>
                  </a:lnTo>
                  <a:lnTo>
                    <a:pt x="6549" y="10120"/>
                  </a:lnTo>
                  <a:lnTo>
                    <a:pt x="6512" y="10753"/>
                  </a:lnTo>
                  <a:lnTo>
                    <a:pt x="6400" y="11385"/>
                  </a:lnTo>
                  <a:lnTo>
                    <a:pt x="6214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3" y="112"/>
                  </a:lnTo>
                  <a:lnTo>
                    <a:pt x="20948" y="0"/>
                  </a:lnTo>
                  <a:lnTo>
                    <a:pt x="13135" y="0"/>
                  </a:lnTo>
                  <a:lnTo>
                    <a:pt x="13097" y="112"/>
                  </a:lnTo>
                  <a:lnTo>
                    <a:pt x="4689" y="112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7"/>
            <p:cNvSpPr/>
            <p:nvPr/>
          </p:nvSpPr>
          <p:spPr>
            <a:xfrm>
              <a:off x="353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7"/>
            <p:cNvSpPr/>
            <p:nvPr/>
          </p:nvSpPr>
          <p:spPr>
            <a:xfrm>
              <a:off x="238125" y="851100"/>
              <a:ext cx="487425" cy="667900"/>
            </a:xfrm>
            <a:custGeom>
              <a:rect b="b" l="l" r="r" t="t"/>
              <a:pathLst>
                <a:path extrusionOk="0" h="26716" w="19497">
                  <a:moveTo>
                    <a:pt x="14697" y="5768"/>
                  </a:moveTo>
                  <a:lnTo>
                    <a:pt x="15069" y="5805"/>
                  </a:lnTo>
                  <a:lnTo>
                    <a:pt x="15478" y="5917"/>
                  </a:lnTo>
                  <a:lnTo>
                    <a:pt x="15850" y="6028"/>
                  </a:lnTo>
                  <a:lnTo>
                    <a:pt x="16222" y="6214"/>
                  </a:lnTo>
                  <a:lnTo>
                    <a:pt x="16594" y="6437"/>
                  </a:lnTo>
                  <a:lnTo>
                    <a:pt x="16966" y="6698"/>
                  </a:lnTo>
                  <a:lnTo>
                    <a:pt x="17301" y="7033"/>
                  </a:lnTo>
                  <a:lnTo>
                    <a:pt x="17636" y="7405"/>
                  </a:lnTo>
                  <a:lnTo>
                    <a:pt x="17934" y="7851"/>
                  </a:lnTo>
                  <a:lnTo>
                    <a:pt x="18157" y="8298"/>
                  </a:lnTo>
                  <a:lnTo>
                    <a:pt x="18343" y="8781"/>
                  </a:lnTo>
                  <a:lnTo>
                    <a:pt x="18455" y="9228"/>
                  </a:lnTo>
                  <a:lnTo>
                    <a:pt x="18529" y="9637"/>
                  </a:lnTo>
                  <a:lnTo>
                    <a:pt x="18566" y="10084"/>
                  </a:lnTo>
                  <a:lnTo>
                    <a:pt x="18529" y="10493"/>
                  </a:lnTo>
                  <a:lnTo>
                    <a:pt x="18455" y="10865"/>
                  </a:lnTo>
                  <a:lnTo>
                    <a:pt x="18343" y="11274"/>
                  </a:lnTo>
                  <a:lnTo>
                    <a:pt x="18231" y="11646"/>
                  </a:lnTo>
                  <a:lnTo>
                    <a:pt x="18045" y="11981"/>
                  </a:lnTo>
                  <a:lnTo>
                    <a:pt x="17822" y="12316"/>
                  </a:lnTo>
                  <a:lnTo>
                    <a:pt x="17599" y="12614"/>
                  </a:lnTo>
                  <a:lnTo>
                    <a:pt x="17338" y="12911"/>
                  </a:lnTo>
                  <a:lnTo>
                    <a:pt x="17078" y="13172"/>
                  </a:lnTo>
                  <a:lnTo>
                    <a:pt x="16780" y="13395"/>
                  </a:lnTo>
                  <a:lnTo>
                    <a:pt x="16446" y="13618"/>
                  </a:lnTo>
                  <a:lnTo>
                    <a:pt x="15925" y="13879"/>
                  </a:lnTo>
                  <a:lnTo>
                    <a:pt x="15329" y="14102"/>
                  </a:lnTo>
                  <a:lnTo>
                    <a:pt x="14734" y="14251"/>
                  </a:lnTo>
                  <a:lnTo>
                    <a:pt x="14436" y="14251"/>
                  </a:lnTo>
                  <a:lnTo>
                    <a:pt x="14101" y="14288"/>
                  </a:lnTo>
                  <a:lnTo>
                    <a:pt x="13655" y="14251"/>
                  </a:lnTo>
                  <a:lnTo>
                    <a:pt x="13171" y="14176"/>
                  </a:lnTo>
                  <a:lnTo>
                    <a:pt x="12725" y="14028"/>
                  </a:lnTo>
                  <a:lnTo>
                    <a:pt x="12278" y="13842"/>
                  </a:lnTo>
                  <a:lnTo>
                    <a:pt x="11832" y="13544"/>
                  </a:lnTo>
                  <a:lnTo>
                    <a:pt x="11423" y="13209"/>
                  </a:lnTo>
                  <a:lnTo>
                    <a:pt x="11050" y="12800"/>
                  </a:lnTo>
                  <a:lnTo>
                    <a:pt x="10678" y="12316"/>
                  </a:lnTo>
                  <a:lnTo>
                    <a:pt x="10418" y="11832"/>
                  </a:lnTo>
                  <a:lnTo>
                    <a:pt x="10232" y="11386"/>
                  </a:lnTo>
                  <a:lnTo>
                    <a:pt x="10083" y="10939"/>
                  </a:lnTo>
                  <a:lnTo>
                    <a:pt x="10009" y="10493"/>
                  </a:lnTo>
                  <a:lnTo>
                    <a:pt x="9971" y="10046"/>
                  </a:lnTo>
                  <a:lnTo>
                    <a:pt x="9971" y="9637"/>
                  </a:lnTo>
                  <a:lnTo>
                    <a:pt x="10046" y="9228"/>
                  </a:lnTo>
                  <a:lnTo>
                    <a:pt x="10158" y="8819"/>
                  </a:lnTo>
                  <a:lnTo>
                    <a:pt x="10306" y="8447"/>
                  </a:lnTo>
                  <a:lnTo>
                    <a:pt x="10455" y="8112"/>
                  </a:lnTo>
                  <a:lnTo>
                    <a:pt x="10678" y="7777"/>
                  </a:lnTo>
                  <a:lnTo>
                    <a:pt x="10902" y="7442"/>
                  </a:lnTo>
                  <a:lnTo>
                    <a:pt x="11162" y="7144"/>
                  </a:lnTo>
                  <a:lnTo>
                    <a:pt x="11460" y="6884"/>
                  </a:lnTo>
                  <a:lnTo>
                    <a:pt x="11757" y="6661"/>
                  </a:lnTo>
                  <a:lnTo>
                    <a:pt x="12092" y="6437"/>
                  </a:lnTo>
                  <a:lnTo>
                    <a:pt x="12427" y="6251"/>
                  </a:lnTo>
                  <a:lnTo>
                    <a:pt x="12762" y="6103"/>
                  </a:lnTo>
                  <a:lnTo>
                    <a:pt x="13134" y="5954"/>
                  </a:lnTo>
                  <a:lnTo>
                    <a:pt x="13506" y="5879"/>
                  </a:lnTo>
                  <a:lnTo>
                    <a:pt x="13915" y="5805"/>
                  </a:lnTo>
                  <a:lnTo>
                    <a:pt x="14288" y="5768"/>
                  </a:lnTo>
                  <a:close/>
                  <a:moveTo>
                    <a:pt x="7218" y="8223"/>
                  </a:moveTo>
                  <a:lnTo>
                    <a:pt x="7404" y="8558"/>
                  </a:lnTo>
                  <a:lnTo>
                    <a:pt x="9413" y="12056"/>
                  </a:lnTo>
                  <a:lnTo>
                    <a:pt x="11832" y="16260"/>
                  </a:lnTo>
                  <a:lnTo>
                    <a:pt x="13878" y="19795"/>
                  </a:lnTo>
                  <a:lnTo>
                    <a:pt x="13915" y="19906"/>
                  </a:lnTo>
                  <a:lnTo>
                    <a:pt x="10567" y="25711"/>
                  </a:lnTo>
                  <a:lnTo>
                    <a:pt x="4390" y="25748"/>
                  </a:lnTo>
                  <a:lnTo>
                    <a:pt x="4390" y="25748"/>
                  </a:lnTo>
                  <a:lnTo>
                    <a:pt x="7776" y="19906"/>
                  </a:lnTo>
                  <a:lnTo>
                    <a:pt x="4093" y="13656"/>
                  </a:lnTo>
                  <a:lnTo>
                    <a:pt x="7218" y="8223"/>
                  </a:lnTo>
                  <a:close/>
                  <a:moveTo>
                    <a:pt x="11274" y="1"/>
                  </a:moveTo>
                  <a:lnTo>
                    <a:pt x="10902" y="38"/>
                  </a:lnTo>
                  <a:lnTo>
                    <a:pt x="10492" y="75"/>
                  </a:lnTo>
                  <a:lnTo>
                    <a:pt x="10083" y="187"/>
                  </a:lnTo>
                  <a:lnTo>
                    <a:pt x="9711" y="298"/>
                  </a:lnTo>
                  <a:lnTo>
                    <a:pt x="9339" y="410"/>
                  </a:lnTo>
                  <a:lnTo>
                    <a:pt x="8967" y="596"/>
                  </a:lnTo>
                  <a:lnTo>
                    <a:pt x="8632" y="782"/>
                  </a:lnTo>
                  <a:lnTo>
                    <a:pt x="8297" y="1005"/>
                  </a:lnTo>
                  <a:lnTo>
                    <a:pt x="7962" y="1228"/>
                  </a:lnTo>
                  <a:lnTo>
                    <a:pt x="7665" y="1489"/>
                  </a:lnTo>
                  <a:lnTo>
                    <a:pt x="7404" y="1749"/>
                  </a:lnTo>
                  <a:lnTo>
                    <a:pt x="7144" y="2047"/>
                  </a:lnTo>
                  <a:lnTo>
                    <a:pt x="6921" y="2382"/>
                  </a:lnTo>
                  <a:lnTo>
                    <a:pt x="6697" y="2717"/>
                  </a:lnTo>
                  <a:lnTo>
                    <a:pt x="6511" y="3052"/>
                  </a:lnTo>
                  <a:lnTo>
                    <a:pt x="6325" y="3424"/>
                  </a:lnTo>
                  <a:lnTo>
                    <a:pt x="6214" y="3796"/>
                  </a:lnTo>
                  <a:lnTo>
                    <a:pt x="6028" y="4317"/>
                  </a:lnTo>
                  <a:lnTo>
                    <a:pt x="3832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3274" y="1452"/>
                  </a:lnTo>
                  <a:lnTo>
                    <a:pt x="6362" y="6809"/>
                  </a:lnTo>
                  <a:lnTo>
                    <a:pt x="186" y="6809"/>
                  </a:lnTo>
                  <a:lnTo>
                    <a:pt x="0" y="6475"/>
                  </a:lnTo>
                  <a:lnTo>
                    <a:pt x="0" y="8112"/>
                  </a:lnTo>
                  <a:lnTo>
                    <a:pt x="186" y="7777"/>
                  </a:lnTo>
                  <a:lnTo>
                    <a:pt x="6362" y="7777"/>
                  </a:lnTo>
                  <a:lnTo>
                    <a:pt x="0" y="18790"/>
                  </a:lnTo>
                  <a:lnTo>
                    <a:pt x="0" y="20985"/>
                  </a:lnTo>
                  <a:lnTo>
                    <a:pt x="3274" y="26715"/>
                  </a:lnTo>
                  <a:lnTo>
                    <a:pt x="11125" y="26715"/>
                  </a:lnTo>
                  <a:lnTo>
                    <a:pt x="15069" y="19906"/>
                  </a:lnTo>
                  <a:lnTo>
                    <a:pt x="12129" y="14809"/>
                  </a:lnTo>
                  <a:lnTo>
                    <a:pt x="12688" y="14995"/>
                  </a:lnTo>
                  <a:lnTo>
                    <a:pt x="13283" y="15181"/>
                  </a:lnTo>
                  <a:lnTo>
                    <a:pt x="13878" y="15255"/>
                  </a:lnTo>
                  <a:lnTo>
                    <a:pt x="14474" y="15255"/>
                  </a:lnTo>
                  <a:lnTo>
                    <a:pt x="15069" y="15181"/>
                  </a:lnTo>
                  <a:lnTo>
                    <a:pt x="15627" y="15069"/>
                  </a:lnTo>
                  <a:lnTo>
                    <a:pt x="16185" y="14846"/>
                  </a:lnTo>
                  <a:lnTo>
                    <a:pt x="16743" y="14586"/>
                  </a:lnTo>
                  <a:lnTo>
                    <a:pt x="17264" y="14251"/>
                  </a:lnTo>
                  <a:lnTo>
                    <a:pt x="17785" y="13842"/>
                  </a:lnTo>
                  <a:lnTo>
                    <a:pt x="18194" y="13395"/>
                  </a:lnTo>
                  <a:lnTo>
                    <a:pt x="18566" y="12911"/>
                  </a:lnTo>
                  <a:lnTo>
                    <a:pt x="18901" y="12391"/>
                  </a:lnTo>
                  <a:lnTo>
                    <a:pt x="19162" y="11832"/>
                  </a:lnTo>
                  <a:lnTo>
                    <a:pt x="19348" y="11237"/>
                  </a:lnTo>
                  <a:lnTo>
                    <a:pt x="19459" y="10642"/>
                  </a:lnTo>
                  <a:lnTo>
                    <a:pt x="19496" y="10009"/>
                  </a:lnTo>
                  <a:lnTo>
                    <a:pt x="19459" y="9749"/>
                  </a:lnTo>
                  <a:lnTo>
                    <a:pt x="19422" y="9451"/>
                  </a:lnTo>
                  <a:lnTo>
                    <a:pt x="19348" y="9116"/>
                  </a:lnTo>
                  <a:lnTo>
                    <a:pt x="19236" y="8744"/>
                  </a:lnTo>
                  <a:lnTo>
                    <a:pt x="19087" y="8335"/>
                  </a:lnTo>
                  <a:lnTo>
                    <a:pt x="18901" y="7888"/>
                  </a:lnTo>
                  <a:lnTo>
                    <a:pt x="18678" y="7479"/>
                  </a:lnTo>
                  <a:lnTo>
                    <a:pt x="18417" y="7070"/>
                  </a:lnTo>
                  <a:lnTo>
                    <a:pt x="15850" y="2605"/>
                  </a:lnTo>
                  <a:lnTo>
                    <a:pt x="15664" y="2270"/>
                  </a:lnTo>
                  <a:lnTo>
                    <a:pt x="15441" y="1973"/>
                  </a:lnTo>
                  <a:lnTo>
                    <a:pt x="15180" y="1675"/>
                  </a:lnTo>
                  <a:lnTo>
                    <a:pt x="14920" y="1414"/>
                  </a:lnTo>
                  <a:lnTo>
                    <a:pt x="14660" y="1154"/>
                  </a:lnTo>
                  <a:lnTo>
                    <a:pt x="14362" y="931"/>
                  </a:lnTo>
                  <a:lnTo>
                    <a:pt x="14064" y="745"/>
                  </a:lnTo>
                  <a:lnTo>
                    <a:pt x="13767" y="559"/>
                  </a:lnTo>
                  <a:lnTo>
                    <a:pt x="13432" y="410"/>
                  </a:lnTo>
                  <a:lnTo>
                    <a:pt x="13097" y="261"/>
                  </a:lnTo>
                  <a:lnTo>
                    <a:pt x="12725" y="149"/>
                  </a:lnTo>
                  <a:lnTo>
                    <a:pt x="12390" y="75"/>
                  </a:lnTo>
                  <a:lnTo>
                    <a:pt x="12018" y="38"/>
                  </a:lnTo>
                  <a:lnTo>
                    <a:pt x="1164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7"/>
            <p:cNvSpPr/>
            <p:nvPr/>
          </p:nvSpPr>
          <p:spPr>
            <a:xfrm>
              <a:off x="238125" y="1056675"/>
              <a:ext cx="139550" cy="240925"/>
            </a:xfrm>
            <a:custGeom>
              <a:rect b="b" l="l" r="r" t="t"/>
              <a:pathLst>
                <a:path extrusionOk="0" h="9637" w="5582">
                  <a:moveTo>
                    <a:pt x="446" y="0"/>
                  </a:moveTo>
                  <a:lnTo>
                    <a:pt x="0" y="782"/>
                  </a:lnTo>
                  <a:lnTo>
                    <a:pt x="0" y="9637"/>
                  </a:lnTo>
                  <a:lnTo>
                    <a:pt x="558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7"/>
            <p:cNvSpPr/>
            <p:nvPr/>
          </p:nvSpPr>
          <p:spPr>
            <a:xfrm>
              <a:off x="3663025" y="848325"/>
              <a:ext cx="666950" cy="314400"/>
            </a:xfrm>
            <a:custGeom>
              <a:rect b="b" l="l" r="r" t="t"/>
              <a:pathLst>
                <a:path extrusionOk="0" h="12576" w="26678">
                  <a:moveTo>
                    <a:pt x="21618" y="112"/>
                  </a:moveTo>
                  <a:lnTo>
                    <a:pt x="23478" y="3311"/>
                  </a:lnTo>
                  <a:lnTo>
                    <a:pt x="23701" y="2791"/>
                  </a:lnTo>
                  <a:lnTo>
                    <a:pt x="24036" y="2270"/>
                  </a:lnTo>
                  <a:lnTo>
                    <a:pt x="24371" y="1823"/>
                  </a:lnTo>
                  <a:lnTo>
                    <a:pt x="24780" y="1377"/>
                  </a:lnTo>
                  <a:lnTo>
                    <a:pt x="25189" y="1005"/>
                  </a:lnTo>
                  <a:lnTo>
                    <a:pt x="25673" y="670"/>
                  </a:lnTo>
                  <a:lnTo>
                    <a:pt x="26157" y="372"/>
                  </a:lnTo>
                  <a:lnTo>
                    <a:pt x="26678" y="112"/>
                  </a:lnTo>
                  <a:close/>
                  <a:moveTo>
                    <a:pt x="0" y="0"/>
                  </a:moveTo>
                  <a:lnTo>
                    <a:pt x="447" y="186"/>
                  </a:lnTo>
                  <a:lnTo>
                    <a:pt x="856" y="409"/>
                  </a:lnTo>
                  <a:lnTo>
                    <a:pt x="1265" y="670"/>
                  </a:lnTo>
                  <a:lnTo>
                    <a:pt x="1637" y="967"/>
                  </a:lnTo>
                  <a:lnTo>
                    <a:pt x="1972" y="1302"/>
                  </a:lnTo>
                  <a:lnTo>
                    <a:pt x="2307" y="1674"/>
                  </a:lnTo>
                  <a:lnTo>
                    <a:pt x="2605" y="2046"/>
                  </a:lnTo>
                  <a:lnTo>
                    <a:pt x="2865" y="2493"/>
                  </a:lnTo>
                  <a:lnTo>
                    <a:pt x="5433" y="6920"/>
                  </a:lnTo>
                  <a:lnTo>
                    <a:pt x="5693" y="7367"/>
                  </a:lnTo>
                  <a:lnTo>
                    <a:pt x="5916" y="7813"/>
                  </a:lnTo>
                  <a:lnTo>
                    <a:pt x="6139" y="8260"/>
                  </a:lnTo>
                  <a:lnTo>
                    <a:pt x="6288" y="8706"/>
                  </a:lnTo>
                  <a:lnTo>
                    <a:pt x="6400" y="9116"/>
                  </a:lnTo>
                  <a:lnTo>
                    <a:pt x="6512" y="9488"/>
                  </a:lnTo>
                  <a:lnTo>
                    <a:pt x="6549" y="9823"/>
                  </a:lnTo>
                  <a:lnTo>
                    <a:pt x="6586" y="10120"/>
                  </a:lnTo>
                  <a:lnTo>
                    <a:pt x="6549" y="10753"/>
                  </a:lnTo>
                  <a:lnTo>
                    <a:pt x="6437" y="11385"/>
                  </a:lnTo>
                  <a:lnTo>
                    <a:pt x="6251" y="12018"/>
                  </a:lnTo>
                  <a:lnTo>
                    <a:pt x="5991" y="12576"/>
                  </a:lnTo>
                  <a:lnTo>
                    <a:pt x="13209" y="149"/>
                  </a:lnTo>
                  <a:lnTo>
                    <a:pt x="21618" y="112"/>
                  </a:lnTo>
                  <a:lnTo>
                    <a:pt x="21022" y="112"/>
                  </a:lnTo>
                  <a:lnTo>
                    <a:pt x="20985" y="0"/>
                  </a:lnTo>
                  <a:lnTo>
                    <a:pt x="13172" y="0"/>
                  </a:lnTo>
                  <a:lnTo>
                    <a:pt x="13097" y="112"/>
                  </a:lnTo>
                  <a:lnTo>
                    <a:pt x="4688" y="112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7"/>
            <p:cNvSpPr/>
            <p:nvPr/>
          </p:nvSpPr>
          <p:spPr>
            <a:xfrm>
              <a:off x="2503100" y="89855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7"/>
            <p:cNvSpPr/>
            <p:nvPr/>
          </p:nvSpPr>
          <p:spPr>
            <a:xfrm>
              <a:off x="1898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7"/>
            <p:cNvSpPr/>
            <p:nvPr/>
          </p:nvSpPr>
          <p:spPr>
            <a:xfrm>
              <a:off x="2044525" y="100645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3"/>
                  </a:lnTo>
                  <a:lnTo>
                    <a:pt x="74" y="3088"/>
                  </a:lnTo>
                  <a:lnTo>
                    <a:pt x="0" y="3460"/>
                  </a:lnTo>
                  <a:lnTo>
                    <a:pt x="0" y="3832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372" y="5432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3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4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1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2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8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5"/>
                  </a:lnTo>
                  <a:lnTo>
                    <a:pt x="5581" y="409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7"/>
            <p:cNvSpPr/>
            <p:nvPr/>
          </p:nvSpPr>
          <p:spPr>
            <a:xfrm>
              <a:off x="1399900" y="85110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1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4"/>
                  </a:lnTo>
                  <a:lnTo>
                    <a:pt x="33561" y="11646"/>
                  </a:lnTo>
                  <a:lnTo>
                    <a:pt x="33375" y="11981"/>
                  </a:lnTo>
                  <a:lnTo>
                    <a:pt x="33189" y="12316"/>
                  </a:lnTo>
                  <a:lnTo>
                    <a:pt x="32929" y="12614"/>
                  </a:lnTo>
                  <a:lnTo>
                    <a:pt x="32668" y="12911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8"/>
                  </a:lnTo>
                  <a:lnTo>
                    <a:pt x="31254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38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2"/>
                  </a:lnTo>
                  <a:lnTo>
                    <a:pt x="25562" y="11386"/>
                  </a:lnTo>
                  <a:lnTo>
                    <a:pt x="25413" y="10939"/>
                  </a:lnTo>
                  <a:lnTo>
                    <a:pt x="25339" y="10493"/>
                  </a:lnTo>
                  <a:lnTo>
                    <a:pt x="25301" y="10046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529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7"/>
                  </a:lnTo>
                  <a:lnTo>
                    <a:pt x="27757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6"/>
                  </a:lnTo>
                  <a:lnTo>
                    <a:pt x="25934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29" y="1228"/>
                  </a:lnTo>
                  <a:lnTo>
                    <a:pt x="23032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3" y="3796"/>
                  </a:lnTo>
                  <a:lnTo>
                    <a:pt x="21395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6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5"/>
                  </a:lnTo>
                  <a:lnTo>
                    <a:pt x="29803" y="15255"/>
                  </a:lnTo>
                  <a:lnTo>
                    <a:pt x="30399" y="15181"/>
                  </a:lnTo>
                  <a:lnTo>
                    <a:pt x="30957" y="15069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61" y="13395"/>
                  </a:lnTo>
                  <a:lnTo>
                    <a:pt x="33933" y="12911"/>
                  </a:lnTo>
                  <a:lnTo>
                    <a:pt x="34231" y="12391"/>
                  </a:lnTo>
                  <a:lnTo>
                    <a:pt x="34492" y="11832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826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8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217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4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08"/>
                  </a:lnTo>
                  <a:lnTo>
                    <a:pt x="29096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49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7"/>
            <p:cNvSpPr/>
            <p:nvPr/>
          </p:nvSpPr>
          <p:spPr>
            <a:xfrm>
              <a:off x="2816550" y="100645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536" y="37"/>
                  </a:lnTo>
                  <a:lnTo>
                    <a:pt x="3163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3"/>
                  </a:lnTo>
                  <a:lnTo>
                    <a:pt x="75" y="3088"/>
                  </a:lnTo>
                  <a:lnTo>
                    <a:pt x="38" y="3460"/>
                  </a:lnTo>
                  <a:lnTo>
                    <a:pt x="1" y="3832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2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3" y="7553"/>
                  </a:lnTo>
                  <a:lnTo>
                    <a:pt x="3536" y="7590"/>
                  </a:lnTo>
                  <a:lnTo>
                    <a:pt x="3870" y="7590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4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6"/>
                  </a:lnTo>
                  <a:lnTo>
                    <a:pt x="7480" y="4911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2"/>
                  </a:lnTo>
                  <a:lnTo>
                    <a:pt x="7628" y="3460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8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5"/>
                  </a:lnTo>
                  <a:lnTo>
                    <a:pt x="5619" y="409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7"/>
            <p:cNvSpPr/>
            <p:nvPr/>
          </p:nvSpPr>
          <p:spPr>
            <a:xfrm>
              <a:off x="2671450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7"/>
            <p:cNvSpPr/>
            <p:nvPr/>
          </p:nvSpPr>
          <p:spPr>
            <a:xfrm>
              <a:off x="2321700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7"/>
            <p:cNvSpPr/>
            <p:nvPr/>
          </p:nvSpPr>
          <p:spPr>
            <a:xfrm>
              <a:off x="112642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7"/>
            <p:cNvSpPr/>
            <p:nvPr/>
          </p:nvSpPr>
          <p:spPr>
            <a:xfrm>
              <a:off x="6026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7"/>
            <p:cNvSpPr/>
            <p:nvPr/>
          </p:nvSpPr>
          <p:spPr>
            <a:xfrm>
              <a:off x="4658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7"/>
            <p:cNvSpPr/>
            <p:nvPr/>
          </p:nvSpPr>
          <p:spPr>
            <a:xfrm>
              <a:off x="776675" y="10566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7"/>
            <p:cNvSpPr/>
            <p:nvPr/>
          </p:nvSpPr>
          <p:spPr>
            <a:xfrm>
              <a:off x="154872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7"/>
            <p:cNvSpPr/>
            <p:nvPr/>
          </p:nvSpPr>
          <p:spPr>
            <a:xfrm>
              <a:off x="1730125" y="89855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7"/>
            <p:cNvSpPr/>
            <p:nvPr/>
          </p:nvSpPr>
          <p:spPr>
            <a:xfrm>
              <a:off x="627850" y="85110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09"/>
                  </a:lnTo>
                  <a:lnTo>
                    <a:pt x="15516" y="6809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7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1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1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6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2"/>
                  </a:lnTo>
                  <a:lnTo>
                    <a:pt x="25525" y="11386"/>
                  </a:lnTo>
                  <a:lnTo>
                    <a:pt x="25413" y="10939"/>
                  </a:lnTo>
                  <a:lnTo>
                    <a:pt x="25302" y="10493"/>
                  </a:lnTo>
                  <a:lnTo>
                    <a:pt x="25302" y="10046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19720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8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171" y="15255"/>
                  </a:lnTo>
                  <a:lnTo>
                    <a:pt x="29766" y="15255"/>
                  </a:lnTo>
                  <a:lnTo>
                    <a:pt x="30362" y="15181"/>
                  </a:lnTo>
                  <a:lnTo>
                    <a:pt x="30957" y="15069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1"/>
                  </a:lnTo>
                  <a:lnTo>
                    <a:pt x="34231" y="12391"/>
                  </a:lnTo>
                  <a:lnTo>
                    <a:pt x="34454" y="11832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8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4"/>
                  </a:lnTo>
                  <a:lnTo>
                    <a:pt x="29952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49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7"/>
            <p:cNvSpPr/>
            <p:nvPr/>
          </p:nvSpPr>
          <p:spPr>
            <a:xfrm>
              <a:off x="5079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7"/>
            <p:cNvSpPr/>
            <p:nvPr/>
          </p:nvSpPr>
          <p:spPr>
            <a:xfrm>
              <a:off x="618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7"/>
            <p:cNvSpPr/>
            <p:nvPr/>
          </p:nvSpPr>
          <p:spPr>
            <a:xfrm>
              <a:off x="443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7"/>
            <p:cNvSpPr/>
            <p:nvPr/>
          </p:nvSpPr>
          <p:spPr>
            <a:xfrm>
              <a:off x="121665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61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7"/>
            <p:cNvSpPr/>
            <p:nvPr/>
          </p:nvSpPr>
          <p:spPr>
            <a:xfrm>
              <a:off x="247797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9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1" y="3461"/>
                  </a:lnTo>
                  <a:lnTo>
                    <a:pt x="1" y="3833"/>
                  </a:lnTo>
                  <a:lnTo>
                    <a:pt x="1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3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2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3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289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4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875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7"/>
            <p:cNvSpPr/>
            <p:nvPr/>
          </p:nvSpPr>
          <p:spPr>
            <a:xfrm>
              <a:off x="786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7"/>
            <p:cNvSpPr/>
            <p:nvPr/>
          </p:nvSpPr>
          <p:spPr>
            <a:xfrm>
              <a:off x="288350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7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7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6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385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7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7"/>
            <p:cNvSpPr/>
            <p:nvPr/>
          </p:nvSpPr>
          <p:spPr>
            <a:xfrm>
              <a:off x="1558950" y="4475050"/>
              <a:ext cx="220500" cy="391625"/>
            </a:xfrm>
            <a:custGeom>
              <a:rect b="b" l="l" r="r" t="t"/>
              <a:pathLst>
                <a:path extrusionOk="0" h="15665" w="8820">
                  <a:moveTo>
                    <a:pt x="2605" y="1"/>
                  </a:moveTo>
                  <a:lnTo>
                    <a:pt x="1" y="4503"/>
                  </a:lnTo>
                  <a:lnTo>
                    <a:pt x="3722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7"/>
            <p:cNvSpPr/>
            <p:nvPr/>
          </p:nvSpPr>
          <p:spPr>
            <a:xfrm>
              <a:off x="1398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7"/>
            <p:cNvSpPr/>
            <p:nvPr/>
          </p:nvSpPr>
          <p:spPr>
            <a:xfrm>
              <a:off x="2331950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605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56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7"/>
            <p:cNvSpPr/>
            <p:nvPr/>
          </p:nvSpPr>
          <p:spPr>
            <a:xfrm>
              <a:off x="1833375" y="4246225"/>
              <a:ext cx="870650" cy="620450"/>
            </a:xfrm>
            <a:custGeom>
              <a:rect b="b" l="l" r="r" t="t"/>
              <a:pathLst>
                <a:path extrusionOk="0" h="24818" w="34826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427" y="1452"/>
                  </a:lnTo>
                  <a:close/>
                  <a:moveTo>
                    <a:pt x="30026" y="5768"/>
                  </a:moveTo>
                  <a:lnTo>
                    <a:pt x="30398" y="5805"/>
                  </a:lnTo>
                  <a:lnTo>
                    <a:pt x="30807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5" y="7405"/>
                  </a:lnTo>
                  <a:lnTo>
                    <a:pt x="33263" y="7852"/>
                  </a:lnTo>
                  <a:lnTo>
                    <a:pt x="33486" y="8298"/>
                  </a:lnTo>
                  <a:lnTo>
                    <a:pt x="33672" y="8782"/>
                  </a:lnTo>
                  <a:lnTo>
                    <a:pt x="33784" y="9228"/>
                  </a:lnTo>
                  <a:lnTo>
                    <a:pt x="33858" y="9638"/>
                  </a:lnTo>
                  <a:lnTo>
                    <a:pt x="33896" y="10084"/>
                  </a:lnTo>
                  <a:lnTo>
                    <a:pt x="33858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61" y="11647"/>
                  </a:lnTo>
                  <a:lnTo>
                    <a:pt x="33375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407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4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608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7" y="11833"/>
                  </a:lnTo>
                  <a:lnTo>
                    <a:pt x="25561" y="11386"/>
                  </a:lnTo>
                  <a:lnTo>
                    <a:pt x="25412" y="10940"/>
                  </a:lnTo>
                  <a:lnTo>
                    <a:pt x="25338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6603" y="1"/>
                  </a:moveTo>
                  <a:lnTo>
                    <a:pt x="26231" y="38"/>
                  </a:lnTo>
                  <a:lnTo>
                    <a:pt x="25822" y="75"/>
                  </a:lnTo>
                  <a:lnTo>
                    <a:pt x="25412" y="187"/>
                  </a:lnTo>
                  <a:lnTo>
                    <a:pt x="25040" y="299"/>
                  </a:lnTo>
                  <a:lnTo>
                    <a:pt x="24668" y="410"/>
                  </a:lnTo>
                  <a:lnTo>
                    <a:pt x="24296" y="596"/>
                  </a:lnTo>
                  <a:lnTo>
                    <a:pt x="23961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734" y="1750"/>
                  </a:lnTo>
                  <a:lnTo>
                    <a:pt x="22473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311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55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2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3" y="12056"/>
                  </a:lnTo>
                  <a:lnTo>
                    <a:pt x="27161" y="16260"/>
                  </a:lnTo>
                  <a:lnTo>
                    <a:pt x="29208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30398" y="19907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2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114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1" y="11833"/>
                  </a:lnTo>
                  <a:lnTo>
                    <a:pt x="34677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7" y="7480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0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89" y="1154"/>
                  </a:lnTo>
                  <a:lnTo>
                    <a:pt x="29691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1" y="410"/>
                  </a:lnTo>
                  <a:lnTo>
                    <a:pt x="28426" y="261"/>
                  </a:lnTo>
                  <a:lnTo>
                    <a:pt x="28054" y="150"/>
                  </a:lnTo>
                  <a:lnTo>
                    <a:pt x="27719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7"/>
            <p:cNvSpPr/>
            <p:nvPr/>
          </p:nvSpPr>
          <p:spPr>
            <a:xfrm>
              <a:off x="1988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7"/>
            <p:cNvSpPr/>
            <p:nvPr/>
          </p:nvSpPr>
          <p:spPr>
            <a:xfrm>
              <a:off x="1061325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7" y="1452"/>
                  </a:moveTo>
                  <a:lnTo>
                    <a:pt x="21692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9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52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19" y="6252"/>
                  </a:lnTo>
                  <a:lnTo>
                    <a:pt x="28092" y="6103"/>
                  </a:lnTo>
                  <a:lnTo>
                    <a:pt x="28426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7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5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6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8" y="24818"/>
                  </a:lnTo>
                  <a:lnTo>
                    <a:pt x="20241" y="24818"/>
                  </a:lnTo>
                  <a:lnTo>
                    <a:pt x="23069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80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7"/>
            <p:cNvSpPr/>
            <p:nvPr/>
          </p:nvSpPr>
          <p:spPr>
            <a:xfrm>
              <a:off x="1705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4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4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2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7"/>
            <p:cNvSpPr/>
            <p:nvPr/>
          </p:nvSpPr>
          <p:spPr>
            <a:xfrm>
              <a:off x="139152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7"/>
            <p:cNvSpPr/>
            <p:nvPr/>
          </p:nvSpPr>
          <p:spPr>
            <a:xfrm>
              <a:off x="217102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7"/>
            <p:cNvSpPr/>
            <p:nvPr/>
          </p:nvSpPr>
          <p:spPr>
            <a:xfrm>
              <a:off x="932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7"/>
            <p:cNvSpPr/>
            <p:nvPr/>
          </p:nvSpPr>
          <p:spPr>
            <a:xfrm>
              <a:off x="2519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9" y="8074"/>
                  </a:lnTo>
                  <a:lnTo>
                    <a:pt x="26455" y="7702"/>
                  </a:lnTo>
                  <a:lnTo>
                    <a:pt x="26902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7"/>
            <p:cNvSpPr/>
            <p:nvPr/>
          </p:nvSpPr>
          <p:spPr>
            <a:xfrm>
              <a:off x="1747800" y="4076025"/>
              <a:ext cx="697650" cy="481850"/>
            </a:xfrm>
            <a:custGeom>
              <a:rect b="b" l="l" r="r" t="t"/>
              <a:pathLst>
                <a:path extrusionOk="0" h="19274" w="27906">
                  <a:moveTo>
                    <a:pt x="22845" y="6809"/>
                  </a:moveTo>
                  <a:lnTo>
                    <a:pt x="24705" y="10009"/>
                  </a:lnTo>
                  <a:lnTo>
                    <a:pt x="24929" y="9488"/>
                  </a:lnTo>
                  <a:lnTo>
                    <a:pt x="25264" y="8967"/>
                  </a:lnTo>
                  <a:lnTo>
                    <a:pt x="25598" y="8520"/>
                  </a:lnTo>
                  <a:lnTo>
                    <a:pt x="25971" y="8074"/>
                  </a:lnTo>
                  <a:lnTo>
                    <a:pt x="26417" y="7702"/>
                  </a:lnTo>
                  <a:lnTo>
                    <a:pt x="26901" y="7367"/>
                  </a:lnTo>
                  <a:lnTo>
                    <a:pt x="27384" y="7069"/>
                  </a:lnTo>
                  <a:lnTo>
                    <a:pt x="27905" y="6809"/>
                  </a:lnTo>
                  <a:close/>
                  <a:moveTo>
                    <a:pt x="18231" y="0"/>
                  </a:moveTo>
                  <a:lnTo>
                    <a:pt x="14325" y="6809"/>
                  </a:lnTo>
                  <a:lnTo>
                    <a:pt x="5916" y="6809"/>
                  </a:lnTo>
                  <a:lnTo>
                    <a:pt x="2828" y="1451"/>
                  </a:lnTo>
                  <a:lnTo>
                    <a:pt x="0" y="6400"/>
                  </a:lnTo>
                  <a:lnTo>
                    <a:pt x="595" y="6511"/>
                  </a:lnTo>
                  <a:lnTo>
                    <a:pt x="1228" y="6697"/>
                  </a:lnTo>
                  <a:lnTo>
                    <a:pt x="1786" y="6958"/>
                  </a:lnTo>
                  <a:lnTo>
                    <a:pt x="2344" y="7255"/>
                  </a:lnTo>
                  <a:lnTo>
                    <a:pt x="2865" y="7665"/>
                  </a:lnTo>
                  <a:lnTo>
                    <a:pt x="3311" y="8111"/>
                  </a:lnTo>
                  <a:lnTo>
                    <a:pt x="3721" y="8632"/>
                  </a:lnTo>
                  <a:lnTo>
                    <a:pt x="4093" y="9190"/>
                  </a:lnTo>
                  <a:lnTo>
                    <a:pt x="6660" y="13618"/>
                  </a:lnTo>
                  <a:lnTo>
                    <a:pt x="6921" y="14064"/>
                  </a:lnTo>
                  <a:lnTo>
                    <a:pt x="7144" y="14511"/>
                  </a:lnTo>
                  <a:lnTo>
                    <a:pt x="7367" y="14957"/>
                  </a:lnTo>
                  <a:lnTo>
                    <a:pt x="7516" y="15404"/>
                  </a:lnTo>
                  <a:lnTo>
                    <a:pt x="7627" y="15813"/>
                  </a:lnTo>
                  <a:lnTo>
                    <a:pt x="7739" y="16185"/>
                  </a:lnTo>
                  <a:lnTo>
                    <a:pt x="7776" y="16520"/>
                  </a:lnTo>
                  <a:lnTo>
                    <a:pt x="7813" y="16818"/>
                  </a:lnTo>
                  <a:lnTo>
                    <a:pt x="7739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18" y="19273"/>
                  </a:lnTo>
                  <a:lnTo>
                    <a:pt x="14436" y="6846"/>
                  </a:lnTo>
                  <a:lnTo>
                    <a:pt x="22845" y="6809"/>
                  </a:lnTo>
                  <a:lnTo>
                    <a:pt x="22250" y="6809"/>
                  </a:lnTo>
                  <a:lnTo>
                    <a:pt x="1823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7"/>
            <p:cNvSpPr/>
            <p:nvPr/>
          </p:nvSpPr>
          <p:spPr>
            <a:xfrm>
              <a:off x="3292800" y="4076025"/>
              <a:ext cx="697675" cy="481850"/>
            </a:xfrm>
            <a:custGeom>
              <a:rect b="b" l="l" r="r" t="t"/>
              <a:pathLst>
                <a:path extrusionOk="0" h="19274" w="27907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06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787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45" y="14511"/>
                  </a:lnTo>
                  <a:lnTo>
                    <a:pt x="7368" y="14957"/>
                  </a:lnTo>
                  <a:lnTo>
                    <a:pt x="7517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51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7"/>
            <p:cNvSpPr/>
            <p:nvPr/>
          </p:nvSpPr>
          <p:spPr>
            <a:xfrm>
              <a:off x="97480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5" y="8967"/>
                  </a:lnTo>
                  <a:lnTo>
                    <a:pt x="25599" y="8520"/>
                  </a:lnTo>
                  <a:lnTo>
                    <a:pt x="26009" y="8074"/>
                  </a:lnTo>
                  <a:lnTo>
                    <a:pt x="26418" y="7702"/>
                  </a:lnTo>
                  <a:lnTo>
                    <a:pt x="26902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70" y="0"/>
                  </a:moveTo>
                  <a:lnTo>
                    <a:pt x="14326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6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6" y="18083"/>
                  </a:lnTo>
                  <a:lnTo>
                    <a:pt x="7480" y="18715"/>
                  </a:lnTo>
                  <a:lnTo>
                    <a:pt x="7219" y="19273"/>
                  </a:lnTo>
                  <a:lnTo>
                    <a:pt x="14475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7"/>
            <p:cNvSpPr/>
            <p:nvPr/>
          </p:nvSpPr>
          <p:spPr>
            <a:xfrm>
              <a:off x="51810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7"/>
            <p:cNvSpPr/>
            <p:nvPr/>
          </p:nvSpPr>
          <p:spPr>
            <a:xfrm>
              <a:off x="626000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1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7"/>
            <p:cNvSpPr/>
            <p:nvPr/>
          </p:nvSpPr>
          <p:spPr>
            <a:xfrm>
              <a:off x="372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7"/>
            <p:cNvSpPr/>
            <p:nvPr/>
          </p:nvSpPr>
          <p:spPr>
            <a:xfrm>
              <a:off x="4064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715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7"/>
            <p:cNvSpPr/>
            <p:nvPr/>
          </p:nvSpPr>
          <p:spPr>
            <a:xfrm>
              <a:off x="7155825" y="4112300"/>
              <a:ext cx="226050" cy="445575"/>
            </a:xfrm>
            <a:custGeom>
              <a:rect b="b" l="l" r="r" t="t"/>
              <a:pathLst>
                <a:path extrusionOk="0" h="17823" w="9042">
                  <a:moveTo>
                    <a:pt x="2866" y="0"/>
                  </a:moveTo>
                  <a:lnTo>
                    <a:pt x="1" y="4949"/>
                  </a:lnTo>
                  <a:lnTo>
                    <a:pt x="633" y="5060"/>
                  </a:lnTo>
                  <a:lnTo>
                    <a:pt x="1229" y="5246"/>
                  </a:lnTo>
                  <a:lnTo>
                    <a:pt x="1787" y="5507"/>
                  </a:lnTo>
                  <a:lnTo>
                    <a:pt x="2345" y="5804"/>
                  </a:lnTo>
                  <a:lnTo>
                    <a:pt x="2866" y="6214"/>
                  </a:lnTo>
                  <a:lnTo>
                    <a:pt x="3312" y="6660"/>
                  </a:lnTo>
                  <a:lnTo>
                    <a:pt x="3759" y="7181"/>
                  </a:lnTo>
                  <a:lnTo>
                    <a:pt x="4131" y="7739"/>
                  </a:lnTo>
                  <a:lnTo>
                    <a:pt x="6661" y="12167"/>
                  </a:lnTo>
                  <a:lnTo>
                    <a:pt x="6921" y="12613"/>
                  </a:lnTo>
                  <a:lnTo>
                    <a:pt x="7144" y="13060"/>
                  </a:lnTo>
                  <a:lnTo>
                    <a:pt x="7368" y="13506"/>
                  </a:lnTo>
                  <a:lnTo>
                    <a:pt x="7517" y="13953"/>
                  </a:lnTo>
                  <a:lnTo>
                    <a:pt x="7665" y="14362"/>
                  </a:lnTo>
                  <a:lnTo>
                    <a:pt x="7740" y="14734"/>
                  </a:lnTo>
                  <a:lnTo>
                    <a:pt x="7777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479" y="17227"/>
                  </a:lnTo>
                  <a:lnTo>
                    <a:pt x="7219" y="17822"/>
                  </a:lnTo>
                  <a:lnTo>
                    <a:pt x="9042" y="14697"/>
                  </a:lnTo>
                  <a:lnTo>
                    <a:pt x="9042" y="5358"/>
                  </a:lnTo>
                  <a:lnTo>
                    <a:pt x="5954" y="535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7"/>
            <p:cNvSpPr/>
            <p:nvPr/>
          </p:nvSpPr>
          <p:spPr>
            <a:xfrm>
              <a:off x="93760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7"/>
            <p:cNvSpPr/>
            <p:nvPr/>
          </p:nvSpPr>
          <p:spPr>
            <a:xfrm>
              <a:off x="483782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46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599" y="8520"/>
                  </a:lnTo>
                  <a:lnTo>
                    <a:pt x="26008" y="8074"/>
                  </a:lnTo>
                  <a:lnTo>
                    <a:pt x="26418" y="7702"/>
                  </a:lnTo>
                  <a:lnTo>
                    <a:pt x="26901" y="7367"/>
                  </a:lnTo>
                  <a:lnTo>
                    <a:pt x="27385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25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9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12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777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19" y="19273"/>
                  </a:lnTo>
                  <a:lnTo>
                    <a:pt x="14474" y="6846"/>
                  </a:lnTo>
                  <a:lnTo>
                    <a:pt x="22846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7"/>
            <p:cNvSpPr/>
            <p:nvPr/>
          </p:nvSpPr>
          <p:spPr>
            <a:xfrm>
              <a:off x="238125" y="4679700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0" y="0"/>
                  </a:moveTo>
                  <a:lnTo>
                    <a:pt x="0" y="1935"/>
                  </a:lnTo>
                  <a:lnTo>
                    <a:pt x="298" y="2456"/>
                  </a:lnTo>
                  <a:lnTo>
                    <a:pt x="372" y="2568"/>
                  </a:lnTo>
                  <a:lnTo>
                    <a:pt x="0" y="3200"/>
                  </a:lnTo>
                  <a:lnTo>
                    <a:pt x="0" y="5135"/>
                  </a:lnTo>
                  <a:lnTo>
                    <a:pt x="1488" y="2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7"/>
            <p:cNvSpPr/>
            <p:nvPr/>
          </p:nvSpPr>
          <p:spPr>
            <a:xfrm>
              <a:off x="6382850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06" y="10009"/>
                  </a:lnTo>
                  <a:lnTo>
                    <a:pt x="24967" y="9488"/>
                  </a:lnTo>
                  <a:lnTo>
                    <a:pt x="25264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01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28" y="6697"/>
                  </a:lnTo>
                  <a:lnTo>
                    <a:pt x="1824" y="6958"/>
                  </a:lnTo>
                  <a:lnTo>
                    <a:pt x="2345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61" y="13618"/>
                  </a:lnTo>
                  <a:lnTo>
                    <a:pt x="6921" y="14064"/>
                  </a:lnTo>
                  <a:lnTo>
                    <a:pt x="7182" y="14511"/>
                  </a:lnTo>
                  <a:lnTo>
                    <a:pt x="7368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40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479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7"/>
            <p:cNvSpPr/>
            <p:nvPr/>
          </p:nvSpPr>
          <p:spPr>
            <a:xfrm>
              <a:off x="5609875" y="4076025"/>
              <a:ext cx="698600" cy="481850"/>
            </a:xfrm>
            <a:custGeom>
              <a:rect b="b" l="l" r="r" t="t"/>
              <a:pathLst>
                <a:path extrusionOk="0" h="19274" w="27944">
                  <a:moveTo>
                    <a:pt x="22883" y="6809"/>
                  </a:moveTo>
                  <a:lnTo>
                    <a:pt x="24743" y="10009"/>
                  </a:lnTo>
                  <a:lnTo>
                    <a:pt x="24967" y="9488"/>
                  </a:lnTo>
                  <a:lnTo>
                    <a:pt x="25301" y="8967"/>
                  </a:lnTo>
                  <a:lnTo>
                    <a:pt x="25636" y="8520"/>
                  </a:lnTo>
                  <a:lnTo>
                    <a:pt x="26008" y="8074"/>
                  </a:lnTo>
                  <a:lnTo>
                    <a:pt x="26455" y="7702"/>
                  </a:lnTo>
                  <a:lnTo>
                    <a:pt x="26939" y="7367"/>
                  </a:lnTo>
                  <a:lnTo>
                    <a:pt x="27422" y="7069"/>
                  </a:lnTo>
                  <a:lnTo>
                    <a:pt x="27943" y="6809"/>
                  </a:lnTo>
                  <a:close/>
                  <a:moveTo>
                    <a:pt x="18269" y="0"/>
                  </a:moveTo>
                  <a:lnTo>
                    <a:pt x="14363" y="6809"/>
                  </a:lnTo>
                  <a:lnTo>
                    <a:pt x="5954" y="6809"/>
                  </a:lnTo>
                  <a:lnTo>
                    <a:pt x="2866" y="1451"/>
                  </a:lnTo>
                  <a:lnTo>
                    <a:pt x="1" y="6400"/>
                  </a:lnTo>
                  <a:lnTo>
                    <a:pt x="633" y="6511"/>
                  </a:lnTo>
                  <a:lnTo>
                    <a:pt x="1266" y="6697"/>
                  </a:lnTo>
                  <a:lnTo>
                    <a:pt x="1824" y="6958"/>
                  </a:lnTo>
                  <a:lnTo>
                    <a:pt x="2382" y="7255"/>
                  </a:lnTo>
                  <a:lnTo>
                    <a:pt x="2866" y="7665"/>
                  </a:lnTo>
                  <a:lnTo>
                    <a:pt x="3349" y="8111"/>
                  </a:lnTo>
                  <a:lnTo>
                    <a:pt x="3759" y="8632"/>
                  </a:lnTo>
                  <a:lnTo>
                    <a:pt x="4131" y="9190"/>
                  </a:lnTo>
                  <a:lnTo>
                    <a:pt x="6698" y="13618"/>
                  </a:lnTo>
                  <a:lnTo>
                    <a:pt x="6958" y="14064"/>
                  </a:lnTo>
                  <a:lnTo>
                    <a:pt x="7182" y="14511"/>
                  </a:lnTo>
                  <a:lnTo>
                    <a:pt x="7405" y="14957"/>
                  </a:lnTo>
                  <a:lnTo>
                    <a:pt x="7554" y="15404"/>
                  </a:lnTo>
                  <a:lnTo>
                    <a:pt x="7665" y="15813"/>
                  </a:lnTo>
                  <a:lnTo>
                    <a:pt x="7777" y="16185"/>
                  </a:lnTo>
                  <a:lnTo>
                    <a:pt x="7814" y="16520"/>
                  </a:lnTo>
                  <a:lnTo>
                    <a:pt x="7814" y="16818"/>
                  </a:lnTo>
                  <a:lnTo>
                    <a:pt x="7777" y="17450"/>
                  </a:lnTo>
                  <a:lnTo>
                    <a:pt x="7665" y="18083"/>
                  </a:lnTo>
                  <a:lnTo>
                    <a:pt x="7516" y="18678"/>
                  </a:lnTo>
                  <a:lnTo>
                    <a:pt x="7256" y="19273"/>
                  </a:lnTo>
                  <a:lnTo>
                    <a:pt x="14474" y="6846"/>
                  </a:lnTo>
                  <a:lnTo>
                    <a:pt x="22883" y="6809"/>
                  </a:lnTo>
                  <a:lnTo>
                    <a:pt x="22288" y="6809"/>
                  </a:lnTo>
                  <a:lnTo>
                    <a:pt x="1826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7"/>
            <p:cNvSpPr/>
            <p:nvPr/>
          </p:nvSpPr>
          <p:spPr>
            <a:xfrm>
              <a:off x="3716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7"/>
            <p:cNvSpPr/>
            <p:nvPr/>
          </p:nvSpPr>
          <p:spPr>
            <a:xfrm>
              <a:off x="5261050" y="4791325"/>
              <a:ext cx="87475" cy="75350"/>
            </a:xfrm>
            <a:custGeom>
              <a:rect b="b" l="l" r="r" t="t"/>
              <a:pathLst>
                <a:path extrusionOk="0" h="3014" w="3499">
                  <a:moveTo>
                    <a:pt x="1750" y="0"/>
                  </a:moveTo>
                  <a:lnTo>
                    <a:pt x="1" y="3014"/>
                  </a:lnTo>
                  <a:lnTo>
                    <a:pt x="3498" y="3014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7"/>
            <p:cNvSpPr/>
            <p:nvPr/>
          </p:nvSpPr>
          <p:spPr>
            <a:xfrm>
              <a:off x="238125" y="2209150"/>
              <a:ext cx="506025" cy="667900"/>
            </a:xfrm>
            <a:custGeom>
              <a:rect b="b" l="l" r="r" t="t"/>
              <a:pathLst>
                <a:path extrusionOk="0" h="26716" w="20241">
                  <a:moveTo>
                    <a:pt x="15441" y="5768"/>
                  </a:moveTo>
                  <a:lnTo>
                    <a:pt x="15813" y="5805"/>
                  </a:lnTo>
                  <a:lnTo>
                    <a:pt x="16222" y="5917"/>
                  </a:lnTo>
                  <a:lnTo>
                    <a:pt x="16594" y="6028"/>
                  </a:lnTo>
                  <a:lnTo>
                    <a:pt x="17004" y="6214"/>
                  </a:lnTo>
                  <a:lnTo>
                    <a:pt x="17376" y="6438"/>
                  </a:lnTo>
                  <a:lnTo>
                    <a:pt x="17711" y="6698"/>
                  </a:lnTo>
                  <a:lnTo>
                    <a:pt x="18045" y="7033"/>
                  </a:lnTo>
                  <a:lnTo>
                    <a:pt x="18380" y="7405"/>
                  </a:lnTo>
                  <a:lnTo>
                    <a:pt x="18678" y="7851"/>
                  </a:lnTo>
                  <a:lnTo>
                    <a:pt x="18901" y="8298"/>
                  </a:lnTo>
                  <a:lnTo>
                    <a:pt x="19087" y="8782"/>
                  </a:lnTo>
                  <a:lnTo>
                    <a:pt x="19199" y="9228"/>
                  </a:lnTo>
                  <a:lnTo>
                    <a:pt x="19273" y="9637"/>
                  </a:lnTo>
                  <a:lnTo>
                    <a:pt x="19310" y="10084"/>
                  </a:lnTo>
                  <a:lnTo>
                    <a:pt x="19273" y="10493"/>
                  </a:lnTo>
                  <a:lnTo>
                    <a:pt x="19199" y="10865"/>
                  </a:lnTo>
                  <a:lnTo>
                    <a:pt x="19124" y="11274"/>
                  </a:lnTo>
                  <a:lnTo>
                    <a:pt x="18976" y="11647"/>
                  </a:lnTo>
                  <a:lnTo>
                    <a:pt x="18790" y="11981"/>
                  </a:lnTo>
                  <a:lnTo>
                    <a:pt x="18604" y="12316"/>
                  </a:lnTo>
                  <a:lnTo>
                    <a:pt x="18343" y="12614"/>
                  </a:lnTo>
                  <a:lnTo>
                    <a:pt x="18083" y="12912"/>
                  </a:lnTo>
                  <a:lnTo>
                    <a:pt x="17822" y="13172"/>
                  </a:lnTo>
                  <a:lnTo>
                    <a:pt x="17525" y="13395"/>
                  </a:lnTo>
                  <a:lnTo>
                    <a:pt x="17227" y="13619"/>
                  </a:lnTo>
                  <a:lnTo>
                    <a:pt x="16669" y="13879"/>
                  </a:lnTo>
                  <a:lnTo>
                    <a:pt x="16111" y="14102"/>
                  </a:lnTo>
                  <a:lnTo>
                    <a:pt x="15478" y="14251"/>
                  </a:lnTo>
                  <a:lnTo>
                    <a:pt x="15180" y="14251"/>
                  </a:lnTo>
                  <a:lnTo>
                    <a:pt x="14846" y="14288"/>
                  </a:lnTo>
                  <a:lnTo>
                    <a:pt x="14399" y="14251"/>
                  </a:lnTo>
                  <a:lnTo>
                    <a:pt x="13953" y="14177"/>
                  </a:lnTo>
                  <a:lnTo>
                    <a:pt x="13469" y="14028"/>
                  </a:lnTo>
                  <a:lnTo>
                    <a:pt x="13022" y="13842"/>
                  </a:lnTo>
                  <a:lnTo>
                    <a:pt x="12576" y="13544"/>
                  </a:lnTo>
                  <a:lnTo>
                    <a:pt x="12167" y="13209"/>
                  </a:lnTo>
                  <a:lnTo>
                    <a:pt x="11795" y="12800"/>
                  </a:lnTo>
                  <a:lnTo>
                    <a:pt x="11423" y="12316"/>
                  </a:lnTo>
                  <a:lnTo>
                    <a:pt x="11162" y="11833"/>
                  </a:lnTo>
                  <a:lnTo>
                    <a:pt x="10976" y="11386"/>
                  </a:lnTo>
                  <a:lnTo>
                    <a:pt x="10827" y="10940"/>
                  </a:lnTo>
                  <a:lnTo>
                    <a:pt x="10753" y="10493"/>
                  </a:lnTo>
                  <a:lnTo>
                    <a:pt x="10716" y="10047"/>
                  </a:lnTo>
                  <a:lnTo>
                    <a:pt x="10753" y="9637"/>
                  </a:lnTo>
                  <a:lnTo>
                    <a:pt x="10790" y="9228"/>
                  </a:lnTo>
                  <a:lnTo>
                    <a:pt x="10902" y="8819"/>
                  </a:lnTo>
                  <a:lnTo>
                    <a:pt x="11050" y="8447"/>
                  </a:lnTo>
                  <a:lnTo>
                    <a:pt x="11237" y="8112"/>
                  </a:lnTo>
                  <a:lnTo>
                    <a:pt x="11423" y="7777"/>
                  </a:lnTo>
                  <a:lnTo>
                    <a:pt x="11646" y="7442"/>
                  </a:lnTo>
                  <a:lnTo>
                    <a:pt x="11943" y="7144"/>
                  </a:lnTo>
                  <a:lnTo>
                    <a:pt x="12204" y="6884"/>
                  </a:lnTo>
                  <a:lnTo>
                    <a:pt x="12502" y="6661"/>
                  </a:lnTo>
                  <a:lnTo>
                    <a:pt x="12836" y="6438"/>
                  </a:lnTo>
                  <a:lnTo>
                    <a:pt x="13171" y="6252"/>
                  </a:lnTo>
                  <a:lnTo>
                    <a:pt x="13506" y="6103"/>
                  </a:lnTo>
                  <a:lnTo>
                    <a:pt x="13878" y="5954"/>
                  </a:lnTo>
                  <a:lnTo>
                    <a:pt x="14250" y="5879"/>
                  </a:lnTo>
                  <a:lnTo>
                    <a:pt x="14660" y="5805"/>
                  </a:lnTo>
                  <a:lnTo>
                    <a:pt x="15032" y="5768"/>
                  </a:lnTo>
                  <a:close/>
                  <a:moveTo>
                    <a:pt x="7962" y="8223"/>
                  </a:moveTo>
                  <a:lnTo>
                    <a:pt x="8148" y="8558"/>
                  </a:lnTo>
                  <a:lnTo>
                    <a:pt x="10158" y="12056"/>
                  </a:lnTo>
                  <a:lnTo>
                    <a:pt x="12576" y="16260"/>
                  </a:lnTo>
                  <a:lnTo>
                    <a:pt x="14622" y="19795"/>
                  </a:lnTo>
                  <a:lnTo>
                    <a:pt x="14697" y="19906"/>
                  </a:lnTo>
                  <a:lnTo>
                    <a:pt x="11348" y="25711"/>
                  </a:lnTo>
                  <a:lnTo>
                    <a:pt x="5135" y="25748"/>
                  </a:lnTo>
                  <a:lnTo>
                    <a:pt x="8520" y="19906"/>
                  </a:lnTo>
                  <a:lnTo>
                    <a:pt x="4837" y="13656"/>
                  </a:lnTo>
                  <a:lnTo>
                    <a:pt x="7962" y="8223"/>
                  </a:lnTo>
                  <a:close/>
                  <a:moveTo>
                    <a:pt x="12018" y="1"/>
                  </a:moveTo>
                  <a:lnTo>
                    <a:pt x="11646" y="38"/>
                  </a:lnTo>
                  <a:lnTo>
                    <a:pt x="11237" y="75"/>
                  </a:lnTo>
                  <a:lnTo>
                    <a:pt x="10827" y="187"/>
                  </a:lnTo>
                  <a:lnTo>
                    <a:pt x="10455" y="298"/>
                  </a:lnTo>
                  <a:lnTo>
                    <a:pt x="10083" y="410"/>
                  </a:lnTo>
                  <a:lnTo>
                    <a:pt x="9711" y="596"/>
                  </a:lnTo>
                  <a:lnTo>
                    <a:pt x="9376" y="782"/>
                  </a:lnTo>
                  <a:lnTo>
                    <a:pt x="9041" y="1005"/>
                  </a:lnTo>
                  <a:lnTo>
                    <a:pt x="8744" y="1229"/>
                  </a:lnTo>
                  <a:lnTo>
                    <a:pt x="8446" y="1489"/>
                  </a:lnTo>
                  <a:lnTo>
                    <a:pt x="8148" y="1749"/>
                  </a:lnTo>
                  <a:lnTo>
                    <a:pt x="7888" y="2047"/>
                  </a:lnTo>
                  <a:lnTo>
                    <a:pt x="7665" y="2382"/>
                  </a:lnTo>
                  <a:lnTo>
                    <a:pt x="7441" y="2717"/>
                  </a:lnTo>
                  <a:lnTo>
                    <a:pt x="7255" y="3052"/>
                  </a:lnTo>
                  <a:lnTo>
                    <a:pt x="7107" y="3424"/>
                  </a:lnTo>
                  <a:lnTo>
                    <a:pt x="6958" y="3796"/>
                  </a:lnTo>
                  <a:lnTo>
                    <a:pt x="6809" y="4317"/>
                  </a:lnTo>
                  <a:lnTo>
                    <a:pt x="4576" y="484"/>
                  </a:lnTo>
                  <a:lnTo>
                    <a:pt x="0" y="484"/>
                  </a:lnTo>
                  <a:lnTo>
                    <a:pt x="0" y="1452"/>
                  </a:lnTo>
                  <a:lnTo>
                    <a:pt x="4018" y="1452"/>
                  </a:lnTo>
                  <a:lnTo>
                    <a:pt x="7107" y="6810"/>
                  </a:lnTo>
                  <a:lnTo>
                    <a:pt x="930" y="6810"/>
                  </a:lnTo>
                  <a:lnTo>
                    <a:pt x="0" y="5173"/>
                  </a:lnTo>
                  <a:lnTo>
                    <a:pt x="0" y="9414"/>
                  </a:lnTo>
                  <a:lnTo>
                    <a:pt x="930" y="7777"/>
                  </a:lnTo>
                  <a:lnTo>
                    <a:pt x="7107" y="7777"/>
                  </a:lnTo>
                  <a:lnTo>
                    <a:pt x="0" y="20093"/>
                  </a:lnTo>
                  <a:lnTo>
                    <a:pt x="0" y="22027"/>
                  </a:lnTo>
                  <a:lnTo>
                    <a:pt x="670" y="20874"/>
                  </a:lnTo>
                  <a:lnTo>
                    <a:pt x="4018" y="26715"/>
                  </a:lnTo>
                  <a:lnTo>
                    <a:pt x="11906" y="26715"/>
                  </a:lnTo>
                  <a:lnTo>
                    <a:pt x="15813" y="19906"/>
                  </a:lnTo>
                  <a:lnTo>
                    <a:pt x="12874" y="14809"/>
                  </a:lnTo>
                  <a:lnTo>
                    <a:pt x="12874" y="14809"/>
                  </a:lnTo>
                  <a:lnTo>
                    <a:pt x="13432" y="14995"/>
                  </a:lnTo>
                  <a:lnTo>
                    <a:pt x="14027" y="15181"/>
                  </a:lnTo>
                  <a:lnTo>
                    <a:pt x="14622" y="15256"/>
                  </a:lnTo>
                  <a:lnTo>
                    <a:pt x="15218" y="15256"/>
                  </a:lnTo>
                  <a:lnTo>
                    <a:pt x="15813" y="15181"/>
                  </a:lnTo>
                  <a:lnTo>
                    <a:pt x="16371" y="15070"/>
                  </a:lnTo>
                  <a:lnTo>
                    <a:pt x="16966" y="14846"/>
                  </a:lnTo>
                  <a:lnTo>
                    <a:pt x="17487" y="14586"/>
                  </a:lnTo>
                  <a:lnTo>
                    <a:pt x="18045" y="14251"/>
                  </a:lnTo>
                  <a:lnTo>
                    <a:pt x="18529" y="13842"/>
                  </a:lnTo>
                  <a:lnTo>
                    <a:pt x="18976" y="13395"/>
                  </a:lnTo>
                  <a:lnTo>
                    <a:pt x="19348" y="12912"/>
                  </a:lnTo>
                  <a:lnTo>
                    <a:pt x="19645" y="12391"/>
                  </a:lnTo>
                  <a:lnTo>
                    <a:pt x="19906" y="11833"/>
                  </a:lnTo>
                  <a:lnTo>
                    <a:pt x="20092" y="11237"/>
                  </a:lnTo>
                  <a:lnTo>
                    <a:pt x="20203" y="10642"/>
                  </a:lnTo>
                  <a:lnTo>
                    <a:pt x="20241" y="10009"/>
                  </a:lnTo>
                  <a:lnTo>
                    <a:pt x="20241" y="9749"/>
                  </a:lnTo>
                  <a:lnTo>
                    <a:pt x="20166" y="9451"/>
                  </a:lnTo>
                  <a:lnTo>
                    <a:pt x="20092" y="9116"/>
                  </a:lnTo>
                  <a:lnTo>
                    <a:pt x="19980" y="8744"/>
                  </a:lnTo>
                  <a:lnTo>
                    <a:pt x="19831" y="8335"/>
                  </a:lnTo>
                  <a:lnTo>
                    <a:pt x="19645" y="7889"/>
                  </a:lnTo>
                  <a:lnTo>
                    <a:pt x="19422" y="7479"/>
                  </a:lnTo>
                  <a:lnTo>
                    <a:pt x="19162" y="7070"/>
                  </a:lnTo>
                  <a:lnTo>
                    <a:pt x="16632" y="2605"/>
                  </a:lnTo>
                  <a:lnTo>
                    <a:pt x="16408" y="2270"/>
                  </a:lnTo>
                  <a:lnTo>
                    <a:pt x="16185" y="1973"/>
                  </a:lnTo>
                  <a:lnTo>
                    <a:pt x="15925" y="1675"/>
                  </a:lnTo>
                  <a:lnTo>
                    <a:pt x="15664" y="1415"/>
                  </a:lnTo>
                  <a:lnTo>
                    <a:pt x="15404" y="1154"/>
                  </a:lnTo>
                  <a:lnTo>
                    <a:pt x="15106" y="931"/>
                  </a:lnTo>
                  <a:lnTo>
                    <a:pt x="14808" y="745"/>
                  </a:lnTo>
                  <a:lnTo>
                    <a:pt x="14511" y="559"/>
                  </a:lnTo>
                  <a:lnTo>
                    <a:pt x="14176" y="410"/>
                  </a:lnTo>
                  <a:lnTo>
                    <a:pt x="13841" y="261"/>
                  </a:lnTo>
                  <a:lnTo>
                    <a:pt x="13506" y="150"/>
                  </a:lnTo>
                  <a:lnTo>
                    <a:pt x="13134" y="75"/>
                  </a:lnTo>
                  <a:lnTo>
                    <a:pt x="12762" y="38"/>
                  </a:lnTo>
                  <a:lnTo>
                    <a:pt x="1239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7"/>
            <p:cNvSpPr/>
            <p:nvPr/>
          </p:nvSpPr>
          <p:spPr>
            <a:xfrm>
              <a:off x="5421975" y="4475050"/>
              <a:ext cx="220475" cy="391625"/>
            </a:xfrm>
            <a:custGeom>
              <a:rect b="b" l="l" r="r" t="t"/>
              <a:pathLst>
                <a:path extrusionOk="0" h="15665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7"/>
            <p:cNvSpPr/>
            <p:nvPr/>
          </p:nvSpPr>
          <p:spPr>
            <a:xfrm>
              <a:off x="4481575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7"/>
            <p:cNvSpPr/>
            <p:nvPr/>
          </p:nvSpPr>
          <p:spPr>
            <a:xfrm>
              <a:off x="4151350" y="4246225"/>
              <a:ext cx="869750" cy="620450"/>
            </a:xfrm>
            <a:custGeom>
              <a:rect b="b" l="l" r="r" t="t"/>
              <a:pathLst>
                <a:path extrusionOk="0" h="24818" w="34790">
                  <a:moveTo>
                    <a:pt x="18605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3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29" y="7405"/>
                  </a:lnTo>
                  <a:lnTo>
                    <a:pt x="33227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9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9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8" y="2717"/>
                  </a:lnTo>
                  <a:lnTo>
                    <a:pt x="21842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6" y="24818"/>
                  </a:lnTo>
                  <a:lnTo>
                    <a:pt x="20242" y="24818"/>
                  </a:lnTo>
                  <a:lnTo>
                    <a:pt x="23107" y="19907"/>
                  </a:lnTo>
                  <a:lnTo>
                    <a:pt x="19386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9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1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7"/>
            <p:cNvSpPr/>
            <p:nvPr/>
          </p:nvSpPr>
          <p:spPr>
            <a:xfrm>
              <a:off x="4924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566" y="1452"/>
                  </a:moveTo>
                  <a:lnTo>
                    <a:pt x="21655" y="6810"/>
                  </a:lnTo>
                  <a:lnTo>
                    <a:pt x="15478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3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49" y="8298"/>
                  </a:lnTo>
                  <a:lnTo>
                    <a:pt x="33635" y="8782"/>
                  </a:lnTo>
                  <a:lnTo>
                    <a:pt x="33747" y="9228"/>
                  </a:lnTo>
                  <a:lnTo>
                    <a:pt x="33821" y="9638"/>
                  </a:lnTo>
                  <a:lnTo>
                    <a:pt x="33858" y="10084"/>
                  </a:lnTo>
                  <a:lnTo>
                    <a:pt x="33821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1" y="12316"/>
                  </a:lnTo>
                  <a:lnTo>
                    <a:pt x="32891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2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6" y="14251"/>
                  </a:lnTo>
                  <a:lnTo>
                    <a:pt x="29728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17" y="14028"/>
                  </a:lnTo>
                  <a:lnTo>
                    <a:pt x="27570" y="13842"/>
                  </a:lnTo>
                  <a:lnTo>
                    <a:pt x="27161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375" y="10940"/>
                  </a:lnTo>
                  <a:lnTo>
                    <a:pt x="25301" y="10493"/>
                  </a:lnTo>
                  <a:lnTo>
                    <a:pt x="25264" y="10047"/>
                  </a:lnTo>
                  <a:lnTo>
                    <a:pt x="25301" y="9638"/>
                  </a:lnTo>
                  <a:lnTo>
                    <a:pt x="25338" y="9228"/>
                  </a:lnTo>
                  <a:lnTo>
                    <a:pt x="25450" y="8819"/>
                  </a:lnTo>
                  <a:lnTo>
                    <a:pt x="25598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1" y="7145"/>
                  </a:lnTo>
                  <a:lnTo>
                    <a:pt x="26752" y="6884"/>
                  </a:lnTo>
                  <a:lnTo>
                    <a:pt x="27050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26" y="5954"/>
                  </a:lnTo>
                  <a:lnTo>
                    <a:pt x="28835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5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59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36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24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56" y="24818"/>
                  </a:lnTo>
                  <a:lnTo>
                    <a:pt x="15515" y="7777"/>
                  </a:lnTo>
                  <a:lnTo>
                    <a:pt x="21655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487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19" y="15070"/>
                  </a:lnTo>
                  <a:lnTo>
                    <a:pt x="31514" y="14847"/>
                  </a:lnTo>
                  <a:lnTo>
                    <a:pt x="32072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3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4" y="9452"/>
                  </a:lnTo>
                  <a:lnTo>
                    <a:pt x="34640" y="9117"/>
                  </a:lnTo>
                  <a:lnTo>
                    <a:pt x="34528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473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54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10" y="38"/>
                  </a:lnTo>
                  <a:lnTo>
                    <a:pt x="2693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7"/>
            <p:cNvSpPr/>
            <p:nvPr/>
          </p:nvSpPr>
          <p:spPr>
            <a:xfrm>
              <a:off x="4795050" y="440157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5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7"/>
            <p:cNvSpPr/>
            <p:nvPr/>
          </p:nvSpPr>
          <p:spPr>
            <a:xfrm>
              <a:off x="5568025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7"/>
            <p:cNvSpPr/>
            <p:nvPr/>
          </p:nvSpPr>
          <p:spPr>
            <a:xfrm>
              <a:off x="6194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7"/>
            <p:cNvSpPr/>
            <p:nvPr/>
          </p:nvSpPr>
          <p:spPr>
            <a:xfrm>
              <a:off x="5696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49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6418" y="24818"/>
                  </a:lnTo>
                  <a:lnTo>
                    <a:pt x="27534" y="24818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7"/>
            <p:cNvSpPr/>
            <p:nvPr/>
          </p:nvSpPr>
          <p:spPr>
            <a:xfrm>
              <a:off x="5851725" y="4451800"/>
              <a:ext cx="366500" cy="414875"/>
            </a:xfrm>
            <a:custGeom>
              <a:rect b="b" l="l" r="r" t="t"/>
              <a:pathLst>
                <a:path extrusionOk="0" h="16595" w="14660">
                  <a:moveTo>
                    <a:pt x="9563" y="1"/>
                  </a:moveTo>
                  <a:lnTo>
                    <a:pt x="0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7"/>
            <p:cNvSpPr/>
            <p:nvPr/>
          </p:nvSpPr>
          <p:spPr>
            <a:xfrm>
              <a:off x="6034050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7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7"/>
            <p:cNvSpPr/>
            <p:nvPr/>
          </p:nvSpPr>
          <p:spPr>
            <a:xfrm>
              <a:off x="4649925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20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7"/>
            <p:cNvSpPr/>
            <p:nvPr/>
          </p:nvSpPr>
          <p:spPr>
            <a:xfrm>
              <a:off x="5254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7"/>
            <p:cNvSpPr/>
            <p:nvPr/>
          </p:nvSpPr>
          <p:spPr>
            <a:xfrm>
              <a:off x="2761675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7"/>
            <p:cNvSpPr/>
            <p:nvPr/>
          </p:nvSpPr>
          <p:spPr>
            <a:xfrm>
              <a:off x="3250025" y="440157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96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6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828" y="7479"/>
                  </a:lnTo>
                  <a:lnTo>
                    <a:pt x="3163" y="7554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4"/>
                  </a:lnTo>
                  <a:lnTo>
                    <a:pt x="4540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7"/>
            <p:cNvSpPr/>
            <p:nvPr/>
          </p:nvSpPr>
          <p:spPr>
            <a:xfrm>
              <a:off x="2606350" y="4246225"/>
              <a:ext cx="869725" cy="620450"/>
            </a:xfrm>
            <a:custGeom>
              <a:rect b="b" l="l" r="r" t="t"/>
              <a:pathLst>
                <a:path extrusionOk="0" h="24818" w="34789">
                  <a:moveTo>
                    <a:pt x="18604" y="1452"/>
                  </a:moveTo>
                  <a:lnTo>
                    <a:pt x="21692" y="6810"/>
                  </a:lnTo>
                  <a:lnTo>
                    <a:pt x="15515" y="6810"/>
                  </a:lnTo>
                  <a:lnTo>
                    <a:pt x="12390" y="1452"/>
                  </a:lnTo>
                  <a:close/>
                  <a:moveTo>
                    <a:pt x="29989" y="5768"/>
                  </a:moveTo>
                  <a:lnTo>
                    <a:pt x="30398" y="5805"/>
                  </a:lnTo>
                  <a:lnTo>
                    <a:pt x="30770" y="5917"/>
                  </a:lnTo>
                  <a:lnTo>
                    <a:pt x="31180" y="6029"/>
                  </a:lnTo>
                  <a:lnTo>
                    <a:pt x="31552" y="6215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8" y="7405"/>
                  </a:lnTo>
                  <a:lnTo>
                    <a:pt x="33226" y="7852"/>
                  </a:lnTo>
                  <a:lnTo>
                    <a:pt x="33486" y="8298"/>
                  </a:lnTo>
                  <a:lnTo>
                    <a:pt x="33635" y="8782"/>
                  </a:lnTo>
                  <a:lnTo>
                    <a:pt x="33784" y="9228"/>
                  </a:lnTo>
                  <a:lnTo>
                    <a:pt x="33859" y="9638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4" y="10865"/>
                  </a:lnTo>
                  <a:lnTo>
                    <a:pt x="33672" y="11275"/>
                  </a:lnTo>
                  <a:lnTo>
                    <a:pt x="33524" y="11647"/>
                  </a:lnTo>
                  <a:lnTo>
                    <a:pt x="33338" y="11982"/>
                  </a:lnTo>
                  <a:lnTo>
                    <a:pt x="33152" y="12316"/>
                  </a:lnTo>
                  <a:lnTo>
                    <a:pt x="32928" y="12614"/>
                  </a:lnTo>
                  <a:lnTo>
                    <a:pt x="32668" y="12912"/>
                  </a:lnTo>
                  <a:lnTo>
                    <a:pt x="32370" y="13172"/>
                  </a:lnTo>
                  <a:lnTo>
                    <a:pt x="32073" y="13395"/>
                  </a:lnTo>
                  <a:lnTo>
                    <a:pt x="31775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63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47" y="14251"/>
                  </a:lnTo>
                  <a:lnTo>
                    <a:pt x="28501" y="14177"/>
                  </a:lnTo>
                  <a:lnTo>
                    <a:pt x="28054" y="14028"/>
                  </a:lnTo>
                  <a:lnTo>
                    <a:pt x="27571" y="13842"/>
                  </a:lnTo>
                  <a:lnTo>
                    <a:pt x="27161" y="13544"/>
                  </a:lnTo>
                  <a:lnTo>
                    <a:pt x="26752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0" y="11833"/>
                  </a:lnTo>
                  <a:lnTo>
                    <a:pt x="25524" y="11386"/>
                  </a:lnTo>
                  <a:lnTo>
                    <a:pt x="25413" y="10940"/>
                  </a:lnTo>
                  <a:lnTo>
                    <a:pt x="25301" y="10493"/>
                  </a:lnTo>
                  <a:lnTo>
                    <a:pt x="25301" y="10047"/>
                  </a:lnTo>
                  <a:lnTo>
                    <a:pt x="25301" y="9638"/>
                  </a:lnTo>
                  <a:lnTo>
                    <a:pt x="25375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1" y="7442"/>
                  </a:lnTo>
                  <a:lnTo>
                    <a:pt x="26492" y="7145"/>
                  </a:lnTo>
                  <a:lnTo>
                    <a:pt x="26789" y="6884"/>
                  </a:lnTo>
                  <a:lnTo>
                    <a:pt x="27087" y="6661"/>
                  </a:lnTo>
                  <a:lnTo>
                    <a:pt x="27384" y="6438"/>
                  </a:lnTo>
                  <a:lnTo>
                    <a:pt x="27719" y="6252"/>
                  </a:lnTo>
                  <a:lnTo>
                    <a:pt x="28091" y="6103"/>
                  </a:lnTo>
                  <a:lnTo>
                    <a:pt x="28463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6566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3" y="299"/>
                  </a:lnTo>
                  <a:lnTo>
                    <a:pt x="24631" y="410"/>
                  </a:lnTo>
                  <a:lnTo>
                    <a:pt x="24296" y="596"/>
                  </a:lnTo>
                  <a:lnTo>
                    <a:pt x="23924" y="782"/>
                  </a:lnTo>
                  <a:lnTo>
                    <a:pt x="23589" y="1006"/>
                  </a:lnTo>
                  <a:lnTo>
                    <a:pt x="23292" y="1229"/>
                  </a:lnTo>
                  <a:lnTo>
                    <a:pt x="22994" y="1489"/>
                  </a:lnTo>
                  <a:lnTo>
                    <a:pt x="22696" y="1750"/>
                  </a:lnTo>
                  <a:lnTo>
                    <a:pt x="22473" y="2047"/>
                  </a:lnTo>
                  <a:lnTo>
                    <a:pt x="22213" y="2382"/>
                  </a:lnTo>
                  <a:lnTo>
                    <a:pt x="21989" y="2717"/>
                  </a:lnTo>
                  <a:lnTo>
                    <a:pt x="21803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7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0" y="19907"/>
                  </a:lnTo>
                  <a:lnTo>
                    <a:pt x="2902" y="24818"/>
                  </a:lnTo>
                  <a:lnTo>
                    <a:pt x="5693" y="24818"/>
                  </a:lnTo>
                  <a:lnTo>
                    <a:pt x="15515" y="7777"/>
                  </a:lnTo>
                  <a:lnTo>
                    <a:pt x="21692" y="7777"/>
                  </a:lnTo>
                  <a:lnTo>
                    <a:pt x="11832" y="24818"/>
                  </a:lnTo>
                  <a:lnTo>
                    <a:pt x="12948" y="24818"/>
                  </a:lnTo>
                  <a:lnTo>
                    <a:pt x="15218" y="20874"/>
                  </a:lnTo>
                  <a:lnTo>
                    <a:pt x="17525" y="24818"/>
                  </a:lnTo>
                  <a:lnTo>
                    <a:pt x="20241" y="24818"/>
                  </a:lnTo>
                  <a:lnTo>
                    <a:pt x="23068" y="19907"/>
                  </a:lnTo>
                  <a:lnTo>
                    <a:pt x="19385" y="13656"/>
                  </a:lnTo>
                  <a:lnTo>
                    <a:pt x="22510" y="8224"/>
                  </a:lnTo>
                  <a:lnTo>
                    <a:pt x="22734" y="8559"/>
                  </a:lnTo>
                  <a:lnTo>
                    <a:pt x="24706" y="12056"/>
                  </a:lnTo>
                  <a:lnTo>
                    <a:pt x="27161" y="16260"/>
                  </a:lnTo>
                  <a:lnTo>
                    <a:pt x="29170" y="19795"/>
                  </a:lnTo>
                  <a:lnTo>
                    <a:pt x="29245" y="19907"/>
                  </a:lnTo>
                  <a:lnTo>
                    <a:pt x="26417" y="24818"/>
                  </a:lnTo>
                  <a:lnTo>
                    <a:pt x="27533" y="24818"/>
                  </a:lnTo>
                  <a:lnTo>
                    <a:pt x="30361" y="19907"/>
                  </a:lnTo>
                  <a:lnTo>
                    <a:pt x="27422" y="14809"/>
                  </a:lnTo>
                  <a:lnTo>
                    <a:pt x="28017" y="14995"/>
                  </a:lnTo>
                  <a:lnTo>
                    <a:pt x="28575" y="15181"/>
                  </a:lnTo>
                  <a:lnTo>
                    <a:pt x="29170" y="15256"/>
                  </a:lnTo>
                  <a:lnTo>
                    <a:pt x="29766" y="15256"/>
                  </a:lnTo>
                  <a:lnTo>
                    <a:pt x="30361" y="15181"/>
                  </a:lnTo>
                  <a:lnTo>
                    <a:pt x="30956" y="15070"/>
                  </a:lnTo>
                  <a:lnTo>
                    <a:pt x="31514" y="14847"/>
                  </a:lnTo>
                  <a:lnTo>
                    <a:pt x="32073" y="14586"/>
                  </a:lnTo>
                  <a:lnTo>
                    <a:pt x="32593" y="14251"/>
                  </a:lnTo>
                  <a:lnTo>
                    <a:pt x="33077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1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1" y="9452"/>
                  </a:lnTo>
                  <a:lnTo>
                    <a:pt x="34677" y="9117"/>
                  </a:lnTo>
                  <a:lnTo>
                    <a:pt x="34565" y="8745"/>
                  </a:lnTo>
                  <a:lnTo>
                    <a:pt x="34379" y="8335"/>
                  </a:lnTo>
                  <a:lnTo>
                    <a:pt x="34193" y="7889"/>
                  </a:lnTo>
                  <a:lnTo>
                    <a:pt x="33970" y="7480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6" y="2271"/>
                  </a:lnTo>
                  <a:lnTo>
                    <a:pt x="30733" y="1973"/>
                  </a:lnTo>
                  <a:lnTo>
                    <a:pt x="30510" y="1675"/>
                  </a:lnTo>
                  <a:lnTo>
                    <a:pt x="30249" y="1415"/>
                  </a:lnTo>
                  <a:lnTo>
                    <a:pt x="29952" y="1154"/>
                  </a:lnTo>
                  <a:lnTo>
                    <a:pt x="29691" y="931"/>
                  </a:lnTo>
                  <a:lnTo>
                    <a:pt x="29356" y="745"/>
                  </a:lnTo>
                  <a:lnTo>
                    <a:pt x="29059" y="559"/>
                  </a:lnTo>
                  <a:lnTo>
                    <a:pt x="28724" y="410"/>
                  </a:lnTo>
                  <a:lnTo>
                    <a:pt x="28389" y="261"/>
                  </a:lnTo>
                  <a:lnTo>
                    <a:pt x="28054" y="150"/>
                  </a:lnTo>
                  <a:lnTo>
                    <a:pt x="27682" y="75"/>
                  </a:lnTo>
                  <a:lnTo>
                    <a:pt x="27347" y="38"/>
                  </a:lnTo>
                  <a:lnTo>
                    <a:pt x="2697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7"/>
            <p:cNvSpPr/>
            <p:nvPr/>
          </p:nvSpPr>
          <p:spPr>
            <a:xfrm>
              <a:off x="2936550" y="429367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1" y="1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7"/>
            <p:cNvSpPr/>
            <p:nvPr/>
          </p:nvSpPr>
          <p:spPr>
            <a:xfrm>
              <a:off x="2943075" y="4791325"/>
              <a:ext cx="87450" cy="75350"/>
            </a:xfrm>
            <a:custGeom>
              <a:rect b="b" l="l" r="r" t="t"/>
              <a:pathLst>
                <a:path extrusionOk="0" h="3014" w="3498">
                  <a:moveTo>
                    <a:pt x="1749" y="0"/>
                  </a:moveTo>
                  <a:lnTo>
                    <a:pt x="0" y="3014"/>
                  </a:lnTo>
                  <a:lnTo>
                    <a:pt x="3498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7"/>
            <p:cNvSpPr/>
            <p:nvPr/>
          </p:nvSpPr>
          <p:spPr>
            <a:xfrm>
              <a:off x="3104925" y="4475050"/>
              <a:ext cx="219525" cy="391625"/>
            </a:xfrm>
            <a:custGeom>
              <a:rect b="b" l="l" r="r" t="t"/>
              <a:pathLst>
                <a:path extrusionOk="0" h="15665" w="8781">
                  <a:moveTo>
                    <a:pt x="2567" y="1"/>
                  </a:moveTo>
                  <a:lnTo>
                    <a:pt x="0" y="4503"/>
                  </a:lnTo>
                  <a:lnTo>
                    <a:pt x="3684" y="10754"/>
                  </a:lnTo>
                  <a:lnTo>
                    <a:pt x="819" y="15665"/>
                  </a:lnTo>
                  <a:lnTo>
                    <a:pt x="5953" y="15665"/>
                  </a:lnTo>
                  <a:lnTo>
                    <a:pt x="8781" y="10754"/>
                  </a:lnTo>
                  <a:lnTo>
                    <a:pt x="6809" y="7331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7"/>
            <p:cNvSpPr/>
            <p:nvPr/>
          </p:nvSpPr>
          <p:spPr>
            <a:xfrm>
              <a:off x="6341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563" y="819"/>
                  </a:lnTo>
                  <a:lnTo>
                    <a:pt x="1303" y="1042"/>
                  </a:lnTo>
                  <a:lnTo>
                    <a:pt x="1042" y="1266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8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168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7"/>
            <p:cNvSpPr/>
            <p:nvPr/>
          </p:nvSpPr>
          <p:spPr>
            <a:xfrm>
              <a:off x="2163575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1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7"/>
            <p:cNvSpPr/>
            <p:nvPr/>
          </p:nvSpPr>
          <p:spPr>
            <a:xfrm>
              <a:off x="3708600" y="429367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1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7"/>
            <p:cNvSpPr/>
            <p:nvPr/>
          </p:nvSpPr>
          <p:spPr>
            <a:xfrm>
              <a:off x="4023000" y="44015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1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7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6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8"/>
                  </a:lnTo>
                  <a:lnTo>
                    <a:pt x="2791" y="7479"/>
                  </a:lnTo>
                  <a:lnTo>
                    <a:pt x="3126" y="7554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4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8" y="6995"/>
                  </a:lnTo>
                  <a:lnTo>
                    <a:pt x="6028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7"/>
            <p:cNvSpPr/>
            <p:nvPr/>
          </p:nvSpPr>
          <p:spPr>
            <a:xfrm>
              <a:off x="3533725" y="4451800"/>
              <a:ext cx="367450" cy="414875"/>
            </a:xfrm>
            <a:custGeom>
              <a:rect b="b" l="l" r="r" t="t"/>
              <a:pathLst>
                <a:path extrusionOk="0" h="16595" w="14698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9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7"/>
            <p:cNvSpPr/>
            <p:nvPr/>
          </p:nvSpPr>
          <p:spPr>
            <a:xfrm>
              <a:off x="4489025" y="4791325"/>
              <a:ext cx="86525" cy="75350"/>
            </a:xfrm>
            <a:custGeom>
              <a:rect b="b" l="l" r="r" t="t"/>
              <a:pathLst>
                <a:path extrusionOk="0" h="3014" w="3461">
                  <a:moveTo>
                    <a:pt x="1749" y="0"/>
                  </a:moveTo>
                  <a:lnTo>
                    <a:pt x="0" y="3014"/>
                  </a:lnTo>
                  <a:lnTo>
                    <a:pt x="3460" y="3014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7"/>
            <p:cNvSpPr/>
            <p:nvPr/>
          </p:nvSpPr>
          <p:spPr>
            <a:xfrm>
              <a:off x="4306700" y="4451800"/>
              <a:ext cx="366525" cy="414875"/>
            </a:xfrm>
            <a:custGeom>
              <a:rect b="b" l="l" r="r" t="t"/>
              <a:pathLst>
                <a:path extrusionOk="0" h="16595" w="14661">
                  <a:moveTo>
                    <a:pt x="9563" y="1"/>
                  </a:moveTo>
                  <a:lnTo>
                    <a:pt x="1" y="16595"/>
                  </a:lnTo>
                  <a:lnTo>
                    <a:pt x="5098" y="16595"/>
                  </a:lnTo>
                  <a:lnTo>
                    <a:pt x="1466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7"/>
            <p:cNvSpPr/>
            <p:nvPr/>
          </p:nvSpPr>
          <p:spPr>
            <a:xfrm>
              <a:off x="3876950" y="4475050"/>
              <a:ext cx="219550" cy="391625"/>
            </a:xfrm>
            <a:custGeom>
              <a:rect b="b" l="l" r="r" t="t"/>
              <a:pathLst>
                <a:path extrusionOk="0" h="15665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857" y="15665"/>
                  </a:lnTo>
                  <a:lnTo>
                    <a:pt x="5954" y="15665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7"/>
            <p:cNvSpPr/>
            <p:nvPr/>
          </p:nvSpPr>
          <p:spPr>
            <a:xfrm>
              <a:off x="3378375" y="4246225"/>
              <a:ext cx="870675" cy="620450"/>
            </a:xfrm>
            <a:custGeom>
              <a:rect b="b" l="l" r="r" t="t"/>
              <a:pathLst>
                <a:path extrusionOk="0" h="24818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9"/>
                  </a:lnTo>
                  <a:lnTo>
                    <a:pt x="31590" y="6215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2" y="7033"/>
                  </a:lnTo>
                  <a:lnTo>
                    <a:pt x="32966" y="7405"/>
                  </a:lnTo>
                  <a:lnTo>
                    <a:pt x="33264" y="7852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8"/>
                  </a:lnTo>
                  <a:lnTo>
                    <a:pt x="33897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1" y="11275"/>
                  </a:lnTo>
                  <a:lnTo>
                    <a:pt x="33562" y="11647"/>
                  </a:lnTo>
                  <a:lnTo>
                    <a:pt x="33376" y="11982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8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9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6"/>
                  </a:lnTo>
                  <a:lnTo>
                    <a:pt x="23293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8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3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2903" y="24818"/>
                  </a:lnTo>
                  <a:lnTo>
                    <a:pt x="5694" y="24818"/>
                  </a:lnTo>
                  <a:lnTo>
                    <a:pt x="15516" y="7777"/>
                  </a:lnTo>
                  <a:lnTo>
                    <a:pt x="21693" y="7777"/>
                  </a:lnTo>
                  <a:lnTo>
                    <a:pt x="11833" y="24818"/>
                  </a:lnTo>
                  <a:lnTo>
                    <a:pt x="12986" y="24818"/>
                  </a:lnTo>
                  <a:lnTo>
                    <a:pt x="15256" y="20874"/>
                  </a:lnTo>
                  <a:lnTo>
                    <a:pt x="17525" y="24818"/>
                  </a:lnTo>
                  <a:lnTo>
                    <a:pt x="20279" y="24818"/>
                  </a:lnTo>
                  <a:lnTo>
                    <a:pt x="23107" y="19907"/>
                  </a:lnTo>
                  <a:lnTo>
                    <a:pt x="19423" y="13656"/>
                  </a:lnTo>
                  <a:lnTo>
                    <a:pt x="22548" y="8224"/>
                  </a:lnTo>
                  <a:lnTo>
                    <a:pt x="22734" y="8559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6455" y="24818"/>
                  </a:lnTo>
                  <a:lnTo>
                    <a:pt x="27571" y="24818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3" y="14847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90" y="10642"/>
                  </a:lnTo>
                  <a:lnTo>
                    <a:pt x="34827" y="10010"/>
                  </a:lnTo>
                  <a:lnTo>
                    <a:pt x="34790" y="9749"/>
                  </a:lnTo>
                  <a:lnTo>
                    <a:pt x="34752" y="9452"/>
                  </a:lnTo>
                  <a:lnTo>
                    <a:pt x="34678" y="9117"/>
                  </a:lnTo>
                  <a:lnTo>
                    <a:pt x="34566" y="8745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80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1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5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>
              <a:off x="4216475" y="107992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0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7"/>
            <p:cNvSpPr/>
            <p:nvPr/>
          </p:nvSpPr>
          <p:spPr>
            <a:xfrm>
              <a:off x="238125" y="848325"/>
              <a:ext cx="228825" cy="82800"/>
            </a:xfrm>
            <a:custGeom>
              <a:rect b="b" l="l" r="r" t="t"/>
              <a:pathLst>
                <a:path extrusionOk="0" h="3312" w="9153">
                  <a:moveTo>
                    <a:pt x="0" y="0"/>
                  </a:moveTo>
                  <a:lnTo>
                    <a:pt x="0" y="112"/>
                  </a:lnTo>
                  <a:lnTo>
                    <a:pt x="3497" y="112"/>
                  </a:lnTo>
                  <a:lnTo>
                    <a:pt x="3460" y="0"/>
                  </a:lnTo>
                  <a:close/>
                  <a:moveTo>
                    <a:pt x="4093" y="112"/>
                  </a:moveTo>
                  <a:lnTo>
                    <a:pt x="5953" y="3311"/>
                  </a:lnTo>
                  <a:lnTo>
                    <a:pt x="6176" y="2791"/>
                  </a:lnTo>
                  <a:lnTo>
                    <a:pt x="6511" y="2270"/>
                  </a:lnTo>
                  <a:lnTo>
                    <a:pt x="6846" y="1823"/>
                  </a:lnTo>
                  <a:lnTo>
                    <a:pt x="7255" y="1377"/>
                  </a:lnTo>
                  <a:lnTo>
                    <a:pt x="7665" y="1005"/>
                  </a:lnTo>
                  <a:lnTo>
                    <a:pt x="8148" y="670"/>
                  </a:lnTo>
                  <a:lnTo>
                    <a:pt x="8632" y="372"/>
                  </a:lnTo>
                  <a:lnTo>
                    <a:pt x="9153" y="112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7"/>
            <p:cNvSpPr/>
            <p:nvPr/>
          </p:nvSpPr>
          <p:spPr>
            <a:xfrm>
              <a:off x="2877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7"/>
            <p:cNvSpPr/>
            <p:nvPr/>
          </p:nvSpPr>
          <p:spPr>
            <a:xfrm>
              <a:off x="596800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43" y="10010"/>
                  </a:lnTo>
                  <a:lnTo>
                    <a:pt x="24966" y="9489"/>
                  </a:lnTo>
                  <a:lnTo>
                    <a:pt x="25301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38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3" y="6959"/>
                  </a:lnTo>
                  <a:lnTo>
                    <a:pt x="2382" y="7256"/>
                  </a:lnTo>
                  <a:lnTo>
                    <a:pt x="2902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405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516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7"/>
            <p:cNvSpPr/>
            <p:nvPr/>
          </p:nvSpPr>
          <p:spPr>
            <a:xfrm>
              <a:off x="7353025" y="2111500"/>
              <a:ext cx="28850" cy="51175"/>
            </a:xfrm>
            <a:custGeom>
              <a:rect b="b" l="l" r="r" t="t"/>
              <a:pathLst>
                <a:path extrusionOk="0" h="2047" w="1154">
                  <a:moveTo>
                    <a:pt x="1154" y="0"/>
                  </a:moveTo>
                  <a:lnTo>
                    <a:pt x="1" y="2046"/>
                  </a:lnTo>
                  <a:lnTo>
                    <a:pt x="1154" y="2046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>
              <a:off x="3650925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7"/>
            <p:cNvSpPr/>
            <p:nvPr/>
          </p:nvSpPr>
          <p:spPr>
            <a:xfrm>
              <a:off x="5195950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7"/>
            <p:cNvSpPr/>
            <p:nvPr/>
          </p:nvSpPr>
          <p:spPr>
            <a:xfrm>
              <a:off x="7358600" y="4159725"/>
              <a:ext cx="23275" cy="39100"/>
            </a:xfrm>
            <a:custGeom>
              <a:rect b="b" l="l" r="r" t="t"/>
              <a:pathLst>
                <a:path extrusionOk="0" h="1564" w="931">
                  <a:moveTo>
                    <a:pt x="931" y="1"/>
                  </a:moveTo>
                  <a:lnTo>
                    <a:pt x="1" y="1563"/>
                  </a:lnTo>
                  <a:lnTo>
                    <a:pt x="931" y="1563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>
              <a:off x="181475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60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2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4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3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4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7"/>
            <p:cNvSpPr/>
            <p:nvPr/>
          </p:nvSpPr>
          <p:spPr>
            <a:xfrm>
              <a:off x="6740975" y="2038925"/>
              <a:ext cx="640900" cy="481875"/>
            </a:xfrm>
            <a:custGeom>
              <a:rect b="b" l="l" r="r" t="t"/>
              <a:pathLst>
                <a:path extrusionOk="0" h="19275" w="25636">
                  <a:moveTo>
                    <a:pt x="22883" y="6810"/>
                  </a:moveTo>
                  <a:lnTo>
                    <a:pt x="24706" y="10010"/>
                  </a:lnTo>
                  <a:lnTo>
                    <a:pt x="24892" y="9600"/>
                  </a:lnTo>
                  <a:lnTo>
                    <a:pt x="25115" y="9191"/>
                  </a:lnTo>
                  <a:lnTo>
                    <a:pt x="25376" y="8856"/>
                  </a:lnTo>
                  <a:lnTo>
                    <a:pt x="25636" y="8484"/>
                  </a:lnTo>
                  <a:lnTo>
                    <a:pt x="25636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7"/>
            <p:cNvSpPr/>
            <p:nvPr/>
          </p:nvSpPr>
          <p:spPr>
            <a:xfrm>
              <a:off x="238125" y="3354200"/>
              <a:ext cx="18625" cy="63275"/>
            </a:xfrm>
            <a:custGeom>
              <a:rect b="b" l="l" r="r" t="t"/>
              <a:pathLst>
                <a:path extrusionOk="0" h="2531" w="745">
                  <a:moveTo>
                    <a:pt x="0" y="1"/>
                  </a:moveTo>
                  <a:lnTo>
                    <a:pt x="0" y="2531"/>
                  </a:lnTo>
                  <a:lnTo>
                    <a:pt x="744" y="1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7"/>
            <p:cNvSpPr/>
            <p:nvPr/>
          </p:nvSpPr>
          <p:spPr>
            <a:xfrm>
              <a:off x="238125" y="3043525"/>
              <a:ext cx="93950" cy="189775"/>
            </a:xfrm>
            <a:custGeom>
              <a:rect b="b" l="l" r="r" t="t"/>
              <a:pathLst>
                <a:path extrusionOk="0" h="7591" w="3758">
                  <a:moveTo>
                    <a:pt x="0" y="0"/>
                  </a:moveTo>
                  <a:lnTo>
                    <a:pt x="0" y="7591"/>
                  </a:lnTo>
                  <a:lnTo>
                    <a:pt x="521" y="7516"/>
                  </a:lnTo>
                  <a:lnTo>
                    <a:pt x="1005" y="7405"/>
                  </a:lnTo>
                  <a:lnTo>
                    <a:pt x="1451" y="7219"/>
                  </a:lnTo>
                  <a:lnTo>
                    <a:pt x="1898" y="6995"/>
                  </a:lnTo>
                  <a:lnTo>
                    <a:pt x="2158" y="6809"/>
                  </a:lnTo>
                  <a:lnTo>
                    <a:pt x="2418" y="6586"/>
                  </a:lnTo>
                  <a:lnTo>
                    <a:pt x="2679" y="6363"/>
                  </a:lnTo>
                  <a:lnTo>
                    <a:pt x="2902" y="6102"/>
                  </a:lnTo>
                  <a:lnTo>
                    <a:pt x="3125" y="5842"/>
                  </a:lnTo>
                  <a:lnTo>
                    <a:pt x="3311" y="5544"/>
                  </a:lnTo>
                  <a:lnTo>
                    <a:pt x="3460" y="5247"/>
                  </a:lnTo>
                  <a:lnTo>
                    <a:pt x="3572" y="4912"/>
                  </a:lnTo>
                  <a:lnTo>
                    <a:pt x="3683" y="4577"/>
                  </a:lnTo>
                  <a:lnTo>
                    <a:pt x="3721" y="4205"/>
                  </a:lnTo>
                  <a:lnTo>
                    <a:pt x="3758" y="3833"/>
                  </a:lnTo>
                  <a:lnTo>
                    <a:pt x="3758" y="3461"/>
                  </a:lnTo>
                  <a:lnTo>
                    <a:pt x="3683" y="3089"/>
                  </a:lnTo>
                  <a:lnTo>
                    <a:pt x="3572" y="2679"/>
                  </a:lnTo>
                  <a:lnTo>
                    <a:pt x="3423" y="2270"/>
                  </a:lnTo>
                  <a:lnTo>
                    <a:pt x="3200" y="1861"/>
                  </a:lnTo>
                  <a:lnTo>
                    <a:pt x="2865" y="1414"/>
                  </a:lnTo>
                  <a:lnTo>
                    <a:pt x="2493" y="1005"/>
                  </a:lnTo>
                  <a:lnTo>
                    <a:pt x="2121" y="670"/>
                  </a:lnTo>
                  <a:lnTo>
                    <a:pt x="1712" y="410"/>
                  </a:lnTo>
                  <a:lnTo>
                    <a:pt x="1302" y="224"/>
                  </a:lnTo>
                  <a:lnTo>
                    <a:pt x="856" y="112"/>
                  </a:lnTo>
                  <a:lnTo>
                    <a:pt x="446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7"/>
            <p:cNvSpPr/>
            <p:nvPr/>
          </p:nvSpPr>
          <p:spPr>
            <a:xfrm>
              <a:off x="980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7"/>
            <p:cNvSpPr/>
            <p:nvPr/>
          </p:nvSpPr>
          <p:spPr>
            <a:xfrm>
              <a:off x="238125" y="3217475"/>
              <a:ext cx="115350" cy="157225"/>
            </a:xfrm>
            <a:custGeom>
              <a:rect b="b" l="l" r="r" t="t"/>
              <a:pathLst>
                <a:path extrusionOk="0" h="6289" w="4614">
                  <a:moveTo>
                    <a:pt x="4614" y="0"/>
                  </a:moveTo>
                  <a:lnTo>
                    <a:pt x="4316" y="409"/>
                  </a:lnTo>
                  <a:lnTo>
                    <a:pt x="3981" y="781"/>
                  </a:lnTo>
                  <a:lnTo>
                    <a:pt x="3609" y="1154"/>
                  </a:lnTo>
                  <a:lnTo>
                    <a:pt x="3237" y="1451"/>
                  </a:lnTo>
                  <a:lnTo>
                    <a:pt x="2865" y="1712"/>
                  </a:lnTo>
                  <a:lnTo>
                    <a:pt x="2456" y="1935"/>
                  </a:lnTo>
                  <a:lnTo>
                    <a:pt x="2084" y="2121"/>
                  </a:lnTo>
                  <a:lnTo>
                    <a:pt x="1674" y="2270"/>
                  </a:lnTo>
                  <a:lnTo>
                    <a:pt x="1265" y="2381"/>
                  </a:lnTo>
                  <a:lnTo>
                    <a:pt x="856" y="2456"/>
                  </a:lnTo>
                  <a:lnTo>
                    <a:pt x="409" y="2530"/>
                  </a:lnTo>
                  <a:lnTo>
                    <a:pt x="0" y="2530"/>
                  </a:lnTo>
                  <a:lnTo>
                    <a:pt x="0" y="4539"/>
                  </a:lnTo>
                  <a:lnTo>
                    <a:pt x="1005" y="6288"/>
                  </a:lnTo>
                  <a:lnTo>
                    <a:pt x="4614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7"/>
            <p:cNvSpPr/>
            <p:nvPr/>
          </p:nvSpPr>
          <p:spPr>
            <a:xfrm>
              <a:off x="1041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90" y="6214"/>
                  </a:lnTo>
                  <a:lnTo>
                    <a:pt x="31962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90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1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7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7" y="8447"/>
                  </a:lnTo>
                  <a:lnTo>
                    <a:pt x="25823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529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3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330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3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92" y="26715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631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4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827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92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7"/>
            <p:cNvSpPr/>
            <p:nvPr/>
          </p:nvSpPr>
          <p:spPr>
            <a:xfrm>
              <a:off x="238125" y="3397000"/>
              <a:ext cx="266975" cy="250225"/>
            </a:xfrm>
            <a:custGeom>
              <a:rect b="b" l="l" r="r" t="t"/>
              <a:pathLst>
                <a:path extrusionOk="0" h="10009" w="10679">
                  <a:moveTo>
                    <a:pt x="1005" y="0"/>
                  </a:moveTo>
                  <a:lnTo>
                    <a:pt x="0" y="1749"/>
                  </a:lnTo>
                  <a:lnTo>
                    <a:pt x="0" y="6846"/>
                  </a:lnTo>
                  <a:lnTo>
                    <a:pt x="5618" y="6809"/>
                  </a:lnTo>
                  <a:lnTo>
                    <a:pt x="5023" y="6809"/>
                  </a:lnTo>
                  <a:lnTo>
                    <a:pt x="1005" y="0"/>
                  </a:lnTo>
                  <a:close/>
                  <a:moveTo>
                    <a:pt x="5618" y="6809"/>
                  </a:moveTo>
                  <a:lnTo>
                    <a:pt x="7441" y="10009"/>
                  </a:lnTo>
                  <a:lnTo>
                    <a:pt x="7702" y="9488"/>
                  </a:lnTo>
                  <a:lnTo>
                    <a:pt x="8000" y="8967"/>
                  </a:lnTo>
                  <a:lnTo>
                    <a:pt x="8334" y="8520"/>
                  </a:lnTo>
                  <a:lnTo>
                    <a:pt x="8744" y="8074"/>
                  </a:lnTo>
                  <a:lnTo>
                    <a:pt x="9190" y="7702"/>
                  </a:lnTo>
                  <a:lnTo>
                    <a:pt x="9637" y="7367"/>
                  </a:lnTo>
                  <a:lnTo>
                    <a:pt x="10120" y="7069"/>
                  </a:lnTo>
                  <a:lnTo>
                    <a:pt x="10678" y="6809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7"/>
            <p:cNvSpPr/>
            <p:nvPr/>
          </p:nvSpPr>
          <p:spPr>
            <a:xfrm>
              <a:off x="238125" y="2910500"/>
              <a:ext cx="129300" cy="359075"/>
            </a:xfrm>
            <a:custGeom>
              <a:rect b="b" l="l" r="r" t="t"/>
              <a:pathLst>
                <a:path extrusionOk="0" h="14363" w="5172">
                  <a:moveTo>
                    <a:pt x="0" y="1"/>
                  </a:moveTo>
                  <a:lnTo>
                    <a:pt x="0" y="4875"/>
                  </a:lnTo>
                  <a:lnTo>
                    <a:pt x="484" y="4875"/>
                  </a:lnTo>
                  <a:lnTo>
                    <a:pt x="967" y="4987"/>
                  </a:lnTo>
                  <a:lnTo>
                    <a:pt x="1451" y="5098"/>
                  </a:lnTo>
                  <a:lnTo>
                    <a:pt x="1935" y="5321"/>
                  </a:lnTo>
                  <a:lnTo>
                    <a:pt x="2381" y="5619"/>
                  </a:lnTo>
                  <a:lnTo>
                    <a:pt x="2828" y="5991"/>
                  </a:lnTo>
                  <a:lnTo>
                    <a:pt x="3237" y="6438"/>
                  </a:lnTo>
                  <a:lnTo>
                    <a:pt x="3609" y="6958"/>
                  </a:lnTo>
                  <a:lnTo>
                    <a:pt x="3832" y="7405"/>
                  </a:lnTo>
                  <a:lnTo>
                    <a:pt x="4018" y="7889"/>
                  </a:lnTo>
                  <a:lnTo>
                    <a:pt x="4130" y="8335"/>
                  </a:lnTo>
                  <a:lnTo>
                    <a:pt x="4204" y="8744"/>
                  </a:lnTo>
                  <a:lnTo>
                    <a:pt x="4242" y="9191"/>
                  </a:lnTo>
                  <a:lnTo>
                    <a:pt x="4204" y="9600"/>
                  </a:lnTo>
                  <a:lnTo>
                    <a:pt x="4130" y="9972"/>
                  </a:lnTo>
                  <a:lnTo>
                    <a:pt x="4018" y="10382"/>
                  </a:lnTo>
                  <a:lnTo>
                    <a:pt x="3907" y="10754"/>
                  </a:lnTo>
                  <a:lnTo>
                    <a:pt x="3721" y="11088"/>
                  </a:lnTo>
                  <a:lnTo>
                    <a:pt x="3497" y="11423"/>
                  </a:lnTo>
                  <a:lnTo>
                    <a:pt x="3274" y="11721"/>
                  </a:lnTo>
                  <a:lnTo>
                    <a:pt x="3014" y="12019"/>
                  </a:lnTo>
                  <a:lnTo>
                    <a:pt x="2753" y="12279"/>
                  </a:lnTo>
                  <a:lnTo>
                    <a:pt x="2456" y="12502"/>
                  </a:lnTo>
                  <a:lnTo>
                    <a:pt x="2121" y="12726"/>
                  </a:lnTo>
                  <a:lnTo>
                    <a:pt x="1637" y="12986"/>
                  </a:lnTo>
                  <a:lnTo>
                    <a:pt x="1116" y="13172"/>
                  </a:lnTo>
                  <a:lnTo>
                    <a:pt x="558" y="13321"/>
                  </a:lnTo>
                  <a:lnTo>
                    <a:pt x="0" y="13395"/>
                  </a:lnTo>
                  <a:lnTo>
                    <a:pt x="0" y="14363"/>
                  </a:lnTo>
                  <a:lnTo>
                    <a:pt x="372" y="14325"/>
                  </a:lnTo>
                  <a:lnTo>
                    <a:pt x="781" y="14288"/>
                  </a:lnTo>
                  <a:lnTo>
                    <a:pt x="1153" y="14214"/>
                  </a:lnTo>
                  <a:lnTo>
                    <a:pt x="1525" y="14102"/>
                  </a:lnTo>
                  <a:lnTo>
                    <a:pt x="1898" y="13953"/>
                  </a:lnTo>
                  <a:lnTo>
                    <a:pt x="2270" y="13805"/>
                  </a:lnTo>
                  <a:lnTo>
                    <a:pt x="2604" y="13581"/>
                  </a:lnTo>
                  <a:lnTo>
                    <a:pt x="2939" y="13358"/>
                  </a:lnTo>
                  <a:lnTo>
                    <a:pt x="3460" y="12949"/>
                  </a:lnTo>
                  <a:lnTo>
                    <a:pt x="3870" y="12502"/>
                  </a:lnTo>
                  <a:lnTo>
                    <a:pt x="4242" y="12019"/>
                  </a:lnTo>
                  <a:lnTo>
                    <a:pt x="4576" y="11498"/>
                  </a:lnTo>
                  <a:lnTo>
                    <a:pt x="4837" y="10940"/>
                  </a:lnTo>
                  <a:lnTo>
                    <a:pt x="5023" y="10344"/>
                  </a:lnTo>
                  <a:lnTo>
                    <a:pt x="5135" y="9749"/>
                  </a:lnTo>
                  <a:lnTo>
                    <a:pt x="5172" y="9117"/>
                  </a:lnTo>
                  <a:lnTo>
                    <a:pt x="5135" y="8856"/>
                  </a:lnTo>
                  <a:lnTo>
                    <a:pt x="5097" y="8558"/>
                  </a:lnTo>
                  <a:lnTo>
                    <a:pt x="5023" y="8224"/>
                  </a:lnTo>
                  <a:lnTo>
                    <a:pt x="4911" y="7851"/>
                  </a:lnTo>
                  <a:lnTo>
                    <a:pt x="4763" y="7442"/>
                  </a:lnTo>
                  <a:lnTo>
                    <a:pt x="4576" y="6996"/>
                  </a:lnTo>
                  <a:lnTo>
                    <a:pt x="4353" y="6586"/>
                  </a:lnTo>
                  <a:lnTo>
                    <a:pt x="4093" y="6177"/>
                  </a:lnTo>
                  <a:lnTo>
                    <a:pt x="1525" y="1712"/>
                  </a:lnTo>
                  <a:lnTo>
                    <a:pt x="1228" y="1229"/>
                  </a:lnTo>
                  <a:lnTo>
                    <a:pt x="856" y="745"/>
                  </a:lnTo>
                  <a:lnTo>
                    <a:pt x="446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7"/>
            <p:cNvSpPr/>
            <p:nvPr/>
          </p:nvSpPr>
          <p:spPr>
            <a:xfrm>
              <a:off x="238125" y="3772775"/>
              <a:ext cx="176750" cy="306050"/>
            </a:xfrm>
            <a:custGeom>
              <a:rect b="b" l="l" r="r" t="t"/>
              <a:pathLst>
                <a:path extrusionOk="0" h="12242" w="7070">
                  <a:moveTo>
                    <a:pt x="1972" y="1"/>
                  </a:moveTo>
                  <a:lnTo>
                    <a:pt x="0" y="3386"/>
                  </a:lnTo>
                  <a:lnTo>
                    <a:pt x="0" y="12242"/>
                  </a:lnTo>
                  <a:lnTo>
                    <a:pt x="70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7"/>
            <p:cNvSpPr/>
            <p:nvPr/>
          </p:nvSpPr>
          <p:spPr>
            <a:xfrm>
              <a:off x="7344650" y="3843475"/>
              <a:ext cx="37225" cy="128375"/>
            </a:xfrm>
            <a:custGeom>
              <a:rect b="b" l="l" r="r" t="t"/>
              <a:pathLst>
                <a:path extrusionOk="0" h="5135" w="1489">
                  <a:moveTo>
                    <a:pt x="1489" y="0"/>
                  </a:moveTo>
                  <a:lnTo>
                    <a:pt x="1" y="2605"/>
                  </a:lnTo>
                  <a:lnTo>
                    <a:pt x="1489" y="5135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7"/>
            <p:cNvSpPr/>
            <p:nvPr/>
          </p:nvSpPr>
          <p:spPr>
            <a:xfrm>
              <a:off x="3693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7"/>
            <p:cNvSpPr/>
            <p:nvPr/>
          </p:nvSpPr>
          <p:spPr>
            <a:xfrm>
              <a:off x="2920750" y="3896500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7"/>
            <p:cNvSpPr/>
            <p:nvPr/>
          </p:nvSpPr>
          <p:spPr>
            <a:xfrm>
              <a:off x="2148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7"/>
            <p:cNvSpPr/>
            <p:nvPr/>
          </p:nvSpPr>
          <p:spPr>
            <a:xfrm>
              <a:off x="446670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7"/>
            <p:cNvSpPr/>
            <p:nvPr/>
          </p:nvSpPr>
          <p:spPr>
            <a:xfrm>
              <a:off x="565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7"/>
            <p:cNvSpPr/>
            <p:nvPr/>
          </p:nvSpPr>
          <p:spPr>
            <a:xfrm>
              <a:off x="7170725" y="4755050"/>
              <a:ext cx="130225" cy="111625"/>
            </a:xfrm>
            <a:custGeom>
              <a:rect b="b" l="l" r="r" t="t"/>
              <a:pathLst>
                <a:path extrusionOk="0" h="4465" w="5209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7"/>
            <p:cNvSpPr/>
            <p:nvPr/>
          </p:nvSpPr>
          <p:spPr>
            <a:xfrm>
              <a:off x="6011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7"/>
            <p:cNvSpPr/>
            <p:nvPr/>
          </p:nvSpPr>
          <p:spPr>
            <a:xfrm>
              <a:off x="5238750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7"/>
            <p:cNvSpPr/>
            <p:nvPr/>
          </p:nvSpPr>
          <p:spPr>
            <a:xfrm>
              <a:off x="238125" y="4402500"/>
              <a:ext cx="112575" cy="188850"/>
            </a:xfrm>
            <a:custGeom>
              <a:rect b="b" l="l" r="r" t="t"/>
              <a:pathLst>
                <a:path extrusionOk="0" h="7554" w="4503">
                  <a:moveTo>
                    <a:pt x="521" y="1"/>
                  </a:moveTo>
                  <a:lnTo>
                    <a:pt x="0" y="75"/>
                  </a:lnTo>
                  <a:lnTo>
                    <a:pt x="0" y="7517"/>
                  </a:lnTo>
                  <a:lnTo>
                    <a:pt x="335" y="7554"/>
                  </a:lnTo>
                  <a:lnTo>
                    <a:pt x="707" y="7554"/>
                  </a:lnTo>
                  <a:lnTo>
                    <a:pt x="1042" y="7517"/>
                  </a:lnTo>
                  <a:lnTo>
                    <a:pt x="1377" y="7479"/>
                  </a:lnTo>
                  <a:lnTo>
                    <a:pt x="1712" y="7368"/>
                  </a:lnTo>
                  <a:lnTo>
                    <a:pt x="2046" y="7256"/>
                  </a:lnTo>
                  <a:lnTo>
                    <a:pt x="2344" y="7107"/>
                  </a:lnTo>
                  <a:lnTo>
                    <a:pt x="2642" y="6958"/>
                  </a:lnTo>
                  <a:lnTo>
                    <a:pt x="2939" y="6772"/>
                  </a:lnTo>
                  <a:lnTo>
                    <a:pt x="3200" y="6549"/>
                  </a:lnTo>
                  <a:lnTo>
                    <a:pt x="3423" y="6326"/>
                  </a:lnTo>
                  <a:lnTo>
                    <a:pt x="3646" y="6065"/>
                  </a:lnTo>
                  <a:lnTo>
                    <a:pt x="3870" y="5805"/>
                  </a:lnTo>
                  <a:lnTo>
                    <a:pt x="4056" y="5507"/>
                  </a:lnTo>
                  <a:lnTo>
                    <a:pt x="4204" y="5210"/>
                  </a:lnTo>
                  <a:lnTo>
                    <a:pt x="4353" y="4875"/>
                  </a:lnTo>
                  <a:lnTo>
                    <a:pt x="4428" y="4540"/>
                  </a:lnTo>
                  <a:lnTo>
                    <a:pt x="4502" y="4168"/>
                  </a:lnTo>
                  <a:lnTo>
                    <a:pt x="4502" y="3796"/>
                  </a:lnTo>
                  <a:lnTo>
                    <a:pt x="4502" y="3424"/>
                  </a:lnTo>
                  <a:lnTo>
                    <a:pt x="4428" y="3052"/>
                  </a:lnTo>
                  <a:lnTo>
                    <a:pt x="4316" y="2642"/>
                  </a:lnTo>
                  <a:lnTo>
                    <a:pt x="4167" y="2233"/>
                  </a:lnTo>
                  <a:lnTo>
                    <a:pt x="3944" y="1824"/>
                  </a:lnTo>
                  <a:lnTo>
                    <a:pt x="3758" y="1526"/>
                  </a:lnTo>
                  <a:lnTo>
                    <a:pt x="3535" y="1266"/>
                  </a:lnTo>
                  <a:lnTo>
                    <a:pt x="3311" y="1043"/>
                  </a:lnTo>
                  <a:lnTo>
                    <a:pt x="3088" y="819"/>
                  </a:lnTo>
                  <a:lnTo>
                    <a:pt x="2865" y="633"/>
                  </a:lnTo>
                  <a:lnTo>
                    <a:pt x="2604" y="484"/>
                  </a:lnTo>
                  <a:lnTo>
                    <a:pt x="2344" y="336"/>
                  </a:lnTo>
                  <a:lnTo>
                    <a:pt x="2121" y="224"/>
                  </a:lnTo>
                  <a:lnTo>
                    <a:pt x="1860" y="112"/>
                  </a:lnTo>
                  <a:lnTo>
                    <a:pt x="1563" y="75"/>
                  </a:lnTo>
                  <a:lnTo>
                    <a:pt x="10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7"/>
            <p:cNvSpPr/>
            <p:nvPr/>
          </p:nvSpPr>
          <p:spPr>
            <a:xfrm>
              <a:off x="238125" y="2717950"/>
              <a:ext cx="643700" cy="481875"/>
            </a:xfrm>
            <a:custGeom>
              <a:rect b="b" l="l" r="r" t="t"/>
              <a:pathLst>
                <a:path extrusionOk="0" h="19275" w="25748">
                  <a:moveTo>
                    <a:pt x="20687" y="6810"/>
                  </a:moveTo>
                  <a:lnTo>
                    <a:pt x="22510" y="10010"/>
                  </a:lnTo>
                  <a:lnTo>
                    <a:pt x="22771" y="9489"/>
                  </a:lnTo>
                  <a:lnTo>
                    <a:pt x="23068" y="8968"/>
                  </a:lnTo>
                  <a:lnTo>
                    <a:pt x="23440" y="8521"/>
                  </a:lnTo>
                  <a:lnTo>
                    <a:pt x="23813" y="8075"/>
                  </a:lnTo>
                  <a:lnTo>
                    <a:pt x="24259" y="7703"/>
                  </a:lnTo>
                  <a:lnTo>
                    <a:pt x="24705" y="7368"/>
                  </a:lnTo>
                  <a:lnTo>
                    <a:pt x="25226" y="7070"/>
                  </a:lnTo>
                  <a:lnTo>
                    <a:pt x="25747" y="6810"/>
                  </a:lnTo>
                  <a:close/>
                  <a:moveTo>
                    <a:pt x="16073" y="1"/>
                  </a:moveTo>
                  <a:lnTo>
                    <a:pt x="12167" y="6810"/>
                  </a:lnTo>
                  <a:lnTo>
                    <a:pt x="3758" y="6810"/>
                  </a:lnTo>
                  <a:lnTo>
                    <a:pt x="670" y="1452"/>
                  </a:lnTo>
                  <a:lnTo>
                    <a:pt x="0" y="2605"/>
                  </a:lnTo>
                  <a:lnTo>
                    <a:pt x="0" y="7145"/>
                  </a:lnTo>
                  <a:lnTo>
                    <a:pt x="558" y="7554"/>
                  </a:lnTo>
                  <a:lnTo>
                    <a:pt x="1079" y="8038"/>
                  </a:lnTo>
                  <a:lnTo>
                    <a:pt x="1525" y="8559"/>
                  </a:lnTo>
                  <a:lnTo>
                    <a:pt x="1935" y="9191"/>
                  </a:lnTo>
                  <a:lnTo>
                    <a:pt x="4465" y="13619"/>
                  </a:lnTo>
                  <a:lnTo>
                    <a:pt x="4763" y="14065"/>
                  </a:lnTo>
                  <a:lnTo>
                    <a:pt x="4986" y="14512"/>
                  </a:lnTo>
                  <a:lnTo>
                    <a:pt x="5172" y="14958"/>
                  </a:lnTo>
                  <a:lnTo>
                    <a:pt x="5358" y="15405"/>
                  </a:lnTo>
                  <a:lnTo>
                    <a:pt x="5469" y="15814"/>
                  </a:lnTo>
                  <a:lnTo>
                    <a:pt x="5544" y="16186"/>
                  </a:lnTo>
                  <a:lnTo>
                    <a:pt x="5618" y="16521"/>
                  </a:lnTo>
                  <a:lnTo>
                    <a:pt x="5618" y="16819"/>
                  </a:lnTo>
                  <a:lnTo>
                    <a:pt x="5581" y="17451"/>
                  </a:lnTo>
                  <a:lnTo>
                    <a:pt x="5469" y="18084"/>
                  </a:lnTo>
                  <a:lnTo>
                    <a:pt x="5283" y="18716"/>
                  </a:lnTo>
                  <a:lnTo>
                    <a:pt x="5060" y="19274"/>
                  </a:lnTo>
                  <a:lnTo>
                    <a:pt x="5060" y="19274"/>
                  </a:lnTo>
                  <a:lnTo>
                    <a:pt x="12278" y="6847"/>
                  </a:lnTo>
                  <a:lnTo>
                    <a:pt x="20687" y="6810"/>
                  </a:lnTo>
                  <a:lnTo>
                    <a:pt x="20092" y="6810"/>
                  </a:lnTo>
                  <a:lnTo>
                    <a:pt x="1607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7"/>
            <p:cNvSpPr/>
            <p:nvPr/>
          </p:nvSpPr>
          <p:spPr>
            <a:xfrm>
              <a:off x="238125" y="1359900"/>
              <a:ext cx="625100" cy="481875"/>
            </a:xfrm>
            <a:custGeom>
              <a:rect b="b" l="l" r="r" t="t"/>
              <a:pathLst>
                <a:path extrusionOk="0" h="19275" w="25004">
                  <a:moveTo>
                    <a:pt x="19943" y="6810"/>
                  </a:moveTo>
                  <a:lnTo>
                    <a:pt x="21766" y="10009"/>
                  </a:lnTo>
                  <a:lnTo>
                    <a:pt x="22027" y="9489"/>
                  </a:lnTo>
                  <a:lnTo>
                    <a:pt x="22324" y="8968"/>
                  </a:lnTo>
                  <a:lnTo>
                    <a:pt x="22659" y="8521"/>
                  </a:lnTo>
                  <a:lnTo>
                    <a:pt x="23068" y="8075"/>
                  </a:lnTo>
                  <a:lnTo>
                    <a:pt x="23515" y="7703"/>
                  </a:lnTo>
                  <a:lnTo>
                    <a:pt x="23961" y="7368"/>
                  </a:lnTo>
                  <a:lnTo>
                    <a:pt x="24445" y="7070"/>
                  </a:lnTo>
                  <a:lnTo>
                    <a:pt x="25003" y="6810"/>
                  </a:lnTo>
                  <a:close/>
                  <a:moveTo>
                    <a:pt x="15329" y="1"/>
                  </a:moveTo>
                  <a:lnTo>
                    <a:pt x="11423" y="6810"/>
                  </a:lnTo>
                  <a:lnTo>
                    <a:pt x="3014" y="6810"/>
                  </a:lnTo>
                  <a:lnTo>
                    <a:pt x="0" y="1564"/>
                  </a:lnTo>
                  <a:lnTo>
                    <a:pt x="0" y="7740"/>
                  </a:lnTo>
                  <a:lnTo>
                    <a:pt x="335" y="8038"/>
                  </a:lnTo>
                  <a:lnTo>
                    <a:pt x="633" y="8410"/>
                  </a:lnTo>
                  <a:lnTo>
                    <a:pt x="930" y="8782"/>
                  </a:lnTo>
                  <a:lnTo>
                    <a:pt x="1191" y="9191"/>
                  </a:lnTo>
                  <a:lnTo>
                    <a:pt x="3721" y="13619"/>
                  </a:lnTo>
                  <a:lnTo>
                    <a:pt x="3981" y="14065"/>
                  </a:lnTo>
                  <a:lnTo>
                    <a:pt x="4242" y="14512"/>
                  </a:lnTo>
                  <a:lnTo>
                    <a:pt x="4428" y="14958"/>
                  </a:lnTo>
                  <a:lnTo>
                    <a:pt x="4614" y="15404"/>
                  </a:lnTo>
                  <a:lnTo>
                    <a:pt x="4725" y="15814"/>
                  </a:lnTo>
                  <a:lnTo>
                    <a:pt x="4800" y="16186"/>
                  </a:lnTo>
                  <a:lnTo>
                    <a:pt x="4837" y="16521"/>
                  </a:lnTo>
                  <a:lnTo>
                    <a:pt x="4874" y="16818"/>
                  </a:lnTo>
                  <a:lnTo>
                    <a:pt x="4837" y="17451"/>
                  </a:lnTo>
                  <a:lnTo>
                    <a:pt x="4725" y="18083"/>
                  </a:lnTo>
                  <a:lnTo>
                    <a:pt x="4539" y="18716"/>
                  </a:lnTo>
                  <a:lnTo>
                    <a:pt x="4279" y="19274"/>
                  </a:lnTo>
                  <a:lnTo>
                    <a:pt x="11534" y="6847"/>
                  </a:lnTo>
                  <a:lnTo>
                    <a:pt x="19943" y="6810"/>
                  </a:lnTo>
                  <a:lnTo>
                    <a:pt x="19348" y="6810"/>
                  </a:lnTo>
                  <a:lnTo>
                    <a:pt x="1532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7"/>
            <p:cNvSpPr/>
            <p:nvPr/>
          </p:nvSpPr>
          <p:spPr>
            <a:xfrm>
              <a:off x="956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9" y="8075"/>
                  </a:lnTo>
                  <a:lnTo>
                    <a:pt x="26418" y="7703"/>
                  </a:lnTo>
                  <a:lnTo>
                    <a:pt x="26902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6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7"/>
            <p:cNvSpPr/>
            <p:nvPr/>
          </p:nvSpPr>
          <p:spPr>
            <a:xfrm>
              <a:off x="1357125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7"/>
            <p:cNvSpPr/>
            <p:nvPr/>
          </p:nvSpPr>
          <p:spPr>
            <a:xfrm>
              <a:off x="137572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7"/>
            <p:cNvSpPr/>
            <p:nvPr/>
          </p:nvSpPr>
          <p:spPr>
            <a:xfrm>
              <a:off x="6783750" y="38965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10" y="782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7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7"/>
            <p:cNvSpPr/>
            <p:nvPr/>
          </p:nvSpPr>
          <p:spPr>
            <a:xfrm>
              <a:off x="2105900" y="2038925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0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7"/>
            <p:cNvSpPr/>
            <p:nvPr/>
          </p:nvSpPr>
          <p:spPr>
            <a:xfrm>
              <a:off x="238125" y="2414725"/>
              <a:ext cx="158150" cy="273500"/>
            </a:xfrm>
            <a:custGeom>
              <a:rect b="b" l="l" r="r" t="t"/>
              <a:pathLst>
                <a:path extrusionOk="0" h="10940" w="6326">
                  <a:moveTo>
                    <a:pt x="1228" y="0"/>
                  </a:moveTo>
                  <a:lnTo>
                    <a:pt x="0" y="2084"/>
                  </a:lnTo>
                  <a:lnTo>
                    <a:pt x="0" y="10939"/>
                  </a:lnTo>
                  <a:lnTo>
                    <a:pt x="63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7"/>
            <p:cNvSpPr/>
            <p:nvPr/>
          </p:nvSpPr>
          <p:spPr>
            <a:xfrm>
              <a:off x="603675" y="38965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7"/>
            <p:cNvSpPr/>
            <p:nvPr/>
          </p:nvSpPr>
          <p:spPr>
            <a:xfrm>
              <a:off x="1752450" y="321747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7"/>
            <p:cNvSpPr/>
            <p:nvPr/>
          </p:nvSpPr>
          <p:spPr>
            <a:xfrm>
              <a:off x="2525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6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7"/>
            <p:cNvSpPr/>
            <p:nvPr/>
          </p:nvSpPr>
          <p:spPr>
            <a:xfrm>
              <a:off x="2501225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9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7"/>
            <p:cNvSpPr/>
            <p:nvPr/>
          </p:nvSpPr>
          <p:spPr>
            <a:xfrm>
              <a:off x="5615450" y="32174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7"/>
            <p:cNvSpPr/>
            <p:nvPr/>
          </p:nvSpPr>
          <p:spPr>
            <a:xfrm>
              <a:off x="4046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7"/>
            <p:cNvSpPr/>
            <p:nvPr/>
          </p:nvSpPr>
          <p:spPr>
            <a:xfrm>
              <a:off x="4843425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3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7"/>
            <p:cNvSpPr/>
            <p:nvPr/>
          </p:nvSpPr>
          <p:spPr>
            <a:xfrm>
              <a:off x="3298400" y="321747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7"/>
            <p:cNvSpPr/>
            <p:nvPr/>
          </p:nvSpPr>
          <p:spPr>
            <a:xfrm>
              <a:off x="4070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7"/>
            <p:cNvSpPr/>
            <p:nvPr/>
          </p:nvSpPr>
          <p:spPr>
            <a:xfrm>
              <a:off x="3274200" y="2717950"/>
              <a:ext cx="697675" cy="481875"/>
            </a:xfrm>
            <a:custGeom>
              <a:rect b="b" l="l" r="r" t="t"/>
              <a:pathLst>
                <a:path extrusionOk="0" h="19275" w="27907">
                  <a:moveTo>
                    <a:pt x="22846" y="6810"/>
                  </a:moveTo>
                  <a:lnTo>
                    <a:pt x="24706" y="10010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7" y="6810"/>
                  </a:lnTo>
                  <a:lnTo>
                    <a:pt x="2828" y="1452"/>
                  </a:lnTo>
                  <a:lnTo>
                    <a:pt x="1" y="6401"/>
                  </a:lnTo>
                  <a:lnTo>
                    <a:pt x="596" y="6512"/>
                  </a:lnTo>
                  <a:lnTo>
                    <a:pt x="1229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4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5" y="14512"/>
                  </a:lnTo>
                  <a:lnTo>
                    <a:pt x="7368" y="14958"/>
                  </a:lnTo>
                  <a:lnTo>
                    <a:pt x="7517" y="15405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40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1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7"/>
            <p:cNvSpPr/>
            <p:nvPr/>
          </p:nvSpPr>
          <p:spPr>
            <a:xfrm>
              <a:off x="7371625" y="3502100"/>
              <a:ext cx="10250" cy="18625"/>
            </a:xfrm>
            <a:custGeom>
              <a:rect b="b" l="l" r="r" t="t"/>
              <a:pathLst>
                <a:path extrusionOk="0" h="745" w="410">
                  <a:moveTo>
                    <a:pt x="410" y="0"/>
                  </a:moveTo>
                  <a:lnTo>
                    <a:pt x="1" y="745"/>
                  </a:lnTo>
                  <a:lnTo>
                    <a:pt x="410" y="745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7"/>
            <p:cNvSpPr/>
            <p:nvPr/>
          </p:nvSpPr>
          <p:spPr>
            <a:xfrm>
              <a:off x="7326050" y="2452850"/>
              <a:ext cx="55825" cy="192575"/>
            </a:xfrm>
            <a:custGeom>
              <a:rect b="b" l="l" r="r" t="t"/>
              <a:pathLst>
                <a:path extrusionOk="0" h="7703" w="2233">
                  <a:moveTo>
                    <a:pt x="2233" y="1"/>
                  </a:moveTo>
                  <a:lnTo>
                    <a:pt x="1" y="3908"/>
                  </a:lnTo>
                  <a:lnTo>
                    <a:pt x="2233" y="770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7"/>
            <p:cNvSpPr/>
            <p:nvPr/>
          </p:nvSpPr>
          <p:spPr>
            <a:xfrm>
              <a:off x="7340000" y="2769125"/>
              <a:ext cx="41875" cy="71650"/>
            </a:xfrm>
            <a:custGeom>
              <a:rect b="b" l="l" r="r" t="t"/>
              <a:pathLst>
                <a:path extrusionOk="0" h="2866" w="1675">
                  <a:moveTo>
                    <a:pt x="1675" y="0"/>
                  </a:moveTo>
                  <a:lnTo>
                    <a:pt x="1" y="2865"/>
                  </a:lnTo>
                  <a:lnTo>
                    <a:pt x="1675" y="2865"/>
                  </a:lnTo>
                  <a:lnTo>
                    <a:pt x="167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7"/>
            <p:cNvSpPr/>
            <p:nvPr/>
          </p:nvSpPr>
          <p:spPr>
            <a:xfrm>
              <a:off x="1728250" y="2717950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7"/>
            <p:cNvSpPr/>
            <p:nvPr/>
          </p:nvSpPr>
          <p:spPr>
            <a:xfrm>
              <a:off x="4819225" y="271795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6"/>
                  </a:lnTo>
                  <a:lnTo>
                    <a:pt x="3312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7"/>
            <p:cNvSpPr/>
            <p:nvPr/>
          </p:nvSpPr>
          <p:spPr>
            <a:xfrm>
              <a:off x="5591275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1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7"/>
            <p:cNvSpPr/>
            <p:nvPr/>
          </p:nvSpPr>
          <p:spPr>
            <a:xfrm>
              <a:off x="6364250" y="271795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46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1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5" y="7256"/>
                  </a:lnTo>
                  <a:lnTo>
                    <a:pt x="2865" y="7666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9"/>
                  </a:lnTo>
                  <a:lnTo>
                    <a:pt x="7777" y="17451"/>
                  </a:lnTo>
                  <a:lnTo>
                    <a:pt x="7665" y="18084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7"/>
            <p:cNvSpPr/>
            <p:nvPr/>
          </p:nvSpPr>
          <p:spPr>
            <a:xfrm>
              <a:off x="7136300" y="2754250"/>
              <a:ext cx="245575" cy="445575"/>
            </a:xfrm>
            <a:custGeom>
              <a:rect b="b" l="l" r="r" t="t"/>
              <a:pathLst>
                <a:path extrusionOk="0" h="17823" w="9823">
                  <a:moveTo>
                    <a:pt x="2865" y="0"/>
                  </a:moveTo>
                  <a:lnTo>
                    <a:pt x="0" y="4949"/>
                  </a:lnTo>
                  <a:lnTo>
                    <a:pt x="633" y="5060"/>
                  </a:lnTo>
                  <a:lnTo>
                    <a:pt x="1265" y="5246"/>
                  </a:lnTo>
                  <a:lnTo>
                    <a:pt x="1824" y="5507"/>
                  </a:lnTo>
                  <a:lnTo>
                    <a:pt x="2382" y="5804"/>
                  </a:lnTo>
                  <a:lnTo>
                    <a:pt x="2865" y="6214"/>
                  </a:lnTo>
                  <a:lnTo>
                    <a:pt x="3349" y="6660"/>
                  </a:lnTo>
                  <a:lnTo>
                    <a:pt x="3758" y="7181"/>
                  </a:lnTo>
                  <a:lnTo>
                    <a:pt x="4130" y="7739"/>
                  </a:lnTo>
                  <a:lnTo>
                    <a:pt x="6698" y="12167"/>
                  </a:lnTo>
                  <a:lnTo>
                    <a:pt x="6958" y="12613"/>
                  </a:lnTo>
                  <a:lnTo>
                    <a:pt x="7181" y="13060"/>
                  </a:lnTo>
                  <a:lnTo>
                    <a:pt x="7405" y="13506"/>
                  </a:lnTo>
                  <a:lnTo>
                    <a:pt x="7553" y="13953"/>
                  </a:lnTo>
                  <a:lnTo>
                    <a:pt x="7665" y="14362"/>
                  </a:lnTo>
                  <a:lnTo>
                    <a:pt x="7777" y="14734"/>
                  </a:lnTo>
                  <a:lnTo>
                    <a:pt x="7814" y="15069"/>
                  </a:lnTo>
                  <a:lnTo>
                    <a:pt x="7814" y="15367"/>
                  </a:lnTo>
                  <a:lnTo>
                    <a:pt x="7777" y="15999"/>
                  </a:lnTo>
                  <a:lnTo>
                    <a:pt x="7665" y="16632"/>
                  </a:lnTo>
                  <a:lnTo>
                    <a:pt x="7516" y="17227"/>
                  </a:lnTo>
                  <a:lnTo>
                    <a:pt x="7256" y="17822"/>
                  </a:lnTo>
                  <a:lnTo>
                    <a:pt x="9823" y="13395"/>
                  </a:lnTo>
                  <a:lnTo>
                    <a:pt x="9823" y="5358"/>
                  </a:lnTo>
                  <a:lnTo>
                    <a:pt x="5953" y="5358"/>
                  </a:lnTo>
                  <a:lnTo>
                    <a:pt x="286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7"/>
            <p:cNvSpPr/>
            <p:nvPr/>
          </p:nvSpPr>
          <p:spPr>
            <a:xfrm>
              <a:off x="1686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8" y="4205"/>
                  </a:lnTo>
                  <a:lnTo>
                    <a:pt x="112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8" y="7553"/>
                  </a:lnTo>
                  <a:lnTo>
                    <a:pt x="4540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6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7"/>
            <p:cNvSpPr/>
            <p:nvPr/>
          </p:nvSpPr>
          <p:spPr>
            <a:xfrm>
              <a:off x="2130100" y="2538450"/>
              <a:ext cx="146050" cy="157200"/>
            </a:xfrm>
            <a:custGeom>
              <a:rect b="b" l="l" r="r" t="t"/>
              <a:pathLst>
                <a:path extrusionOk="0" h="6288" w="5842">
                  <a:moveTo>
                    <a:pt x="5842" y="0"/>
                  </a:moveTo>
                  <a:lnTo>
                    <a:pt x="5544" y="409"/>
                  </a:lnTo>
                  <a:lnTo>
                    <a:pt x="5209" y="781"/>
                  </a:lnTo>
                  <a:lnTo>
                    <a:pt x="4837" y="1153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6"/>
                  </a:lnTo>
                  <a:lnTo>
                    <a:pt x="2828" y="2270"/>
                  </a:lnTo>
                  <a:lnTo>
                    <a:pt x="2270" y="2418"/>
                  </a:lnTo>
                  <a:lnTo>
                    <a:pt x="1712" y="2530"/>
                  </a:lnTo>
                  <a:lnTo>
                    <a:pt x="1116" y="2567"/>
                  </a:lnTo>
                  <a:lnTo>
                    <a:pt x="558" y="2530"/>
                  </a:lnTo>
                  <a:lnTo>
                    <a:pt x="0" y="2418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7"/>
            <p:cNvSpPr/>
            <p:nvPr/>
          </p:nvSpPr>
          <p:spPr>
            <a:xfrm>
              <a:off x="2902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7"/>
            <p:cNvSpPr/>
            <p:nvPr/>
          </p:nvSpPr>
          <p:spPr>
            <a:xfrm>
              <a:off x="5220125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7"/>
            <p:cNvSpPr/>
            <p:nvPr/>
          </p:nvSpPr>
          <p:spPr>
            <a:xfrm>
              <a:off x="4447150" y="2538450"/>
              <a:ext cx="147000" cy="157200"/>
            </a:xfrm>
            <a:custGeom>
              <a:rect b="b" l="l" r="r" t="t"/>
              <a:pathLst>
                <a:path extrusionOk="0" h="6288" w="5880">
                  <a:moveTo>
                    <a:pt x="5880" y="0"/>
                  </a:moveTo>
                  <a:lnTo>
                    <a:pt x="5582" y="409"/>
                  </a:lnTo>
                  <a:lnTo>
                    <a:pt x="5247" y="781"/>
                  </a:lnTo>
                  <a:lnTo>
                    <a:pt x="4875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50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8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7"/>
            <p:cNvSpPr/>
            <p:nvPr/>
          </p:nvSpPr>
          <p:spPr>
            <a:xfrm>
              <a:off x="3675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3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7"/>
            <p:cNvSpPr/>
            <p:nvPr/>
          </p:nvSpPr>
          <p:spPr>
            <a:xfrm>
              <a:off x="1540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7"/>
            <p:cNvSpPr/>
            <p:nvPr/>
          </p:nvSpPr>
          <p:spPr>
            <a:xfrm>
              <a:off x="1190625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57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7"/>
            <p:cNvSpPr/>
            <p:nvPr/>
          </p:nvSpPr>
          <p:spPr>
            <a:xfrm>
              <a:off x="1372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7"/>
            <p:cNvSpPr/>
            <p:nvPr/>
          </p:nvSpPr>
          <p:spPr>
            <a:xfrm>
              <a:off x="599310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8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8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7"/>
            <p:cNvSpPr/>
            <p:nvPr/>
          </p:nvSpPr>
          <p:spPr>
            <a:xfrm>
              <a:off x="6976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61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7"/>
            <p:cNvSpPr/>
            <p:nvPr/>
          </p:nvSpPr>
          <p:spPr>
            <a:xfrm>
              <a:off x="6388425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45" y="1786"/>
                  </a:lnTo>
                  <a:lnTo>
                    <a:pt x="3387" y="2046"/>
                  </a:lnTo>
                  <a:lnTo>
                    <a:pt x="2866" y="2270"/>
                  </a:lnTo>
                  <a:lnTo>
                    <a:pt x="2308" y="2419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7"/>
            <p:cNvSpPr/>
            <p:nvPr/>
          </p:nvSpPr>
          <p:spPr>
            <a:xfrm>
              <a:off x="7161400" y="32174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4"/>
                  </a:lnTo>
                  <a:lnTo>
                    <a:pt x="4429" y="1451"/>
                  </a:lnTo>
                  <a:lnTo>
                    <a:pt x="3908" y="1786"/>
                  </a:lnTo>
                  <a:lnTo>
                    <a:pt x="3387" y="2046"/>
                  </a:lnTo>
                  <a:lnTo>
                    <a:pt x="2829" y="2270"/>
                  </a:lnTo>
                  <a:lnTo>
                    <a:pt x="2271" y="2419"/>
                  </a:lnTo>
                  <a:lnTo>
                    <a:pt x="1712" y="2530"/>
                  </a:lnTo>
                  <a:lnTo>
                    <a:pt x="1117" y="2567"/>
                  </a:lnTo>
                  <a:lnTo>
                    <a:pt x="559" y="2530"/>
                  </a:lnTo>
                  <a:lnTo>
                    <a:pt x="1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7"/>
            <p:cNvSpPr/>
            <p:nvPr/>
          </p:nvSpPr>
          <p:spPr>
            <a:xfrm>
              <a:off x="7222800" y="3112350"/>
              <a:ext cx="159075" cy="443725"/>
            </a:xfrm>
            <a:custGeom>
              <a:rect b="b" l="l" r="r" t="t"/>
              <a:pathLst>
                <a:path extrusionOk="0" h="17749" w="6363">
                  <a:moveTo>
                    <a:pt x="6363" y="1"/>
                  </a:moveTo>
                  <a:lnTo>
                    <a:pt x="1" y="10940"/>
                  </a:lnTo>
                  <a:lnTo>
                    <a:pt x="4019" y="17748"/>
                  </a:lnTo>
                  <a:lnTo>
                    <a:pt x="6363" y="17748"/>
                  </a:lnTo>
                  <a:lnTo>
                    <a:pt x="6363" y="16781"/>
                  </a:lnTo>
                  <a:lnTo>
                    <a:pt x="5172" y="16781"/>
                  </a:lnTo>
                  <a:lnTo>
                    <a:pt x="6363" y="14697"/>
                  </a:lnTo>
                  <a:lnTo>
                    <a:pt x="6363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7"/>
            <p:cNvSpPr/>
            <p:nvPr/>
          </p:nvSpPr>
          <p:spPr>
            <a:xfrm>
              <a:off x="7157700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7" y="4428"/>
                  </a:lnTo>
                  <a:lnTo>
                    <a:pt x="7665" y="4428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7"/>
            <p:cNvSpPr/>
            <p:nvPr/>
          </p:nvSpPr>
          <p:spPr>
            <a:xfrm>
              <a:off x="6765150" y="2538450"/>
              <a:ext cx="146075" cy="157200"/>
            </a:xfrm>
            <a:custGeom>
              <a:rect b="b" l="l" r="r" t="t"/>
              <a:pathLst>
                <a:path extrusionOk="0" h="6288" w="5843">
                  <a:moveTo>
                    <a:pt x="5842" y="0"/>
                  </a:moveTo>
                  <a:lnTo>
                    <a:pt x="5545" y="409"/>
                  </a:lnTo>
                  <a:lnTo>
                    <a:pt x="5210" y="781"/>
                  </a:lnTo>
                  <a:lnTo>
                    <a:pt x="4838" y="1153"/>
                  </a:lnTo>
                  <a:lnTo>
                    <a:pt x="4466" y="1451"/>
                  </a:lnTo>
                  <a:lnTo>
                    <a:pt x="3945" y="1786"/>
                  </a:lnTo>
                  <a:lnTo>
                    <a:pt x="3424" y="2046"/>
                  </a:lnTo>
                  <a:lnTo>
                    <a:pt x="2866" y="2270"/>
                  </a:lnTo>
                  <a:lnTo>
                    <a:pt x="2308" y="2418"/>
                  </a:lnTo>
                  <a:lnTo>
                    <a:pt x="1712" y="2530"/>
                  </a:lnTo>
                  <a:lnTo>
                    <a:pt x="1154" y="2567"/>
                  </a:lnTo>
                  <a:lnTo>
                    <a:pt x="596" y="2530"/>
                  </a:lnTo>
                  <a:lnTo>
                    <a:pt x="1" y="2418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7"/>
            <p:cNvSpPr/>
            <p:nvPr/>
          </p:nvSpPr>
          <p:spPr>
            <a:xfrm>
              <a:off x="6827475" y="2221250"/>
              <a:ext cx="554400" cy="655800"/>
            </a:xfrm>
            <a:custGeom>
              <a:rect b="b" l="l" r="r" t="t"/>
              <a:pathLst>
                <a:path extrusionOk="0" h="26232" w="22176">
                  <a:moveTo>
                    <a:pt x="18604" y="968"/>
                  </a:moveTo>
                  <a:lnTo>
                    <a:pt x="21692" y="6326"/>
                  </a:lnTo>
                  <a:lnTo>
                    <a:pt x="15516" y="6326"/>
                  </a:lnTo>
                  <a:lnTo>
                    <a:pt x="12391" y="968"/>
                  </a:lnTo>
                  <a:close/>
                  <a:moveTo>
                    <a:pt x="21692" y="7293"/>
                  </a:moveTo>
                  <a:lnTo>
                    <a:pt x="11312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1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604" y="26231"/>
                  </a:lnTo>
                  <a:lnTo>
                    <a:pt x="22176" y="26231"/>
                  </a:lnTo>
                  <a:lnTo>
                    <a:pt x="22176" y="25264"/>
                  </a:lnTo>
                  <a:lnTo>
                    <a:pt x="19720" y="25264"/>
                  </a:lnTo>
                  <a:lnTo>
                    <a:pt x="22176" y="20985"/>
                  </a:lnTo>
                  <a:lnTo>
                    <a:pt x="22176" y="17860"/>
                  </a:lnTo>
                  <a:lnTo>
                    <a:pt x="19385" y="13172"/>
                  </a:lnTo>
                  <a:lnTo>
                    <a:pt x="22176" y="8335"/>
                  </a:lnTo>
                  <a:lnTo>
                    <a:pt x="22176" y="1972"/>
                  </a:lnTo>
                  <a:lnTo>
                    <a:pt x="21990" y="2270"/>
                  </a:lnTo>
                  <a:lnTo>
                    <a:pt x="21804" y="2605"/>
                  </a:lnTo>
                  <a:lnTo>
                    <a:pt x="21655" y="2977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6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7"/>
            <p:cNvSpPr/>
            <p:nvPr/>
          </p:nvSpPr>
          <p:spPr>
            <a:xfrm>
              <a:off x="4422975" y="2038925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10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6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5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7"/>
            <p:cNvSpPr/>
            <p:nvPr/>
          </p:nvSpPr>
          <p:spPr>
            <a:xfrm>
              <a:off x="2544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96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7"/>
            <p:cNvSpPr/>
            <p:nvPr/>
          </p:nvSpPr>
          <p:spPr>
            <a:xfrm>
              <a:off x="3317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7"/>
            <p:cNvSpPr/>
            <p:nvPr/>
          </p:nvSpPr>
          <p:spPr>
            <a:xfrm>
              <a:off x="177197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7" y="2568"/>
                  </a:lnTo>
                  <a:lnTo>
                    <a:pt x="559" y="2530"/>
                  </a:lnTo>
                  <a:lnTo>
                    <a:pt x="0" y="2419"/>
                  </a:lnTo>
                  <a:lnTo>
                    <a:pt x="2196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7"/>
            <p:cNvSpPr/>
            <p:nvPr/>
          </p:nvSpPr>
          <p:spPr>
            <a:xfrm>
              <a:off x="999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7"/>
            <p:cNvSpPr/>
            <p:nvPr/>
          </p:nvSpPr>
          <p:spPr>
            <a:xfrm>
              <a:off x="563500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16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7"/>
            <p:cNvSpPr/>
            <p:nvPr/>
          </p:nvSpPr>
          <p:spPr>
            <a:xfrm>
              <a:off x="238125" y="4575525"/>
              <a:ext cx="134900" cy="157225"/>
            </a:xfrm>
            <a:custGeom>
              <a:rect b="b" l="l" r="r" t="t"/>
              <a:pathLst>
                <a:path extrusionOk="0" h="6289" w="5396">
                  <a:moveTo>
                    <a:pt x="5395" y="0"/>
                  </a:moveTo>
                  <a:lnTo>
                    <a:pt x="5097" y="410"/>
                  </a:lnTo>
                  <a:lnTo>
                    <a:pt x="4763" y="782"/>
                  </a:lnTo>
                  <a:lnTo>
                    <a:pt x="4390" y="1154"/>
                  </a:lnTo>
                  <a:lnTo>
                    <a:pt x="3981" y="1451"/>
                  </a:lnTo>
                  <a:lnTo>
                    <a:pt x="3497" y="1749"/>
                  </a:lnTo>
                  <a:lnTo>
                    <a:pt x="3051" y="2009"/>
                  </a:lnTo>
                  <a:lnTo>
                    <a:pt x="2567" y="2195"/>
                  </a:lnTo>
                  <a:lnTo>
                    <a:pt x="2046" y="2381"/>
                  </a:lnTo>
                  <a:lnTo>
                    <a:pt x="1563" y="2493"/>
                  </a:lnTo>
                  <a:lnTo>
                    <a:pt x="1042" y="2530"/>
                  </a:lnTo>
                  <a:lnTo>
                    <a:pt x="521" y="2530"/>
                  </a:lnTo>
                  <a:lnTo>
                    <a:pt x="0" y="2493"/>
                  </a:lnTo>
                  <a:lnTo>
                    <a:pt x="0" y="3237"/>
                  </a:lnTo>
                  <a:lnTo>
                    <a:pt x="1749" y="6288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7"/>
            <p:cNvSpPr/>
            <p:nvPr/>
          </p:nvSpPr>
          <p:spPr>
            <a:xfrm>
              <a:off x="4089050" y="4575525"/>
              <a:ext cx="146975" cy="157225"/>
            </a:xfrm>
            <a:custGeom>
              <a:rect b="b" l="l" r="r" t="t"/>
              <a:pathLst>
                <a:path extrusionOk="0" h="6289" w="5879">
                  <a:moveTo>
                    <a:pt x="5879" y="0"/>
                  </a:moveTo>
                  <a:lnTo>
                    <a:pt x="5581" y="410"/>
                  </a:lnTo>
                  <a:lnTo>
                    <a:pt x="5246" y="782"/>
                  </a:lnTo>
                  <a:lnTo>
                    <a:pt x="4874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49" y="2530"/>
                  </a:lnTo>
                  <a:lnTo>
                    <a:pt x="1154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3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7"/>
            <p:cNvSpPr/>
            <p:nvPr/>
          </p:nvSpPr>
          <p:spPr>
            <a:xfrm>
              <a:off x="6407050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3" y="2568"/>
                  </a:lnTo>
                  <a:lnTo>
                    <a:pt x="595" y="2530"/>
                  </a:lnTo>
                  <a:lnTo>
                    <a:pt x="0" y="2419"/>
                  </a:lnTo>
                  <a:lnTo>
                    <a:pt x="2232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7"/>
            <p:cNvSpPr/>
            <p:nvPr/>
          </p:nvSpPr>
          <p:spPr>
            <a:xfrm>
              <a:off x="4862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44" y="1786"/>
                  </a:lnTo>
                  <a:lnTo>
                    <a:pt x="3386" y="2047"/>
                  </a:lnTo>
                  <a:lnTo>
                    <a:pt x="2865" y="2270"/>
                  </a:lnTo>
                  <a:lnTo>
                    <a:pt x="2307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7"/>
            <p:cNvSpPr/>
            <p:nvPr/>
          </p:nvSpPr>
          <p:spPr>
            <a:xfrm>
              <a:off x="2482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8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7" y="6959"/>
                  </a:lnTo>
                  <a:lnTo>
                    <a:pt x="2345" y="7256"/>
                  </a:lnTo>
                  <a:lnTo>
                    <a:pt x="2866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8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7"/>
            <p:cNvSpPr/>
            <p:nvPr/>
          </p:nvSpPr>
          <p:spPr>
            <a:xfrm>
              <a:off x="3254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65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7"/>
            <p:cNvSpPr/>
            <p:nvPr/>
          </p:nvSpPr>
          <p:spPr>
            <a:xfrm>
              <a:off x="238125" y="1859400"/>
              <a:ext cx="96750" cy="157225"/>
            </a:xfrm>
            <a:custGeom>
              <a:rect b="b" l="l" r="r" t="t"/>
              <a:pathLst>
                <a:path extrusionOk="0" h="6289" w="3870">
                  <a:moveTo>
                    <a:pt x="3870" y="1"/>
                  </a:moveTo>
                  <a:lnTo>
                    <a:pt x="3572" y="410"/>
                  </a:lnTo>
                  <a:lnTo>
                    <a:pt x="3237" y="782"/>
                  </a:lnTo>
                  <a:lnTo>
                    <a:pt x="2865" y="1154"/>
                  </a:lnTo>
                  <a:lnTo>
                    <a:pt x="2456" y="1452"/>
                  </a:lnTo>
                  <a:lnTo>
                    <a:pt x="1898" y="1824"/>
                  </a:lnTo>
                  <a:lnTo>
                    <a:pt x="1265" y="2122"/>
                  </a:lnTo>
                  <a:lnTo>
                    <a:pt x="633" y="2345"/>
                  </a:lnTo>
                  <a:lnTo>
                    <a:pt x="0" y="2494"/>
                  </a:lnTo>
                  <a:lnTo>
                    <a:pt x="0" y="5842"/>
                  </a:lnTo>
                  <a:lnTo>
                    <a:pt x="260" y="628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7"/>
            <p:cNvSpPr/>
            <p:nvPr/>
          </p:nvSpPr>
          <p:spPr>
            <a:xfrm>
              <a:off x="1709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1" y="9191"/>
                  </a:lnTo>
                  <a:lnTo>
                    <a:pt x="6661" y="13619"/>
                  </a:lnTo>
                  <a:lnTo>
                    <a:pt x="6958" y="14065"/>
                  </a:lnTo>
                  <a:lnTo>
                    <a:pt x="7181" y="14512"/>
                  </a:lnTo>
                  <a:lnTo>
                    <a:pt x="7368" y="14958"/>
                  </a:lnTo>
                  <a:lnTo>
                    <a:pt x="7554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  <a:moveTo>
                    <a:pt x="7256" y="19274"/>
                  </a:moveTo>
                  <a:lnTo>
                    <a:pt x="7256" y="19274"/>
                  </a:lnTo>
                  <a:lnTo>
                    <a:pt x="7256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7"/>
            <p:cNvSpPr/>
            <p:nvPr/>
          </p:nvSpPr>
          <p:spPr>
            <a:xfrm>
              <a:off x="238125" y="1687325"/>
              <a:ext cx="75350" cy="185125"/>
            </a:xfrm>
            <a:custGeom>
              <a:rect b="b" l="l" r="r" t="t"/>
              <a:pathLst>
                <a:path extrusionOk="0" h="7405" w="3014">
                  <a:moveTo>
                    <a:pt x="0" y="1"/>
                  </a:moveTo>
                  <a:lnTo>
                    <a:pt x="0" y="7405"/>
                  </a:lnTo>
                  <a:lnTo>
                    <a:pt x="298" y="7330"/>
                  </a:lnTo>
                  <a:lnTo>
                    <a:pt x="595" y="7219"/>
                  </a:lnTo>
                  <a:lnTo>
                    <a:pt x="856" y="7070"/>
                  </a:lnTo>
                  <a:lnTo>
                    <a:pt x="1153" y="6921"/>
                  </a:lnTo>
                  <a:lnTo>
                    <a:pt x="1414" y="6735"/>
                  </a:lnTo>
                  <a:lnTo>
                    <a:pt x="1674" y="6512"/>
                  </a:lnTo>
                  <a:lnTo>
                    <a:pt x="1935" y="6289"/>
                  </a:lnTo>
                  <a:lnTo>
                    <a:pt x="2158" y="6028"/>
                  </a:lnTo>
                  <a:lnTo>
                    <a:pt x="2381" y="5768"/>
                  </a:lnTo>
                  <a:lnTo>
                    <a:pt x="2567" y="5470"/>
                  </a:lnTo>
                  <a:lnTo>
                    <a:pt x="2716" y="5172"/>
                  </a:lnTo>
                  <a:lnTo>
                    <a:pt x="2828" y="4838"/>
                  </a:lnTo>
                  <a:lnTo>
                    <a:pt x="2939" y="4503"/>
                  </a:lnTo>
                  <a:lnTo>
                    <a:pt x="2977" y="4131"/>
                  </a:lnTo>
                  <a:lnTo>
                    <a:pt x="3014" y="3759"/>
                  </a:lnTo>
                  <a:lnTo>
                    <a:pt x="2977" y="3386"/>
                  </a:lnTo>
                  <a:lnTo>
                    <a:pt x="2939" y="3014"/>
                  </a:lnTo>
                  <a:lnTo>
                    <a:pt x="2828" y="2605"/>
                  </a:lnTo>
                  <a:lnTo>
                    <a:pt x="2642" y="2196"/>
                  </a:lnTo>
                  <a:lnTo>
                    <a:pt x="2456" y="1787"/>
                  </a:lnTo>
                  <a:lnTo>
                    <a:pt x="2195" y="1415"/>
                  </a:lnTo>
                  <a:lnTo>
                    <a:pt x="1898" y="1080"/>
                  </a:lnTo>
                  <a:lnTo>
                    <a:pt x="1637" y="819"/>
                  </a:lnTo>
                  <a:lnTo>
                    <a:pt x="1302" y="559"/>
                  </a:lnTo>
                  <a:lnTo>
                    <a:pt x="1005" y="373"/>
                  </a:lnTo>
                  <a:lnTo>
                    <a:pt x="670" y="224"/>
                  </a:lnTo>
                  <a:lnTo>
                    <a:pt x="33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7"/>
            <p:cNvSpPr/>
            <p:nvPr/>
          </p:nvSpPr>
          <p:spPr>
            <a:xfrm>
              <a:off x="961800" y="1859400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1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6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6" y="2568"/>
                  </a:lnTo>
                  <a:lnTo>
                    <a:pt x="558" y="2531"/>
                  </a:lnTo>
                  <a:lnTo>
                    <a:pt x="0" y="2419"/>
                  </a:lnTo>
                  <a:lnTo>
                    <a:pt x="2195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7"/>
            <p:cNvSpPr/>
            <p:nvPr/>
          </p:nvSpPr>
          <p:spPr>
            <a:xfrm>
              <a:off x="238125" y="2038925"/>
              <a:ext cx="247450" cy="250250"/>
            </a:xfrm>
            <a:custGeom>
              <a:rect b="b" l="l" r="r" t="t"/>
              <a:pathLst>
                <a:path extrusionOk="0" h="10010" w="9898">
                  <a:moveTo>
                    <a:pt x="260" y="1"/>
                  </a:moveTo>
                  <a:lnTo>
                    <a:pt x="0" y="447"/>
                  </a:lnTo>
                  <a:lnTo>
                    <a:pt x="0" y="6810"/>
                  </a:lnTo>
                  <a:lnTo>
                    <a:pt x="4242" y="6810"/>
                  </a:lnTo>
                  <a:lnTo>
                    <a:pt x="260" y="1"/>
                  </a:lnTo>
                  <a:close/>
                  <a:moveTo>
                    <a:pt x="4837" y="6810"/>
                  </a:moveTo>
                  <a:lnTo>
                    <a:pt x="6697" y="10010"/>
                  </a:lnTo>
                  <a:lnTo>
                    <a:pt x="6958" y="9489"/>
                  </a:lnTo>
                  <a:lnTo>
                    <a:pt x="7255" y="8968"/>
                  </a:lnTo>
                  <a:lnTo>
                    <a:pt x="7590" y="8521"/>
                  </a:lnTo>
                  <a:lnTo>
                    <a:pt x="8000" y="8075"/>
                  </a:lnTo>
                  <a:lnTo>
                    <a:pt x="8409" y="7703"/>
                  </a:lnTo>
                  <a:lnTo>
                    <a:pt x="8892" y="7368"/>
                  </a:lnTo>
                  <a:lnTo>
                    <a:pt x="9376" y="7070"/>
                  </a:lnTo>
                  <a:lnTo>
                    <a:pt x="9897" y="681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7"/>
            <p:cNvSpPr/>
            <p:nvPr/>
          </p:nvSpPr>
          <p:spPr>
            <a:xfrm>
              <a:off x="559950" y="2038925"/>
              <a:ext cx="698600" cy="481875"/>
            </a:xfrm>
            <a:custGeom>
              <a:rect b="b" l="l" r="r" t="t"/>
              <a:pathLst>
                <a:path extrusionOk="0" h="19275" w="27944">
                  <a:moveTo>
                    <a:pt x="22883" y="6810"/>
                  </a:moveTo>
                  <a:lnTo>
                    <a:pt x="24706" y="10010"/>
                  </a:lnTo>
                  <a:lnTo>
                    <a:pt x="24967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3" y="6810"/>
                  </a:lnTo>
                  <a:lnTo>
                    <a:pt x="5954" y="6810"/>
                  </a:lnTo>
                  <a:lnTo>
                    <a:pt x="2866" y="1452"/>
                  </a:lnTo>
                  <a:lnTo>
                    <a:pt x="1" y="6400"/>
                  </a:lnTo>
                  <a:lnTo>
                    <a:pt x="633" y="6512"/>
                  </a:lnTo>
                  <a:lnTo>
                    <a:pt x="1266" y="6698"/>
                  </a:lnTo>
                  <a:lnTo>
                    <a:pt x="1824" y="6959"/>
                  </a:lnTo>
                  <a:lnTo>
                    <a:pt x="2382" y="7256"/>
                  </a:lnTo>
                  <a:lnTo>
                    <a:pt x="2866" y="7666"/>
                  </a:lnTo>
                  <a:lnTo>
                    <a:pt x="3349" y="8112"/>
                  </a:lnTo>
                  <a:lnTo>
                    <a:pt x="3759" y="8633"/>
                  </a:lnTo>
                  <a:lnTo>
                    <a:pt x="4131" y="9191"/>
                  </a:lnTo>
                  <a:lnTo>
                    <a:pt x="6698" y="13619"/>
                  </a:lnTo>
                  <a:lnTo>
                    <a:pt x="6958" y="14065"/>
                  </a:lnTo>
                  <a:lnTo>
                    <a:pt x="7182" y="14512"/>
                  </a:lnTo>
                  <a:lnTo>
                    <a:pt x="7368" y="14958"/>
                  </a:lnTo>
                  <a:lnTo>
                    <a:pt x="7554" y="15405"/>
                  </a:lnTo>
                  <a:lnTo>
                    <a:pt x="7665" y="15814"/>
                  </a:lnTo>
                  <a:lnTo>
                    <a:pt x="7777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56" y="19274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8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7"/>
            <p:cNvSpPr/>
            <p:nvPr/>
          </p:nvSpPr>
          <p:spPr>
            <a:xfrm>
              <a:off x="7139075" y="89855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1" y="0"/>
                  </a:moveTo>
                  <a:lnTo>
                    <a:pt x="2568" y="4428"/>
                  </a:lnTo>
                  <a:lnTo>
                    <a:pt x="7666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7"/>
            <p:cNvSpPr/>
            <p:nvPr/>
          </p:nvSpPr>
          <p:spPr>
            <a:xfrm>
              <a:off x="399025" y="173570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7"/>
            <p:cNvSpPr/>
            <p:nvPr/>
          </p:nvSpPr>
          <p:spPr>
            <a:xfrm>
              <a:off x="581350" y="1577575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7"/>
            <p:cNvSpPr/>
            <p:nvPr/>
          </p:nvSpPr>
          <p:spPr>
            <a:xfrm>
              <a:off x="1338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7"/>
            <p:cNvSpPr/>
            <p:nvPr/>
          </p:nvSpPr>
          <p:spPr>
            <a:xfrm>
              <a:off x="2110550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7"/>
            <p:cNvSpPr/>
            <p:nvPr/>
          </p:nvSpPr>
          <p:spPr>
            <a:xfrm>
              <a:off x="748775" y="175895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7"/>
            <p:cNvSpPr/>
            <p:nvPr/>
          </p:nvSpPr>
          <p:spPr>
            <a:xfrm>
              <a:off x="251125" y="153012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7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6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8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7"/>
                  </a:lnTo>
                  <a:lnTo>
                    <a:pt x="27720" y="6251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7"/>
            <p:cNvSpPr/>
            <p:nvPr/>
          </p:nvSpPr>
          <p:spPr>
            <a:xfrm>
              <a:off x="2883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7"/>
            <p:cNvSpPr/>
            <p:nvPr/>
          </p:nvSpPr>
          <p:spPr>
            <a:xfrm>
              <a:off x="894825" y="168547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7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8"/>
                  </a:lnTo>
                  <a:lnTo>
                    <a:pt x="0" y="3460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2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0"/>
                  </a:lnTo>
                  <a:lnTo>
                    <a:pt x="3832" y="7590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4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6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0"/>
                  </a:lnTo>
                  <a:lnTo>
                    <a:pt x="7553" y="3088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7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7"/>
            <p:cNvSpPr/>
            <p:nvPr/>
          </p:nvSpPr>
          <p:spPr>
            <a:xfrm>
              <a:off x="6746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4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6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7"/>
            <p:cNvSpPr/>
            <p:nvPr/>
          </p:nvSpPr>
          <p:spPr>
            <a:xfrm>
              <a:off x="6956775" y="105667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0" y="0"/>
                  </a:moveTo>
                  <a:lnTo>
                    <a:pt x="0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7"/>
            <p:cNvSpPr/>
            <p:nvPr/>
          </p:nvSpPr>
          <p:spPr>
            <a:xfrm>
              <a:off x="6808875" y="863200"/>
              <a:ext cx="573000" cy="655800"/>
            </a:xfrm>
            <a:custGeom>
              <a:rect b="b" l="l" r="r" t="t"/>
              <a:pathLst>
                <a:path extrusionOk="0" h="26232" w="22920">
                  <a:moveTo>
                    <a:pt x="18567" y="968"/>
                  </a:moveTo>
                  <a:lnTo>
                    <a:pt x="21655" y="6325"/>
                  </a:lnTo>
                  <a:lnTo>
                    <a:pt x="15479" y="6325"/>
                  </a:lnTo>
                  <a:lnTo>
                    <a:pt x="12390" y="968"/>
                  </a:lnTo>
                  <a:close/>
                  <a:moveTo>
                    <a:pt x="21655" y="7293"/>
                  </a:moveTo>
                  <a:lnTo>
                    <a:pt x="11274" y="25264"/>
                  </a:lnTo>
                  <a:lnTo>
                    <a:pt x="5135" y="25264"/>
                  </a:lnTo>
                  <a:lnTo>
                    <a:pt x="15516" y="7293"/>
                  </a:lnTo>
                  <a:close/>
                  <a:moveTo>
                    <a:pt x="11274" y="0"/>
                  </a:moveTo>
                  <a:lnTo>
                    <a:pt x="0" y="19422"/>
                  </a:lnTo>
                  <a:lnTo>
                    <a:pt x="4019" y="26231"/>
                  </a:lnTo>
                  <a:lnTo>
                    <a:pt x="11870" y="26231"/>
                  </a:lnTo>
                  <a:lnTo>
                    <a:pt x="15218" y="20390"/>
                  </a:lnTo>
                  <a:lnTo>
                    <a:pt x="18567" y="26231"/>
                  </a:lnTo>
                  <a:lnTo>
                    <a:pt x="22920" y="26231"/>
                  </a:lnTo>
                  <a:lnTo>
                    <a:pt x="22920" y="25264"/>
                  </a:lnTo>
                  <a:lnTo>
                    <a:pt x="19683" y="25264"/>
                  </a:lnTo>
                  <a:lnTo>
                    <a:pt x="22920" y="19683"/>
                  </a:lnTo>
                  <a:lnTo>
                    <a:pt x="22920" y="19162"/>
                  </a:lnTo>
                  <a:lnTo>
                    <a:pt x="19385" y="13172"/>
                  </a:lnTo>
                  <a:lnTo>
                    <a:pt x="22511" y="7739"/>
                  </a:lnTo>
                  <a:lnTo>
                    <a:pt x="22734" y="8074"/>
                  </a:lnTo>
                  <a:lnTo>
                    <a:pt x="22920" y="8446"/>
                  </a:lnTo>
                  <a:lnTo>
                    <a:pt x="22920" y="1079"/>
                  </a:lnTo>
                  <a:lnTo>
                    <a:pt x="22474" y="1563"/>
                  </a:lnTo>
                  <a:lnTo>
                    <a:pt x="22064" y="2084"/>
                  </a:lnTo>
                  <a:lnTo>
                    <a:pt x="21767" y="2679"/>
                  </a:lnTo>
                  <a:lnTo>
                    <a:pt x="21506" y="3312"/>
                  </a:lnTo>
                  <a:lnTo>
                    <a:pt x="21357" y="3833"/>
                  </a:lnTo>
                  <a:lnTo>
                    <a:pt x="1912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7"/>
            <p:cNvSpPr/>
            <p:nvPr/>
          </p:nvSpPr>
          <p:spPr>
            <a:xfrm>
              <a:off x="4027650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4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7"/>
            <p:cNvSpPr/>
            <p:nvPr/>
          </p:nvSpPr>
          <p:spPr>
            <a:xfrm>
              <a:off x="7241400" y="4502975"/>
              <a:ext cx="140475" cy="363700"/>
            </a:xfrm>
            <a:custGeom>
              <a:rect b="b" l="l" r="r" t="t"/>
              <a:pathLst>
                <a:path extrusionOk="0" h="14548" w="5619">
                  <a:moveTo>
                    <a:pt x="5619" y="0"/>
                  </a:moveTo>
                  <a:lnTo>
                    <a:pt x="1" y="9637"/>
                  </a:lnTo>
                  <a:lnTo>
                    <a:pt x="2903" y="14548"/>
                  </a:lnTo>
                  <a:lnTo>
                    <a:pt x="5619" y="14548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7"/>
            <p:cNvSpPr/>
            <p:nvPr/>
          </p:nvSpPr>
          <p:spPr>
            <a:xfrm>
              <a:off x="365650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7"/>
            <p:cNvSpPr/>
            <p:nvPr/>
          </p:nvSpPr>
          <p:spPr>
            <a:xfrm>
              <a:off x="6398675" y="4755050"/>
              <a:ext cx="129300" cy="111625"/>
            </a:xfrm>
            <a:custGeom>
              <a:rect b="b" l="l" r="r" t="t"/>
              <a:pathLst>
                <a:path extrusionOk="0" h="4465" w="5172">
                  <a:moveTo>
                    <a:pt x="2567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7"/>
            <p:cNvSpPr/>
            <p:nvPr/>
          </p:nvSpPr>
          <p:spPr>
            <a:xfrm>
              <a:off x="4428550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7"/>
            <p:cNvSpPr/>
            <p:nvPr/>
          </p:nvSpPr>
          <p:spPr>
            <a:xfrm>
              <a:off x="5201525" y="1180375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7"/>
            <p:cNvSpPr/>
            <p:nvPr/>
          </p:nvSpPr>
          <p:spPr>
            <a:xfrm>
              <a:off x="7180025" y="4575525"/>
              <a:ext cx="146050" cy="157225"/>
            </a:xfrm>
            <a:custGeom>
              <a:rect b="b" l="l" r="r" t="t"/>
              <a:pathLst>
                <a:path extrusionOk="0" h="6289" w="5842">
                  <a:moveTo>
                    <a:pt x="5842" y="0"/>
                  </a:moveTo>
                  <a:lnTo>
                    <a:pt x="5544" y="410"/>
                  </a:lnTo>
                  <a:lnTo>
                    <a:pt x="5209" y="782"/>
                  </a:lnTo>
                  <a:lnTo>
                    <a:pt x="4837" y="1154"/>
                  </a:lnTo>
                  <a:lnTo>
                    <a:pt x="4428" y="1451"/>
                  </a:lnTo>
                  <a:lnTo>
                    <a:pt x="3907" y="1786"/>
                  </a:lnTo>
                  <a:lnTo>
                    <a:pt x="3386" y="2047"/>
                  </a:lnTo>
                  <a:lnTo>
                    <a:pt x="2828" y="2270"/>
                  </a:lnTo>
                  <a:lnTo>
                    <a:pt x="2270" y="2419"/>
                  </a:lnTo>
                  <a:lnTo>
                    <a:pt x="1712" y="2530"/>
                  </a:lnTo>
                  <a:lnTo>
                    <a:pt x="1154" y="2568"/>
                  </a:lnTo>
                  <a:lnTo>
                    <a:pt x="558" y="2530"/>
                  </a:lnTo>
                  <a:lnTo>
                    <a:pt x="0" y="2419"/>
                  </a:lnTo>
                  <a:lnTo>
                    <a:pt x="2195" y="6288"/>
                  </a:lnTo>
                  <a:lnTo>
                    <a:pt x="584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7"/>
            <p:cNvSpPr/>
            <p:nvPr/>
          </p:nvSpPr>
          <p:spPr>
            <a:xfrm>
              <a:off x="4824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17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7"/>
            <p:cNvSpPr/>
            <p:nvPr/>
          </p:nvSpPr>
          <p:spPr>
            <a:xfrm>
              <a:off x="250680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9" y="1452"/>
                  </a:lnTo>
                  <a:lnTo>
                    <a:pt x="3908" y="1787"/>
                  </a:lnTo>
                  <a:lnTo>
                    <a:pt x="3387" y="2047"/>
                  </a:lnTo>
                  <a:lnTo>
                    <a:pt x="2829" y="2271"/>
                  </a:lnTo>
                  <a:lnTo>
                    <a:pt x="2271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7"/>
            <p:cNvSpPr/>
            <p:nvPr/>
          </p:nvSpPr>
          <p:spPr>
            <a:xfrm>
              <a:off x="238125" y="1569200"/>
              <a:ext cx="110700" cy="340475"/>
            </a:xfrm>
            <a:custGeom>
              <a:rect b="b" l="l" r="r" t="t"/>
              <a:pathLst>
                <a:path extrusionOk="0" h="13619" w="4428">
                  <a:moveTo>
                    <a:pt x="0" y="0"/>
                  </a:moveTo>
                  <a:lnTo>
                    <a:pt x="0" y="4242"/>
                  </a:lnTo>
                  <a:lnTo>
                    <a:pt x="409" y="4354"/>
                  </a:lnTo>
                  <a:lnTo>
                    <a:pt x="781" y="4465"/>
                  </a:lnTo>
                  <a:lnTo>
                    <a:pt x="1153" y="4651"/>
                  </a:lnTo>
                  <a:lnTo>
                    <a:pt x="1525" y="4874"/>
                  </a:lnTo>
                  <a:lnTo>
                    <a:pt x="1898" y="5135"/>
                  </a:lnTo>
                  <a:lnTo>
                    <a:pt x="2232" y="5470"/>
                  </a:lnTo>
                  <a:lnTo>
                    <a:pt x="2530" y="5842"/>
                  </a:lnTo>
                  <a:lnTo>
                    <a:pt x="2865" y="6288"/>
                  </a:lnTo>
                  <a:lnTo>
                    <a:pt x="3088" y="6735"/>
                  </a:lnTo>
                  <a:lnTo>
                    <a:pt x="3274" y="7219"/>
                  </a:lnTo>
                  <a:lnTo>
                    <a:pt x="3386" y="7665"/>
                  </a:lnTo>
                  <a:lnTo>
                    <a:pt x="3460" y="8074"/>
                  </a:lnTo>
                  <a:lnTo>
                    <a:pt x="3460" y="8521"/>
                  </a:lnTo>
                  <a:lnTo>
                    <a:pt x="3460" y="8930"/>
                  </a:lnTo>
                  <a:lnTo>
                    <a:pt x="3386" y="9302"/>
                  </a:lnTo>
                  <a:lnTo>
                    <a:pt x="3274" y="9711"/>
                  </a:lnTo>
                  <a:lnTo>
                    <a:pt x="3125" y="10083"/>
                  </a:lnTo>
                  <a:lnTo>
                    <a:pt x="2977" y="10418"/>
                  </a:lnTo>
                  <a:lnTo>
                    <a:pt x="2753" y="10753"/>
                  </a:lnTo>
                  <a:lnTo>
                    <a:pt x="2530" y="11051"/>
                  </a:lnTo>
                  <a:lnTo>
                    <a:pt x="2270" y="11349"/>
                  </a:lnTo>
                  <a:lnTo>
                    <a:pt x="2009" y="11609"/>
                  </a:lnTo>
                  <a:lnTo>
                    <a:pt x="1712" y="11832"/>
                  </a:lnTo>
                  <a:lnTo>
                    <a:pt x="1377" y="12055"/>
                  </a:lnTo>
                  <a:lnTo>
                    <a:pt x="1042" y="12204"/>
                  </a:lnTo>
                  <a:lnTo>
                    <a:pt x="707" y="12390"/>
                  </a:lnTo>
                  <a:lnTo>
                    <a:pt x="372" y="12502"/>
                  </a:lnTo>
                  <a:lnTo>
                    <a:pt x="0" y="12614"/>
                  </a:lnTo>
                  <a:lnTo>
                    <a:pt x="0" y="13618"/>
                  </a:lnTo>
                  <a:lnTo>
                    <a:pt x="558" y="13507"/>
                  </a:lnTo>
                  <a:lnTo>
                    <a:pt x="1153" y="13283"/>
                  </a:lnTo>
                  <a:lnTo>
                    <a:pt x="1674" y="13023"/>
                  </a:lnTo>
                  <a:lnTo>
                    <a:pt x="2195" y="12688"/>
                  </a:lnTo>
                  <a:lnTo>
                    <a:pt x="2679" y="12279"/>
                  </a:lnTo>
                  <a:lnTo>
                    <a:pt x="3125" y="11832"/>
                  </a:lnTo>
                  <a:lnTo>
                    <a:pt x="3497" y="11349"/>
                  </a:lnTo>
                  <a:lnTo>
                    <a:pt x="3832" y="10828"/>
                  </a:lnTo>
                  <a:lnTo>
                    <a:pt x="4093" y="10270"/>
                  </a:lnTo>
                  <a:lnTo>
                    <a:pt x="4242" y="9674"/>
                  </a:lnTo>
                  <a:lnTo>
                    <a:pt x="4390" y="9079"/>
                  </a:lnTo>
                  <a:lnTo>
                    <a:pt x="4428" y="8446"/>
                  </a:lnTo>
                  <a:lnTo>
                    <a:pt x="4390" y="8186"/>
                  </a:lnTo>
                  <a:lnTo>
                    <a:pt x="4353" y="7888"/>
                  </a:lnTo>
                  <a:lnTo>
                    <a:pt x="4279" y="7553"/>
                  </a:lnTo>
                  <a:lnTo>
                    <a:pt x="4167" y="7181"/>
                  </a:lnTo>
                  <a:lnTo>
                    <a:pt x="4018" y="6772"/>
                  </a:lnTo>
                  <a:lnTo>
                    <a:pt x="3795" y="6326"/>
                  </a:lnTo>
                  <a:lnTo>
                    <a:pt x="3572" y="5916"/>
                  </a:lnTo>
                  <a:lnTo>
                    <a:pt x="3349" y="5507"/>
                  </a:lnTo>
                  <a:lnTo>
                    <a:pt x="781" y="1042"/>
                  </a:lnTo>
                  <a:lnTo>
                    <a:pt x="409" y="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7"/>
            <p:cNvSpPr/>
            <p:nvPr/>
          </p:nvSpPr>
          <p:spPr>
            <a:xfrm>
              <a:off x="1733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7"/>
            <p:cNvSpPr/>
            <p:nvPr/>
          </p:nvSpPr>
          <p:spPr>
            <a:xfrm>
              <a:off x="795300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0" y="17078"/>
                  </a:lnTo>
                  <a:lnTo>
                    <a:pt x="5097" y="17041"/>
                  </a:lnTo>
                  <a:lnTo>
                    <a:pt x="1492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7"/>
            <p:cNvSpPr/>
            <p:nvPr/>
          </p:nvSpPr>
          <p:spPr>
            <a:xfrm>
              <a:off x="3307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7"/>
            <p:cNvSpPr/>
            <p:nvPr/>
          </p:nvSpPr>
          <p:spPr>
            <a:xfrm>
              <a:off x="976675" y="2256600"/>
              <a:ext cx="191650" cy="110700"/>
            </a:xfrm>
            <a:custGeom>
              <a:rect b="b" l="l" r="r" t="t"/>
              <a:pathLst>
                <a:path extrusionOk="0" h="4428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7"/>
            <p:cNvSpPr/>
            <p:nvPr/>
          </p:nvSpPr>
          <p:spPr>
            <a:xfrm>
              <a:off x="4080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3278850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80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50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8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7"/>
            <p:cNvSpPr/>
            <p:nvPr/>
          </p:nvSpPr>
          <p:spPr>
            <a:xfrm>
              <a:off x="7204200" y="1721750"/>
              <a:ext cx="177675" cy="476275"/>
            </a:xfrm>
            <a:custGeom>
              <a:rect b="b" l="l" r="r" t="t"/>
              <a:pathLst>
                <a:path extrusionOk="0" h="19051" w="7107">
                  <a:moveTo>
                    <a:pt x="7107" y="0"/>
                  </a:moveTo>
                  <a:lnTo>
                    <a:pt x="0" y="12241"/>
                  </a:lnTo>
                  <a:lnTo>
                    <a:pt x="4019" y="19050"/>
                  </a:lnTo>
                  <a:lnTo>
                    <a:pt x="7107" y="19050"/>
                  </a:lnTo>
                  <a:lnTo>
                    <a:pt x="7107" y="18083"/>
                  </a:lnTo>
                  <a:lnTo>
                    <a:pt x="5135" y="18083"/>
                  </a:lnTo>
                  <a:lnTo>
                    <a:pt x="7107" y="14697"/>
                  </a:lnTo>
                  <a:lnTo>
                    <a:pt x="710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7"/>
            <p:cNvSpPr/>
            <p:nvPr/>
          </p:nvSpPr>
          <p:spPr>
            <a:xfrm>
              <a:off x="6994900" y="377277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7"/>
            <p:cNvSpPr/>
            <p:nvPr/>
          </p:nvSpPr>
          <p:spPr>
            <a:xfrm>
              <a:off x="7176300" y="3614650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7"/>
            <p:cNvSpPr/>
            <p:nvPr/>
          </p:nvSpPr>
          <p:spPr>
            <a:xfrm>
              <a:off x="7141875" y="1859400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7"/>
            <p:cNvSpPr/>
            <p:nvPr/>
          </p:nvSpPr>
          <p:spPr>
            <a:xfrm>
              <a:off x="5625700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7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7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7"/>
            <p:cNvSpPr/>
            <p:nvPr/>
          </p:nvSpPr>
          <p:spPr>
            <a:xfrm>
              <a:off x="5596850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66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7"/>
            <p:cNvSpPr/>
            <p:nvPr/>
          </p:nvSpPr>
          <p:spPr>
            <a:xfrm>
              <a:off x="4853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6369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07" y="1787"/>
                  </a:lnTo>
                  <a:lnTo>
                    <a:pt x="3387" y="2047"/>
                  </a:lnTo>
                  <a:lnTo>
                    <a:pt x="2828" y="2271"/>
                  </a:lnTo>
                  <a:lnTo>
                    <a:pt x="2270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2196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4051825" y="1859400"/>
              <a:ext cx="146075" cy="157225"/>
            </a:xfrm>
            <a:custGeom>
              <a:rect b="b" l="l" r="r" t="t"/>
              <a:pathLst>
                <a:path extrusionOk="0" h="6289" w="5843">
                  <a:moveTo>
                    <a:pt x="5842" y="1"/>
                  </a:moveTo>
                  <a:lnTo>
                    <a:pt x="5545" y="410"/>
                  </a:lnTo>
                  <a:lnTo>
                    <a:pt x="5210" y="782"/>
                  </a:lnTo>
                  <a:lnTo>
                    <a:pt x="4838" y="1154"/>
                  </a:lnTo>
                  <a:lnTo>
                    <a:pt x="4428" y="1452"/>
                  </a:lnTo>
                  <a:lnTo>
                    <a:pt x="3945" y="1787"/>
                  </a:lnTo>
                  <a:lnTo>
                    <a:pt x="3387" y="2047"/>
                  </a:lnTo>
                  <a:lnTo>
                    <a:pt x="2866" y="2271"/>
                  </a:lnTo>
                  <a:lnTo>
                    <a:pt x="2308" y="2419"/>
                  </a:lnTo>
                  <a:lnTo>
                    <a:pt x="1712" y="2531"/>
                  </a:lnTo>
                  <a:lnTo>
                    <a:pt x="1154" y="2568"/>
                  </a:lnTo>
                  <a:lnTo>
                    <a:pt x="559" y="2531"/>
                  </a:lnTo>
                  <a:lnTo>
                    <a:pt x="1" y="2419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4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990625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7321400" y="1378500"/>
              <a:ext cx="60475" cy="104225"/>
            </a:xfrm>
            <a:custGeom>
              <a:rect b="b" l="l" r="r" t="t"/>
              <a:pathLst>
                <a:path extrusionOk="0" h="4169" w="2419">
                  <a:moveTo>
                    <a:pt x="2419" y="1"/>
                  </a:moveTo>
                  <a:lnTo>
                    <a:pt x="1" y="4168"/>
                  </a:lnTo>
                  <a:lnTo>
                    <a:pt x="2419" y="4168"/>
                  </a:lnTo>
                  <a:lnTo>
                    <a:pt x="241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238125" y="4755050"/>
              <a:ext cx="109775" cy="111625"/>
            </a:xfrm>
            <a:custGeom>
              <a:rect b="b" l="l" r="r" t="t"/>
              <a:pathLst>
                <a:path extrusionOk="0" h="4465" w="4391">
                  <a:moveTo>
                    <a:pt x="1749" y="0"/>
                  </a:moveTo>
                  <a:lnTo>
                    <a:pt x="0" y="3051"/>
                  </a:lnTo>
                  <a:lnTo>
                    <a:pt x="0" y="4465"/>
                  </a:lnTo>
                  <a:lnTo>
                    <a:pt x="4390" y="4465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7306525" y="1079925"/>
              <a:ext cx="75350" cy="239075"/>
            </a:xfrm>
            <a:custGeom>
              <a:rect b="b" l="l" r="r" t="t"/>
              <a:pathLst>
                <a:path extrusionOk="0" h="9563" w="3014">
                  <a:moveTo>
                    <a:pt x="2605" y="1"/>
                  </a:moveTo>
                  <a:lnTo>
                    <a:pt x="0" y="4503"/>
                  </a:lnTo>
                  <a:lnTo>
                    <a:pt x="3014" y="9563"/>
                  </a:lnTo>
                  <a:lnTo>
                    <a:pt x="3014" y="70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114502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4800625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29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5971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32" y="1"/>
                  </a:moveTo>
                  <a:lnTo>
                    <a:pt x="14325" y="6810"/>
                  </a:lnTo>
                  <a:lnTo>
                    <a:pt x="5916" y="6810"/>
                  </a:lnTo>
                  <a:lnTo>
                    <a:pt x="2828" y="1452"/>
                  </a:lnTo>
                  <a:lnTo>
                    <a:pt x="0" y="6400"/>
                  </a:lnTo>
                  <a:lnTo>
                    <a:pt x="596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5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21" y="8633"/>
                  </a:lnTo>
                  <a:lnTo>
                    <a:pt x="4093" y="9191"/>
                  </a:lnTo>
                  <a:lnTo>
                    <a:pt x="6661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28" y="15814"/>
                  </a:lnTo>
                  <a:lnTo>
                    <a:pt x="7740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40" y="17451"/>
                  </a:lnTo>
                  <a:lnTo>
                    <a:pt x="7665" y="18083"/>
                  </a:lnTo>
                  <a:lnTo>
                    <a:pt x="7479" y="18716"/>
                  </a:lnTo>
                  <a:lnTo>
                    <a:pt x="7219" y="19274"/>
                  </a:lnTo>
                  <a:lnTo>
                    <a:pt x="14437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32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572675" y="1359900"/>
              <a:ext cx="698575" cy="481875"/>
            </a:xfrm>
            <a:custGeom>
              <a:rect b="b" l="l" r="r" t="t"/>
              <a:pathLst>
                <a:path extrusionOk="0" h="19275" w="27943">
                  <a:moveTo>
                    <a:pt x="22883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636" y="8521"/>
                  </a:lnTo>
                  <a:lnTo>
                    <a:pt x="26008" y="8075"/>
                  </a:lnTo>
                  <a:lnTo>
                    <a:pt x="26455" y="7703"/>
                  </a:lnTo>
                  <a:lnTo>
                    <a:pt x="26901" y="7368"/>
                  </a:lnTo>
                  <a:lnTo>
                    <a:pt x="27422" y="7070"/>
                  </a:lnTo>
                  <a:lnTo>
                    <a:pt x="27943" y="6810"/>
                  </a:lnTo>
                  <a:close/>
                  <a:moveTo>
                    <a:pt x="18269" y="1"/>
                  </a:moveTo>
                  <a:lnTo>
                    <a:pt x="14362" y="6810"/>
                  </a:lnTo>
                  <a:lnTo>
                    <a:pt x="5953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823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49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81" y="14512"/>
                  </a:lnTo>
                  <a:lnTo>
                    <a:pt x="7367" y="14958"/>
                  </a:lnTo>
                  <a:lnTo>
                    <a:pt x="7553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814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56" y="19274"/>
                  </a:lnTo>
                  <a:lnTo>
                    <a:pt x="14474" y="6847"/>
                  </a:lnTo>
                  <a:lnTo>
                    <a:pt x="22883" y="6810"/>
                  </a:lnTo>
                  <a:lnTo>
                    <a:pt x="22287" y="681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6345650" y="1359900"/>
              <a:ext cx="697650" cy="481875"/>
            </a:xfrm>
            <a:custGeom>
              <a:rect b="b" l="l" r="r" t="t"/>
              <a:pathLst>
                <a:path extrusionOk="0" h="19275" w="27906">
                  <a:moveTo>
                    <a:pt x="22846" y="6810"/>
                  </a:moveTo>
                  <a:lnTo>
                    <a:pt x="24706" y="10009"/>
                  </a:lnTo>
                  <a:lnTo>
                    <a:pt x="24966" y="9489"/>
                  </a:lnTo>
                  <a:lnTo>
                    <a:pt x="25264" y="8968"/>
                  </a:lnTo>
                  <a:lnTo>
                    <a:pt x="25599" y="8521"/>
                  </a:lnTo>
                  <a:lnTo>
                    <a:pt x="26008" y="8075"/>
                  </a:lnTo>
                  <a:lnTo>
                    <a:pt x="26417" y="7703"/>
                  </a:lnTo>
                  <a:lnTo>
                    <a:pt x="26901" y="7368"/>
                  </a:lnTo>
                  <a:lnTo>
                    <a:pt x="27385" y="7070"/>
                  </a:lnTo>
                  <a:lnTo>
                    <a:pt x="27906" y="6810"/>
                  </a:lnTo>
                  <a:close/>
                  <a:moveTo>
                    <a:pt x="18269" y="1"/>
                  </a:moveTo>
                  <a:lnTo>
                    <a:pt x="14325" y="6810"/>
                  </a:lnTo>
                  <a:lnTo>
                    <a:pt x="5954" y="6810"/>
                  </a:lnTo>
                  <a:lnTo>
                    <a:pt x="2865" y="1452"/>
                  </a:lnTo>
                  <a:lnTo>
                    <a:pt x="0" y="6400"/>
                  </a:lnTo>
                  <a:lnTo>
                    <a:pt x="633" y="6512"/>
                  </a:lnTo>
                  <a:lnTo>
                    <a:pt x="1228" y="6698"/>
                  </a:lnTo>
                  <a:lnTo>
                    <a:pt x="1786" y="6959"/>
                  </a:lnTo>
                  <a:lnTo>
                    <a:pt x="2344" y="7256"/>
                  </a:lnTo>
                  <a:lnTo>
                    <a:pt x="2865" y="7665"/>
                  </a:lnTo>
                  <a:lnTo>
                    <a:pt x="3312" y="8112"/>
                  </a:lnTo>
                  <a:lnTo>
                    <a:pt x="3758" y="8633"/>
                  </a:lnTo>
                  <a:lnTo>
                    <a:pt x="4130" y="9191"/>
                  </a:lnTo>
                  <a:lnTo>
                    <a:pt x="6660" y="13619"/>
                  </a:lnTo>
                  <a:lnTo>
                    <a:pt x="6921" y="14065"/>
                  </a:lnTo>
                  <a:lnTo>
                    <a:pt x="7144" y="14512"/>
                  </a:lnTo>
                  <a:lnTo>
                    <a:pt x="7367" y="14958"/>
                  </a:lnTo>
                  <a:lnTo>
                    <a:pt x="7516" y="15404"/>
                  </a:lnTo>
                  <a:lnTo>
                    <a:pt x="7665" y="15814"/>
                  </a:lnTo>
                  <a:lnTo>
                    <a:pt x="7739" y="16186"/>
                  </a:lnTo>
                  <a:lnTo>
                    <a:pt x="7777" y="16521"/>
                  </a:lnTo>
                  <a:lnTo>
                    <a:pt x="7814" y="16818"/>
                  </a:lnTo>
                  <a:lnTo>
                    <a:pt x="7777" y="17451"/>
                  </a:lnTo>
                  <a:lnTo>
                    <a:pt x="7665" y="18083"/>
                  </a:lnTo>
                  <a:lnTo>
                    <a:pt x="7479" y="18679"/>
                  </a:lnTo>
                  <a:lnTo>
                    <a:pt x="7219" y="19274"/>
                  </a:lnTo>
                  <a:lnTo>
                    <a:pt x="14474" y="6847"/>
                  </a:lnTo>
                  <a:lnTo>
                    <a:pt x="22846" y="6810"/>
                  </a:lnTo>
                  <a:lnTo>
                    <a:pt x="22250" y="6810"/>
                  </a:lnTo>
                  <a:lnTo>
                    <a:pt x="18269" y="1"/>
                  </a:lnTo>
                  <a:close/>
                  <a:moveTo>
                    <a:pt x="7219" y="19274"/>
                  </a:moveTo>
                  <a:lnTo>
                    <a:pt x="7219" y="19274"/>
                  </a:lnTo>
                  <a:lnTo>
                    <a:pt x="7219" y="19274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7117700" y="1396175"/>
              <a:ext cx="264175" cy="445600"/>
            </a:xfrm>
            <a:custGeom>
              <a:rect b="b" l="l" r="r" t="t"/>
              <a:pathLst>
                <a:path extrusionOk="0" h="17824" w="10567">
                  <a:moveTo>
                    <a:pt x="2865" y="1"/>
                  </a:moveTo>
                  <a:lnTo>
                    <a:pt x="0" y="4949"/>
                  </a:lnTo>
                  <a:lnTo>
                    <a:pt x="633" y="5061"/>
                  </a:lnTo>
                  <a:lnTo>
                    <a:pt x="1265" y="5247"/>
                  </a:lnTo>
                  <a:lnTo>
                    <a:pt x="1823" y="5508"/>
                  </a:lnTo>
                  <a:lnTo>
                    <a:pt x="2381" y="5805"/>
                  </a:lnTo>
                  <a:lnTo>
                    <a:pt x="2865" y="6214"/>
                  </a:lnTo>
                  <a:lnTo>
                    <a:pt x="3349" y="6661"/>
                  </a:lnTo>
                  <a:lnTo>
                    <a:pt x="3758" y="7182"/>
                  </a:lnTo>
                  <a:lnTo>
                    <a:pt x="4130" y="7740"/>
                  </a:lnTo>
                  <a:lnTo>
                    <a:pt x="6697" y="12168"/>
                  </a:lnTo>
                  <a:lnTo>
                    <a:pt x="6958" y="12614"/>
                  </a:lnTo>
                  <a:lnTo>
                    <a:pt x="7181" y="13061"/>
                  </a:lnTo>
                  <a:lnTo>
                    <a:pt x="7367" y="13507"/>
                  </a:lnTo>
                  <a:lnTo>
                    <a:pt x="7553" y="13953"/>
                  </a:lnTo>
                  <a:lnTo>
                    <a:pt x="7665" y="14363"/>
                  </a:lnTo>
                  <a:lnTo>
                    <a:pt x="7739" y="14735"/>
                  </a:lnTo>
                  <a:lnTo>
                    <a:pt x="7814" y="15070"/>
                  </a:lnTo>
                  <a:lnTo>
                    <a:pt x="7814" y="15367"/>
                  </a:lnTo>
                  <a:lnTo>
                    <a:pt x="7776" y="16000"/>
                  </a:lnTo>
                  <a:lnTo>
                    <a:pt x="7665" y="16632"/>
                  </a:lnTo>
                  <a:lnTo>
                    <a:pt x="7479" y="17265"/>
                  </a:lnTo>
                  <a:lnTo>
                    <a:pt x="7256" y="17823"/>
                  </a:lnTo>
                  <a:lnTo>
                    <a:pt x="10567" y="12130"/>
                  </a:lnTo>
                  <a:lnTo>
                    <a:pt x="10567" y="5359"/>
                  </a:lnTo>
                  <a:lnTo>
                    <a:pt x="5953" y="5359"/>
                  </a:lnTo>
                  <a:lnTo>
                    <a:pt x="286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238125" y="4076025"/>
              <a:ext cx="662300" cy="481850"/>
            </a:xfrm>
            <a:custGeom>
              <a:rect b="b" l="l" r="r" t="t"/>
              <a:pathLst>
                <a:path extrusionOk="0" h="19274" w="26492">
                  <a:moveTo>
                    <a:pt x="21431" y="6809"/>
                  </a:moveTo>
                  <a:lnTo>
                    <a:pt x="23254" y="10009"/>
                  </a:lnTo>
                  <a:lnTo>
                    <a:pt x="23515" y="9488"/>
                  </a:lnTo>
                  <a:lnTo>
                    <a:pt x="23813" y="8967"/>
                  </a:lnTo>
                  <a:lnTo>
                    <a:pt x="24185" y="8520"/>
                  </a:lnTo>
                  <a:lnTo>
                    <a:pt x="24557" y="8074"/>
                  </a:lnTo>
                  <a:lnTo>
                    <a:pt x="25003" y="7702"/>
                  </a:lnTo>
                  <a:lnTo>
                    <a:pt x="25450" y="7367"/>
                  </a:lnTo>
                  <a:lnTo>
                    <a:pt x="25971" y="7069"/>
                  </a:lnTo>
                  <a:lnTo>
                    <a:pt x="26491" y="6809"/>
                  </a:lnTo>
                  <a:close/>
                  <a:moveTo>
                    <a:pt x="16818" y="0"/>
                  </a:moveTo>
                  <a:lnTo>
                    <a:pt x="12911" y="6809"/>
                  </a:lnTo>
                  <a:lnTo>
                    <a:pt x="4502" y="6809"/>
                  </a:lnTo>
                  <a:lnTo>
                    <a:pt x="1414" y="1451"/>
                  </a:lnTo>
                  <a:lnTo>
                    <a:pt x="0" y="3907"/>
                  </a:lnTo>
                  <a:lnTo>
                    <a:pt x="0" y="6772"/>
                  </a:lnTo>
                  <a:lnTo>
                    <a:pt x="409" y="6958"/>
                  </a:lnTo>
                  <a:lnTo>
                    <a:pt x="781" y="7181"/>
                  </a:lnTo>
                  <a:lnTo>
                    <a:pt x="1153" y="7441"/>
                  </a:lnTo>
                  <a:lnTo>
                    <a:pt x="1525" y="7739"/>
                  </a:lnTo>
                  <a:lnTo>
                    <a:pt x="1823" y="8037"/>
                  </a:lnTo>
                  <a:lnTo>
                    <a:pt x="2158" y="8409"/>
                  </a:lnTo>
                  <a:lnTo>
                    <a:pt x="2418" y="8781"/>
                  </a:lnTo>
                  <a:lnTo>
                    <a:pt x="2679" y="9190"/>
                  </a:lnTo>
                  <a:lnTo>
                    <a:pt x="5246" y="13618"/>
                  </a:lnTo>
                  <a:lnTo>
                    <a:pt x="5507" y="14064"/>
                  </a:lnTo>
                  <a:lnTo>
                    <a:pt x="5730" y="14511"/>
                  </a:lnTo>
                  <a:lnTo>
                    <a:pt x="5916" y="14957"/>
                  </a:lnTo>
                  <a:lnTo>
                    <a:pt x="6102" y="15404"/>
                  </a:lnTo>
                  <a:lnTo>
                    <a:pt x="6214" y="15813"/>
                  </a:lnTo>
                  <a:lnTo>
                    <a:pt x="6288" y="16185"/>
                  </a:lnTo>
                  <a:lnTo>
                    <a:pt x="6362" y="16520"/>
                  </a:lnTo>
                  <a:lnTo>
                    <a:pt x="6362" y="16818"/>
                  </a:lnTo>
                  <a:lnTo>
                    <a:pt x="6325" y="17450"/>
                  </a:lnTo>
                  <a:lnTo>
                    <a:pt x="6214" y="18083"/>
                  </a:lnTo>
                  <a:lnTo>
                    <a:pt x="6028" y="18715"/>
                  </a:lnTo>
                  <a:lnTo>
                    <a:pt x="5804" y="19273"/>
                  </a:lnTo>
                  <a:lnTo>
                    <a:pt x="13022" y="6846"/>
                  </a:lnTo>
                  <a:lnTo>
                    <a:pt x="21431" y="6809"/>
                  </a:lnTo>
                  <a:lnTo>
                    <a:pt x="20836" y="6809"/>
                  </a:lnTo>
                  <a:lnTo>
                    <a:pt x="1681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1290150" y="2364500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535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8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2"/>
                  </a:lnTo>
                  <a:lnTo>
                    <a:pt x="2158" y="7218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535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8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2535650" y="4755050"/>
              <a:ext cx="129325" cy="111625"/>
            </a:xfrm>
            <a:custGeom>
              <a:rect b="b" l="l" r="r" t="t"/>
              <a:pathLst>
                <a:path extrusionOk="0" h="4465" w="5173">
                  <a:moveTo>
                    <a:pt x="2568" y="0"/>
                  </a:moveTo>
                  <a:lnTo>
                    <a:pt x="0" y="4465"/>
                  </a:lnTo>
                  <a:lnTo>
                    <a:pt x="5172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1762675" y="4755050"/>
              <a:ext cx="130250" cy="111625"/>
            </a:xfrm>
            <a:custGeom>
              <a:rect b="b" l="l" r="r" t="t"/>
              <a:pathLst>
                <a:path extrusionOk="0" h="4465" w="5210">
                  <a:moveTo>
                    <a:pt x="2568" y="0"/>
                  </a:moveTo>
                  <a:lnTo>
                    <a:pt x="0" y="4465"/>
                  </a:lnTo>
                  <a:lnTo>
                    <a:pt x="5209" y="4465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238125" y="4258325"/>
              <a:ext cx="147900" cy="369300"/>
            </a:xfrm>
            <a:custGeom>
              <a:rect b="b" l="l" r="r" t="t"/>
              <a:pathLst>
                <a:path extrusionOk="0" h="14772" w="5916">
                  <a:moveTo>
                    <a:pt x="0" y="1"/>
                  </a:moveTo>
                  <a:lnTo>
                    <a:pt x="0" y="5358"/>
                  </a:lnTo>
                  <a:lnTo>
                    <a:pt x="558" y="5284"/>
                  </a:lnTo>
                  <a:lnTo>
                    <a:pt x="1153" y="5284"/>
                  </a:lnTo>
                  <a:lnTo>
                    <a:pt x="1451" y="5321"/>
                  </a:lnTo>
                  <a:lnTo>
                    <a:pt x="1749" y="5396"/>
                  </a:lnTo>
                  <a:lnTo>
                    <a:pt x="2046" y="5470"/>
                  </a:lnTo>
                  <a:lnTo>
                    <a:pt x="2307" y="5582"/>
                  </a:lnTo>
                  <a:lnTo>
                    <a:pt x="2604" y="5693"/>
                  </a:lnTo>
                  <a:lnTo>
                    <a:pt x="2865" y="5842"/>
                  </a:lnTo>
                  <a:lnTo>
                    <a:pt x="3125" y="6028"/>
                  </a:lnTo>
                  <a:lnTo>
                    <a:pt x="3386" y="6251"/>
                  </a:lnTo>
                  <a:lnTo>
                    <a:pt x="3646" y="6475"/>
                  </a:lnTo>
                  <a:lnTo>
                    <a:pt x="3907" y="6735"/>
                  </a:lnTo>
                  <a:lnTo>
                    <a:pt x="4130" y="7033"/>
                  </a:lnTo>
                  <a:lnTo>
                    <a:pt x="4353" y="7368"/>
                  </a:lnTo>
                  <a:lnTo>
                    <a:pt x="4576" y="7814"/>
                  </a:lnTo>
                  <a:lnTo>
                    <a:pt x="4763" y="8298"/>
                  </a:lnTo>
                  <a:lnTo>
                    <a:pt x="4874" y="8744"/>
                  </a:lnTo>
                  <a:lnTo>
                    <a:pt x="4949" y="9154"/>
                  </a:lnTo>
                  <a:lnTo>
                    <a:pt x="4986" y="9600"/>
                  </a:lnTo>
                  <a:lnTo>
                    <a:pt x="4949" y="10009"/>
                  </a:lnTo>
                  <a:lnTo>
                    <a:pt x="4874" y="10381"/>
                  </a:lnTo>
                  <a:lnTo>
                    <a:pt x="4800" y="10791"/>
                  </a:lnTo>
                  <a:lnTo>
                    <a:pt x="4651" y="11163"/>
                  </a:lnTo>
                  <a:lnTo>
                    <a:pt x="4465" y="11498"/>
                  </a:lnTo>
                  <a:lnTo>
                    <a:pt x="4279" y="11832"/>
                  </a:lnTo>
                  <a:lnTo>
                    <a:pt x="4018" y="12130"/>
                  </a:lnTo>
                  <a:lnTo>
                    <a:pt x="3758" y="12428"/>
                  </a:lnTo>
                  <a:lnTo>
                    <a:pt x="3497" y="12688"/>
                  </a:lnTo>
                  <a:lnTo>
                    <a:pt x="3200" y="12911"/>
                  </a:lnTo>
                  <a:lnTo>
                    <a:pt x="2902" y="13135"/>
                  </a:lnTo>
                  <a:lnTo>
                    <a:pt x="2344" y="13395"/>
                  </a:lnTo>
                  <a:lnTo>
                    <a:pt x="1786" y="13618"/>
                  </a:lnTo>
                  <a:lnTo>
                    <a:pt x="1153" y="13767"/>
                  </a:lnTo>
                  <a:lnTo>
                    <a:pt x="856" y="13767"/>
                  </a:lnTo>
                  <a:lnTo>
                    <a:pt x="521" y="13804"/>
                  </a:lnTo>
                  <a:lnTo>
                    <a:pt x="0" y="13767"/>
                  </a:lnTo>
                  <a:lnTo>
                    <a:pt x="0" y="14735"/>
                  </a:lnTo>
                  <a:lnTo>
                    <a:pt x="484" y="14772"/>
                  </a:lnTo>
                  <a:lnTo>
                    <a:pt x="967" y="14772"/>
                  </a:lnTo>
                  <a:lnTo>
                    <a:pt x="1451" y="14735"/>
                  </a:lnTo>
                  <a:lnTo>
                    <a:pt x="1898" y="14623"/>
                  </a:lnTo>
                  <a:lnTo>
                    <a:pt x="2381" y="14474"/>
                  </a:lnTo>
                  <a:lnTo>
                    <a:pt x="2828" y="14288"/>
                  </a:lnTo>
                  <a:lnTo>
                    <a:pt x="3274" y="14065"/>
                  </a:lnTo>
                  <a:lnTo>
                    <a:pt x="3721" y="13767"/>
                  </a:lnTo>
                  <a:lnTo>
                    <a:pt x="4204" y="13358"/>
                  </a:lnTo>
                  <a:lnTo>
                    <a:pt x="4614" y="12911"/>
                  </a:lnTo>
                  <a:lnTo>
                    <a:pt x="5023" y="12428"/>
                  </a:lnTo>
                  <a:lnTo>
                    <a:pt x="5321" y="11907"/>
                  </a:lnTo>
                  <a:lnTo>
                    <a:pt x="5581" y="11349"/>
                  </a:lnTo>
                  <a:lnTo>
                    <a:pt x="5767" y="10753"/>
                  </a:lnTo>
                  <a:lnTo>
                    <a:pt x="5879" y="10158"/>
                  </a:lnTo>
                  <a:lnTo>
                    <a:pt x="5916" y="9526"/>
                  </a:lnTo>
                  <a:lnTo>
                    <a:pt x="5916" y="9265"/>
                  </a:lnTo>
                  <a:lnTo>
                    <a:pt x="5842" y="8968"/>
                  </a:lnTo>
                  <a:lnTo>
                    <a:pt x="5767" y="8633"/>
                  </a:lnTo>
                  <a:lnTo>
                    <a:pt x="5655" y="8261"/>
                  </a:lnTo>
                  <a:lnTo>
                    <a:pt x="5507" y="7851"/>
                  </a:lnTo>
                  <a:lnTo>
                    <a:pt x="5321" y="7405"/>
                  </a:lnTo>
                  <a:lnTo>
                    <a:pt x="5097" y="6996"/>
                  </a:lnTo>
                  <a:lnTo>
                    <a:pt x="4837" y="6586"/>
                  </a:lnTo>
                  <a:lnTo>
                    <a:pt x="2270" y="2121"/>
                  </a:lnTo>
                  <a:lnTo>
                    <a:pt x="2084" y="1787"/>
                  </a:lnTo>
                  <a:lnTo>
                    <a:pt x="1823" y="1452"/>
                  </a:lnTo>
                  <a:lnTo>
                    <a:pt x="1563" y="1117"/>
                  </a:lnTo>
                  <a:lnTo>
                    <a:pt x="1265" y="856"/>
                  </a:lnTo>
                  <a:lnTo>
                    <a:pt x="967" y="596"/>
                  </a:lnTo>
                  <a:lnTo>
                    <a:pt x="670" y="373"/>
                  </a:lnTo>
                  <a:lnTo>
                    <a:pt x="335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84150" y="2538450"/>
              <a:ext cx="146975" cy="157200"/>
            </a:xfrm>
            <a:custGeom>
              <a:rect b="b" l="l" r="r" t="t"/>
              <a:pathLst>
                <a:path extrusionOk="0" h="6288" w="5879">
                  <a:moveTo>
                    <a:pt x="5879" y="0"/>
                  </a:moveTo>
                  <a:lnTo>
                    <a:pt x="5581" y="409"/>
                  </a:lnTo>
                  <a:lnTo>
                    <a:pt x="5246" y="781"/>
                  </a:lnTo>
                  <a:lnTo>
                    <a:pt x="4874" y="1153"/>
                  </a:lnTo>
                  <a:lnTo>
                    <a:pt x="4465" y="1451"/>
                  </a:lnTo>
                  <a:lnTo>
                    <a:pt x="3944" y="1786"/>
                  </a:lnTo>
                  <a:lnTo>
                    <a:pt x="3423" y="2046"/>
                  </a:lnTo>
                  <a:lnTo>
                    <a:pt x="2865" y="2270"/>
                  </a:lnTo>
                  <a:lnTo>
                    <a:pt x="2307" y="2418"/>
                  </a:lnTo>
                  <a:lnTo>
                    <a:pt x="1749" y="2530"/>
                  </a:lnTo>
                  <a:lnTo>
                    <a:pt x="1153" y="2567"/>
                  </a:lnTo>
                  <a:lnTo>
                    <a:pt x="595" y="2530"/>
                  </a:lnTo>
                  <a:lnTo>
                    <a:pt x="0" y="2418"/>
                  </a:lnTo>
                  <a:lnTo>
                    <a:pt x="2232" y="6288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64645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5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111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7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9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9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4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6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3" y="484"/>
                  </a:lnTo>
                  <a:lnTo>
                    <a:pt x="11275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60" y="14809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1" y="11237"/>
                  </a:lnTo>
                  <a:lnTo>
                    <a:pt x="34789" y="10642"/>
                  </a:lnTo>
                  <a:lnTo>
                    <a:pt x="34827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60" y="559"/>
                  </a:lnTo>
                  <a:lnTo>
                    <a:pt x="28762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3575" y="1180375"/>
              <a:ext cx="147000" cy="157225"/>
            </a:xfrm>
            <a:custGeom>
              <a:rect b="b" l="l" r="r" t="t"/>
              <a:pathLst>
                <a:path extrusionOk="0" h="6289" w="5880">
                  <a:moveTo>
                    <a:pt x="5879" y="1"/>
                  </a:moveTo>
                  <a:lnTo>
                    <a:pt x="5582" y="410"/>
                  </a:lnTo>
                  <a:lnTo>
                    <a:pt x="5247" y="782"/>
                  </a:lnTo>
                  <a:lnTo>
                    <a:pt x="4875" y="1154"/>
                  </a:lnTo>
                  <a:lnTo>
                    <a:pt x="4465" y="1452"/>
                  </a:lnTo>
                  <a:lnTo>
                    <a:pt x="3945" y="1787"/>
                  </a:lnTo>
                  <a:lnTo>
                    <a:pt x="3424" y="2047"/>
                  </a:lnTo>
                  <a:lnTo>
                    <a:pt x="2866" y="2271"/>
                  </a:lnTo>
                  <a:lnTo>
                    <a:pt x="2307" y="2419"/>
                  </a:lnTo>
                  <a:lnTo>
                    <a:pt x="1749" y="2531"/>
                  </a:lnTo>
                  <a:lnTo>
                    <a:pt x="1154" y="2568"/>
                  </a:lnTo>
                  <a:lnTo>
                    <a:pt x="596" y="2531"/>
                  </a:lnTo>
                  <a:lnTo>
                    <a:pt x="1" y="2419"/>
                  </a:lnTo>
                  <a:lnTo>
                    <a:pt x="2233" y="628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6176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3359775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7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62" y="11647"/>
                  </a:lnTo>
                  <a:lnTo>
                    <a:pt x="33376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2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1" y="12800"/>
                  </a:lnTo>
                  <a:lnTo>
                    <a:pt x="26009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9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6" y="5805"/>
                  </a:lnTo>
                  <a:lnTo>
                    <a:pt x="29618" y="5768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73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1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30399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7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26150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7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6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7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826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2735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6008000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67777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386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4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60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8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549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2" y="1042"/>
                  </a:lnTo>
                  <a:lnTo>
                    <a:pt x="1079" y="1265"/>
                  </a:lnTo>
                  <a:lnTo>
                    <a:pt x="819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75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93" y="6214"/>
                  </a:lnTo>
                  <a:lnTo>
                    <a:pt x="1154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39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780100" y="2437975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3"/>
                  </a:lnTo>
                  <a:lnTo>
                    <a:pt x="6847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053625" y="3093750"/>
              <a:ext cx="373975" cy="426975"/>
            </a:xfrm>
            <a:custGeom>
              <a:rect b="b" l="l" r="r" t="t"/>
              <a:pathLst>
                <a:path extrusionOk="0" h="17079" w="14959">
                  <a:moveTo>
                    <a:pt x="9823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235025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3085375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731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6321450" y="3043525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1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4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9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4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3"/>
                  </a:lnTo>
                  <a:lnTo>
                    <a:pt x="2159" y="7219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1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9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430350" y="2414725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0"/>
                  </a:moveTo>
                  <a:lnTo>
                    <a:pt x="1" y="17078"/>
                  </a:lnTo>
                  <a:lnTo>
                    <a:pt x="1" y="17078"/>
                  </a:lnTo>
                  <a:lnTo>
                    <a:pt x="5098" y="17041"/>
                  </a:lnTo>
                  <a:lnTo>
                    <a:pt x="1495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6780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6598650" y="3093750"/>
              <a:ext cx="373950" cy="426975"/>
            </a:xfrm>
            <a:custGeom>
              <a:rect b="b" l="l" r="r" t="t"/>
              <a:pathLst>
                <a:path extrusionOk="0" h="17079" w="14958">
                  <a:moveTo>
                    <a:pt x="9861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2917950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6450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3982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709445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39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4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204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8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7" y="4205"/>
                  </a:lnTo>
                  <a:lnTo>
                    <a:pt x="7627" y="3833"/>
                  </a:lnTo>
                  <a:lnTo>
                    <a:pt x="7627" y="3461"/>
                  </a:lnTo>
                  <a:lnTo>
                    <a:pt x="7553" y="3089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48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39" y="75"/>
                  </a:lnTo>
                  <a:lnTo>
                    <a:pt x="4204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6948400" y="3117000"/>
              <a:ext cx="220475" cy="402800"/>
            </a:xfrm>
            <a:custGeom>
              <a:rect b="b" l="l" r="r" t="t"/>
              <a:pathLst>
                <a:path extrusionOk="0" h="16112" w="8819">
                  <a:moveTo>
                    <a:pt x="2605" y="1"/>
                  </a:moveTo>
                  <a:lnTo>
                    <a:pt x="1" y="4503"/>
                  </a:lnTo>
                  <a:lnTo>
                    <a:pt x="3721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819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6553075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1" y="10753"/>
                  </a:lnTo>
                  <a:lnTo>
                    <a:pt x="6809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6203325" y="2414725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0"/>
                  </a:moveTo>
                  <a:lnTo>
                    <a:pt x="1" y="17078"/>
                  </a:lnTo>
                  <a:lnTo>
                    <a:pt x="5098" y="17041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6384725" y="2256600"/>
              <a:ext cx="192550" cy="110700"/>
            </a:xfrm>
            <a:custGeom>
              <a:rect b="b" l="l" r="r" t="t"/>
              <a:pathLst>
                <a:path extrusionOk="0" h="4428" w="7702">
                  <a:moveTo>
                    <a:pt x="0" y="0"/>
                  </a:moveTo>
                  <a:lnTo>
                    <a:pt x="2567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6699125" y="2364500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2" y="0"/>
                  </a:moveTo>
                  <a:lnTo>
                    <a:pt x="3498" y="38"/>
                  </a:lnTo>
                  <a:lnTo>
                    <a:pt x="3125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0" y="633"/>
                  </a:lnTo>
                  <a:lnTo>
                    <a:pt x="1563" y="819"/>
                  </a:lnTo>
                  <a:lnTo>
                    <a:pt x="1302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5" y="1786"/>
                  </a:lnTo>
                  <a:lnTo>
                    <a:pt x="409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8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4" y="4614"/>
                  </a:lnTo>
                  <a:lnTo>
                    <a:pt x="223" y="5023"/>
                  </a:lnTo>
                  <a:lnTo>
                    <a:pt x="372" y="5433"/>
                  </a:lnTo>
                  <a:lnTo>
                    <a:pt x="595" y="5842"/>
                  </a:lnTo>
                  <a:lnTo>
                    <a:pt x="856" y="6214"/>
                  </a:lnTo>
                  <a:lnTo>
                    <a:pt x="1153" y="6549"/>
                  </a:lnTo>
                  <a:lnTo>
                    <a:pt x="1451" y="6809"/>
                  </a:lnTo>
                  <a:lnTo>
                    <a:pt x="1786" y="7032"/>
                  </a:lnTo>
                  <a:lnTo>
                    <a:pt x="2121" y="7218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5" y="7553"/>
                  </a:lnTo>
                  <a:lnTo>
                    <a:pt x="3498" y="7591"/>
                  </a:lnTo>
                  <a:lnTo>
                    <a:pt x="3832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69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8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1" y="4912"/>
                  </a:lnTo>
                  <a:lnTo>
                    <a:pt x="7553" y="4577"/>
                  </a:lnTo>
                  <a:lnTo>
                    <a:pt x="7590" y="4205"/>
                  </a:lnTo>
                  <a:lnTo>
                    <a:pt x="7627" y="3833"/>
                  </a:lnTo>
                  <a:lnTo>
                    <a:pt x="7590" y="3461"/>
                  </a:lnTo>
                  <a:lnTo>
                    <a:pt x="7553" y="3088"/>
                  </a:lnTo>
                  <a:lnTo>
                    <a:pt x="7441" y="2679"/>
                  </a:lnTo>
                  <a:lnTo>
                    <a:pt x="7293" y="2270"/>
                  </a:lnTo>
                  <a:lnTo>
                    <a:pt x="7069" y="1861"/>
                  </a:lnTo>
                  <a:lnTo>
                    <a:pt x="6809" y="1489"/>
                  </a:lnTo>
                  <a:lnTo>
                    <a:pt x="6511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39" y="75"/>
                  </a:lnTo>
                  <a:lnTo>
                    <a:pt x="4167" y="38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3231425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49" y="2754"/>
                  </a:lnTo>
                  <a:lnTo>
                    <a:pt x="75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9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49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28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39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6054500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775" y="13619"/>
                  </a:lnTo>
                  <a:lnTo>
                    <a:pt x="31254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2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7" y="8819"/>
                  </a:lnTo>
                  <a:lnTo>
                    <a:pt x="25636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423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3" y="3796"/>
                  </a:lnTo>
                  <a:lnTo>
                    <a:pt x="21357" y="4317"/>
                  </a:lnTo>
                  <a:lnTo>
                    <a:pt x="19162" y="484"/>
                  </a:lnTo>
                  <a:lnTo>
                    <a:pt x="11312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5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7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3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89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5282450" y="2209150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55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7" y="13879"/>
                  </a:lnTo>
                  <a:lnTo>
                    <a:pt x="30659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5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4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53" y="6884"/>
                  </a:lnTo>
                  <a:lnTo>
                    <a:pt x="27050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580" y="5768"/>
                  </a:lnTo>
                  <a:close/>
                  <a:moveTo>
                    <a:pt x="21655" y="7777"/>
                  </a:moveTo>
                  <a:lnTo>
                    <a:pt x="11274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11" y="8223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25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683" y="25748"/>
                  </a:lnTo>
                  <a:lnTo>
                    <a:pt x="23069" y="19906"/>
                  </a:lnTo>
                  <a:lnTo>
                    <a:pt x="19386" y="13656"/>
                  </a:lnTo>
                  <a:lnTo>
                    <a:pt x="22511" y="8223"/>
                  </a:lnTo>
                  <a:close/>
                  <a:moveTo>
                    <a:pt x="26567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49"/>
                  </a:lnTo>
                  <a:lnTo>
                    <a:pt x="22437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6" y="3796"/>
                  </a:lnTo>
                  <a:lnTo>
                    <a:pt x="21358" y="4317"/>
                  </a:lnTo>
                  <a:lnTo>
                    <a:pt x="19125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8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194" y="12391"/>
                  </a:lnTo>
                  <a:lnTo>
                    <a:pt x="34454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789" y="10009"/>
                  </a:lnTo>
                  <a:lnTo>
                    <a:pt x="34789" y="9749"/>
                  </a:lnTo>
                  <a:lnTo>
                    <a:pt x="34715" y="9451"/>
                  </a:lnTo>
                  <a:lnTo>
                    <a:pt x="34640" y="9116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3" y="1675"/>
                  </a:lnTo>
                  <a:lnTo>
                    <a:pt x="30250" y="1415"/>
                  </a:lnTo>
                  <a:lnTo>
                    <a:pt x="29952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4462975" y="2935625"/>
              <a:ext cx="191625" cy="110725"/>
            </a:xfrm>
            <a:custGeom>
              <a:rect b="b" l="l" r="r" t="t"/>
              <a:pathLst>
                <a:path extrusionOk="0" h="4429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1963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3" y="1"/>
                  </a:moveTo>
                  <a:lnTo>
                    <a:pt x="0" y="17079"/>
                  </a:lnTo>
                  <a:lnTo>
                    <a:pt x="5097" y="17041"/>
                  </a:lnTo>
                  <a:lnTo>
                    <a:pt x="14920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4281575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1" y="17079"/>
                  </a:lnTo>
                  <a:lnTo>
                    <a:pt x="5061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3690000" y="2935625"/>
              <a:ext cx="192575" cy="110725"/>
            </a:xfrm>
            <a:custGeom>
              <a:rect b="b" l="l" r="r" t="t"/>
              <a:pathLst>
                <a:path extrusionOk="0" h="4429" w="7703">
                  <a:moveTo>
                    <a:pt x="0" y="0"/>
                  </a:moveTo>
                  <a:lnTo>
                    <a:pt x="2568" y="4428"/>
                  </a:lnTo>
                  <a:lnTo>
                    <a:pt x="7702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2144975" y="2935625"/>
              <a:ext cx="191650" cy="110725"/>
            </a:xfrm>
            <a:custGeom>
              <a:rect b="b" l="l" r="r" t="t"/>
              <a:pathLst>
                <a:path extrusionOk="0" h="4429" w="7666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135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4132750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604" y="1452"/>
                  </a:moveTo>
                  <a:lnTo>
                    <a:pt x="21693" y="6810"/>
                  </a:lnTo>
                  <a:lnTo>
                    <a:pt x="15516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59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36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4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02" y="10493"/>
                  </a:lnTo>
                  <a:lnTo>
                    <a:pt x="25302" y="10047"/>
                  </a:lnTo>
                  <a:lnTo>
                    <a:pt x="25302" y="9637"/>
                  </a:lnTo>
                  <a:lnTo>
                    <a:pt x="25376" y="9228"/>
                  </a:lnTo>
                  <a:lnTo>
                    <a:pt x="25450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618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93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62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2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89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0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1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92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4004400" y="3043525"/>
              <a:ext cx="190700" cy="189775"/>
            </a:xfrm>
            <a:custGeom>
              <a:rect b="b" l="l" r="r" t="t"/>
              <a:pathLst>
                <a:path extrusionOk="0" h="7591" w="7628">
                  <a:moveTo>
                    <a:pt x="3833" y="0"/>
                  </a:moveTo>
                  <a:lnTo>
                    <a:pt x="3498" y="38"/>
                  </a:lnTo>
                  <a:lnTo>
                    <a:pt x="3126" y="112"/>
                  </a:lnTo>
                  <a:lnTo>
                    <a:pt x="2791" y="186"/>
                  </a:lnTo>
                  <a:lnTo>
                    <a:pt x="2493" y="298"/>
                  </a:lnTo>
                  <a:lnTo>
                    <a:pt x="2158" y="447"/>
                  </a:lnTo>
                  <a:lnTo>
                    <a:pt x="1861" y="633"/>
                  </a:lnTo>
                  <a:lnTo>
                    <a:pt x="1600" y="819"/>
                  </a:lnTo>
                  <a:lnTo>
                    <a:pt x="1303" y="1042"/>
                  </a:lnTo>
                  <a:lnTo>
                    <a:pt x="1042" y="1265"/>
                  </a:lnTo>
                  <a:lnTo>
                    <a:pt x="819" y="1526"/>
                  </a:lnTo>
                  <a:lnTo>
                    <a:pt x="596" y="1786"/>
                  </a:lnTo>
                  <a:lnTo>
                    <a:pt x="410" y="2084"/>
                  </a:lnTo>
                  <a:lnTo>
                    <a:pt x="261" y="2419"/>
                  </a:lnTo>
                  <a:lnTo>
                    <a:pt x="149" y="2754"/>
                  </a:lnTo>
                  <a:lnTo>
                    <a:pt x="37" y="3089"/>
                  </a:lnTo>
                  <a:lnTo>
                    <a:pt x="0" y="3461"/>
                  </a:lnTo>
                  <a:lnTo>
                    <a:pt x="0" y="3833"/>
                  </a:lnTo>
                  <a:lnTo>
                    <a:pt x="0" y="4205"/>
                  </a:lnTo>
                  <a:lnTo>
                    <a:pt x="75" y="4614"/>
                  </a:lnTo>
                  <a:lnTo>
                    <a:pt x="224" y="5023"/>
                  </a:lnTo>
                  <a:lnTo>
                    <a:pt x="372" y="5433"/>
                  </a:lnTo>
                  <a:lnTo>
                    <a:pt x="596" y="5842"/>
                  </a:lnTo>
                  <a:lnTo>
                    <a:pt x="856" y="6214"/>
                  </a:lnTo>
                  <a:lnTo>
                    <a:pt x="1154" y="6549"/>
                  </a:lnTo>
                  <a:lnTo>
                    <a:pt x="1451" y="6809"/>
                  </a:lnTo>
                  <a:lnTo>
                    <a:pt x="1786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791" y="7479"/>
                  </a:lnTo>
                  <a:lnTo>
                    <a:pt x="3126" y="7553"/>
                  </a:lnTo>
                  <a:lnTo>
                    <a:pt x="3498" y="7591"/>
                  </a:lnTo>
                  <a:lnTo>
                    <a:pt x="3833" y="7591"/>
                  </a:lnTo>
                  <a:lnTo>
                    <a:pt x="4167" y="7553"/>
                  </a:lnTo>
                  <a:lnTo>
                    <a:pt x="4502" y="7516"/>
                  </a:lnTo>
                  <a:lnTo>
                    <a:pt x="4837" y="7405"/>
                  </a:lnTo>
                  <a:lnTo>
                    <a:pt x="5172" y="7293"/>
                  </a:lnTo>
                  <a:lnTo>
                    <a:pt x="5470" y="7144"/>
                  </a:lnTo>
                  <a:lnTo>
                    <a:pt x="5767" y="6995"/>
                  </a:lnTo>
                  <a:lnTo>
                    <a:pt x="6028" y="6809"/>
                  </a:lnTo>
                  <a:lnTo>
                    <a:pt x="6288" y="6586"/>
                  </a:lnTo>
                  <a:lnTo>
                    <a:pt x="6549" y="6363"/>
                  </a:lnTo>
                  <a:lnTo>
                    <a:pt x="6772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30" y="5247"/>
                  </a:lnTo>
                  <a:lnTo>
                    <a:pt x="7442" y="4912"/>
                  </a:lnTo>
                  <a:lnTo>
                    <a:pt x="7553" y="4577"/>
                  </a:lnTo>
                  <a:lnTo>
                    <a:pt x="7591" y="4205"/>
                  </a:lnTo>
                  <a:lnTo>
                    <a:pt x="7628" y="3833"/>
                  </a:lnTo>
                  <a:lnTo>
                    <a:pt x="7591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070" y="1861"/>
                  </a:lnTo>
                  <a:lnTo>
                    <a:pt x="6809" y="1489"/>
                  </a:lnTo>
                  <a:lnTo>
                    <a:pt x="6512" y="1154"/>
                  </a:lnTo>
                  <a:lnTo>
                    <a:pt x="6214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874" y="149"/>
                  </a:lnTo>
                  <a:lnTo>
                    <a:pt x="4540" y="75"/>
                  </a:lnTo>
                  <a:lnTo>
                    <a:pt x="4205" y="38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4631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568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540337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47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5153150" y="2364500"/>
              <a:ext cx="191650" cy="189775"/>
            </a:xfrm>
            <a:custGeom>
              <a:rect b="b" l="l" r="r" t="t"/>
              <a:pathLst>
                <a:path extrusionOk="0" h="7591" w="7666">
                  <a:moveTo>
                    <a:pt x="3870" y="0"/>
                  </a:moveTo>
                  <a:lnTo>
                    <a:pt x="3498" y="38"/>
                  </a:lnTo>
                  <a:lnTo>
                    <a:pt x="3164" y="112"/>
                  </a:lnTo>
                  <a:lnTo>
                    <a:pt x="2829" y="186"/>
                  </a:lnTo>
                  <a:lnTo>
                    <a:pt x="2494" y="298"/>
                  </a:lnTo>
                  <a:lnTo>
                    <a:pt x="2196" y="447"/>
                  </a:lnTo>
                  <a:lnTo>
                    <a:pt x="1899" y="633"/>
                  </a:lnTo>
                  <a:lnTo>
                    <a:pt x="1601" y="819"/>
                  </a:lnTo>
                  <a:lnTo>
                    <a:pt x="1340" y="1042"/>
                  </a:lnTo>
                  <a:lnTo>
                    <a:pt x="1080" y="1265"/>
                  </a:lnTo>
                  <a:lnTo>
                    <a:pt x="857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9" y="2419"/>
                  </a:lnTo>
                  <a:lnTo>
                    <a:pt x="187" y="2754"/>
                  </a:lnTo>
                  <a:lnTo>
                    <a:pt x="75" y="3088"/>
                  </a:lnTo>
                  <a:lnTo>
                    <a:pt x="38" y="3461"/>
                  </a:lnTo>
                  <a:lnTo>
                    <a:pt x="1" y="3833"/>
                  </a:lnTo>
                  <a:lnTo>
                    <a:pt x="38" y="4205"/>
                  </a:lnTo>
                  <a:lnTo>
                    <a:pt x="113" y="4614"/>
                  </a:lnTo>
                  <a:lnTo>
                    <a:pt x="224" y="5023"/>
                  </a:lnTo>
                  <a:lnTo>
                    <a:pt x="410" y="5433"/>
                  </a:lnTo>
                  <a:lnTo>
                    <a:pt x="633" y="5842"/>
                  </a:lnTo>
                  <a:lnTo>
                    <a:pt x="894" y="6214"/>
                  </a:lnTo>
                  <a:lnTo>
                    <a:pt x="1192" y="6549"/>
                  </a:lnTo>
                  <a:lnTo>
                    <a:pt x="1489" y="6809"/>
                  </a:lnTo>
                  <a:lnTo>
                    <a:pt x="1824" y="7032"/>
                  </a:lnTo>
                  <a:lnTo>
                    <a:pt x="2159" y="7218"/>
                  </a:lnTo>
                  <a:lnTo>
                    <a:pt x="2494" y="7367"/>
                  </a:lnTo>
                  <a:lnTo>
                    <a:pt x="2829" y="7479"/>
                  </a:lnTo>
                  <a:lnTo>
                    <a:pt x="3164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40" y="7516"/>
                  </a:lnTo>
                  <a:lnTo>
                    <a:pt x="4875" y="7405"/>
                  </a:lnTo>
                  <a:lnTo>
                    <a:pt x="5210" y="7293"/>
                  </a:lnTo>
                  <a:lnTo>
                    <a:pt x="5508" y="7144"/>
                  </a:lnTo>
                  <a:lnTo>
                    <a:pt x="5805" y="6995"/>
                  </a:lnTo>
                  <a:lnTo>
                    <a:pt x="6066" y="6809"/>
                  </a:lnTo>
                  <a:lnTo>
                    <a:pt x="6326" y="6586"/>
                  </a:lnTo>
                  <a:lnTo>
                    <a:pt x="6587" y="6363"/>
                  </a:lnTo>
                  <a:lnTo>
                    <a:pt x="6810" y="6102"/>
                  </a:lnTo>
                  <a:lnTo>
                    <a:pt x="7033" y="5842"/>
                  </a:lnTo>
                  <a:lnTo>
                    <a:pt x="7219" y="5544"/>
                  </a:lnTo>
                  <a:lnTo>
                    <a:pt x="7368" y="5247"/>
                  </a:lnTo>
                  <a:lnTo>
                    <a:pt x="7480" y="4912"/>
                  </a:lnTo>
                  <a:lnTo>
                    <a:pt x="7591" y="4577"/>
                  </a:lnTo>
                  <a:lnTo>
                    <a:pt x="7628" y="4205"/>
                  </a:lnTo>
                  <a:lnTo>
                    <a:pt x="7666" y="3833"/>
                  </a:lnTo>
                  <a:lnTo>
                    <a:pt x="7628" y="3461"/>
                  </a:lnTo>
                  <a:lnTo>
                    <a:pt x="7591" y="3088"/>
                  </a:lnTo>
                  <a:lnTo>
                    <a:pt x="7480" y="2679"/>
                  </a:lnTo>
                  <a:lnTo>
                    <a:pt x="7294" y="2270"/>
                  </a:lnTo>
                  <a:lnTo>
                    <a:pt x="7108" y="1861"/>
                  </a:lnTo>
                  <a:lnTo>
                    <a:pt x="6847" y="1489"/>
                  </a:lnTo>
                  <a:lnTo>
                    <a:pt x="6549" y="1154"/>
                  </a:lnTo>
                  <a:lnTo>
                    <a:pt x="6252" y="856"/>
                  </a:lnTo>
                  <a:lnTo>
                    <a:pt x="5917" y="596"/>
                  </a:lnTo>
                  <a:lnTo>
                    <a:pt x="5619" y="410"/>
                  </a:lnTo>
                  <a:lnTo>
                    <a:pt x="5247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5008050" y="2437975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3"/>
                  </a:lnTo>
                  <a:lnTo>
                    <a:pt x="559" y="16111"/>
                  </a:lnTo>
                  <a:lnTo>
                    <a:pt x="5693" y="16111"/>
                  </a:lnTo>
                  <a:lnTo>
                    <a:pt x="8782" y="10753"/>
                  </a:lnTo>
                  <a:lnTo>
                    <a:pt x="6810" y="7330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4509475" y="2209150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52" y="6214"/>
                  </a:lnTo>
                  <a:lnTo>
                    <a:pt x="31924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59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673" y="11274"/>
                  </a:lnTo>
                  <a:lnTo>
                    <a:pt x="33524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371" y="13172"/>
                  </a:lnTo>
                  <a:lnTo>
                    <a:pt x="32110" y="13395"/>
                  </a:lnTo>
                  <a:lnTo>
                    <a:pt x="31776" y="13619"/>
                  </a:lnTo>
                  <a:lnTo>
                    <a:pt x="31255" y="13879"/>
                  </a:lnTo>
                  <a:lnTo>
                    <a:pt x="30659" y="14102"/>
                  </a:lnTo>
                  <a:lnTo>
                    <a:pt x="30064" y="14251"/>
                  </a:lnTo>
                  <a:lnTo>
                    <a:pt x="29729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43" y="12800"/>
                  </a:lnTo>
                  <a:lnTo>
                    <a:pt x="26008" y="12316"/>
                  </a:lnTo>
                  <a:lnTo>
                    <a:pt x="25971" y="12316"/>
                  </a:lnTo>
                  <a:lnTo>
                    <a:pt x="25748" y="11833"/>
                  </a:lnTo>
                  <a:lnTo>
                    <a:pt x="25525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01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4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79"/>
                  </a:lnTo>
                  <a:lnTo>
                    <a:pt x="29208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35" y="25748"/>
                  </a:lnTo>
                  <a:lnTo>
                    <a:pt x="15516" y="7777"/>
                  </a:lnTo>
                  <a:close/>
                  <a:moveTo>
                    <a:pt x="22548" y="8223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5" y="19906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6"/>
                  </a:lnTo>
                  <a:lnTo>
                    <a:pt x="19386" y="13656"/>
                  </a:lnTo>
                  <a:lnTo>
                    <a:pt x="22548" y="8223"/>
                  </a:lnTo>
                  <a:close/>
                  <a:moveTo>
                    <a:pt x="26604" y="1"/>
                  </a:moveTo>
                  <a:lnTo>
                    <a:pt x="26194" y="38"/>
                  </a:lnTo>
                  <a:lnTo>
                    <a:pt x="25785" y="75"/>
                  </a:lnTo>
                  <a:lnTo>
                    <a:pt x="25413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97" y="596"/>
                  </a:lnTo>
                  <a:lnTo>
                    <a:pt x="23925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2995" y="1489"/>
                  </a:lnTo>
                  <a:lnTo>
                    <a:pt x="22734" y="1749"/>
                  </a:lnTo>
                  <a:lnTo>
                    <a:pt x="22474" y="2047"/>
                  </a:lnTo>
                  <a:lnTo>
                    <a:pt x="22213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55" y="3424"/>
                  </a:lnTo>
                  <a:lnTo>
                    <a:pt x="21544" y="3796"/>
                  </a:lnTo>
                  <a:lnTo>
                    <a:pt x="21358" y="4317"/>
                  </a:lnTo>
                  <a:lnTo>
                    <a:pt x="19162" y="484"/>
                  </a:lnTo>
                  <a:lnTo>
                    <a:pt x="11274" y="484"/>
                  </a:lnTo>
                  <a:lnTo>
                    <a:pt x="1" y="19906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62" y="19906"/>
                  </a:lnTo>
                  <a:lnTo>
                    <a:pt x="27459" y="14809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766" y="15256"/>
                  </a:lnTo>
                  <a:lnTo>
                    <a:pt x="30362" y="15181"/>
                  </a:lnTo>
                  <a:lnTo>
                    <a:pt x="30957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4" y="13395"/>
                  </a:lnTo>
                  <a:lnTo>
                    <a:pt x="33896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40" y="11237"/>
                  </a:lnTo>
                  <a:lnTo>
                    <a:pt x="34752" y="10642"/>
                  </a:lnTo>
                  <a:lnTo>
                    <a:pt x="34826" y="10009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6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59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2458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58" y="7219"/>
                  </a:lnTo>
                  <a:lnTo>
                    <a:pt x="2493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209" y="7293"/>
                  </a:lnTo>
                  <a:lnTo>
                    <a:pt x="5507" y="7144"/>
                  </a:lnTo>
                  <a:lnTo>
                    <a:pt x="5804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7032" y="5842"/>
                  </a:lnTo>
                  <a:lnTo>
                    <a:pt x="7218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90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90" y="3089"/>
                  </a:lnTo>
                  <a:lnTo>
                    <a:pt x="7479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46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618" y="410"/>
                  </a:lnTo>
                  <a:lnTo>
                    <a:pt x="5246" y="261"/>
                  </a:lnTo>
                  <a:lnTo>
                    <a:pt x="4912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4904800" y="2888175"/>
              <a:ext cx="870675" cy="667900"/>
            </a:xfrm>
            <a:custGeom>
              <a:rect b="b" l="l" r="r" t="t"/>
              <a:pathLst>
                <a:path extrusionOk="0" h="26716" w="34827">
                  <a:moveTo>
                    <a:pt x="18604" y="1452"/>
                  </a:moveTo>
                  <a:lnTo>
                    <a:pt x="21692" y="6810"/>
                  </a:lnTo>
                  <a:lnTo>
                    <a:pt x="15516" y="6810"/>
                  </a:lnTo>
                  <a:lnTo>
                    <a:pt x="12428" y="1452"/>
                  </a:lnTo>
                  <a:close/>
                  <a:moveTo>
                    <a:pt x="30027" y="5768"/>
                  </a:moveTo>
                  <a:lnTo>
                    <a:pt x="30399" y="5805"/>
                  </a:lnTo>
                  <a:lnTo>
                    <a:pt x="30808" y="5917"/>
                  </a:lnTo>
                  <a:lnTo>
                    <a:pt x="31180" y="6028"/>
                  </a:lnTo>
                  <a:lnTo>
                    <a:pt x="31589" y="6214"/>
                  </a:lnTo>
                  <a:lnTo>
                    <a:pt x="31962" y="6438"/>
                  </a:lnTo>
                  <a:lnTo>
                    <a:pt x="32296" y="6698"/>
                  </a:lnTo>
                  <a:lnTo>
                    <a:pt x="32631" y="7033"/>
                  </a:lnTo>
                  <a:lnTo>
                    <a:pt x="32966" y="7405"/>
                  </a:lnTo>
                  <a:lnTo>
                    <a:pt x="33264" y="7851"/>
                  </a:lnTo>
                  <a:lnTo>
                    <a:pt x="33487" y="8298"/>
                  </a:lnTo>
                  <a:lnTo>
                    <a:pt x="33673" y="8782"/>
                  </a:lnTo>
                  <a:lnTo>
                    <a:pt x="33785" y="9228"/>
                  </a:lnTo>
                  <a:lnTo>
                    <a:pt x="33859" y="9637"/>
                  </a:lnTo>
                  <a:lnTo>
                    <a:pt x="33896" y="10084"/>
                  </a:lnTo>
                  <a:lnTo>
                    <a:pt x="33859" y="10493"/>
                  </a:lnTo>
                  <a:lnTo>
                    <a:pt x="33785" y="10865"/>
                  </a:lnTo>
                  <a:lnTo>
                    <a:pt x="33710" y="11275"/>
                  </a:lnTo>
                  <a:lnTo>
                    <a:pt x="33561" y="11647"/>
                  </a:lnTo>
                  <a:lnTo>
                    <a:pt x="33375" y="11981"/>
                  </a:lnTo>
                  <a:lnTo>
                    <a:pt x="33152" y="12316"/>
                  </a:lnTo>
                  <a:lnTo>
                    <a:pt x="32929" y="12614"/>
                  </a:lnTo>
                  <a:lnTo>
                    <a:pt x="32668" y="12912"/>
                  </a:lnTo>
                  <a:lnTo>
                    <a:pt x="32408" y="13172"/>
                  </a:lnTo>
                  <a:lnTo>
                    <a:pt x="32110" y="13395"/>
                  </a:lnTo>
                  <a:lnTo>
                    <a:pt x="31813" y="13619"/>
                  </a:lnTo>
                  <a:lnTo>
                    <a:pt x="31255" y="13879"/>
                  </a:lnTo>
                  <a:lnTo>
                    <a:pt x="30696" y="14102"/>
                  </a:lnTo>
                  <a:lnTo>
                    <a:pt x="30064" y="14251"/>
                  </a:lnTo>
                  <a:lnTo>
                    <a:pt x="29766" y="14251"/>
                  </a:lnTo>
                  <a:lnTo>
                    <a:pt x="29431" y="14288"/>
                  </a:lnTo>
                  <a:lnTo>
                    <a:pt x="28985" y="14251"/>
                  </a:lnTo>
                  <a:lnTo>
                    <a:pt x="28501" y="14177"/>
                  </a:lnTo>
                  <a:lnTo>
                    <a:pt x="28055" y="14028"/>
                  </a:lnTo>
                  <a:lnTo>
                    <a:pt x="27608" y="13842"/>
                  </a:lnTo>
                  <a:lnTo>
                    <a:pt x="27162" y="13544"/>
                  </a:lnTo>
                  <a:lnTo>
                    <a:pt x="26753" y="13209"/>
                  </a:lnTo>
                  <a:lnTo>
                    <a:pt x="26380" y="12800"/>
                  </a:lnTo>
                  <a:lnTo>
                    <a:pt x="26008" y="12316"/>
                  </a:lnTo>
                  <a:lnTo>
                    <a:pt x="25748" y="11833"/>
                  </a:lnTo>
                  <a:lnTo>
                    <a:pt x="25562" y="11386"/>
                  </a:lnTo>
                  <a:lnTo>
                    <a:pt x="25413" y="10940"/>
                  </a:lnTo>
                  <a:lnTo>
                    <a:pt x="25339" y="10493"/>
                  </a:lnTo>
                  <a:lnTo>
                    <a:pt x="25301" y="10047"/>
                  </a:lnTo>
                  <a:lnTo>
                    <a:pt x="25339" y="9637"/>
                  </a:lnTo>
                  <a:lnTo>
                    <a:pt x="25376" y="9228"/>
                  </a:lnTo>
                  <a:lnTo>
                    <a:pt x="25488" y="8819"/>
                  </a:lnTo>
                  <a:lnTo>
                    <a:pt x="25636" y="8447"/>
                  </a:lnTo>
                  <a:lnTo>
                    <a:pt x="25822" y="8112"/>
                  </a:lnTo>
                  <a:lnTo>
                    <a:pt x="26008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90" y="6884"/>
                  </a:lnTo>
                  <a:lnTo>
                    <a:pt x="27087" y="6661"/>
                  </a:lnTo>
                  <a:lnTo>
                    <a:pt x="27422" y="6438"/>
                  </a:lnTo>
                  <a:lnTo>
                    <a:pt x="27757" y="6252"/>
                  </a:lnTo>
                  <a:lnTo>
                    <a:pt x="28092" y="6103"/>
                  </a:lnTo>
                  <a:lnTo>
                    <a:pt x="28464" y="5954"/>
                  </a:lnTo>
                  <a:lnTo>
                    <a:pt x="28836" y="5880"/>
                  </a:lnTo>
                  <a:lnTo>
                    <a:pt x="29245" y="5805"/>
                  </a:lnTo>
                  <a:lnTo>
                    <a:pt x="29617" y="5768"/>
                  </a:lnTo>
                  <a:close/>
                  <a:moveTo>
                    <a:pt x="21692" y="7777"/>
                  </a:moveTo>
                  <a:lnTo>
                    <a:pt x="11312" y="25748"/>
                  </a:lnTo>
                  <a:lnTo>
                    <a:pt x="5172" y="25748"/>
                  </a:lnTo>
                  <a:lnTo>
                    <a:pt x="15516" y="7777"/>
                  </a:lnTo>
                  <a:close/>
                  <a:moveTo>
                    <a:pt x="22548" y="8224"/>
                  </a:moveTo>
                  <a:lnTo>
                    <a:pt x="22734" y="8558"/>
                  </a:lnTo>
                  <a:lnTo>
                    <a:pt x="24743" y="12056"/>
                  </a:lnTo>
                  <a:lnTo>
                    <a:pt x="27162" y="16260"/>
                  </a:lnTo>
                  <a:lnTo>
                    <a:pt x="29208" y="19795"/>
                  </a:lnTo>
                  <a:lnTo>
                    <a:pt x="29283" y="19907"/>
                  </a:lnTo>
                  <a:lnTo>
                    <a:pt x="25897" y="25711"/>
                  </a:lnTo>
                  <a:lnTo>
                    <a:pt x="19720" y="25748"/>
                  </a:lnTo>
                  <a:lnTo>
                    <a:pt x="23106" y="19907"/>
                  </a:lnTo>
                  <a:lnTo>
                    <a:pt x="19423" y="13656"/>
                  </a:lnTo>
                  <a:lnTo>
                    <a:pt x="22548" y="8224"/>
                  </a:lnTo>
                  <a:close/>
                  <a:moveTo>
                    <a:pt x="26604" y="1"/>
                  </a:moveTo>
                  <a:lnTo>
                    <a:pt x="26232" y="38"/>
                  </a:lnTo>
                  <a:lnTo>
                    <a:pt x="25822" y="75"/>
                  </a:lnTo>
                  <a:lnTo>
                    <a:pt x="25413" y="187"/>
                  </a:lnTo>
                  <a:lnTo>
                    <a:pt x="25041" y="298"/>
                  </a:lnTo>
                  <a:lnTo>
                    <a:pt x="24669" y="410"/>
                  </a:lnTo>
                  <a:lnTo>
                    <a:pt x="24297" y="596"/>
                  </a:lnTo>
                  <a:lnTo>
                    <a:pt x="23962" y="782"/>
                  </a:lnTo>
                  <a:lnTo>
                    <a:pt x="23627" y="1005"/>
                  </a:lnTo>
                  <a:lnTo>
                    <a:pt x="23292" y="1229"/>
                  </a:lnTo>
                  <a:lnTo>
                    <a:pt x="23032" y="1489"/>
                  </a:lnTo>
                  <a:lnTo>
                    <a:pt x="22734" y="1750"/>
                  </a:lnTo>
                  <a:lnTo>
                    <a:pt x="22474" y="2047"/>
                  </a:lnTo>
                  <a:lnTo>
                    <a:pt x="22250" y="2382"/>
                  </a:lnTo>
                  <a:lnTo>
                    <a:pt x="22027" y="2717"/>
                  </a:lnTo>
                  <a:lnTo>
                    <a:pt x="21841" y="3052"/>
                  </a:lnTo>
                  <a:lnTo>
                    <a:pt x="21692" y="3424"/>
                  </a:lnTo>
                  <a:lnTo>
                    <a:pt x="21544" y="3796"/>
                  </a:lnTo>
                  <a:lnTo>
                    <a:pt x="21395" y="4317"/>
                  </a:lnTo>
                  <a:lnTo>
                    <a:pt x="19162" y="485"/>
                  </a:lnTo>
                  <a:lnTo>
                    <a:pt x="11312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56" y="20874"/>
                  </a:lnTo>
                  <a:lnTo>
                    <a:pt x="18604" y="26715"/>
                  </a:lnTo>
                  <a:lnTo>
                    <a:pt x="26455" y="26715"/>
                  </a:lnTo>
                  <a:lnTo>
                    <a:pt x="30399" y="19907"/>
                  </a:lnTo>
                  <a:lnTo>
                    <a:pt x="27459" y="14809"/>
                  </a:lnTo>
                  <a:lnTo>
                    <a:pt x="28018" y="14995"/>
                  </a:lnTo>
                  <a:lnTo>
                    <a:pt x="28613" y="15181"/>
                  </a:lnTo>
                  <a:lnTo>
                    <a:pt x="29208" y="15256"/>
                  </a:lnTo>
                  <a:lnTo>
                    <a:pt x="29804" y="15256"/>
                  </a:lnTo>
                  <a:lnTo>
                    <a:pt x="30399" y="15181"/>
                  </a:lnTo>
                  <a:lnTo>
                    <a:pt x="30957" y="15070"/>
                  </a:lnTo>
                  <a:lnTo>
                    <a:pt x="31552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115" y="13842"/>
                  </a:lnTo>
                  <a:lnTo>
                    <a:pt x="33524" y="13395"/>
                  </a:lnTo>
                  <a:lnTo>
                    <a:pt x="33933" y="12912"/>
                  </a:lnTo>
                  <a:lnTo>
                    <a:pt x="34231" y="12391"/>
                  </a:lnTo>
                  <a:lnTo>
                    <a:pt x="34492" y="11833"/>
                  </a:lnTo>
                  <a:lnTo>
                    <a:pt x="34678" y="11237"/>
                  </a:lnTo>
                  <a:lnTo>
                    <a:pt x="34789" y="10642"/>
                  </a:lnTo>
                  <a:lnTo>
                    <a:pt x="34826" y="10010"/>
                  </a:lnTo>
                  <a:lnTo>
                    <a:pt x="34789" y="9749"/>
                  </a:lnTo>
                  <a:lnTo>
                    <a:pt x="34752" y="9451"/>
                  </a:lnTo>
                  <a:lnTo>
                    <a:pt x="34678" y="9117"/>
                  </a:lnTo>
                  <a:lnTo>
                    <a:pt x="34566" y="8744"/>
                  </a:lnTo>
                  <a:lnTo>
                    <a:pt x="34417" y="8335"/>
                  </a:lnTo>
                  <a:lnTo>
                    <a:pt x="34231" y="7889"/>
                  </a:lnTo>
                  <a:lnTo>
                    <a:pt x="34008" y="7479"/>
                  </a:lnTo>
                  <a:lnTo>
                    <a:pt x="33747" y="7070"/>
                  </a:lnTo>
                  <a:lnTo>
                    <a:pt x="31180" y="2605"/>
                  </a:lnTo>
                  <a:lnTo>
                    <a:pt x="30994" y="2270"/>
                  </a:lnTo>
                  <a:lnTo>
                    <a:pt x="30771" y="1973"/>
                  </a:lnTo>
                  <a:lnTo>
                    <a:pt x="30510" y="1675"/>
                  </a:lnTo>
                  <a:lnTo>
                    <a:pt x="30250" y="1415"/>
                  </a:lnTo>
                  <a:lnTo>
                    <a:pt x="29990" y="1154"/>
                  </a:lnTo>
                  <a:lnTo>
                    <a:pt x="29692" y="931"/>
                  </a:lnTo>
                  <a:lnTo>
                    <a:pt x="29394" y="745"/>
                  </a:lnTo>
                  <a:lnTo>
                    <a:pt x="29097" y="559"/>
                  </a:lnTo>
                  <a:lnTo>
                    <a:pt x="28762" y="410"/>
                  </a:lnTo>
                  <a:lnTo>
                    <a:pt x="28427" y="261"/>
                  </a:lnTo>
                  <a:lnTo>
                    <a:pt x="28055" y="150"/>
                  </a:lnTo>
                  <a:lnTo>
                    <a:pt x="27720" y="75"/>
                  </a:lnTo>
                  <a:lnTo>
                    <a:pt x="27348" y="38"/>
                  </a:lnTo>
                  <a:lnTo>
                    <a:pt x="26976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2587725" y="2888175"/>
              <a:ext cx="869750" cy="667900"/>
            </a:xfrm>
            <a:custGeom>
              <a:rect b="b" l="l" r="r" t="t"/>
              <a:pathLst>
                <a:path extrusionOk="0" h="26716" w="34790">
                  <a:moveTo>
                    <a:pt x="18567" y="1452"/>
                  </a:moveTo>
                  <a:lnTo>
                    <a:pt x="21693" y="6810"/>
                  </a:lnTo>
                  <a:lnTo>
                    <a:pt x="15479" y="6810"/>
                  </a:lnTo>
                  <a:lnTo>
                    <a:pt x="12391" y="1452"/>
                  </a:lnTo>
                  <a:close/>
                  <a:moveTo>
                    <a:pt x="29990" y="5768"/>
                  </a:moveTo>
                  <a:lnTo>
                    <a:pt x="30399" y="5805"/>
                  </a:lnTo>
                  <a:lnTo>
                    <a:pt x="30771" y="5917"/>
                  </a:lnTo>
                  <a:lnTo>
                    <a:pt x="31180" y="6028"/>
                  </a:lnTo>
                  <a:lnTo>
                    <a:pt x="31553" y="6214"/>
                  </a:lnTo>
                  <a:lnTo>
                    <a:pt x="31925" y="6438"/>
                  </a:lnTo>
                  <a:lnTo>
                    <a:pt x="32259" y="6698"/>
                  </a:lnTo>
                  <a:lnTo>
                    <a:pt x="32594" y="7033"/>
                  </a:lnTo>
                  <a:lnTo>
                    <a:pt x="32929" y="7405"/>
                  </a:lnTo>
                  <a:lnTo>
                    <a:pt x="33227" y="7851"/>
                  </a:lnTo>
                  <a:lnTo>
                    <a:pt x="33450" y="8298"/>
                  </a:lnTo>
                  <a:lnTo>
                    <a:pt x="33636" y="8782"/>
                  </a:lnTo>
                  <a:lnTo>
                    <a:pt x="33748" y="9228"/>
                  </a:lnTo>
                  <a:lnTo>
                    <a:pt x="33822" y="9637"/>
                  </a:lnTo>
                  <a:lnTo>
                    <a:pt x="33859" y="10084"/>
                  </a:lnTo>
                  <a:lnTo>
                    <a:pt x="33822" y="10493"/>
                  </a:lnTo>
                  <a:lnTo>
                    <a:pt x="33785" y="10865"/>
                  </a:lnTo>
                  <a:lnTo>
                    <a:pt x="33673" y="11275"/>
                  </a:lnTo>
                  <a:lnTo>
                    <a:pt x="33525" y="11647"/>
                  </a:lnTo>
                  <a:lnTo>
                    <a:pt x="33338" y="11981"/>
                  </a:lnTo>
                  <a:lnTo>
                    <a:pt x="33152" y="12316"/>
                  </a:lnTo>
                  <a:lnTo>
                    <a:pt x="32892" y="12614"/>
                  </a:lnTo>
                  <a:lnTo>
                    <a:pt x="32669" y="12912"/>
                  </a:lnTo>
                  <a:lnTo>
                    <a:pt x="32371" y="13172"/>
                  </a:lnTo>
                  <a:lnTo>
                    <a:pt x="32073" y="13395"/>
                  </a:lnTo>
                  <a:lnTo>
                    <a:pt x="31776" y="13619"/>
                  </a:lnTo>
                  <a:lnTo>
                    <a:pt x="31218" y="13879"/>
                  </a:lnTo>
                  <a:lnTo>
                    <a:pt x="30660" y="14102"/>
                  </a:lnTo>
                  <a:lnTo>
                    <a:pt x="30027" y="14251"/>
                  </a:lnTo>
                  <a:lnTo>
                    <a:pt x="29729" y="14251"/>
                  </a:lnTo>
                  <a:lnTo>
                    <a:pt x="29432" y="14288"/>
                  </a:lnTo>
                  <a:lnTo>
                    <a:pt x="28948" y="14251"/>
                  </a:lnTo>
                  <a:lnTo>
                    <a:pt x="28502" y="14177"/>
                  </a:lnTo>
                  <a:lnTo>
                    <a:pt x="28018" y="14028"/>
                  </a:lnTo>
                  <a:lnTo>
                    <a:pt x="27571" y="13842"/>
                  </a:lnTo>
                  <a:lnTo>
                    <a:pt x="27162" y="13544"/>
                  </a:lnTo>
                  <a:lnTo>
                    <a:pt x="26716" y="13209"/>
                  </a:lnTo>
                  <a:lnTo>
                    <a:pt x="26344" y="12800"/>
                  </a:lnTo>
                  <a:lnTo>
                    <a:pt x="25971" y="12316"/>
                  </a:lnTo>
                  <a:lnTo>
                    <a:pt x="25711" y="11833"/>
                  </a:lnTo>
                  <a:lnTo>
                    <a:pt x="25525" y="11386"/>
                  </a:lnTo>
                  <a:lnTo>
                    <a:pt x="25376" y="10940"/>
                  </a:lnTo>
                  <a:lnTo>
                    <a:pt x="25302" y="10493"/>
                  </a:lnTo>
                  <a:lnTo>
                    <a:pt x="25265" y="10047"/>
                  </a:lnTo>
                  <a:lnTo>
                    <a:pt x="25302" y="9637"/>
                  </a:lnTo>
                  <a:lnTo>
                    <a:pt x="25339" y="9228"/>
                  </a:lnTo>
                  <a:lnTo>
                    <a:pt x="25451" y="8819"/>
                  </a:lnTo>
                  <a:lnTo>
                    <a:pt x="25599" y="8447"/>
                  </a:lnTo>
                  <a:lnTo>
                    <a:pt x="25785" y="8112"/>
                  </a:lnTo>
                  <a:lnTo>
                    <a:pt x="25971" y="7777"/>
                  </a:lnTo>
                  <a:lnTo>
                    <a:pt x="26232" y="7442"/>
                  </a:lnTo>
                  <a:lnTo>
                    <a:pt x="26492" y="7145"/>
                  </a:lnTo>
                  <a:lnTo>
                    <a:pt x="26753" y="6884"/>
                  </a:lnTo>
                  <a:lnTo>
                    <a:pt x="27088" y="6661"/>
                  </a:lnTo>
                  <a:lnTo>
                    <a:pt x="27385" y="6438"/>
                  </a:lnTo>
                  <a:lnTo>
                    <a:pt x="27720" y="6252"/>
                  </a:lnTo>
                  <a:lnTo>
                    <a:pt x="28092" y="6103"/>
                  </a:lnTo>
                  <a:lnTo>
                    <a:pt x="28427" y="5954"/>
                  </a:lnTo>
                  <a:lnTo>
                    <a:pt x="28836" y="5880"/>
                  </a:lnTo>
                  <a:lnTo>
                    <a:pt x="29208" y="5805"/>
                  </a:lnTo>
                  <a:lnTo>
                    <a:pt x="29581" y="5768"/>
                  </a:lnTo>
                  <a:close/>
                  <a:moveTo>
                    <a:pt x="22511" y="8224"/>
                  </a:moveTo>
                  <a:lnTo>
                    <a:pt x="22734" y="8558"/>
                  </a:lnTo>
                  <a:lnTo>
                    <a:pt x="24706" y="12056"/>
                  </a:lnTo>
                  <a:lnTo>
                    <a:pt x="27162" y="16260"/>
                  </a:lnTo>
                  <a:lnTo>
                    <a:pt x="29171" y="19795"/>
                  </a:lnTo>
                  <a:lnTo>
                    <a:pt x="29246" y="19907"/>
                  </a:lnTo>
                  <a:lnTo>
                    <a:pt x="25897" y="25711"/>
                  </a:lnTo>
                  <a:lnTo>
                    <a:pt x="19721" y="25748"/>
                  </a:lnTo>
                  <a:lnTo>
                    <a:pt x="19721" y="25748"/>
                  </a:lnTo>
                  <a:lnTo>
                    <a:pt x="23069" y="19907"/>
                  </a:lnTo>
                  <a:lnTo>
                    <a:pt x="19386" y="13656"/>
                  </a:lnTo>
                  <a:lnTo>
                    <a:pt x="22511" y="8224"/>
                  </a:lnTo>
                  <a:close/>
                  <a:moveTo>
                    <a:pt x="21655" y="7777"/>
                  </a:moveTo>
                  <a:lnTo>
                    <a:pt x="11275" y="25748"/>
                  </a:lnTo>
                  <a:lnTo>
                    <a:pt x="5136" y="25748"/>
                  </a:lnTo>
                  <a:lnTo>
                    <a:pt x="15516" y="7777"/>
                  </a:lnTo>
                  <a:close/>
                  <a:moveTo>
                    <a:pt x="26567" y="1"/>
                  </a:moveTo>
                  <a:lnTo>
                    <a:pt x="26195" y="38"/>
                  </a:lnTo>
                  <a:lnTo>
                    <a:pt x="25785" y="75"/>
                  </a:lnTo>
                  <a:lnTo>
                    <a:pt x="25376" y="187"/>
                  </a:lnTo>
                  <a:lnTo>
                    <a:pt x="25004" y="298"/>
                  </a:lnTo>
                  <a:lnTo>
                    <a:pt x="24632" y="410"/>
                  </a:lnTo>
                  <a:lnTo>
                    <a:pt x="24260" y="596"/>
                  </a:lnTo>
                  <a:lnTo>
                    <a:pt x="23925" y="782"/>
                  </a:lnTo>
                  <a:lnTo>
                    <a:pt x="23590" y="1005"/>
                  </a:lnTo>
                  <a:lnTo>
                    <a:pt x="23293" y="1229"/>
                  </a:lnTo>
                  <a:lnTo>
                    <a:pt x="22995" y="1489"/>
                  </a:lnTo>
                  <a:lnTo>
                    <a:pt x="22697" y="1750"/>
                  </a:lnTo>
                  <a:lnTo>
                    <a:pt x="22437" y="2047"/>
                  </a:lnTo>
                  <a:lnTo>
                    <a:pt x="22214" y="2382"/>
                  </a:lnTo>
                  <a:lnTo>
                    <a:pt x="21990" y="2717"/>
                  </a:lnTo>
                  <a:lnTo>
                    <a:pt x="21804" y="3052"/>
                  </a:lnTo>
                  <a:lnTo>
                    <a:pt x="21655" y="3424"/>
                  </a:lnTo>
                  <a:lnTo>
                    <a:pt x="21507" y="3796"/>
                  </a:lnTo>
                  <a:lnTo>
                    <a:pt x="21358" y="4317"/>
                  </a:lnTo>
                  <a:lnTo>
                    <a:pt x="19125" y="485"/>
                  </a:lnTo>
                  <a:lnTo>
                    <a:pt x="11275" y="485"/>
                  </a:lnTo>
                  <a:lnTo>
                    <a:pt x="1" y="19907"/>
                  </a:lnTo>
                  <a:lnTo>
                    <a:pt x="4019" y="26715"/>
                  </a:lnTo>
                  <a:lnTo>
                    <a:pt x="11870" y="26715"/>
                  </a:lnTo>
                  <a:lnTo>
                    <a:pt x="15219" y="20874"/>
                  </a:lnTo>
                  <a:lnTo>
                    <a:pt x="18567" y="26715"/>
                  </a:lnTo>
                  <a:lnTo>
                    <a:pt x="26455" y="26715"/>
                  </a:lnTo>
                  <a:lnTo>
                    <a:pt x="30362" y="19907"/>
                  </a:lnTo>
                  <a:lnTo>
                    <a:pt x="27423" y="14809"/>
                  </a:lnTo>
                  <a:lnTo>
                    <a:pt x="28018" y="14995"/>
                  </a:lnTo>
                  <a:lnTo>
                    <a:pt x="28576" y="15181"/>
                  </a:lnTo>
                  <a:lnTo>
                    <a:pt x="29171" y="15256"/>
                  </a:lnTo>
                  <a:lnTo>
                    <a:pt x="29767" y="15256"/>
                  </a:lnTo>
                  <a:lnTo>
                    <a:pt x="30362" y="15181"/>
                  </a:lnTo>
                  <a:lnTo>
                    <a:pt x="30920" y="15070"/>
                  </a:lnTo>
                  <a:lnTo>
                    <a:pt x="31515" y="14846"/>
                  </a:lnTo>
                  <a:lnTo>
                    <a:pt x="32073" y="14586"/>
                  </a:lnTo>
                  <a:lnTo>
                    <a:pt x="32594" y="14251"/>
                  </a:lnTo>
                  <a:lnTo>
                    <a:pt x="33078" y="13842"/>
                  </a:lnTo>
                  <a:lnTo>
                    <a:pt x="33525" y="13395"/>
                  </a:lnTo>
                  <a:lnTo>
                    <a:pt x="33897" y="12912"/>
                  </a:lnTo>
                  <a:lnTo>
                    <a:pt x="34194" y="12391"/>
                  </a:lnTo>
                  <a:lnTo>
                    <a:pt x="34455" y="11833"/>
                  </a:lnTo>
                  <a:lnTo>
                    <a:pt x="34641" y="11237"/>
                  </a:lnTo>
                  <a:lnTo>
                    <a:pt x="34752" y="10642"/>
                  </a:lnTo>
                  <a:lnTo>
                    <a:pt x="34790" y="10010"/>
                  </a:lnTo>
                  <a:lnTo>
                    <a:pt x="34790" y="9749"/>
                  </a:lnTo>
                  <a:lnTo>
                    <a:pt x="34715" y="9451"/>
                  </a:lnTo>
                  <a:lnTo>
                    <a:pt x="34641" y="9117"/>
                  </a:lnTo>
                  <a:lnTo>
                    <a:pt x="34529" y="8744"/>
                  </a:lnTo>
                  <a:lnTo>
                    <a:pt x="34380" y="8335"/>
                  </a:lnTo>
                  <a:lnTo>
                    <a:pt x="34194" y="7889"/>
                  </a:lnTo>
                  <a:lnTo>
                    <a:pt x="33971" y="7479"/>
                  </a:lnTo>
                  <a:lnTo>
                    <a:pt x="33711" y="7070"/>
                  </a:lnTo>
                  <a:lnTo>
                    <a:pt x="31180" y="2605"/>
                  </a:lnTo>
                  <a:lnTo>
                    <a:pt x="30957" y="2270"/>
                  </a:lnTo>
                  <a:lnTo>
                    <a:pt x="30734" y="1973"/>
                  </a:lnTo>
                  <a:lnTo>
                    <a:pt x="30474" y="1675"/>
                  </a:lnTo>
                  <a:lnTo>
                    <a:pt x="30250" y="1415"/>
                  </a:lnTo>
                  <a:lnTo>
                    <a:pt x="29953" y="1154"/>
                  </a:lnTo>
                  <a:lnTo>
                    <a:pt x="29655" y="931"/>
                  </a:lnTo>
                  <a:lnTo>
                    <a:pt x="29357" y="745"/>
                  </a:lnTo>
                  <a:lnTo>
                    <a:pt x="29060" y="559"/>
                  </a:lnTo>
                  <a:lnTo>
                    <a:pt x="28725" y="410"/>
                  </a:lnTo>
                  <a:lnTo>
                    <a:pt x="28390" y="261"/>
                  </a:lnTo>
                  <a:lnTo>
                    <a:pt x="28055" y="150"/>
                  </a:lnTo>
                  <a:lnTo>
                    <a:pt x="27683" y="75"/>
                  </a:lnTo>
                  <a:lnTo>
                    <a:pt x="27311" y="38"/>
                  </a:lnTo>
                  <a:lnTo>
                    <a:pt x="26939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508600" y="3093750"/>
              <a:ext cx="373025" cy="426975"/>
            </a:xfrm>
            <a:custGeom>
              <a:rect b="b" l="l" r="r" t="t"/>
              <a:pathLst>
                <a:path extrusionOk="0" h="17079" w="14921">
                  <a:moveTo>
                    <a:pt x="9824" y="1"/>
                  </a:moveTo>
                  <a:lnTo>
                    <a:pt x="1" y="17079"/>
                  </a:lnTo>
                  <a:lnTo>
                    <a:pt x="5098" y="17041"/>
                  </a:lnTo>
                  <a:lnTo>
                    <a:pt x="14921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5612675" y="2256600"/>
              <a:ext cx="191625" cy="110700"/>
            </a:xfrm>
            <a:custGeom>
              <a:rect b="b" l="l" r="r" t="t"/>
              <a:pathLst>
                <a:path extrusionOk="0" h="4428" w="7665">
                  <a:moveTo>
                    <a:pt x="0" y="0"/>
                  </a:moveTo>
                  <a:lnTo>
                    <a:pt x="2568" y="4428"/>
                  </a:lnTo>
                  <a:lnTo>
                    <a:pt x="7665" y="4428"/>
                  </a:lnTo>
                  <a:lnTo>
                    <a:pt x="5098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4776450" y="3043525"/>
              <a:ext cx="191625" cy="189775"/>
            </a:xfrm>
            <a:custGeom>
              <a:rect b="b" l="l" r="r" t="t"/>
              <a:pathLst>
                <a:path extrusionOk="0" h="7591" w="7665">
                  <a:moveTo>
                    <a:pt x="3870" y="0"/>
                  </a:moveTo>
                  <a:lnTo>
                    <a:pt x="3498" y="38"/>
                  </a:lnTo>
                  <a:lnTo>
                    <a:pt x="3163" y="112"/>
                  </a:lnTo>
                  <a:lnTo>
                    <a:pt x="2828" y="186"/>
                  </a:lnTo>
                  <a:lnTo>
                    <a:pt x="2493" y="298"/>
                  </a:lnTo>
                  <a:lnTo>
                    <a:pt x="2195" y="447"/>
                  </a:lnTo>
                  <a:lnTo>
                    <a:pt x="1898" y="633"/>
                  </a:lnTo>
                  <a:lnTo>
                    <a:pt x="1600" y="819"/>
                  </a:lnTo>
                  <a:lnTo>
                    <a:pt x="1340" y="1042"/>
                  </a:lnTo>
                  <a:lnTo>
                    <a:pt x="1079" y="1265"/>
                  </a:lnTo>
                  <a:lnTo>
                    <a:pt x="856" y="1526"/>
                  </a:lnTo>
                  <a:lnTo>
                    <a:pt x="633" y="1786"/>
                  </a:lnTo>
                  <a:lnTo>
                    <a:pt x="447" y="2084"/>
                  </a:lnTo>
                  <a:lnTo>
                    <a:pt x="298" y="2419"/>
                  </a:lnTo>
                  <a:lnTo>
                    <a:pt x="186" y="2754"/>
                  </a:lnTo>
                  <a:lnTo>
                    <a:pt x="75" y="3089"/>
                  </a:lnTo>
                  <a:lnTo>
                    <a:pt x="37" y="3461"/>
                  </a:lnTo>
                  <a:lnTo>
                    <a:pt x="0" y="3833"/>
                  </a:lnTo>
                  <a:lnTo>
                    <a:pt x="37" y="4205"/>
                  </a:lnTo>
                  <a:lnTo>
                    <a:pt x="112" y="4614"/>
                  </a:lnTo>
                  <a:lnTo>
                    <a:pt x="223" y="5023"/>
                  </a:lnTo>
                  <a:lnTo>
                    <a:pt x="409" y="5433"/>
                  </a:lnTo>
                  <a:lnTo>
                    <a:pt x="633" y="5842"/>
                  </a:lnTo>
                  <a:lnTo>
                    <a:pt x="893" y="6214"/>
                  </a:lnTo>
                  <a:lnTo>
                    <a:pt x="1191" y="6549"/>
                  </a:lnTo>
                  <a:lnTo>
                    <a:pt x="1488" y="6809"/>
                  </a:lnTo>
                  <a:lnTo>
                    <a:pt x="1823" y="7033"/>
                  </a:lnTo>
                  <a:lnTo>
                    <a:pt x="2121" y="7219"/>
                  </a:lnTo>
                  <a:lnTo>
                    <a:pt x="2456" y="7367"/>
                  </a:lnTo>
                  <a:lnTo>
                    <a:pt x="2828" y="7479"/>
                  </a:lnTo>
                  <a:lnTo>
                    <a:pt x="3163" y="7553"/>
                  </a:lnTo>
                  <a:lnTo>
                    <a:pt x="3498" y="7591"/>
                  </a:lnTo>
                  <a:lnTo>
                    <a:pt x="3870" y="7591"/>
                  </a:lnTo>
                  <a:lnTo>
                    <a:pt x="4205" y="7553"/>
                  </a:lnTo>
                  <a:lnTo>
                    <a:pt x="4539" y="7516"/>
                  </a:lnTo>
                  <a:lnTo>
                    <a:pt x="4874" y="7405"/>
                  </a:lnTo>
                  <a:lnTo>
                    <a:pt x="5172" y="7293"/>
                  </a:lnTo>
                  <a:lnTo>
                    <a:pt x="5507" y="7144"/>
                  </a:lnTo>
                  <a:lnTo>
                    <a:pt x="5767" y="6995"/>
                  </a:lnTo>
                  <a:lnTo>
                    <a:pt x="6065" y="6809"/>
                  </a:lnTo>
                  <a:lnTo>
                    <a:pt x="6325" y="6586"/>
                  </a:lnTo>
                  <a:lnTo>
                    <a:pt x="6586" y="6363"/>
                  </a:lnTo>
                  <a:lnTo>
                    <a:pt x="6809" y="6102"/>
                  </a:lnTo>
                  <a:lnTo>
                    <a:pt x="6995" y="5842"/>
                  </a:lnTo>
                  <a:lnTo>
                    <a:pt x="7181" y="5544"/>
                  </a:lnTo>
                  <a:lnTo>
                    <a:pt x="7367" y="5247"/>
                  </a:lnTo>
                  <a:lnTo>
                    <a:pt x="7479" y="4912"/>
                  </a:lnTo>
                  <a:lnTo>
                    <a:pt x="7553" y="4577"/>
                  </a:lnTo>
                  <a:lnTo>
                    <a:pt x="7628" y="4205"/>
                  </a:lnTo>
                  <a:lnTo>
                    <a:pt x="7665" y="3833"/>
                  </a:lnTo>
                  <a:lnTo>
                    <a:pt x="7628" y="3461"/>
                  </a:lnTo>
                  <a:lnTo>
                    <a:pt x="7553" y="3089"/>
                  </a:lnTo>
                  <a:lnTo>
                    <a:pt x="7442" y="2679"/>
                  </a:lnTo>
                  <a:lnTo>
                    <a:pt x="7293" y="2270"/>
                  </a:lnTo>
                  <a:lnTo>
                    <a:pt x="7107" y="1861"/>
                  </a:lnTo>
                  <a:lnTo>
                    <a:pt x="6809" y="1489"/>
                  </a:lnTo>
                  <a:lnTo>
                    <a:pt x="6549" y="1154"/>
                  </a:lnTo>
                  <a:lnTo>
                    <a:pt x="6251" y="856"/>
                  </a:lnTo>
                  <a:lnTo>
                    <a:pt x="5916" y="596"/>
                  </a:lnTo>
                  <a:lnTo>
                    <a:pt x="5581" y="410"/>
                  </a:lnTo>
                  <a:lnTo>
                    <a:pt x="5246" y="261"/>
                  </a:lnTo>
                  <a:lnTo>
                    <a:pt x="4911" y="149"/>
                  </a:lnTo>
                  <a:lnTo>
                    <a:pt x="4577" y="75"/>
                  </a:lnTo>
                  <a:lnTo>
                    <a:pt x="4205" y="38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2313325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59" y="16111"/>
                  </a:lnTo>
                  <a:lnTo>
                    <a:pt x="5694" y="16111"/>
                  </a:lnTo>
                  <a:lnTo>
                    <a:pt x="8782" y="10754"/>
                  </a:lnTo>
                  <a:lnTo>
                    <a:pt x="6810" y="7331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858350" y="3117000"/>
              <a:ext cx="219550" cy="402800"/>
            </a:xfrm>
            <a:custGeom>
              <a:rect b="b" l="l" r="r" t="t"/>
              <a:pathLst>
                <a:path extrusionOk="0" h="16112" w="8782">
                  <a:moveTo>
                    <a:pt x="2605" y="1"/>
                  </a:moveTo>
                  <a:lnTo>
                    <a:pt x="1" y="4503"/>
                  </a:lnTo>
                  <a:lnTo>
                    <a:pt x="3684" y="10754"/>
                  </a:lnTo>
                  <a:lnTo>
                    <a:pt x="596" y="16111"/>
                  </a:lnTo>
                  <a:lnTo>
                    <a:pt x="5693" y="16111"/>
                  </a:lnTo>
                  <a:lnTo>
                    <a:pt x="8782" y="10754"/>
                  </a:lnTo>
                  <a:lnTo>
                    <a:pt x="6810" y="7368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2222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2" name="Google Shape;1372;p17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3" name="Google Shape;1373;p17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4" name="Google Shape;1374;p17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5" name="Google Shape;1375;p17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4">
  <p:cSld name="TITLE_1_1_1_1_1">
    <p:bg>
      <p:bgPr>
        <a:solidFill>
          <a:srgbClr val="222244">
            <a:alpha val="89870"/>
          </a:srgbClr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8"/>
          <p:cNvSpPr/>
          <p:nvPr/>
        </p:nvSpPr>
        <p:spPr>
          <a:xfrm>
            <a:off x="0" y="1371597"/>
            <a:ext cx="6705838" cy="3772025"/>
          </a:xfrm>
          <a:custGeom>
            <a:rect b="b" l="l" r="r" t="t"/>
            <a:pathLst>
              <a:path extrusionOk="0" h="160734" w="285750">
                <a:moveTo>
                  <a:pt x="17711" y="2344"/>
                </a:moveTo>
                <a:lnTo>
                  <a:pt x="21208" y="8409"/>
                </a:lnTo>
                <a:lnTo>
                  <a:pt x="14250" y="8409"/>
                </a:lnTo>
                <a:lnTo>
                  <a:pt x="10753" y="2381"/>
                </a:lnTo>
                <a:lnTo>
                  <a:pt x="17711" y="2344"/>
                </a:lnTo>
                <a:close/>
                <a:moveTo>
                  <a:pt x="53876" y="2344"/>
                </a:moveTo>
                <a:lnTo>
                  <a:pt x="57373" y="8409"/>
                </a:lnTo>
                <a:lnTo>
                  <a:pt x="50378" y="8409"/>
                </a:lnTo>
                <a:lnTo>
                  <a:pt x="46881" y="2381"/>
                </a:lnTo>
                <a:lnTo>
                  <a:pt x="53876" y="2344"/>
                </a:lnTo>
                <a:close/>
                <a:moveTo>
                  <a:pt x="90004" y="2344"/>
                </a:moveTo>
                <a:lnTo>
                  <a:pt x="93501" y="8409"/>
                </a:lnTo>
                <a:lnTo>
                  <a:pt x="86506" y="8409"/>
                </a:lnTo>
                <a:lnTo>
                  <a:pt x="83009" y="2381"/>
                </a:lnTo>
                <a:lnTo>
                  <a:pt x="90004" y="2344"/>
                </a:lnTo>
                <a:close/>
                <a:moveTo>
                  <a:pt x="126132" y="2344"/>
                </a:moveTo>
                <a:lnTo>
                  <a:pt x="129629" y="8409"/>
                </a:lnTo>
                <a:lnTo>
                  <a:pt x="122672" y="8409"/>
                </a:lnTo>
                <a:lnTo>
                  <a:pt x="119174" y="2381"/>
                </a:lnTo>
                <a:lnTo>
                  <a:pt x="126132" y="2344"/>
                </a:lnTo>
                <a:close/>
                <a:moveTo>
                  <a:pt x="162297" y="2344"/>
                </a:moveTo>
                <a:lnTo>
                  <a:pt x="165795" y="8409"/>
                </a:lnTo>
                <a:lnTo>
                  <a:pt x="158800" y="8409"/>
                </a:lnTo>
                <a:lnTo>
                  <a:pt x="155302" y="2381"/>
                </a:lnTo>
                <a:lnTo>
                  <a:pt x="162297" y="2344"/>
                </a:lnTo>
                <a:close/>
                <a:moveTo>
                  <a:pt x="198425" y="2344"/>
                </a:moveTo>
                <a:lnTo>
                  <a:pt x="201923" y="8409"/>
                </a:lnTo>
                <a:lnTo>
                  <a:pt x="194928" y="8409"/>
                </a:lnTo>
                <a:lnTo>
                  <a:pt x="191430" y="2381"/>
                </a:lnTo>
                <a:lnTo>
                  <a:pt x="198425" y="2344"/>
                </a:lnTo>
                <a:close/>
                <a:moveTo>
                  <a:pt x="234553" y="2344"/>
                </a:moveTo>
                <a:lnTo>
                  <a:pt x="238051" y="8409"/>
                </a:lnTo>
                <a:lnTo>
                  <a:pt x="231093" y="8409"/>
                </a:lnTo>
                <a:lnTo>
                  <a:pt x="227595" y="2381"/>
                </a:lnTo>
                <a:lnTo>
                  <a:pt x="234553" y="2344"/>
                </a:lnTo>
                <a:close/>
                <a:moveTo>
                  <a:pt x="270718" y="2344"/>
                </a:moveTo>
                <a:lnTo>
                  <a:pt x="274216" y="8409"/>
                </a:lnTo>
                <a:lnTo>
                  <a:pt x="267221" y="8409"/>
                </a:lnTo>
                <a:lnTo>
                  <a:pt x="263723" y="2381"/>
                </a:lnTo>
                <a:lnTo>
                  <a:pt x="270718" y="2344"/>
                </a:lnTo>
                <a:close/>
                <a:moveTo>
                  <a:pt x="31998" y="7702"/>
                </a:moveTo>
                <a:lnTo>
                  <a:pt x="32482" y="7776"/>
                </a:lnTo>
                <a:lnTo>
                  <a:pt x="32928" y="7888"/>
                </a:lnTo>
                <a:lnTo>
                  <a:pt x="33375" y="8037"/>
                </a:lnTo>
                <a:lnTo>
                  <a:pt x="33821" y="8260"/>
                </a:lnTo>
                <a:lnTo>
                  <a:pt x="34230" y="8520"/>
                </a:lnTo>
                <a:lnTo>
                  <a:pt x="34640" y="8818"/>
                </a:lnTo>
                <a:lnTo>
                  <a:pt x="35049" y="9190"/>
                </a:lnTo>
                <a:lnTo>
                  <a:pt x="35421" y="9637"/>
                </a:lnTo>
                <a:lnTo>
                  <a:pt x="35756" y="10120"/>
                </a:lnTo>
                <a:lnTo>
                  <a:pt x="36016" y="10641"/>
                </a:lnTo>
                <a:lnTo>
                  <a:pt x="36202" y="11162"/>
                </a:lnTo>
                <a:lnTo>
                  <a:pt x="36351" y="11683"/>
                </a:lnTo>
                <a:lnTo>
                  <a:pt x="36426" y="12167"/>
                </a:lnTo>
                <a:lnTo>
                  <a:pt x="36463" y="12688"/>
                </a:lnTo>
                <a:lnTo>
                  <a:pt x="36463" y="13134"/>
                </a:lnTo>
                <a:lnTo>
                  <a:pt x="36388" y="13618"/>
                </a:lnTo>
                <a:lnTo>
                  <a:pt x="36277" y="14064"/>
                </a:lnTo>
                <a:lnTo>
                  <a:pt x="36091" y="14474"/>
                </a:lnTo>
                <a:lnTo>
                  <a:pt x="35905" y="14883"/>
                </a:lnTo>
                <a:lnTo>
                  <a:pt x="35682" y="15292"/>
                </a:lnTo>
                <a:lnTo>
                  <a:pt x="35384" y="15664"/>
                </a:lnTo>
                <a:lnTo>
                  <a:pt x="35086" y="15999"/>
                </a:lnTo>
                <a:lnTo>
                  <a:pt x="34751" y="16297"/>
                </a:lnTo>
                <a:lnTo>
                  <a:pt x="34417" y="16594"/>
                </a:lnTo>
                <a:lnTo>
                  <a:pt x="34044" y="16855"/>
                </a:lnTo>
                <a:lnTo>
                  <a:pt x="33635" y="17078"/>
                </a:lnTo>
                <a:lnTo>
                  <a:pt x="33226" y="17264"/>
                </a:lnTo>
                <a:lnTo>
                  <a:pt x="32779" y="17413"/>
                </a:lnTo>
                <a:lnTo>
                  <a:pt x="32333" y="17524"/>
                </a:lnTo>
                <a:lnTo>
                  <a:pt x="31886" y="17599"/>
                </a:lnTo>
                <a:lnTo>
                  <a:pt x="31440" y="17636"/>
                </a:lnTo>
                <a:lnTo>
                  <a:pt x="30993" y="17636"/>
                </a:lnTo>
                <a:lnTo>
                  <a:pt x="30547" y="17562"/>
                </a:lnTo>
                <a:lnTo>
                  <a:pt x="30063" y="17487"/>
                </a:lnTo>
                <a:lnTo>
                  <a:pt x="29617" y="17338"/>
                </a:lnTo>
                <a:lnTo>
                  <a:pt x="29208" y="17152"/>
                </a:lnTo>
                <a:lnTo>
                  <a:pt x="28761" y="16892"/>
                </a:lnTo>
                <a:lnTo>
                  <a:pt x="28352" y="16594"/>
                </a:lnTo>
                <a:lnTo>
                  <a:pt x="27980" y="16222"/>
                </a:lnTo>
                <a:lnTo>
                  <a:pt x="27608" y="15813"/>
                </a:lnTo>
                <a:lnTo>
                  <a:pt x="27273" y="15329"/>
                </a:lnTo>
                <a:lnTo>
                  <a:pt x="26975" y="14808"/>
                </a:lnTo>
                <a:lnTo>
                  <a:pt x="26752" y="14287"/>
                </a:lnTo>
                <a:lnTo>
                  <a:pt x="26603" y="13767"/>
                </a:lnTo>
                <a:lnTo>
                  <a:pt x="26491" y="13246"/>
                </a:lnTo>
                <a:lnTo>
                  <a:pt x="26454" y="12762"/>
                </a:lnTo>
                <a:lnTo>
                  <a:pt x="26491" y="12278"/>
                </a:lnTo>
                <a:lnTo>
                  <a:pt x="26529" y="11795"/>
                </a:lnTo>
                <a:lnTo>
                  <a:pt x="26640" y="11348"/>
                </a:lnTo>
                <a:lnTo>
                  <a:pt x="26826" y="10902"/>
                </a:lnTo>
                <a:lnTo>
                  <a:pt x="27012" y="10492"/>
                </a:lnTo>
                <a:lnTo>
                  <a:pt x="27236" y="10083"/>
                </a:lnTo>
                <a:lnTo>
                  <a:pt x="27533" y="9711"/>
                </a:lnTo>
                <a:lnTo>
                  <a:pt x="27831" y="9376"/>
                </a:lnTo>
                <a:lnTo>
                  <a:pt x="28166" y="9041"/>
                </a:lnTo>
                <a:lnTo>
                  <a:pt x="28538" y="8744"/>
                </a:lnTo>
                <a:lnTo>
                  <a:pt x="28910" y="8483"/>
                </a:lnTo>
                <a:lnTo>
                  <a:pt x="29319" y="8260"/>
                </a:lnTo>
                <a:lnTo>
                  <a:pt x="29728" y="8074"/>
                </a:lnTo>
                <a:lnTo>
                  <a:pt x="30175" y="7925"/>
                </a:lnTo>
                <a:lnTo>
                  <a:pt x="30621" y="7813"/>
                </a:lnTo>
                <a:lnTo>
                  <a:pt x="31068" y="7739"/>
                </a:lnTo>
                <a:lnTo>
                  <a:pt x="31552" y="7702"/>
                </a:lnTo>
                <a:close/>
                <a:moveTo>
                  <a:pt x="68163" y="7702"/>
                </a:moveTo>
                <a:lnTo>
                  <a:pt x="68610" y="7776"/>
                </a:lnTo>
                <a:lnTo>
                  <a:pt x="69056" y="7888"/>
                </a:lnTo>
                <a:lnTo>
                  <a:pt x="69503" y="8037"/>
                </a:lnTo>
                <a:lnTo>
                  <a:pt x="69949" y="8260"/>
                </a:lnTo>
                <a:lnTo>
                  <a:pt x="70396" y="8520"/>
                </a:lnTo>
                <a:lnTo>
                  <a:pt x="70805" y="8818"/>
                </a:lnTo>
                <a:lnTo>
                  <a:pt x="71177" y="9190"/>
                </a:lnTo>
                <a:lnTo>
                  <a:pt x="71549" y="9637"/>
                </a:lnTo>
                <a:lnTo>
                  <a:pt x="71884" y="10120"/>
                </a:lnTo>
                <a:lnTo>
                  <a:pt x="72144" y="10641"/>
                </a:lnTo>
                <a:lnTo>
                  <a:pt x="72368" y="11162"/>
                </a:lnTo>
                <a:lnTo>
                  <a:pt x="72479" y="11683"/>
                </a:lnTo>
                <a:lnTo>
                  <a:pt x="72591" y="12167"/>
                </a:lnTo>
                <a:lnTo>
                  <a:pt x="72628" y="12688"/>
                </a:lnTo>
                <a:lnTo>
                  <a:pt x="72591" y="13134"/>
                </a:lnTo>
                <a:lnTo>
                  <a:pt x="72517" y="13618"/>
                </a:lnTo>
                <a:lnTo>
                  <a:pt x="72405" y="14064"/>
                </a:lnTo>
                <a:lnTo>
                  <a:pt x="72256" y="14474"/>
                </a:lnTo>
                <a:lnTo>
                  <a:pt x="72033" y="14883"/>
                </a:lnTo>
                <a:lnTo>
                  <a:pt x="71810" y="15292"/>
                </a:lnTo>
                <a:lnTo>
                  <a:pt x="71549" y="15664"/>
                </a:lnTo>
                <a:lnTo>
                  <a:pt x="71251" y="15999"/>
                </a:lnTo>
                <a:lnTo>
                  <a:pt x="70917" y="16297"/>
                </a:lnTo>
                <a:lnTo>
                  <a:pt x="70545" y="16594"/>
                </a:lnTo>
                <a:lnTo>
                  <a:pt x="70172" y="16855"/>
                </a:lnTo>
                <a:lnTo>
                  <a:pt x="69763" y="17078"/>
                </a:lnTo>
                <a:lnTo>
                  <a:pt x="69354" y="17264"/>
                </a:lnTo>
                <a:lnTo>
                  <a:pt x="68945" y="17413"/>
                </a:lnTo>
                <a:lnTo>
                  <a:pt x="68498" y="17524"/>
                </a:lnTo>
                <a:lnTo>
                  <a:pt x="68052" y="17599"/>
                </a:lnTo>
                <a:lnTo>
                  <a:pt x="67568" y="17636"/>
                </a:lnTo>
                <a:lnTo>
                  <a:pt x="67121" y="17636"/>
                </a:lnTo>
                <a:lnTo>
                  <a:pt x="66675" y="17562"/>
                </a:lnTo>
                <a:lnTo>
                  <a:pt x="66229" y="17487"/>
                </a:lnTo>
                <a:lnTo>
                  <a:pt x="65782" y="17338"/>
                </a:lnTo>
                <a:lnTo>
                  <a:pt x="65336" y="17152"/>
                </a:lnTo>
                <a:lnTo>
                  <a:pt x="64926" y="16892"/>
                </a:lnTo>
                <a:lnTo>
                  <a:pt x="64517" y="16594"/>
                </a:lnTo>
                <a:lnTo>
                  <a:pt x="64108" y="16222"/>
                </a:lnTo>
                <a:lnTo>
                  <a:pt x="63736" y="15813"/>
                </a:lnTo>
                <a:lnTo>
                  <a:pt x="63401" y="15329"/>
                </a:lnTo>
                <a:lnTo>
                  <a:pt x="63103" y="14808"/>
                </a:lnTo>
                <a:lnTo>
                  <a:pt x="62880" y="14287"/>
                </a:lnTo>
                <a:lnTo>
                  <a:pt x="62731" y="13767"/>
                </a:lnTo>
                <a:lnTo>
                  <a:pt x="62657" y="13246"/>
                </a:lnTo>
                <a:lnTo>
                  <a:pt x="62619" y="12762"/>
                </a:lnTo>
                <a:lnTo>
                  <a:pt x="62619" y="12278"/>
                </a:lnTo>
                <a:lnTo>
                  <a:pt x="62694" y="11795"/>
                </a:lnTo>
                <a:lnTo>
                  <a:pt x="62805" y="11348"/>
                </a:lnTo>
                <a:lnTo>
                  <a:pt x="62954" y="10902"/>
                </a:lnTo>
                <a:lnTo>
                  <a:pt x="63140" y="10492"/>
                </a:lnTo>
                <a:lnTo>
                  <a:pt x="63401" y="10083"/>
                </a:lnTo>
                <a:lnTo>
                  <a:pt x="63661" y="9711"/>
                </a:lnTo>
                <a:lnTo>
                  <a:pt x="63959" y="9376"/>
                </a:lnTo>
                <a:lnTo>
                  <a:pt x="64294" y="9041"/>
                </a:lnTo>
                <a:lnTo>
                  <a:pt x="64666" y="8744"/>
                </a:lnTo>
                <a:lnTo>
                  <a:pt x="65038" y="8483"/>
                </a:lnTo>
                <a:lnTo>
                  <a:pt x="65447" y="8260"/>
                </a:lnTo>
                <a:lnTo>
                  <a:pt x="65894" y="8074"/>
                </a:lnTo>
                <a:lnTo>
                  <a:pt x="66303" y="7925"/>
                </a:lnTo>
                <a:lnTo>
                  <a:pt x="66749" y="7813"/>
                </a:lnTo>
                <a:lnTo>
                  <a:pt x="67233" y="7739"/>
                </a:lnTo>
                <a:lnTo>
                  <a:pt x="67680" y="7702"/>
                </a:lnTo>
                <a:close/>
                <a:moveTo>
                  <a:pt x="104291" y="7702"/>
                </a:moveTo>
                <a:lnTo>
                  <a:pt x="104738" y="7776"/>
                </a:lnTo>
                <a:lnTo>
                  <a:pt x="105221" y="7888"/>
                </a:lnTo>
                <a:lnTo>
                  <a:pt x="105668" y="8037"/>
                </a:lnTo>
                <a:lnTo>
                  <a:pt x="106077" y="8260"/>
                </a:lnTo>
                <a:lnTo>
                  <a:pt x="106524" y="8520"/>
                </a:lnTo>
                <a:lnTo>
                  <a:pt x="106933" y="8818"/>
                </a:lnTo>
                <a:lnTo>
                  <a:pt x="107305" y="9190"/>
                </a:lnTo>
                <a:lnTo>
                  <a:pt x="107677" y="9637"/>
                </a:lnTo>
                <a:lnTo>
                  <a:pt x="108012" y="10120"/>
                </a:lnTo>
                <a:lnTo>
                  <a:pt x="108310" y="10641"/>
                </a:lnTo>
                <a:lnTo>
                  <a:pt x="108496" y="11162"/>
                </a:lnTo>
                <a:lnTo>
                  <a:pt x="108645" y="11683"/>
                </a:lnTo>
                <a:lnTo>
                  <a:pt x="108719" y="12167"/>
                </a:lnTo>
                <a:lnTo>
                  <a:pt x="108756" y="12688"/>
                </a:lnTo>
                <a:lnTo>
                  <a:pt x="108719" y="13134"/>
                </a:lnTo>
                <a:lnTo>
                  <a:pt x="108645" y="13618"/>
                </a:lnTo>
                <a:lnTo>
                  <a:pt x="108533" y="14064"/>
                </a:lnTo>
                <a:lnTo>
                  <a:pt x="108384" y="14474"/>
                </a:lnTo>
                <a:lnTo>
                  <a:pt x="108198" y="14883"/>
                </a:lnTo>
                <a:lnTo>
                  <a:pt x="107938" y="15292"/>
                </a:lnTo>
                <a:lnTo>
                  <a:pt x="107677" y="15664"/>
                </a:lnTo>
                <a:lnTo>
                  <a:pt x="107379" y="15999"/>
                </a:lnTo>
                <a:lnTo>
                  <a:pt x="107045" y="16297"/>
                </a:lnTo>
                <a:lnTo>
                  <a:pt x="106673" y="16594"/>
                </a:lnTo>
                <a:lnTo>
                  <a:pt x="106300" y="16855"/>
                </a:lnTo>
                <a:lnTo>
                  <a:pt x="105928" y="17078"/>
                </a:lnTo>
                <a:lnTo>
                  <a:pt x="105482" y="17264"/>
                </a:lnTo>
                <a:lnTo>
                  <a:pt x="105073" y="17413"/>
                </a:lnTo>
                <a:lnTo>
                  <a:pt x="104626" y="17524"/>
                </a:lnTo>
                <a:lnTo>
                  <a:pt x="104180" y="17599"/>
                </a:lnTo>
                <a:lnTo>
                  <a:pt x="103733" y="17636"/>
                </a:lnTo>
                <a:lnTo>
                  <a:pt x="103287" y="17636"/>
                </a:lnTo>
                <a:lnTo>
                  <a:pt x="102803" y="17562"/>
                </a:lnTo>
                <a:lnTo>
                  <a:pt x="102357" y="17487"/>
                </a:lnTo>
                <a:lnTo>
                  <a:pt x="101910" y="17338"/>
                </a:lnTo>
                <a:lnTo>
                  <a:pt x="101464" y="17152"/>
                </a:lnTo>
                <a:lnTo>
                  <a:pt x="101054" y="16892"/>
                </a:lnTo>
                <a:lnTo>
                  <a:pt x="100645" y="16594"/>
                </a:lnTo>
                <a:lnTo>
                  <a:pt x="100273" y="16222"/>
                </a:lnTo>
                <a:lnTo>
                  <a:pt x="99901" y="15813"/>
                </a:lnTo>
                <a:lnTo>
                  <a:pt x="99566" y="15329"/>
                </a:lnTo>
                <a:lnTo>
                  <a:pt x="99268" y="14808"/>
                </a:lnTo>
                <a:lnTo>
                  <a:pt x="99045" y="14287"/>
                </a:lnTo>
                <a:lnTo>
                  <a:pt x="98896" y="13767"/>
                </a:lnTo>
                <a:lnTo>
                  <a:pt x="98785" y="13246"/>
                </a:lnTo>
                <a:lnTo>
                  <a:pt x="98747" y="12762"/>
                </a:lnTo>
                <a:lnTo>
                  <a:pt x="98747" y="12278"/>
                </a:lnTo>
                <a:lnTo>
                  <a:pt x="98822" y="11795"/>
                </a:lnTo>
                <a:lnTo>
                  <a:pt x="98934" y="11348"/>
                </a:lnTo>
                <a:lnTo>
                  <a:pt x="99082" y="10902"/>
                </a:lnTo>
                <a:lnTo>
                  <a:pt x="99306" y="10492"/>
                </a:lnTo>
                <a:lnTo>
                  <a:pt x="99529" y="10083"/>
                </a:lnTo>
                <a:lnTo>
                  <a:pt x="99789" y="9711"/>
                </a:lnTo>
                <a:lnTo>
                  <a:pt x="100124" y="9376"/>
                </a:lnTo>
                <a:lnTo>
                  <a:pt x="100459" y="9041"/>
                </a:lnTo>
                <a:lnTo>
                  <a:pt x="100794" y="8744"/>
                </a:lnTo>
                <a:lnTo>
                  <a:pt x="101203" y="8483"/>
                </a:lnTo>
                <a:lnTo>
                  <a:pt x="101612" y="8260"/>
                </a:lnTo>
                <a:lnTo>
                  <a:pt x="102022" y="8074"/>
                </a:lnTo>
                <a:lnTo>
                  <a:pt x="102468" y="7925"/>
                </a:lnTo>
                <a:lnTo>
                  <a:pt x="102915" y="7813"/>
                </a:lnTo>
                <a:lnTo>
                  <a:pt x="103361" y="7739"/>
                </a:lnTo>
                <a:lnTo>
                  <a:pt x="103808" y="7702"/>
                </a:lnTo>
                <a:close/>
                <a:moveTo>
                  <a:pt x="140419" y="7702"/>
                </a:moveTo>
                <a:lnTo>
                  <a:pt x="140903" y="7776"/>
                </a:lnTo>
                <a:lnTo>
                  <a:pt x="141350" y="7888"/>
                </a:lnTo>
                <a:lnTo>
                  <a:pt x="141796" y="8037"/>
                </a:lnTo>
                <a:lnTo>
                  <a:pt x="142242" y="8260"/>
                </a:lnTo>
                <a:lnTo>
                  <a:pt x="142652" y="8520"/>
                </a:lnTo>
                <a:lnTo>
                  <a:pt x="143061" y="8818"/>
                </a:lnTo>
                <a:lnTo>
                  <a:pt x="143470" y="9190"/>
                </a:lnTo>
                <a:lnTo>
                  <a:pt x="143842" y="9637"/>
                </a:lnTo>
                <a:lnTo>
                  <a:pt x="144177" y="10120"/>
                </a:lnTo>
                <a:lnTo>
                  <a:pt x="144438" y="10641"/>
                </a:lnTo>
                <a:lnTo>
                  <a:pt x="144624" y="11162"/>
                </a:lnTo>
                <a:lnTo>
                  <a:pt x="144773" y="11683"/>
                </a:lnTo>
                <a:lnTo>
                  <a:pt x="144847" y="12167"/>
                </a:lnTo>
                <a:lnTo>
                  <a:pt x="144884" y="12688"/>
                </a:lnTo>
                <a:lnTo>
                  <a:pt x="144884" y="13134"/>
                </a:lnTo>
                <a:lnTo>
                  <a:pt x="144810" y="13618"/>
                </a:lnTo>
                <a:lnTo>
                  <a:pt x="144698" y="14064"/>
                </a:lnTo>
                <a:lnTo>
                  <a:pt x="144512" y="14474"/>
                </a:lnTo>
                <a:lnTo>
                  <a:pt x="144326" y="14883"/>
                </a:lnTo>
                <a:lnTo>
                  <a:pt x="144103" y="15292"/>
                </a:lnTo>
                <a:lnTo>
                  <a:pt x="143805" y="15664"/>
                </a:lnTo>
                <a:lnTo>
                  <a:pt x="143508" y="15999"/>
                </a:lnTo>
                <a:lnTo>
                  <a:pt x="143173" y="16297"/>
                </a:lnTo>
                <a:lnTo>
                  <a:pt x="142838" y="16594"/>
                </a:lnTo>
                <a:lnTo>
                  <a:pt x="142466" y="16855"/>
                </a:lnTo>
                <a:lnTo>
                  <a:pt x="142056" y="17078"/>
                </a:lnTo>
                <a:lnTo>
                  <a:pt x="141647" y="17264"/>
                </a:lnTo>
                <a:lnTo>
                  <a:pt x="141201" y="17413"/>
                </a:lnTo>
                <a:lnTo>
                  <a:pt x="140754" y="17524"/>
                </a:lnTo>
                <a:lnTo>
                  <a:pt x="140308" y="17599"/>
                </a:lnTo>
                <a:lnTo>
                  <a:pt x="139861" y="17636"/>
                </a:lnTo>
                <a:lnTo>
                  <a:pt x="139415" y="17636"/>
                </a:lnTo>
                <a:lnTo>
                  <a:pt x="138968" y="17562"/>
                </a:lnTo>
                <a:lnTo>
                  <a:pt x="138485" y="17487"/>
                </a:lnTo>
                <a:lnTo>
                  <a:pt x="138075" y="17338"/>
                </a:lnTo>
                <a:lnTo>
                  <a:pt x="137629" y="17152"/>
                </a:lnTo>
                <a:lnTo>
                  <a:pt x="137182" y="16892"/>
                </a:lnTo>
                <a:lnTo>
                  <a:pt x="136810" y="16594"/>
                </a:lnTo>
                <a:lnTo>
                  <a:pt x="136401" y="16222"/>
                </a:lnTo>
                <a:lnTo>
                  <a:pt x="136029" y="15813"/>
                </a:lnTo>
                <a:lnTo>
                  <a:pt x="135694" y="15329"/>
                </a:lnTo>
                <a:lnTo>
                  <a:pt x="135396" y="14808"/>
                </a:lnTo>
                <a:lnTo>
                  <a:pt x="135173" y="14287"/>
                </a:lnTo>
                <a:lnTo>
                  <a:pt x="135024" y="13767"/>
                </a:lnTo>
                <a:lnTo>
                  <a:pt x="134913" y="13246"/>
                </a:lnTo>
                <a:lnTo>
                  <a:pt x="134875" y="12762"/>
                </a:lnTo>
                <a:lnTo>
                  <a:pt x="134913" y="12278"/>
                </a:lnTo>
                <a:lnTo>
                  <a:pt x="134950" y="11795"/>
                </a:lnTo>
                <a:lnTo>
                  <a:pt x="135062" y="11348"/>
                </a:lnTo>
                <a:lnTo>
                  <a:pt x="135248" y="10902"/>
                </a:lnTo>
                <a:lnTo>
                  <a:pt x="135434" y="10492"/>
                </a:lnTo>
                <a:lnTo>
                  <a:pt x="135657" y="10083"/>
                </a:lnTo>
                <a:lnTo>
                  <a:pt x="135955" y="9711"/>
                </a:lnTo>
                <a:lnTo>
                  <a:pt x="136252" y="9376"/>
                </a:lnTo>
                <a:lnTo>
                  <a:pt x="136587" y="9041"/>
                </a:lnTo>
                <a:lnTo>
                  <a:pt x="136959" y="8744"/>
                </a:lnTo>
                <a:lnTo>
                  <a:pt x="137331" y="8483"/>
                </a:lnTo>
                <a:lnTo>
                  <a:pt x="137740" y="8260"/>
                </a:lnTo>
                <a:lnTo>
                  <a:pt x="138150" y="8074"/>
                </a:lnTo>
                <a:lnTo>
                  <a:pt x="138596" y="7925"/>
                </a:lnTo>
                <a:lnTo>
                  <a:pt x="139043" y="7813"/>
                </a:lnTo>
                <a:lnTo>
                  <a:pt x="139489" y="7739"/>
                </a:lnTo>
                <a:lnTo>
                  <a:pt x="139973" y="7702"/>
                </a:lnTo>
                <a:close/>
                <a:moveTo>
                  <a:pt x="176585" y="7702"/>
                </a:moveTo>
                <a:lnTo>
                  <a:pt x="177031" y="7776"/>
                </a:lnTo>
                <a:lnTo>
                  <a:pt x="177478" y="7888"/>
                </a:lnTo>
                <a:lnTo>
                  <a:pt x="177924" y="8037"/>
                </a:lnTo>
                <a:lnTo>
                  <a:pt x="178371" y="8260"/>
                </a:lnTo>
                <a:lnTo>
                  <a:pt x="178817" y="8520"/>
                </a:lnTo>
                <a:lnTo>
                  <a:pt x="179226" y="8818"/>
                </a:lnTo>
                <a:lnTo>
                  <a:pt x="179598" y="9190"/>
                </a:lnTo>
                <a:lnTo>
                  <a:pt x="179970" y="9637"/>
                </a:lnTo>
                <a:lnTo>
                  <a:pt x="180305" y="10120"/>
                </a:lnTo>
                <a:lnTo>
                  <a:pt x="180566" y="10641"/>
                </a:lnTo>
                <a:lnTo>
                  <a:pt x="180789" y="11162"/>
                </a:lnTo>
                <a:lnTo>
                  <a:pt x="180938" y="11683"/>
                </a:lnTo>
                <a:lnTo>
                  <a:pt x="181012" y="12167"/>
                </a:lnTo>
                <a:lnTo>
                  <a:pt x="181049" y="12688"/>
                </a:lnTo>
                <a:lnTo>
                  <a:pt x="181012" y="13134"/>
                </a:lnTo>
                <a:lnTo>
                  <a:pt x="180938" y="13618"/>
                </a:lnTo>
                <a:lnTo>
                  <a:pt x="180826" y="14064"/>
                </a:lnTo>
                <a:lnTo>
                  <a:pt x="180677" y="14474"/>
                </a:lnTo>
                <a:lnTo>
                  <a:pt x="180454" y="14883"/>
                </a:lnTo>
                <a:lnTo>
                  <a:pt x="180231" y="15292"/>
                </a:lnTo>
                <a:lnTo>
                  <a:pt x="179970" y="15664"/>
                </a:lnTo>
                <a:lnTo>
                  <a:pt x="179673" y="15999"/>
                </a:lnTo>
                <a:lnTo>
                  <a:pt x="179338" y="16297"/>
                </a:lnTo>
                <a:lnTo>
                  <a:pt x="178966" y="16594"/>
                </a:lnTo>
                <a:lnTo>
                  <a:pt x="178594" y="16855"/>
                </a:lnTo>
                <a:lnTo>
                  <a:pt x="178184" y="17078"/>
                </a:lnTo>
                <a:lnTo>
                  <a:pt x="177775" y="17264"/>
                </a:lnTo>
                <a:lnTo>
                  <a:pt x="177366" y="17413"/>
                </a:lnTo>
                <a:lnTo>
                  <a:pt x="176919" y="17524"/>
                </a:lnTo>
                <a:lnTo>
                  <a:pt x="176473" y="17599"/>
                </a:lnTo>
                <a:lnTo>
                  <a:pt x="175989" y="17636"/>
                </a:lnTo>
                <a:lnTo>
                  <a:pt x="175543" y="17636"/>
                </a:lnTo>
                <a:lnTo>
                  <a:pt x="175096" y="17562"/>
                </a:lnTo>
                <a:lnTo>
                  <a:pt x="174650" y="17487"/>
                </a:lnTo>
                <a:lnTo>
                  <a:pt x="174203" y="17338"/>
                </a:lnTo>
                <a:lnTo>
                  <a:pt x="173757" y="17152"/>
                </a:lnTo>
                <a:lnTo>
                  <a:pt x="173348" y="16892"/>
                </a:lnTo>
                <a:lnTo>
                  <a:pt x="172938" y="16594"/>
                </a:lnTo>
                <a:lnTo>
                  <a:pt x="172529" y="16222"/>
                </a:lnTo>
                <a:lnTo>
                  <a:pt x="172157" y="15813"/>
                </a:lnTo>
                <a:lnTo>
                  <a:pt x="171822" y="15329"/>
                </a:lnTo>
                <a:lnTo>
                  <a:pt x="171524" y="14808"/>
                </a:lnTo>
                <a:lnTo>
                  <a:pt x="171338" y="14287"/>
                </a:lnTo>
                <a:lnTo>
                  <a:pt x="171152" y="13767"/>
                </a:lnTo>
                <a:lnTo>
                  <a:pt x="171078" y="13246"/>
                </a:lnTo>
                <a:lnTo>
                  <a:pt x="171041" y="12762"/>
                </a:lnTo>
                <a:lnTo>
                  <a:pt x="171041" y="12278"/>
                </a:lnTo>
                <a:lnTo>
                  <a:pt x="171115" y="11795"/>
                </a:lnTo>
                <a:lnTo>
                  <a:pt x="171227" y="11348"/>
                </a:lnTo>
                <a:lnTo>
                  <a:pt x="171376" y="10902"/>
                </a:lnTo>
                <a:lnTo>
                  <a:pt x="171562" y="10492"/>
                </a:lnTo>
                <a:lnTo>
                  <a:pt x="171822" y="10083"/>
                </a:lnTo>
                <a:lnTo>
                  <a:pt x="172083" y="9711"/>
                </a:lnTo>
                <a:lnTo>
                  <a:pt x="172380" y="9376"/>
                </a:lnTo>
                <a:lnTo>
                  <a:pt x="172715" y="9041"/>
                </a:lnTo>
                <a:lnTo>
                  <a:pt x="173087" y="8744"/>
                </a:lnTo>
                <a:lnTo>
                  <a:pt x="173459" y="8483"/>
                </a:lnTo>
                <a:lnTo>
                  <a:pt x="173868" y="8260"/>
                </a:lnTo>
                <a:lnTo>
                  <a:pt x="174315" y="8074"/>
                </a:lnTo>
                <a:lnTo>
                  <a:pt x="174724" y="7925"/>
                </a:lnTo>
                <a:lnTo>
                  <a:pt x="175171" y="7813"/>
                </a:lnTo>
                <a:lnTo>
                  <a:pt x="175654" y="7739"/>
                </a:lnTo>
                <a:lnTo>
                  <a:pt x="176101" y="7702"/>
                </a:lnTo>
                <a:close/>
                <a:moveTo>
                  <a:pt x="212713" y="7702"/>
                </a:moveTo>
                <a:lnTo>
                  <a:pt x="213159" y="7776"/>
                </a:lnTo>
                <a:lnTo>
                  <a:pt x="213643" y="7888"/>
                </a:lnTo>
                <a:lnTo>
                  <a:pt x="214089" y="8037"/>
                </a:lnTo>
                <a:lnTo>
                  <a:pt x="214536" y="8260"/>
                </a:lnTo>
                <a:lnTo>
                  <a:pt x="214945" y="8520"/>
                </a:lnTo>
                <a:lnTo>
                  <a:pt x="215354" y="8818"/>
                </a:lnTo>
                <a:lnTo>
                  <a:pt x="215726" y="9190"/>
                </a:lnTo>
                <a:lnTo>
                  <a:pt x="216098" y="9637"/>
                </a:lnTo>
                <a:lnTo>
                  <a:pt x="216433" y="10120"/>
                </a:lnTo>
                <a:lnTo>
                  <a:pt x="216731" y="10641"/>
                </a:lnTo>
                <a:lnTo>
                  <a:pt x="216917" y="11162"/>
                </a:lnTo>
                <a:lnTo>
                  <a:pt x="217066" y="11683"/>
                </a:lnTo>
                <a:lnTo>
                  <a:pt x="217140" y="12167"/>
                </a:lnTo>
                <a:lnTo>
                  <a:pt x="217177" y="12688"/>
                </a:lnTo>
                <a:lnTo>
                  <a:pt x="217140" y="13134"/>
                </a:lnTo>
                <a:lnTo>
                  <a:pt x="217103" y="13618"/>
                </a:lnTo>
                <a:lnTo>
                  <a:pt x="216954" y="14064"/>
                </a:lnTo>
                <a:lnTo>
                  <a:pt x="216805" y="14474"/>
                </a:lnTo>
                <a:lnTo>
                  <a:pt x="216619" y="14883"/>
                </a:lnTo>
                <a:lnTo>
                  <a:pt x="216359" y="15292"/>
                </a:lnTo>
                <a:lnTo>
                  <a:pt x="216098" y="15664"/>
                </a:lnTo>
                <a:lnTo>
                  <a:pt x="215801" y="15999"/>
                </a:lnTo>
                <a:lnTo>
                  <a:pt x="215466" y="16297"/>
                </a:lnTo>
                <a:lnTo>
                  <a:pt x="215131" y="16594"/>
                </a:lnTo>
                <a:lnTo>
                  <a:pt x="214722" y="16855"/>
                </a:lnTo>
                <a:lnTo>
                  <a:pt x="214350" y="17078"/>
                </a:lnTo>
                <a:lnTo>
                  <a:pt x="213903" y="17264"/>
                </a:lnTo>
                <a:lnTo>
                  <a:pt x="213494" y="17413"/>
                </a:lnTo>
                <a:lnTo>
                  <a:pt x="213047" y="17524"/>
                </a:lnTo>
                <a:lnTo>
                  <a:pt x="212601" y="17599"/>
                </a:lnTo>
                <a:lnTo>
                  <a:pt x="212155" y="17636"/>
                </a:lnTo>
                <a:lnTo>
                  <a:pt x="211708" y="17636"/>
                </a:lnTo>
                <a:lnTo>
                  <a:pt x="211224" y="17562"/>
                </a:lnTo>
                <a:lnTo>
                  <a:pt x="210778" y="17487"/>
                </a:lnTo>
                <a:lnTo>
                  <a:pt x="210331" y="17338"/>
                </a:lnTo>
                <a:lnTo>
                  <a:pt x="209922" y="17152"/>
                </a:lnTo>
                <a:lnTo>
                  <a:pt x="209476" y="16892"/>
                </a:lnTo>
                <a:lnTo>
                  <a:pt x="209066" y="16594"/>
                </a:lnTo>
                <a:lnTo>
                  <a:pt x="208694" y="16222"/>
                </a:lnTo>
                <a:lnTo>
                  <a:pt x="208322" y="15813"/>
                </a:lnTo>
                <a:lnTo>
                  <a:pt x="207987" y="15329"/>
                </a:lnTo>
                <a:lnTo>
                  <a:pt x="207690" y="14808"/>
                </a:lnTo>
                <a:lnTo>
                  <a:pt x="207466" y="14287"/>
                </a:lnTo>
                <a:lnTo>
                  <a:pt x="207318" y="13767"/>
                </a:lnTo>
                <a:lnTo>
                  <a:pt x="207206" y="13246"/>
                </a:lnTo>
                <a:lnTo>
                  <a:pt x="207169" y="12762"/>
                </a:lnTo>
                <a:lnTo>
                  <a:pt x="207169" y="12278"/>
                </a:lnTo>
                <a:lnTo>
                  <a:pt x="207243" y="11795"/>
                </a:lnTo>
                <a:lnTo>
                  <a:pt x="207355" y="11348"/>
                </a:lnTo>
                <a:lnTo>
                  <a:pt x="207504" y="10902"/>
                </a:lnTo>
                <a:lnTo>
                  <a:pt x="207727" y="10492"/>
                </a:lnTo>
                <a:lnTo>
                  <a:pt x="207950" y="10083"/>
                </a:lnTo>
                <a:lnTo>
                  <a:pt x="208211" y="9711"/>
                </a:lnTo>
                <a:lnTo>
                  <a:pt x="208545" y="9376"/>
                </a:lnTo>
                <a:lnTo>
                  <a:pt x="208880" y="9041"/>
                </a:lnTo>
                <a:lnTo>
                  <a:pt x="209215" y="8744"/>
                </a:lnTo>
                <a:lnTo>
                  <a:pt x="209624" y="8483"/>
                </a:lnTo>
                <a:lnTo>
                  <a:pt x="210034" y="8260"/>
                </a:lnTo>
                <a:lnTo>
                  <a:pt x="210443" y="8074"/>
                </a:lnTo>
                <a:lnTo>
                  <a:pt x="210889" y="7925"/>
                </a:lnTo>
                <a:lnTo>
                  <a:pt x="211336" y="7813"/>
                </a:lnTo>
                <a:lnTo>
                  <a:pt x="211782" y="7739"/>
                </a:lnTo>
                <a:lnTo>
                  <a:pt x="212229" y="7702"/>
                </a:lnTo>
                <a:close/>
                <a:moveTo>
                  <a:pt x="248841" y="7702"/>
                </a:moveTo>
                <a:lnTo>
                  <a:pt x="249324" y="7776"/>
                </a:lnTo>
                <a:lnTo>
                  <a:pt x="249771" y="7888"/>
                </a:lnTo>
                <a:lnTo>
                  <a:pt x="250217" y="8037"/>
                </a:lnTo>
                <a:lnTo>
                  <a:pt x="250664" y="8260"/>
                </a:lnTo>
                <a:lnTo>
                  <a:pt x="251073" y="8520"/>
                </a:lnTo>
                <a:lnTo>
                  <a:pt x="251482" y="8818"/>
                </a:lnTo>
                <a:lnTo>
                  <a:pt x="251892" y="9190"/>
                </a:lnTo>
                <a:lnTo>
                  <a:pt x="252264" y="9637"/>
                </a:lnTo>
                <a:lnTo>
                  <a:pt x="252599" y="10120"/>
                </a:lnTo>
                <a:lnTo>
                  <a:pt x="252859" y="10641"/>
                </a:lnTo>
                <a:lnTo>
                  <a:pt x="253045" y="11162"/>
                </a:lnTo>
                <a:lnTo>
                  <a:pt x="253194" y="11683"/>
                </a:lnTo>
                <a:lnTo>
                  <a:pt x="253305" y="12167"/>
                </a:lnTo>
                <a:lnTo>
                  <a:pt x="253305" y="12688"/>
                </a:lnTo>
                <a:lnTo>
                  <a:pt x="253305" y="13134"/>
                </a:lnTo>
                <a:lnTo>
                  <a:pt x="253231" y="13618"/>
                </a:lnTo>
                <a:lnTo>
                  <a:pt x="253119" y="14064"/>
                </a:lnTo>
                <a:lnTo>
                  <a:pt x="252933" y="14474"/>
                </a:lnTo>
                <a:lnTo>
                  <a:pt x="252747" y="14883"/>
                </a:lnTo>
                <a:lnTo>
                  <a:pt x="252524" y="15292"/>
                </a:lnTo>
                <a:lnTo>
                  <a:pt x="252226" y="15664"/>
                </a:lnTo>
                <a:lnTo>
                  <a:pt x="251929" y="15999"/>
                </a:lnTo>
                <a:lnTo>
                  <a:pt x="251594" y="16297"/>
                </a:lnTo>
                <a:lnTo>
                  <a:pt x="251259" y="16594"/>
                </a:lnTo>
                <a:lnTo>
                  <a:pt x="250887" y="16855"/>
                </a:lnTo>
                <a:lnTo>
                  <a:pt x="250478" y="17078"/>
                </a:lnTo>
                <a:lnTo>
                  <a:pt x="250068" y="17264"/>
                </a:lnTo>
                <a:lnTo>
                  <a:pt x="249622" y="17413"/>
                </a:lnTo>
                <a:lnTo>
                  <a:pt x="249175" y="17524"/>
                </a:lnTo>
                <a:lnTo>
                  <a:pt x="248729" y="17599"/>
                </a:lnTo>
                <a:lnTo>
                  <a:pt x="248283" y="17636"/>
                </a:lnTo>
                <a:lnTo>
                  <a:pt x="247836" y="17636"/>
                </a:lnTo>
                <a:lnTo>
                  <a:pt x="247390" y="17562"/>
                </a:lnTo>
                <a:lnTo>
                  <a:pt x="246943" y="17487"/>
                </a:lnTo>
                <a:lnTo>
                  <a:pt x="246497" y="17338"/>
                </a:lnTo>
                <a:lnTo>
                  <a:pt x="246050" y="17152"/>
                </a:lnTo>
                <a:lnTo>
                  <a:pt x="245641" y="16892"/>
                </a:lnTo>
                <a:lnTo>
                  <a:pt x="245232" y="16594"/>
                </a:lnTo>
                <a:lnTo>
                  <a:pt x="244822" y="16222"/>
                </a:lnTo>
                <a:lnTo>
                  <a:pt x="244450" y="15813"/>
                </a:lnTo>
                <a:lnTo>
                  <a:pt x="244115" y="15329"/>
                </a:lnTo>
                <a:lnTo>
                  <a:pt x="243818" y="14808"/>
                </a:lnTo>
                <a:lnTo>
                  <a:pt x="243594" y="14287"/>
                </a:lnTo>
                <a:lnTo>
                  <a:pt x="243446" y="13767"/>
                </a:lnTo>
                <a:lnTo>
                  <a:pt x="243334" y="13246"/>
                </a:lnTo>
                <a:lnTo>
                  <a:pt x="243297" y="12762"/>
                </a:lnTo>
                <a:lnTo>
                  <a:pt x="243334" y="12278"/>
                </a:lnTo>
                <a:lnTo>
                  <a:pt x="243371" y="11795"/>
                </a:lnTo>
                <a:lnTo>
                  <a:pt x="243483" y="11348"/>
                </a:lnTo>
                <a:lnTo>
                  <a:pt x="243669" y="10902"/>
                </a:lnTo>
                <a:lnTo>
                  <a:pt x="243855" y="10492"/>
                </a:lnTo>
                <a:lnTo>
                  <a:pt x="244078" y="10083"/>
                </a:lnTo>
                <a:lnTo>
                  <a:pt x="244376" y="9711"/>
                </a:lnTo>
                <a:lnTo>
                  <a:pt x="244673" y="9376"/>
                </a:lnTo>
                <a:lnTo>
                  <a:pt x="245008" y="9041"/>
                </a:lnTo>
                <a:lnTo>
                  <a:pt x="245380" y="8744"/>
                </a:lnTo>
                <a:lnTo>
                  <a:pt x="245752" y="8483"/>
                </a:lnTo>
                <a:lnTo>
                  <a:pt x="246162" y="8260"/>
                </a:lnTo>
                <a:lnTo>
                  <a:pt x="246571" y="8074"/>
                </a:lnTo>
                <a:lnTo>
                  <a:pt x="247017" y="7925"/>
                </a:lnTo>
                <a:lnTo>
                  <a:pt x="247464" y="7813"/>
                </a:lnTo>
                <a:lnTo>
                  <a:pt x="247910" y="7739"/>
                </a:lnTo>
                <a:lnTo>
                  <a:pt x="248394" y="7702"/>
                </a:lnTo>
                <a:close/>
                <a:moveTo>
                  <a:pt x="34268" y="18752"/>
                </a:moveTo>
                <a:lnTo>
                  <a:pt x="31738" y="23106"/>
                </a:lnTo>
                <a:lnTo>
                  <a:pt x="29431" y="19087"/>
                </a:lnTo>
                <a:lnTo>
                  <a:pt x="29431" y="19087"/>
                </a:lnTo>
                <a:lnTo>
                  <a:pt x="30063" y="19273"/>
                </a:lnTo>
                <a:lnTo>
                  <a:pt x="30696" y="19385"/>
                </a:lnTo>
                <a:lnTo>
                  <a:pt x="31328" y="19422"/>
                </a:lnTo>
                <a:lnTo>
                  <a:pt x="31924" y="19385"/>
                </a:lnTo>
                <a:lnTo>
                  <a:pt x="32556" y="19310"/>
                </a:lnTo>
                <a:lnTo>
                  <a:pt x="33151" y="19199"/>
                </a:lnTo>
                <a:lnTo>
                  <a:pt x="33710" y="19013"/>
                </a:lnTo>
                <a:lnTo>
                  <a:pt x="34268" y="18752"/>
                </a:lnTo>
                <a:close/>
                <a:moveTo>
                  <a:pt x="70433" y="18752"/>
                </a:moveTo>
                <a:lnTo>
                  <a:pt x="67903" y="23106"/>
                </a:lnTo>
                <a:lnTo>
                  <a:pt x="65596" y="19087"/>
                </a:lnTo>
                <a:lnTo>
                  <a:pt x="66191" y="19273"/>
                </a:lnTo>
                <a:lnTo>
                  <a:pt x="66824" y="19385"/>
                </a:lnTo>
                <a:lnTo>
                  <a:pt x="67456" y="19422"/>
                </a:lnTo>
                <a:lnTo>
                  <a:pt x="68089" y="19385"/>
                </a:lnTo>
                <a:lnTo>
                  <a:pt x="68684" y="19310"/>
                </a:lnTo>
                <a:lnTo>
                  <a:pt x="69279" y="19199"/>
                </a:lnTo>
                <a:lnTo>
                  <a:pt x="69875" y="19013"/>
                </a:lnTo>
                <a:lnTo>
                  <a:pt x="70433" y="18752"/>
                </a:lnTo>
                <a:close/>
                <a:moveTo>
                  <a:pt x="106561" y="18752"/>
                </a:moveTo>
                <a:lnTo>
                  <a:pt x="104031" y="23106"/>
                </a:lnTo>
                <a:lnTo>
                  <a:pt x="101724" y="19087"/>
                </a:lnTo>
                <a:lnTo>
                  <a:pt x="101724" y="19087"/>
                </a:lnTo>
                <a:lnTo>
                  <a:pt x="102357" y="19273"/>
                </a:lnTo>
                <a:lnTo>
                  <a:pt x="102989" y="19385"/>
                </a:lnTo>
                <a:lnTo>
                  <a:pt x="103584" y="19422"/>
                </a:lnTo>
                <a:lnTo>
                  <a:pt x="104217" y="19385"/>
                </a:lnTo>
                <a:lnTo>
                  <a:pt x="104812" y="19310"/>
                </a:lnTo>
                <a:lnTo>
                  <a:pt x="105408" y="19199"/>
                </a:lnTo>
                <a:lnTo>
                  <a:pt x="106003" y="19013"/>
                </a:lnTo>
                <a:lnTo>
                  <a:pt x="106561" y="18752"/>
                </a:lnTo>
                <a:close/>
                <a:moveTo>
                  <a:pt x="142689" y="18752"/>
                </a:moveTo>
                <a:lnTo>
                  <a:pt x="140196" y="23106"/>
                </a:lnTo>
                <a:lnTo>
                  <a:pt x="137852" y="19087"/>
                </a:lnTo>
                <a:lnTo>
                  <a:pt x="137852" y="19087"/>
                </a:lnTo>
                <a:lnTo>
                  <a:pt x="138485" y="19273"/>
                </a:lnTo>
                <a:lnTo>
                  <a:pt x="139117" y="19385"/>
                </a:lnTo>
                <a:lnTo>
                  <a:pt x="139750" y="19422"/>
                </a:lnTo>
                <a:lnTo>
                  <a:pt x="140345" y="19385"/>
                </a:lnTo>
                <a:lnTo>
                  <a:pt x="140977" y="19310"/>
                </a:lnTo>
                <a:lnTo>
                  <a:pt x="141573" y="19199"/>
                </a:lnTo>
                <a:lnTo>
                  <a:pt x="142131" y="19013"/>
                </a:lnTo>
                <a:lnTo>
                  <a:pt x="142689" y="18752"/>
                </a:lnTo>
                <a:close/>
                <a:moveTo>
                  <a:pt x="178854" y="18752"/>
                </a:moveTo>
                <a:lnTo>
                  <a:pt x="176324" y="23106"/>
                </a:lnTo>
                <a:lnTo>
                  <a:pt x="174017" y="19087"/>
                </a:lnTo>
                <a:lnTo>
                  <a:pt x="174017" y="19087"/>
                </a:lnTo>
                <a:lnTo>
                  <a:pt x="174650" y="19273"/>
                </a:lnTo>
                <a:lnTo>
                  <a:pt x="175245" y="19385"/>
                </a:lnTo>
                <a:lnTo>
                  <a:pt x="175878" y="19422"/>
                </a:lnTo>
                <a:lnTo>
                  <a:pt x="176510" y="19385"/>
                </a:lnTo>
                <a:lnTo>
                  <a:pt x="177105" y="19310"/>
                </a:lnTo>
                <a:lnTo>
                  <a:pt x="177701" y="19199"/>
                </a:lnTo>
                <a:lnTo>
                  <a:pt x="178296" y="19013"/>
                </a:lnTo>
                <a:lnTo>
                  <a:pt x="178854" y="18752"/>
                </a:lnTo>
                <a:close/>
                <a:moveTo>
                  <a:pt x="214982" y="18752"/>
                </a:moveTo>
                <a:lnTo>
                  <a:pt x="212452" y="23106"/>
                </a:lnTo>
                <a:lnTo>
                  <a:pt x="210145" y="19087"/>
                </a:lnTo>
                <a:lnTo>
                  <a:pt x="210145" y="19087"/>
                </a:lnTo>
                <a:lnTo>
                  <a:pt x="210778" y="19273"/>
                </a:lnTo>
                <a:lnTo>
                  <a:pt x="211410" y="19385"/>
                </a:lnTo>
                <a:lnTo>
                  <a:pt x="212043" y="19422"/>
                </a:lnTo>
                <a:lnTo>
                  <a:pt x="212638" y="19385"/>
                </a:lnTo>
                <a:lnTo>
                  <a:pt x="213271" y="19310"/>
                </a:lnTo>
                <a:lnTo>
                  <a:pt x="213866" y="19199"/>
                </a:lnTo>
                <a:lnTo>
                  <a:pt x="214424" y="19013"/>
                </a:lnTo>
                <a:lnTo>
                  <a:pt x="214982" y="18752"/>
                </a:lnTo>
                <a:close/>
                <a:moveTo>
                  <a:pt x="251147" y="18752"/>
                </a:moveTo>
                <a:lnTo>
                  <a:pt x="248617" y="23106"/>
                </a:lnTo>
                <a:lnTo>
                  <a:pt x="246273" y="19087"/>
                </a:lnTo>
                <a:lnTo>
                  <a:pt x="246273" y="19087"/>
                </a:lnTo>
                <a:lnTo>
                  <a:pt x="246906" y="19273"/>
                </a:lnTo>
                <a:lnTo>
                  <a:pt x="247538" y="19385"/>
                </a:lnTo>
                <a:lnTo>
                  <a:pt x="248171" y="19422"/>
                </a:lnTo>
                <a:lnTo>
                  <a:pt x="248766" y="19385"/>
                </a:lnTo>
                <a:lnTo>
                  <a:pt x="249399" y="19310"/>
                </a:lnTo>
                <a:lnTo>
                  <a:pt x="249994" y="19199"/>
                </a:lnTo>
                <a:lnTo>
                  <a:pt x="250552" y="19013"/>
                </a:lnTo>
                <a:lnTo>
                  <a:pt x="251147" y="18752"/>
                </a:lnTo>
                <a:close/>
                <a:moveTo>
                  <a:pt x="21208" y="10157"/>
                </a:moveTo>
                <a:lnTo>
                  <a:pt x="8706" y="31812"/>
                </a:lnTo>
                <a:lnTo>
                  <a:pt x="1786" y="31812"/>
                </a:lnTo>
                <a:lnTo>
                  <a:pt x="14250" y="10157"/>
                </a:lnTo>
                <a:close/>
                <a:moveTo>
                  <a:pt x="22771" y="11013"/>
                </a:moveTo>
                <a:lnTo>
                  <a:pt x="26715" y="17934"/>
                </a:lnTo>
                <a:lnTo>
                  <a:pt x="30733" y="24891"/>
                </a:lnTo>
                <a:lnTo>
                  <a:pt x="26752" y="31775"/>
                </a:lnTo>
                <a:lnTo>
                  <a:pt x="19757" y="31812"/>
                </a:lnTo>
                <a:lnTo>
                  <a:pt x="23775" y="24854"/>
                </a:lnTo>
                <a:lnTo>
                  <a:pt x="19199" y="17152"/>
                </a:lnTo>
                <a:lnTo>
                  <a:pt x="22771" y="11013"/>
                </a:lnTo>
                <a:close/>
                <a:moveTo>
                  <a:pt x="57336" y="10157"/>
                </a:moveTo>
                <a:lnTo>
                  <a:pt x="44872" y="31812"/>
                </a:lnTo>
                <a:lnTo>
                  <a:pt x="37914" y="31812"/>
                </a:lnTo>
                <a:lnTo>
                  <a:pt x="50378" y="10157"/>
                </a:lnTo>
                <a:close/>
                <a:moveTo>
                  <a:pt x="58899" y="11013"/>
                </a:moveTo>
                <a:lnTo>
                  <a:pt x="62843" y="17934"/>
                </a:lnTo>
                <a:lnTo>
                  <a:pt x="66861" y="24891"/>
                </a:lnTo>
                <a:lnTo>
                  <a:pt x="62880" y="31775"/>
                </a:lnTo>
                <a:lnTo>
                  <a:pt x="55922" y="31812"/>
                </a:lnTo>
                <a:lnTo>
                  <a:pt x="59903" y="24854"/>
                </a:lnTo>
                <a:lnTo>
                  <a:pt x="55364" y="17152"/>
                </a:lnTo>
                <a:lnTo>
                  <a:pt x="58899" y="11013"/>
                </a:lnTo>
                <a:close/>
                <a:moveTo>
                  <a:pt x="93501" y="10157"/>
                </a:moveTo>
                <a:lnTo>
                  <a:pt x="81000" y="31812"/>
                </a:lnTo>
                <a:lnTo>
                  <a:pt x="74042" y="31812"/>
                </a:lnTo>
                <a:lnTo>
                  <a:pt x="86544" y="10157"/>
                </a:lnTo>
                <a:close/>
                <a:moveTo>
                  <a:pt x="95027" y="11013"/>
                </a:moveTo>
                <a:lnTo>
                  <a:pt x="99008" y="17934"/>
                </a:lnTo>
                <a:lnTo>
                  <a:pt x="103026" y="24891"/>
                </a:lnTo>
                <a:lnTo>
                  <a:pt x="99045" y="31775"/>
                </a:lnTo>
                <a:lnTo>
                  <a:pt x="92050" y="31812"/>
                </a:lnTo>
                <a:lnTo>
                  <a:pt x="96069" y="24854"/>
                </a:lnTo>
                <a:lnTo>
                  <a:pt x="91492" y="17152"/>
                </a:lnTo>
                <a:lnTo>
                  <a:pt x="95027" y="11013"/>
                </a:lnTo>
                <a:close/>
                <a:moveTo>
                  <a:pt x="129629" y="10157"/>
                </a:moveTo>
                <a:lnTo>
                  <a:pt x="117128" y="31812"/>
                </a:lnTo>
                <a:lnTo>
                  <a:pt x="110207" y="31812"/>
                </a:lnTo>
                <a:lnTo>
                  <a:pt x="122672" y="10157"/>
                </a:lnTo>
                <a:close/>
                <a:moveTo>
                  <a:pt x="131192" y="11013"/>
                </a:moveTo>
                <a:lnTo>
                  <a:pt x="135136" y="17934"/>
                </a:lnTo>
                <a:lnTo>
                  <a:pt x="139154" y="24891"/>
                </a:lnTo>
                <a:lnTo>
                  <a:pt x="135173" y="31775"/>
                </a:lnTo>
                <a:lnTo>
                  <a:pt x="128178" y="31812"/>
                </a:lnTo>
                <a:lnTo>
                  <a:pt x="132197" y="24854"/>
                </a:lnTo>
                <a:lnTo>
                  <a:pt x="127620" y="17152"/>
                </a:lnTo>
                <a:lnTo>
                  <a:pt x="131192" y="11013"/>
                </a:lnTo>
                <a:close/>
                <a:moveTo>
                  <a:pt x="165757" y="10157"/>
                </a:moveTo>
                <a:lnTo>
                  <a:pt x="153293" y="31812"/>
                </a:lnTo>
                <a:lnTo>
                  <a:pt x="146335" y="31812"/>
                </a:lnTo>
                <a:lnTo>
                  <a:pt x="158800" y="10157"/>
                </a:lnTo>
                <a:close/>
                <a:moveTo>
                  <a:pt x="167320" y="11013"/>
                </a:moveTo>
                <a:lnTo>
                  <a:pt x="171264" y="17934"/>
                </a:lnTo>
                <a:lnTo>
                  <a:pt x="175282" y="24891"/>
                </a:lnTo>
                <a:lnTo>
                  <a:pt x="171301" y="31775"/>
                </a:lnTo>
                <a:lnTo>
                  <a:pt x="164343" y="31812"/>
                </a:lnTo>
                <a:lnTo>
                  <a:pt x="168325" y="24854"/>
                </a:lnTo>
                <a:lnTo>
                  <a:pt x="163785" y="17152"/>
                </a:lnTo>
                <a:lnTo>
                  <a:pt x="167320" y="11013"/>
                </a:lnTo>
                <a:close/>
                <a:moveTo>
                  <a:pt x="201923" y="10157"/>
                </a:moveTo>
                <a:lnTo>
                  <a:pt x="189421" y="31812"/>
                </a:lnTo>
                <a:lnTo>
                  <a:pt x="182463" y="31812"/>
                </a:lnTo>
                <a:lnTo>
                  <a:pt x="194965" y="10157"/>
                </a:lnTo>
                <a:close/>
                <a:moveTo>
                  <a:pt x="203448" y="11013"/>
                </a:moveTo>
                <a:lnTo>
                  <a:pt x="207429" y="17934"/>
                </a:lnTo>
                <a:lnTo>
                  <a:pt x="211448" y="24891"/>
                </a:lnTo>
                <a:lnTo>
                  <a:pt x="207466" y="31775"/>
                </a:lnTo>
                <a:lnTo>
                  <a:pt x="200471" y="31812"/>
                </a:lnTo>
                <a:lnTo>
                  <a:pt x="204490" y="24854"/>
                </a:lnTo>
                <a:lnTo>
                  <a:pt x="199913" y="17152"/>
                </a:lnTo>
                <a:lnTo>
                  <a:pt x="203448" y="11013"/>
                </a:lnTo>
                <a:close/>
                <a:moveTo>
                  <a:pt x="238051" y="10157"/>
                </a:moveTo>
                <a:lnTo>
                  <a:pt x="225549" y="31812"/>
                </a:lnTo>
                <a:lnTo>
                  <a:pt x="218629" y="31812"/>
                </a:lnTo>
                <a:lnTo>
                  <a:pt x="231093" y="10157"/>
                </a:lnTo>
                <a:close/>
                <a:moveTo>
                  <a:pt x="239613" y="11013"/>
                </a:moveTo>
                <a:lnTo>
                  <a:pt x="243557" y="17934"/>
                </a:lnTo>
                <a:lnTo>
                  <a:pt x="247576" y="24891"/>
                </a:lnTo>
                <a:lnTo>
                  <a:pt x="243594" y="31775"/>
                </a:lnTo>
                <a:lnTo>
                  <a:pt x="236600" y="31812"/>
                </a:lnTo>
                <a:lnTo>
                  <a:pt x="240618" y="24854"/>
                </a:lnTo>
                <a:lnTo>
                  <a:pt x="236041" y="17152"/>
                </a:lnTo>
                <a:lnTo>
                  <a:pt x="239613" y="11013"/>
                </a:lnTo>
                <a:close/>
                <a:moveTo>
                  <a:pt x="274216" y="10157"/>
                </a:moveTo>
                <a:lnTo>
                  <a:pt x="261714" y="31812"/>
                </a:lnTo>
                <a:lnTo>
                  <a:pt x="254757" y="31812"/>
                </a:lnTo>
                <a:lnTo>
                  <a:pt x="267221" y="10157"/>
                </a:lnTo>
                <a:close/>
                <a:moveTo>
                  <a:pt x="275741" y="11013"/>
                </a:moveTo>
                <a:lnTo>
                  <a:pt x="279722" y="17934"/>
                </a:lnTo>
                <a:lnTo>
                  <a:pt x="283704" y="24891"/>
                </a:lnTo>
                <a:lnTo>
                  <a:pt x="279722" y="31775"/>
                </a:lnTo>
                <a:lnTo>
                  <a:pt x="272765" y="31812"/>
                </a:lnTo>
                <a:lnTo>
                  <a:pt x="276746" y="24854"/>
                </a:lnTo>
                <a:lnTo>
                  <a:pt x="272207" y="17152"/>
                </a:lnTo>
                <a:lnTo>
                  <a:pt x="275741" y="11013"/>
                </a:lnTo>
                <a:close/>
                <a:moveTo>
                  <a:pt x="13729" y="26640"/>
                </a:moveTo>
                <a:lnTo>
                  <a:pt x="17041" y="32370"/>
                </a:lnTo>
                <a:lnTo>
                  <a:pt x="10418" y="32407"/>
                </a:lnTo>
                <a:lnTo>
                  <a:pt x="13729" y="26640"/>
                </a:lnTo>
                <a:close/>
                <a:moveTo>
                  <a:pt x="49895" y="26640"/>
                </a:moveTo>
                <a:lnTo>
                  <a:pt x="53206" y="32370"/>
                </a:lnTo>
                <a:lnTo>
                  <a:pt x="46546" y="32407"/>
                </a:lnTo>
                <a:lnTo>
                  <a:pt x="49895" y="26640"/>
                </a:lnTo>
                <a:close/>
                <a:moveTo>
                  <a:pt x="86023" y="26640"/>
                </a:moveTo>
                <a:lnTo>
                  <a:pt x="89334" y="32370"/>
                </a:lnTo>
                <a:lnTo>
                  <a:pt x="82711" y="32407"/>
                </a:lnTo>
                <a:lnTo>
                  <a:pt x="86023" y="26640"/>
                </a:lnTo>
                <a:close/>
                <a:moveTo>
                  <a:pt x="122151" y="26640"/>
                </a:moveTo>
                <a:lnTo>
                  <a:pt x="125462" y="32370"/>
                </a:lnTo>
                <a:lnTo>
                  <a:pt x="118839" y="32407"/>
                </a:lnTo>
                <a:lnTo>
                  <a:pt x="122151" y="26640"/>
                </a:lnTo>
                <a:close/>
                <a:moveTo>
                  <a:pt x="158316" y="26640"/>
                </a:moveTo>
                <a:lnTo>
                  <a:pt x="161627" y="32370"/>
                </a:lnTo>
                <a:lnTo>
                  <a:pt x="154967" y="32407"/>
                </a:lnTo>
                <a:lnTo>
                  <a:pt x="158316" y="26640"/>
                </a:lnTo>
                <a:close/>
                <a:moveTo>
                  <a:pt x="194444" y="26640"/>
                </a:moveTo>
                <a:lnTo>
                  <a:pt x="197755" y="32370"/>
                </a:lnTo>
                <a:lnTo>
                  <a:pt x="191133" y="32407"/>
                </a:lnTo>
                <a:lnTo>
                  <a:pt x="194444" y="26640"/>
                </a:lnTo>
                <a:close/>
                <a:moveTo>
                  <a:pt x="230609" y="26640"/>
                </a:moveTo>
                <a:lnTo>
                  <a:pt x="233883" y="32370"/>
                </a:lnTo>
                <a:lnTo>
                  <a:pt x="227261" y="32407"/>
                </a:lnTo>
                <a:lnTo>
                  <a:pt x="230609" y="26640"/>
                </a:lnTo>
                <a:close/>
                <a:moveTo>
                  <a:pt x="266737" y="26640"/>
                </a:moveTo>
                <a:lnTo>
                  <a:pt x="270049" y="32370"/>
                </a:lnTo>
                <a:lnTo>
                  <a:pt x="263389" y="32407"/>
                </a:lnTo>
                <a:lnTo>
                  <a:pt x="266737" y="26640"/>
                </a:lnTo>
                <a:close/>
                <a:moveTo>
                  <a:pt x="23329" y="33561"/>
                </a:moveTo>
                <a:lnTo>
                  <a:pt x="22957" y="33858"/>
                </a:lnTo>
                <a:lnTo>
                  <a:pt x="22659" y="34193"/>
                </a:lnTo>
                <a:lnTo>
                  <a:pt x="22361" y="34565"/>
                </a:lnTo>
                <a:lnTo>
                  <a:pt x="22064" y="34937"/>
                </a:lnTo>
                <a:lnTo>
                  <a:pt x="21841" y="35347"/>
                </a:lnTo>
                <a:lnTo>
                  <a:pt x="21617" y="35793"/>
                </a:lnTo>
                <a:lnTo>
                  <a:pt x="21394" y="36240"/>
                </a:lnTo>
                <a:lnTo>
                  <a:pt x="21245" y="36686"/>
                </a:lnTo>
                <a:lnTo>
                  <a:pt x="19422" y="33561"/>
                </a:lnTo>
                <a:close/>
                <a:moveTo>
                  <a:pt x="59457" y="33561"/>
                </a:moveTo>
                <a:lnTo>
                  <a:pt x="59122" y="33858"/>
                </a:lnTo>
                <a:lnTo>
                  <a:pt x="58787" y="34193"/>
                </a:lnTo>
                <a:lnTo>
                  <a:pt x="58489" y="34565"/>
                </a:lnTo>
                <a:lnTo>
                  <a:pt x="58229" y="34937"/>
                </a:lnTo>
                <a:lnTo>
                  <a:pt x="57969" y="35347"/>
                </a:lnTo>
                <a:lnTo>
                  <a:pt x="57745" y="35793"/>
                </a:lnTo>
                <a:lnTo>
                  <a:pt x="57559" y="36240"/>
                </a:lnTo>
                <a:lnTo>
                  <a:pt x="57373" y="36686"/>
                </a:lnTo>
                <a:lnTo>
                  <a:pt x="55550" y="33561"/>
                </a:lnTo>
                <a:close/>
                <a:moveTo>
                  <a:pt x="95585" y="33561"/>
                </a:moveTo>
                <a:lnTo>
                  <a:pt x="95250" y="33858"/>
                </a:lnTo>
                <a:lnTo>
                  <a:pt x="94952" y="34193"/>
                </a:lnTo>
                <a:lnTo>
                  <a:pt x="94655" y="34565"/>
                </a:lnTo>
                <a:lnTo>
                  <a:pt x="94357" y="34937"/>
                </a:lnTo>
                <a:lnTo>
                  <a:pt x="94097" y="35347"/>
                </a:lnTo>
                <a:lnTo>
                  <a:pt x="93873" y="35793"/>
                </a:lnTo>
                <a:lnTo>
                  <a:pt x="93687" y="36240"/>
                </a:lnTo>
                <a:lnTo>
                  <a:pt x="93538" y="36686"/>
                </a:lnTo>
                <a:lnTo>
                  <a:pt x="91715" y="33561"/>
                </a:lnTo>
                <a:close/>
                <a:moveTo>
                  <a:pt x="131750" y="33561"/>
                </a:moveTo>
                <a:lnTo>
                  <a:pt x="131415" y="33858"/>
                </a:lnTo>
                <a:lnTo>
                  <a:pt x="131080" y="34193"/>
                </a:lnTo>
                <a:lnTo>
                  <a:pt x="130783" y="34565"/>
                </a:lnTo>
                <a:lnTo>
                  <a:pt x="130522" y="34937"/>
                </a:lnTo>
                <a:lnTo>
                  <a:pt x="130262" y="35347"/>
                </a:lnTo>
                <a:lnTo>
                  <a:pt x="130039" y="35793"/>
                </a:lnTo>
                <a:lnTo>
                  <a:pt x="129815" y="36240"/>
                </a:lnTo>
                <a:lnTo>
                  <a:pt x="129667" y="36686"/>
                </a:lnTo>
                <a:lnTo>
                  <a:pt x="127843" y="33561"/>
                </a:lnTo>
                <a:close/>
                <a:moveTo>
                  <a:pt x="167878" y="33561"/>
                </a:moveTo>
                <a:lnTo>
                  <a:pt x="167543" y="33858"/>
                </a:lnTo>
                <a:lnTo>
                  <a:pt x="167208" y="34193"/>
                </a:lnTo>
                <a:lnTo>
                  <a:pt x="166911" y="34565"/>
                </a:lnTo>
                <a:lnTo>
                  <a:pt x="166650" y="34937"/>
                </a:lnTo>
                <a:lnTo>
                  <a:pt x="166390" y="35347"/>
                </a:lnTo>
                <a:lnTo>
                  <a:pt x="166167" y="35793"/>
                </a:lnTo>
                <a:lnTo>
                  <a:pt x="165981" y="36240"/>
                </a:lnTo>
                <a:lnTo>
                  <a:pt x="165795" y="36686"/>
                </a:lnTo>
                <a:lnTo>
                  <a:pt x="163971" y="33561"/>
                </a:lnTo>
                <a:close/>
                <a:moveTo>
                  <a:pt x="204006" y="33561"/>
                </a:moveTo>
                <a:lnTo>
                  <a:pt x="203671" y="33858"/>
                </a:lnTo>
                <a:lnTo>
                  <a:pt x="203374" y="34193"/>
                </a:lnTo>
                <a:lnTo>
                  <a:pt x="203076" y="34565"/>
                </a:lnTo>
                <a:lnTo>
                  <a:pt x="202778" y="34937"/>
                </a:lnTo>
                <a:lnTo>
                  <a:pt x="202518" y="35347"/>
                </a:lnTo>
                <a:lnTo>
                  <a:pt x="202295" y="35793"/>
                </a:lnTo>
                <a:lnTo>
                  <a:pt x="202109" y="36240"/>
                </a:lnTo>
                <a:lnTo>
                  <a:pt x="201960" y="36686"/>
                </a:lnTo>
                <a:lnTo>
                  <a:pt x="200137" y="33561"/>
                </a:lnTo>
                <a:close/>
                <a:moveTo>
                  <a:pt x="240171" y="33561"/>
                </a:moveTo>
                <a:lnTo>
                  <a:pt x="239837" y="33858"/>
                </a:lnTo>
                <a:lnTo>
                  <a:pt x="239502" y="34193"/>
                </a:lnTo>
                <a:lnTo>
                  <a:pt x="239204" y="34565"/>
                </a:lnTo>
                <a:lnTo>
                  <a:pt x="238944" y="34937"/>
                </a:lnTo>
                <a:lnTo>
                  <a:pt x="238683" y="35347"/>
                </a:lnTo>
                <a:lnTo>
                  <a:pt x="238460" y="35793"/>
                </a:lnTo>
                <a:lnTo>
                  <a:pt x="238237" y="36240"/>
                </a:lnTo>
                <a:lnTo>
                  <a:pt x="238088" y="36686"/>
                </a:lnTo>
                <a:lnTo>
                  <a:pt x="236265" y="33561"/>
                </a:lnTo>
                <a:close/>
                <a:moveTo>
                  <a:pt x="276299" y="33561"/>
                </a:moveTo>
                <a:lnTo>
                  <a:pt x="275965" y="33858"/>
                </a:lnTo>
                <a:lnTo>
                  <a:pt x="275630" y="34193"/>
                </a:lnTo>
                <a:lnTo>
                  <a:pt x="275332" y="34565"/>
                </a:lnTo>
                <a:lnTo>
                  <a:pt x="275072" y="34937"/>
                </a:lnTo>
                <a:lnTo>
                  <a:pt x="274811" y="35347"/>
                </a:lnTo>
                <a:lnTo>
                  <a:pt x="274588" y="35793"/>
                </a:lnTo>
                <a:lnTo>
                  <a:pt x="274402" y="36240"/>
                </a:lnTo>
                <a:lnTo>
                  <a:pt x="274216" y="36686"/>
                </a:lnTo>
                <a:lnTo>
                  <a:pt x="272430" y="33561"/>
                </a:lnTo>
                <a:close/>
                <a:moveTo>
                  <a:pt x="17711" y="34156"/>
                </a:moveTo>
                <a:lnTo>
                  <a:pt x="21208" y="40184"/>
                </a:lnTo>
                <a:lnTo>
                  <a:pt x="14250" y="40184"/>
                </a:lnTo>
                <a:lnTo>
                  <a:pt x="10753" y="34156"/>
                </a:lnTo>
                <a:close/>
                <a:moveTo>
                  <a:pt x="53876" y="34156"/>
                </a:moveTo>
                <a:lnTo>
                  <a:pt x="57373" y="40184"/>
                </a:lnTo>
                <a:lnTo>
                  <a:pt x="50378" y="40184"/>
                </a:lnTo>
                <a:lnTo>
                  <a:pt x="46881" y="34156"/>
                </a:lnTo>
                <a:close/>
                <a:moveTo>
                  <a:pt x="90004" y="34156"/>
                </a:moveTo>
                <a:lnTo>
                  <a:pt x="93501" y="40184"/>
                </a:lnTo>
                <a:lnTo>
                  <a:pt x="86506" y="40184"/>
                </a:lnTo>
                <a:lnTo>
                  <a:pt x="83009" y="34156"/>
                </a:lnTo>
                <a:close/>
                <a:moveTo>
                  <a:pt x="126132" y="34156"/>
                </a:moveTo>
                <a:lnTo>
                  <a:pt x="129629" y="40184"/>
                </a:lnTo>
                <a:lnTo>
                  <a:pt x="122672" y="40184"/>
                </a:lnTo>
                <a:lnTo>
                  <a:pt x="119174" y="34156"/>
                </a:lnTo>
                <a:close/>
                <a:moveTo>
                  <a:pt x="162297" y="34156"/>
                </a:moveTo>
                <a:lnTo>
                  <a:pt x="165795" y="40184"/>
                </a:lnTo>
                <a:lnTo>
                  <a:pt x="158800" y="40184"/>
                </a:lnTo>
                <a:lnTo>
                  <a:pt x="155302" y="34156"/>
                </a:lnTo>
                <a:close/>
                <a:moveTo>
                  <a:pt x="198425" y="34156"/>
                </a:moveTo>
                <a:lnTo>
                  <a:pt x="201923" y="40184"/>
                </a:lnTo>
                <a:lnTo>
                  <a:pt x="194928" y="40184"/>
                </a:lnTo>
                <a:lnTo>
                  <a:pt x="191430" y="34156"/>
                </a:lnTo>
                <a:close/>
                <a:moveTo>
                  <a:pt x="234553" y="34156"/>
                </a:moveTo>
                <a:lnTo>
                  <a:pt x="238051" y="40184"/>
                </a:lnTo>
                <a:lnTo>
                  <a:pt x="231093" y="40184"/>
                </a:lnTo>
                <a:lnTo>
                  <a:pt x="227595" y="34156"/>
                </a:lnTo>
                <a:close/>
                <a:moveTo>
                  <a:pt x="270718" y="34156"/>
                </a:moveTo>
                <a:lnTo>
                  <a:pt x="274216" y="40184"/>
                </a:lnTo>
                <a:lnTo>
                  <a:pt x="267221" y="40184"/>
                </a:lnTo>
                <a:lnTo>
                  <a:pt x="263723" y="34156"/>
                </a:lnTo>
                <a:close/>
                <a:moveTo>
                  <a:pt x="31775" y="26640"/>
                </a:moveTo>
                <a:lnTo>
                  <a:pt x="35868" y="33561"/>
                </a:lnTo>
                <a:lnTo>
                  <a:pt x="44165" y="33561"/>
                </a:lnTo>
                <a:lnTo>
                  <a:pt x="38174" y="43904"/>
                </a:lnTo>
                <a:lnTo>
                  <a:pt x="38063" y="43346"/>
                </a:lnTo>
                <a:lnTo>
                  <a:pt x="37877" y="42788"/>
                </a:lnTo>
                <a:lnTo>
                  <a:pt x="37654" y="42230"/>
                </a:lnTo>
                <a:lnTo>
                  <a:pt x="37430" y="41672"/>
                </a:lnTo>
                <a:lnTo>
                  <a:pt x="37133" y="41151"/>
                </a:lnTo>
                <a:lnTo>
                  <a:pt x="36835" y="40667"/>
                </a:lnTo>
                <a:lnTo>
                  <a:pt x="33672" y="35161"/>
                </a:lnTo>
                <a:lnTo>
                  <a:pt x="33449" y="34788"/>
                </a:lnTo>
                <a:lnTo>
                  <a:pt x="33226" y="34454"/>
                </a:lnTo>
                <a:lnTo>
                  <a:pt x="32965" y="34119"/>
                </a:lnTo>
                <a:lnTo>
                  <a:pt x="32668" y="33821"/>
                </a:lnTo>
                <a:lnTo>
                  <a:pt x="32407" y="33523"/>
                </a:lnTo>
                <a:lnTo>
                  <a:pt x="32110" y="33263"/>
                </a:lnTo>
                <a:lnTo>
                  <a:pt x="31812" y="33040"/>
                </a:lnTo>
                <a:lnTo>
                  <a:pt x="31477" y="32817"/>
                </a:lnTo>
                <a:lnTo>
                  <a:pt x="31179" y="32630"/>
                </a:lnTo>
                <a:lnTo>
                  <a:pt x="30845" y="32444"/>
                </a:lnTo>
                <a:lnTo>
                  <a:pt x="30175" y="32147"/>
                </a:lnTo>
                <a:lnTo>
                  <a:pt x="29468" y="31961"/>
                </a:lnTo>
                <a:lnTo>
                  <a:pt x="28761" y="31849"/>
                </a:lnTo>
                <a:lnTo>
                  <a:pt x="31775" y="26640"/>
                </a:lnTo>
                <a:close/>
                <a:moveTo>
                  <a:pt x="67903" y="26640"/>
                </a:moveTo>
                <a:lnTo>
                  <a:pt x="71996" y="33561"/>
                </a:lnTo>
                <a:lnTo>
                  <a:pt x="80293" y="33561"/>
                </a:lnTo>
                <a:lnTo>
                  <a:pt x="74302" y="43904"/>
                </a:lnTo>
                <a:lnTo>
                  <a:pt x="74191" y="43346"/>
                </a:lnTo>
                <a:lnTo>
                  <a:pt x="74005" y="42788"/>
                </a:lnTo>
                <a:lnTo>
                  <a:pt x="73819" y="42230"/>
                </a:lnTo>
                <a:lnTo>
                  <a:pt x="73558" y="41672"/>
                </a:lnTo>
                <a:lnTo>
                  <a:pt x="73298" y="41151"/>
                </a:lnTo>
                <a:lnTo>
                  <a:pt x="72963" y="40667"/>
                </a:lnTo>
                <a:lnTo>
                  <a:pt x="69838" y="35161"/>
                </a:lnTo>
                <a:lnTo>
                  <a:pt x="69614" y="34788"/>
                </a:lnTo>
                <a:lnTo>
                  <a:pt x="69354" y="34454"/>
                </a:lnTo>
                <a:lnTo>
                  <a:pt x="69093" y="34119"/>
                </a:lnTo>
                <a:lnTo>
                  <a:pt x="68833" y="33821"/>
                </a:lnTo>
                <a:lnTo>
                  <a:pt x="68535" y="33523"/>
                </a:lnTo>
                <a:lnTo>
                  <a:pt x="68238" y="33263"/>
                </a:lnTo>
                <a:lnTo>
                  <a:pt x="67940" y="33040"/>
                </a:lnTo>
                <a:lnTo>
                  <a:pt x="67642" y="32817"/>
                </a:lnTo>
                <a:lnTo>
                  <a:pt x="67308" y="32630"/>
                </a:lnTo>
                <a:lnTo>
                  <a:pt x="66973" y="32444"/>
                </a:lnTo>
                <a:lnTo>
                  <a:pt x="66303" y="32147"/>
                </a:lnTo>
                <a:lnTo>
                  <a:pt x="65596" y="31961"/>
                </a:lnTo>
                <a:lnTo>
                  <a:pt x="64889" y="31849"/>
                </a:lnTo>
                <a:lnTo>
                  <a:pt x="67903" y="26640"/>
                </a:lnTo>
                <a:close/>
                <a:moveTo>
                  <a:pt x="104031" y="26640"/>
                </a:moveTo>
                <a:lnTo>
                  <a:pt x="108124" y="33561"/>
                </a:lnTo>
                <a:lnTo>
                  <a:pt x="116458" y="33561"/>
                </a:lnTo>
                <a:lnTo>
                  <a:pt x="110430" y="43904"/>
                </a:lnTo>
                <a:lnTo>
                  <a:pt x="110319" y="43346"/>
                </a:lnTo>
                <a:lnTo>
                  <a:pt x="110170" y="42788"/>
                </a:lnTo>
                <a:lnTo>
                  <a:pt x="109947" y="42230"/>
                </a:lnTo>
                <a:lnTo>
                  <a:pt x="109724" y="41672"/>
                </a:lnTo>
                <a:lnTo>
                  <a:pt x="109426" y="41151"/>
                </a:lnTo>
                <a:lnTo>
                  <a:pt x="109091" y="40667"/>
                </a:lnTo>
                <a:lnTo>
                  <a:pt x="105966" y="35161"/>
                </a:lnTo>
                <a:lnTo>
                  <a:pt x="105742" y="34788"/>
                </a:lnTo>
                <a:lnTo>
                  <a:pt x="105482" y="34454"/>
                </a:lnTo>
                <a:lnTo>
                  <a:pt x="105221" y="34119"/>
                </a:lnTo>
                <a:lnTo>
                  <a:pt x="104961" y="33821"/>
                </a:lnTo>
                <a:lnTo>
                  <a:pt x="104701" y="33523"/>
                </a:lnTo>
                <a:lnTo>
                  <a:pt x="104403" y="33263"/>
                </a:lnTo>
                <a:lnTo>
                  <a:pt x="104105" y="33040"/>
                </a:lnTo>
                <a:lnTo>
                  <a:pt x="103770" y="32817"/>
                </a:lnTo>
                <a:lnTo>
                  <a:pt x="103473" y="32630"/>
                </a:lnTo>
                <a:lnTo>
                  <a:pt x="103138" y="32444"/>
                </a:lnTo>
                <a:lnTo>
                  <a:pt x="102431" y="32147"/>
                </a:lnTo>
                <a:lnTo>
                  <a:pt x="101761" y="31961"/>
                </a:lnTo>
                <a:lnTo>
                  <a:pt x="101054" y="31849"/>
                </a:lnTo>
                <a:lnTo>
                  <a:pt x="104031" y="26640"/>
                </a:lnTo>
                <a:close/>
                <a:moveTo>
                  <a:pt x="140196" y="26640"/>
                </a:moveTo>
                <a:lnTo>
                  <a:pt x="144289" y="33561"/>
                </a:lnTo>
                <a:lnTo>
                  <a:pt x="152586" y="33561"/>
                </a:lnTo>
                <a:lnTo>
                  <a:pt x="146596" y="43904"/>
                </a:lnTo>
                <a:lnTo>
                  <a:pt x="146484" y="43346"/>
                </a:lnTo>
                <a:lnTo>
                  <a:pt x="146298" y="42788"/>
                </a:lnTo>
                <a:lnTo>
                  <a:pt x="146112" y="42230"/>
                </a:lnTo>
                <a:lnTo>
                  <a:pt x="145852" y="41672"/>
                </a:lnTo>
                <a:lnTo>
                  <a:pt x="145554" y="41151"/>
                </a:lnTo>
                <a:lnTo>
                  <a:pt x="145256" y="40667"/>
                </a:lnTo>
                <a:lnTo>
                  <a:pt x="142094" y="35161"/>
                </a:lnTo>
                <a:lnTo>
                  <a:pt x="141870" y="34788"/>
                </a:lnTo>
                <a:lnTo>
                  <a:pt x="141647" y="34454"/>
                </a:lnTo>
                <a:lnTo>
                  <a:pt x="141387" y="34119"/>
                </a:lnTo>
                <a:lnTo>
                  <a:pt x="141089" y="33821"/>
                </a:lnTo>
                <a:lnTo>
                  <a:pt x="140829" y="33523"/>
                </a:lnTo>
                <a:lnTo>
                  <a:pt x="140531" y="33263"/>
                </a:lnTo>
                <a:lnTo>
                  <a:pt x="140233" y="33040"/>
                </a:lnTo>
                <a:lnTo>
                  <a:pt x="139898" y="32817"/>
                </a:lnTo>
                <a:lnTo>
                  <a:pt x="139601" y="32630"/>
                </a:lnTo>
                <a:lnTo>
                  <a:pt x="139266" y="32444"/>
                </a:lnTo>
                <a:lnTo>
                  <a:pt x="138596" y="32147"/>
                </a:lnTo>
                <a:lnTo>
                  <a:pt x="137889" y="31961"/>
                </a:lnTo>
                <a:lnTo>
                  <a:pt x="137182" y="31849"/>
                </a:lnTo>
                <a:lnTo>
                  <a:pt x="140196" y="26640"/>
                </a:lnTo>
                <a:close/>
                <a:moveTo>
                  <a:pt x="176324" y="26640"/>
                </a:moveTo>
                <a:lnTo>
                  <a:pt x="180417" y="33561"/>
                </a:lnTo>
                <a:lnTo>
                  <a:pt x="188714" y="33561"/>
                </a:lnTo>
                <a:lnTo>
                  <a:pt x="182724" y="43904"/>
                </a:lnTo>
                <a:lnTo>
                  <a:pt x="182612" y="43346"/>
                </a:lnTo>
                <a:lnTo>
                  <a:pt x="182463" y="42788"/>
                </a:lnTo>
                <a:lnTo>
                  <a:pt x="182240" y="42230"/>
                </a:lnTo>
                <a:lnTo>
                  <a:pt x="181980" y="41672"/>
                </a:lnTo>
                <a:lnTo>
                  <a:pt x="181719" y="41151"/>
                </a:lnTo>
                <a:lnTo>
                  <a:pt x="181384" y="40667"/>
                </a:lnTo>
                <a:lnTo>
                  <a:pt x="178259" y="35161"/>
                </a:lnTo>
                <a:lnTo>
                  <a:pt x="178036" y="34788"/>
                </a:lnTo>
                <a:lnTo>
                  <a:pt x="177775" y="34454"/>
                </a:lnTo>
                <a:lnTo>
                  <a:pt x="177515" y="34119"/>
                </a:lnTo>
                <a:lnTo>
                  <a:pt x="177254" y="33821"/>
                </a:lnTo>
                <a:lnTo>
                  <a:pt x="176957" y="33523"/>
                </a:lnTo>
                <a:lnTo>
                  <a:pt x="176659" y="33263"/>
                </a:lnTo>
                <a:lnTo>
                  <a:pt x="176361" y="33040"/>
                </a:lnTo>
                <a:lnTo>
                  <a:pt x="176064" y="32817"/>
                </a:lnTo>
                <a:lnTo>
                  <a:pt x="175729" y="32630"/>
                </a:lnTo>
                <a:lnTo>
                  <a:pt x="175394" y="32444"/>
                </a:lnTo>
                <a:lnTo>
                  <a:pt x="174724" y="32147"/>
                </a:lnTo>
                <a:lnTo>
                  <a:pt x="174017" y="31961"/>
                </a:lnTo>
                <a:lnTo>
                  <a:pt x="173310" y="31849"/>
                </a:lnTo>
                <a:lnTo>
                  <a:pt x="176324" y="26640"/>
                </a:lnTo>
                <a:close/>
                <a:moveTo>
                  <a:pt x="212452" y="26640"/>
                </a:moveTo>
                <a:lnTo>
                  <a:pt x="216545" y="33561"/>
                </a:lnTo>
                <a:lnTo>
                  <a:pt x="224879" y="33561"/>
                </a:lnTo>
                <a:lnTo>
                  <a:pt x="218852" y="43904"/>
                </a:lnTo>
                <a:lnTo>
                  <a:pt x="218740" y="43346"/>
                </a:lnTo>
                <a:lnTo>
                  <a:pt x="218591" y="42788"/>
                </a:lnTo>
                <a:lnTo>
                  <a:pt x="218368" y="42230"/>
                </a:lnTo>
                <a:lnTo>
                  <a:pt x="218145" y="41672"/>
                </a:lnTo>
                <a:lnTo>
                  <a:pt x="217847" y="41151"/>
                </a:lnTo>
                <a:lnTo>
                  <a:pt x="217550" y="40667"/>
                </a:lnTo>
                <a:lnTo>
                  <a:pt x="214387" y="35161"/>
                </a:lnTo>
                <a:lnTo>
                  <a:pt x="214164" y="34788"/>
                </a:lnTo>
                <a:lnTo>
                  <a:pt x="213903" y="34454"/>
                </a:lnTo>
                <a:lnTo>
                  <a:pt x="213643" y="34119"/>
                </a:lnTo>
                <a:lnTo>
                  <a:pt x="213382" y="33821"/>
                </a:lnTo>
                <a:lnTo>
                  <a:pt x="213122" y="33523"/>
                </a:lnTo>
                <a:lnTo>
                  <a:pt x="212824" y="33263"/>
                </a:lnTo>
                <a:lnTo>
                  <a:pt x="212527" y="33040"/>
                </a:lnTo>
                <a:lnTo>
                  <a:pt x="212192" y="32817"/>
                </a:lnTo>
                <a:lnTo>
                  <a:pt x="211894" y="32630"/>
                </a:lnTo>
                <a:lnTo>
                  <a:pt x="211559" y="32444"/>
                </a:lnTo>
                <a:lnTo>
                  <a:pt x="210889" y="32147"/>
                </a:lnTo>
                <a:lnTo>
                  <a:pt x="210183" y="31961"/>
                </a:lnTo>
                <a:lnTo>
                  <a:pt x="209476" y="31849"/>
                </a:lnTo>
                <a:lnTo>
                  <a:pt x="212452" y="26640"/>
                </a:lnTo>
                <a:close/>
                <a:moveTo>
                  <a:pt x="248617" y="26640"/>
                </a:moveTo>
                <a:lnTo>
                  <a:pt x="252710" y="33561"/>
                </a:lnTo>
                <a:lnTo>
                  <a:pt x="261007" y="33561"/>
                </a:lnTo>
                <a:lnTo>
                  <a:pt x="255017" y="43904"/>
                </a:lnTo>
                <a:lnTo>
                  <a:pt x="254905" y="43346"/>
                </a:lnTo>
                <a:lnTo>
                  <a:pt x="254719" y="42788"/>
                </a:lnTo>
                <a:lnTo>
                  <a:pt x="254533" y="42230"/>
                </a:lnTo>
                <a:lnTo>
                  <a:pt x="254273" y="41672"/>
                </a:lnTo>
                <a:lnTo>
                  <a:pt x="253975" y="41151"/>
                </a:lnTo>
                <a:lnTo>
                  <a:pt x="253678" y="40667"/>
                </a:lnTo>
                <a:lnTo>
                  <a:pt x="250515" y="35161"/>
                </a:lnTo>
                <a:lnTo>
                  <a:pt x="250292" y="34788"/>
                </a:lnTo>
                <a:lnTo>
                  <a:pt x="250068" y="34454"/>
                </a:lnTo>
                <a:lnTo>
                  <a:pt x="249808" y="34119"/>
                </a:lnTo>
                <a:lnTo>
                  <a:pt x="249548" y="33821"/>
                </a:lnTo>
                <a:lnTo>
                  <a:pt x="249250" y="33523"/>
                </a:lnTo>
                <a:lnTo>
                  <a:pt x="248952" y="33263"/>
                </a:lnTo>
                <a:lnTo>
                  <a:pt x="248655" y="33040"/>
                </a:lnTo>
                <a:lnTo>
                  <a:pt x="248357" y="32817"/>
                </a:lnTo>
                <a:lnTo>
                  <a:pt x="248022" y="32630"/>
                </a:lnTo>
                <a:lnTo>
                  <a:pt x="247687" y="32444"/>
                </a:lnTo>
                <a:lnTo>
                  <a:pt x="247017" y="32147"/>
                </a:lnTo>
                <a:lnTo>
                  <a:pt x="246311" y="31961"/>
                </a:lnTo>
                <a:lnTo>
                  <a:pt x="245604" y="31849"/>
                </a:lnTo>
                <a:lnTo>
                  <a:pt x="248617" y="26640"/>
                </a:lnTo>
                <a:close/>
                <a:moveTo>
                  <a:pt x="31552" y="39477"/>
                </a:moveTo>
                <a:lnTo>
                  <a:pt x="31998" y="39514"/>
                </a:lnTo>
                <a:lnTo>
                  <a:pt x="32482" y="39551"/>
                </a:lnTo>
                <a:lnTo>
                  <a:pt x="32928" y="39663"/>
                </a:lnTo>
                <a:lnTo>
                  <a:pt x="33375" y="39811"/>
                </a:lnTo>
                <a:lnTo>
                  <a:pt x="33821" y="40035"/>
                </a:lnTo>
                <a:lnTo>
                  <a:pt x="34230" y="40295"/>
                </a:lnTo>
                <a:lnTo>
                  <a:pt x="34640" y="40630"/>
                </a:lnTo>
                <a:lnTo>
                  <a:pt x="35049" y="41002"/>
                </a:lnTo>
                <a:lnTo>
                  <a:pt x="35421" y="41449"/>
                </a:lnTo>
                <a:lnTo>
                  <a:pt x="35756" y="41932"/>
                </a:lnTo>
                <a:lnTo>
                  <a:pt x="36016" y="42453"/>
                </a:lnTo>
                <a:lnTo>
                  <a:pt x="36202" y="42974"/>
                </a:lnTo>
                <a:lnTo>
                  <a:pt x="36351" y="43495"/>
                </a:lnTo>
                <a:lnTo>
                  <a:pt x="36426" y="43979"/>
                </a:lnTo>
                <a:lnTo>
                  <a:pt x="36463" y="44462"/>
                </a:lnTo>
                <a:lnTo>
                  <a:pt x="36463" y="44946"/>
                </a:lnTo>
                <a:lnTo>
                  <a:pt x="36388" y="45392"/>
                </a:lnTo>
                <a:lnTo>
                  <a:pt x="36277" y="45839"/>
                </a:lnTo>
                <a:lnTo>
                  <a:pt x="36091" y="46285"/>
                </a:lnTo>
                <a:lnTo>
                  <a:pt x="35905" y="46695"/>
                </a:lnTo>
                <a:lnTo>
                  <a:pt x="35682" y="47067"/>
                </a:lnTo>
                <a:lnTo>
                  <a:pt x="35384" y="47439"/>
                </a:lnTo>
                <a:lnTo>
                  <a:pt x="35086" y="47774"/>
                </a:lnTo>
                <a:lnTo>
                  <a:pt x="34751" y="48109"/>
                </a:lnTo>
                <a:lnTo>
                  <a:pt x="34417" y="48406"/>
                </a:lnTo>
                <a:lnTo>
                  <a:pt x="34044" y="48629"/>
                </a:lnTo>
                <a:lnTo>
                  <a:pt x="33635" y="48853"/>
                </a:lnTo>
                <a:lnTo>
                  <a:pt x="33226" y="49039"/>
                </a:lnTo>
                <a:lnTo>
                  <a:pt x="32779" y="49225"/>
                </a:lnTo>
                <a:lnTo>
                  <a:pt x="32333" y="49336"/>
                </a:lnTo>
                <a:lnTo>
                  <a:pt x="31886" y="49411"/>
                </a:lnTo>
                <a:lnTo>
                  <a:pt x="31440" y="49448"/>
                </a:lnTo>
                <a:lnTo>
                  <a:pt x="30993" y="49411"/>
                </a:lnTo>
                <a:lnTo>
                  <a:pt x="30547" y="49374"/>
                </a:lnTo>
                <a:lnTo>
                  <a:pt x="30063" y="49262"/>
                </a:lnTo>
                <a:lnTo>
                  <a:pt x="29617" y="49113"/>
                </a:lnTo>
                <a:lnTo>
                  <a:pt x="29208" y="48927"/>
                </a:lnTo>
                <a:lnTo>
                  <a:pt x="28761" y="48667"/>
                </a:lnTo>
                <a:lnTo>
                  <a:pt x="28352" y="48369"/>
                </a:lnTo>
                <a:lnTo>
                  <a:pt x="27980" y="48034"/>
                </a:lnTo>
                <a:lnTo>
                  <a:pt x="27608" y="47588"/>
                </a:lnTo>
                <a:lnTo>
                  <a:pt x="27273" y="47141"/>
                </a:lnTo>
                <a:lnTo>
                  <a:pt x="26975" y="46583"/>
                </a:lnTo>
                <a:lnTo>
                  <a:pt x="26752" y="46062"/>
                </a:lnTo>
                <a:lnTo>
                  <a:pt x="26603" y="45541"/>
                </a:lnTo>
                <a:lnTo>
                  <a:pt x="26491" y="45058"/>
                </a:lnTo>
                <a:lnTo>
                  <a:pt x="26454" y="44537"/>
                </a:lnTo>
                <a:lnTo>
                  <a:pt x="26491" y="44053"/>
                </a:lnTo>
                <a:lnTo>
                  <a:pt x="26529" y="43607"/>
                </a:lnTo>
                <a:lnTo>
                  <a:pt x="26640" y="43123"/>
                </a:lnTo>
                <a:lnTo>
                  <a:pt x="26826" y="42676"/>
                </a:lnTo>
                <a:lnTo>
                  <a:pt x="27012" y="42267"/>
                </a:lnTo>
                <a:lnTo>
                  <a:pt x="27236" y="41895"/>
                </a:lnTo>
                <a:lnTo>
                  <a:pt x="27533" y="41523"/>
                </a:lnTo>
                <a:lnTo>
                  <a:pt x="27831" y="41151"/>
                </a:lnTo>
                <a:lnTo>
                  <a:pt x="28166" y="40853"/>
                </a:lnTo>
                <a:lnTo>
                  <a:pt x="28538" y="40556"/>
                </a:lnTo>
                <a:lnTo>
                  <a:pt x="28910" y="40295"/>
                </a:lnTo>
                <a:lnTo>
                  <a:pt x="29319" y="40072"/>
                </a:lnTo>
                <a:lnTo>
                  <a:pt x="29728" y="39886"/>
                </a:lnTo>
                <a:lnTo>
                  <a:pt x="30175" y="39700"/>
                </a:lnTo>
                <a:lnTo>
                  <a:pt x="30621" y="39588"/>
                </a:lnTo>
                <a:lnTo>
                  <a:pt x="31068" y="39514"/>
                </a:lnTo>
                <a:lnTo>
                  <a:pt x="31552" y="39477"/>
                </a:lnTo>
                <a:close/>
                <a:moveTo>
                  <a:pt x="67680" y="39477"/>
                </a:moveTo>
                <a:lnTo>
                  <a:pt x="68163" y="39514"/>
                </a:lnTo>
                <a:lnTo>
                  <a:pt x="68610" y="39551"/>
                </a:lnTo>
                <a:lnTo>
                  <a:pt x="69056" y="39663"/>
                </a:lnTo>
                <a:lnTo>
                  <a:pt x="69503" y="39811"/>
                </a:lnTo>
                <a:lnTo>
                  <a:pt x="69949" y="40035"/>
                </a:lnTo>
                <a:lnTo>
                  <a:pt x="70396" y="40295"/>
                </a:lnTo>
                <a:lnTo>
                  <a:pt x="70805" y="40630"/>
                </a:lnTo>
                <a:lnTo>
                  <a:pt x="71177" y="41002"/>
                </a:lnTo>
                <a:lnTo>
                  <a:pt x="71549" y="41449"/>
                </a:lnTo>
                <a:lnTo>
                  <a:pt x="71884" y="41932"/>
                </a:lnTo>
                <a:lnTo>
                  <a:pt x="72144" y="42453"/>
                </a:lnTo>
                <a:lnTo>
                  <a:pt x="72368" y="42974"/>
                </a:lnTo>
                <a:lnTo>
                  <a:pt x="72479" y="43495"/>
                </a:lnTo>
                <a:lnTo>
                  <a:pt x="72591" y="43979"/>
                </a:lnTo>
                <a:lnTo>
                  <a:pt x="72628" y="44462"/>
                </a:lnTo>
                <a:lnTo>
                  <a:pt x="72591" y="44946"/>
                </a:lnTo>
                <a:lnTo>
                  <a:pt x="72517" y="45392"/>
                </a:lnTo>
                <a:lnTo>
                  <a:pt x="72405" y="45839"/>
                </a:lnTo>
                <a:lnTo>
                  <a:pt x="72256" y="46285"/>
                </a:lnTo>
                <a:lnTo>
                  <a:pt x="72033" y="46695"/>
                </a:lnTo>
                <a:lnTo>
                  <a:pt x="71810" y="47067"/>
                </a:lnTo>
                <a:lnTo>
                  <a:pt x="71549" y="47439"/>
                </a:lnTo>
                <a:lnTo>
                  <a:pt x="71251" y="47774"/>
                </a:lnTo>
                <a:lnTo>
                  <a:pt x="70917" y="48109"/>
                </a:lnTo>
                <a:lnTo>
                  <a:pt x="70545" y="48406"/>
                </a:lnTo>
                <a:lnTo>
                  <a:pt x="70172" y="48629"/>
                </a:lnTo>
                <a:lnTo>
                  <a:pt x="69763" y="48853"/>
                </a:lnTo>
                <a:lnTo>
                  <a:pt x="69354" y="49039"/>
                </a:lnTo>
                <a:lnTo>
                  <a:pt x="68945" y="49225"/>
                </a:lnTo>
                <a:lnTo>
                  <a:pt x="68498" y="49336"/>
                </a:lnTo>
                <a:lnTo>
                  <a:pt x="68052" y="49411"/>
                </a:lnTo>
                <a:lnTo>
                  <a:pt x="67568" y="49448"/>
                </a:lnTo>
                <a:lnTo>
                  <a:pt x="67121" y="49411"/>
                </a:lnTo>
                <a:lnTo>
                  <a:pt x="66675" y="49374"/>
                </a:lnTo>
                <a:lnTo>
                  <a:pt x="66229" y="49262"/>
                </a:lnTo>
                <a:lnTo>
                  <a:pt x="65782" y="49113"/>
                </a:lnTo>
                <a:lnTo>
                  <a:pt x="65336" y="48927"/>
                </a:lnTo>
                <a:lnTo>
                  <a:pt x="64926" y="48667"/>
                </a:lnTo>
                <a:lnTo>
                  <a:pt x="64517" y="48369"/>
                </a:lnTo>
                <a:lnTo>
                  <a:pt x="64108" y="48034"/>
                </a:lnTo>
                <a:lnTo>
                  <a:pt x="63736" y="47588"/>
                </a:lnTo>
                <a:lnTo>
                  <a:pt x="63401" y="47141"/>
                </a:lnTo>
                <a:lnTo>
                  <a:pt x="63103" y="46583"/>
                </a:lnTo>
                <a:lnTo>
                  <a:pt x="62880" y="46062"/>
                </a:lnTo>
                <a:lnTo>
                  <a:pt x="62731" y="45541"/>
                </a:lnTo>
                <a:lnTo>
                  <a:pt x="62657" y="45058"/>
                </a:lnTo>
                <a:lnTo>
                  <a:pt x="62619" y="44537"/>
                </a:lnTo>
                <a:lnTo>
                  <a:pt x="62619" y="44053"/>
                </a:lnTo>
                <a:lnTo>
                  <a:pt x="62694" y="43607"/>
                </a:lnTo>
                <a:lnTo>
                  <a:pt x="62805" y="43123"/>
                </a:lnTo>
                <a:lnTo>
                  <a:pt x="62954" y="42676"/>
                </a:lnTo>
                <a:lnTo>
                  <a:pt x="63140" y="42267"/>
                </a:lnTo>
                <a:lnTo>
                  <a:pt x="63401" y="41895"/>
                </a:lnTo>
                <a:lnTo>
                  <a:pt x="63661" y="41523"/>
                </a:lnTo>
                <a:lnTo>
                  <a:pt x="63959" y="41151"/>
                </a:lnTo>
                <a:lnTo>
                  <a:pt x="64294" y="40853"/>
                </a:lnTo>
                <a:lnTo>
                  <a:pt x="64666" y="40556"/>
                </a:lnTo>
                <a:lnTo>
                  <a:pt x="65038" y="40295"/>
                </a:lnTo>
                <a:lnTo>
                  <a:pt x="65447" y="40072"/>
                </a:lnTo>
                <a:lnTo>
                  <a:pt x="65894" y="39886"/>
                </a:lnTo>
                <a:lnTo>
                  <a:pt x="66303" y="39700"/>
                </a:lnTo>
                <a:lnTo>
                  <a:pt x="66749" y="39588"/>
                </a:lnTo>
                <a:lnTo>
                  <a:pt x="67233" y="39514"/>
                </a:lnTo>
                <a:lnTo>
                  <a:pt x="67680" y="39477"/>
                </a:lnTo>
                <a:close/>
                <a:moveTo>
                  <a:pt x="103808" y="39477"/>
                </a:moveTo>
                <a:lnTo>
                  <a:pt x="104291" y="39514"/>
                </a:lnTo>
                <a:lnTo>
                  <a:pt x="104738" y="39551"/>
                </a:lnTo>
                <a:lnTo>
                  <a:pt x="105221" y="39663"/>
                </a:lnTo>
                <a:lnTo>
                  <a:pt x="105668" y="39811"/>
                </a:lnTo>
                <a:lnTo>
                  <a:pt x="106077" y="40035"/>
                </a:lnTo>
                <a:lnTo>
                  <a:pt x="106524" y="40295"/>
                </a:lnTo>
                <a:lnTo>
                  <a:pt x="106933" y="40630"/>
                </a:lnTo>
                <a:lnTo>
                  <a:pt x="107305" y="41002"/>
                </a:lnTo>
                <a:lnTo>
                  <a:pt x="107677" y="41449"/>
                </a:lnTo>
                <a:lnTo>
                  <a:pt x="108012" y="41932"/>
                </a:lnTo>
                <a:lnTo>
                  <a:pt x="108310" y="42453"/>
                </a:lnTo>
                <a:lnTo>
                  <a:pt x="108496" y="42974"/>
                </a:lnTo>
                <a:lnTo>
                  <a:pt x="108645" y="43495"/>
                </a:lnTo>
                <a:lnTo>
                  <a:pt x="108719" y="43979"/>
                </a:lnTo>
                <a:lnTo>
                  <a:pt x="108756" y="44462"/>
                </a:lnTo>
                <a:lnTo>
                  <a:pt x="108719" y="44946"/>
                </a:lnTo>
                <a:lnTo>
                  <a:pt x="108645" y="45392"/>
                </a:lnTo>
                <a:lnTo>
                  <a:pt x="108533" y="45839"/>
                </a:lnTo>
                <a:lnTo>
                  <a:pt x="108384" y="46285"/>
                </a:lnTo>
                <a:lnTo>
                  <a:pt x="108198" y="46695"/>
                </a:lnTo>
                <a:lnTo>
                  <a:pt x="107938" y="47067"/>
                </a:lnTo>
                <a:lnTo>
                  <a:pt x="107677" y="47439"/>
                </a:lnTo>
                <a:lnTo>
                  <a:pt x="107379" y="47774"/>
                </a:lnTo>
                <a:lnTo>
                  <a:pt x="107045" y="48109"/>
                </a:lnTo>
                <a:lnTo>
                  <a:pt x="106673" y="48406"/>
                </a:lnTo>
                <a:lnTo>
                  <a:pt x="106300" y="48629"/>
                </a:lnTo>
                <a:lnTo>
                  <a:pt x="105928" y="48853"/>
                </a:lnTo>
                <a:lnTo>
                  <a:pt x="105482" y="49039"/>
                </a:lnTo>
                <a:lnTo>
                  <a:pt x="105073" y="49225"/>
                </a:lnTo>
                <a:lnTo>
                  <a:pt x="104626" y="49336"/>
                </a:lnTo>
                <a:lnTo>
                  <a:pt x="104180" y="49411"/>
                </a:lnTo>
                <a:lnTo>
                  <a:pt x="103733" y="49448"/>
                </a:lnTo>
                <a:lnTo>
                  <a:pt x="103287" y="49411"/>
                </a:lnTo>
                <a:lnTo>
                  <a:pt x="102803" y="49374"/>
                </a:lnTo>
                <a:lnTo>
                  <a:pt x="102357" y="49262"/>
                </a:lnTo>
                <a:lnTo>
                  <a:pt x="101910" y="49113"/>
                </a:lnTo>
                <a:lnTo>
                  <a:pt x="101464" y="48927"/>
                </a:lnTo>
                <a:lnTo>
                  <a:pt x="101054" y="48667"/>
                </a:lnTo>
                <a:lnTo>
                  <a:pt x="100645" y="48369"/>
                </a:lnTo>
                <a:lnTo>
                  <a:pt x="100273" y="48034"/>
                </a:lnTo>
                <a:lnTo>
                  <a:pt x="99901" y="47588"/>
                </a:lnTo>
                <a:lnTo>
                  <a:pt x="99566" y="47141"/>
                </a:lnTo>
                <a:lnTo>
                  <a:pt x="99268" y="46583"/>
                </a:lnTo>
                <a:lnTo>
                  <a:pt x="99045" y="46062"/>
                </a:lnTo>
                <a:lnTo>
                  <a:pt x="98896" y="45541"/>
                </a:lnTo>
                <a:lnTo>
                  <a:pt x="98785" y="45058"/>
                </a:lnTo>
                <a:lnTo>
                  <a:pt x="98747" y="44537"/>
                </a:lnTo>
                <a:lnTo>
                  <a:pt x="98747" y="44053"/>
                </a:lnTo>
                <a:lnTo>
                  <a:pt x="98822" y="43607"/>
                </a:lnTo>
                <a:lnTo>
                  <a:pt x="98934" y="43123"/>
                </a:lnTo>
                <a:lnTo>
                  <a:pt x="99082" y="42676"/>
                </a:lnTo>
                <a:lnTo>
                  <a:pt x="99306" y="42267"/>
                </a:lnTo>
                <a:lnTo>
                  <a:pt x="99529" y="41895"/>
                </a:lnTo>
                <a:lnTo>
                  <a:pt x="99789" y="41523"/>
                </a:lnTo>
                <a:lnTo>
                  <a:pt x="100124" y="41151"/>
                </a:lnTo>
                <a:lnTo>
                  <a:pt x="100459" y="40853"/>
                </a:lnTo>
                <a:lnTo>
                  <a:pt x="100794" y="40556"/>
                </a:lnTo>
                <a:lnTo>
                  <a:pt x="101203" y="40295"/>
                </a:lnTo>
                <a:lnTo>
                  <a:pt x="101612" y="40072"/>
                </a:lnTo>
                <a:lnTo>
                  <a:pt x="102022" y="39886"/>
                </a:lnTo>
                <a:lnTo>
                  <a:pt x="102468" y="39700"/>
                </a:lnTo>
                <a:lnTo>
                  <a:pt x="102915" y="39588"/>
                </a:lnTo>
                <a:lnTo>
                  <a:pt x="103361" y="39514"/>
                </a:lnTo>
                <a:lnTo>
                  <a:pt x="103808" y="39477"/>
                </a:lnTo>
                <a:close/>
                <a:moveTo>
                  <a:pt x="139973" y="39477"/>
                </a:moveTo>
                <a:lnTo>
                  <a:pt x="140419" y="39514"/>
                </a:lnTo>
                <a:lnTo>
                  <a:pt x="140903" y="39551"/>
                </a:lnTo>
                <a:lnTo>
                  <a:pt x="141350" y="39663"/>
                </a:lnTo>
                <a:lnTo>
                  <a:pt x="141796" y="39811"/>
                </a:lnTo>
                <a:lnTo>
                  <a:pt x="142242" y="40035"/>
                </a:lnTo>
                <a:lnTo>
                  <a:pt x="142652" y="40295"/>
                </a:lnTo>
                <a:lnTo>
                  <a:pt x="143061" y="40630"/>
                </a:lnTo>
                <a:lnTo>
                  <a:pt x="143470" y="41002"/>
                </a:lnTo>
                <a:lnTo>
                  <a:pt x="143842" y="41449"/>
                </a:lnTo>
                <a:lnTo>
                  <a:pt x="144177" y="41932"/>
                </a:lnTo>
                <a:lnTo>
                  <a:pt x="144438" y="42453"/>
                </a:lnTo>
                <a:lnTo>
                  <a:pt x="144624" y="42974"/>
                </a:lnTo>
                <a:lnTo>
                  <a:pt x="144773" y="43495"/>
                </a:lnTo>
                <a:lnTo>
                  <a:pt x="144847" y="43979"/>
                </a:lnTo>
                <a:lnTo>
                  <a:pt x="144884" y="44462"/>
                </a:lnTo>
                <a:lnTo>
                  <a:pt x="144884" y="44946"/>
                </a:lnTo>
                <a:lnTo>
                  <a:pt x="144810" y="45392"/>
                </a:lnTo>
                <a:lnTo>
                  <a:pt x="144698" y="45839"/>
                </a:lnTo>
                <a:lnTo>
                  <a:pt x="144512" y="46285"/>
                </a:lnTo>
                <a:lnTo>
                  <a:pt x="144326" y="46695"/>
                </a:lnTo>
                <a:lnTo>
                  <a:pt x="144103" y="47067"/>
                </a:lnTo>
                <a:lnTo>
                  <a:pt x="143805" y="47439"/>
                </a:lnTo>
                <a:lnTo>
                  <a:pt x="143508" y="47774"/>
                </a:lnTo>
                <a:lnTo>
                  <a:pt x="143173" y="48109"/>
                </a:lnTo>
                <a:lnTo>
                  <a:pt x="142838" y="48406"/>
                </a:lnTo>
                <a:lnTo>
                  <a:pt x="142466" y="48629"/>
                </a:lnTo>
                <a:lnTo>
                  <a:pt x="142056" y="48853"/>
                </a:lnTo>
                <a:lnTo>
                  <a:pt x="141647" y="49039"/>
                </a:lnTo>
                <a:lnTo>
                  <a:pt x="141201" y="49225"/>
                </a:lnTo>
                <a:lnTo>
                  <a:pt x="140754" y="49336"/>
                </a:lnTo>
                <a:lnTo>
                  <a:pt x="140308" y="49411"/>
                </a:lnTo>
                <a:lnTo>
                  <a:pt x="139861" y="49448"/>
                </a:lnTo>
                <a:lnTo>
                  <a:pt x="139415" y="49411"/>
                </a:lnTo>
                <a:lnTo>
                  <a:pt x="138968" y="49374"/>
                </a:lnTo>
                <a:lnTo>
                  <a:pt x="138485" y="49262"/>
                </a:lnTo>
                <a:lnTo>
                  <a:pt x="138075" y="49113"/>
                </a:lnTo>
                <a:lnTo>
                  <a:pt x="137629" y="48927"/>
                </a:lnTo>
                <a:lnTo>
                  <a:pt x="137182" y="48667"/>
                </a:lnTo>
                <a:lnTo>
                  <a:pt x="136810" y="48369"/>
                </a:lnTo>
                <a:lnTo>
                  <a:pt x="136401" y="48034"/>
                </a:lnTo>
                <a:lnTo>
                  <a:pt x="136029" y="47588"/>
                </a:lnTo>
                <a:lnTo>
                  <a:pt x="135694" y="47141"/>
                </a:lnTo>
                <a:lnTo>
                  <a:pt x="135396" y="46583"/>
                </a:lnTo>
                <a:lnTo>
                  <a:pt x="135173" y="46062"/>
                </a:lnTo>
                <a:lnTo>
                  <a:pt x="135024" y="45541"/>
                </a:lnTo>
                <a:lnTo>
                  <a:pt x="134913" y="45058"/>
                </a:lnTo>
                <a:lnTo>
                  <a:pt x="134875" y="44537"/>
                </a:lnTo>
                <a:lnTo>
                  <a:pt x="134913" y="44053"/>
                </a:lnTo>
                <a:lnTo>
                  <a:pt x="134950" y="43607"/>
                </a:lnTo>
                <a:lnTo>
                  <a:pt x="135062" y="43123"/>
                </a:lnTo>
                <a:lnTo>
                  <a:pt x="135248" y="42676"/>
                </a:lnTo>
                <a:lnTo>
                  <a:pt x="135434" y="42267"/>
                </a:lnTo>
                <a:lnTo>
                  <a:pt x="135657" y="41895"/>
                </a:lnTo>
                <a:lnTo>
                  <a:pt x="135955" y="41523"/>
                </a:lnTo>
                <a:lnTo>
                  <a:pt x="136252" y="41151"/>
                </a:lnTo>
                <a:lnTo>
                  <a:pt x="136587" y="40853"/>
                </a:lnTo>
                <a:lnTo>
                  <a:pt x="136959" y="40556"/>
                </a:lnTo>
                <a:lnTo>
                  <a:pt x="137331" y="40295"/>
                </a:lnTo>
                <a:lnTo>
                  <a:pt x="137740" y="40072"/>
                </a:lnTo>
                <a:lnTo>
                  <a:pt x="138150" y="39886"/>
                </a:lnTo>
                <a:lnTo>
                  <a:pt x="138596" y="39700"/>
                </a:lnTo>
                <a:lnTo>
                  <a:pt x="139043" y="39588"/>
                </a:lnTo>
                <a:lnTo>
                  <a:pt x="139489" y="39514"/>
                </a:lnTo>
                <a:lnTo>
                  <a:pt x="139973" y="39477"/>
                </a:lnTo>
                <a:close/>
                <a:moveTo>
                  <a:pt x="176101" y="39477"/>
                </a:moveTo>
                <a:lnTo>
                  <a:pt x="176585" y="39514"/>
                </a:lnTo>
                <a:lnTo>
                  <a:pt x="177031" y="39551"/>
                </a:lnTo>
                <a:lnTo>
                  <a:pt x="177478" y="39663"/>
                </a:lnTo>
                <a:lnTo>
                  <a:pt x="177924" y="39811"/>
                </a:lnTo>
                <a:lnTo>
                  <a:pt x="178371" y="40035"/>
                </a:lnTo>
                <a:lnTo>
                  <a:pt x="178817" y="40295"/>
                </a:lnTo>
                <a:lnTo>
                  <a:pt x="179226" y="40630"/>
                </a:lnTo>
                <a:lnTo>
                  <a:pt x="179598" y="41002"/>
                </a:lnTo>
                <a:lnTo>
                  <a:pt x="179970" y="41449"/>
                </a:lnTo>
                <a:lnTo>
                  <a:pt x="180305" y="41932"/>
                </a:lnTo>
                <a:lnTo>
                  <a:pt x="180566" y="42453"/>
                </a:lnTo>
                <a:lnTo>
                  <a:pt x="180789" y="42974"/>
                </a:lnTo>
                <a:lnTo>
                  <a:pt x="180938" y="43495"/>
                </a:lnTo>
                <a:lnTo>
                  <a:pt x="181012" y="43979"/>
                </a:lnTo>
                <a:lnTo>
                  <a:pt x="181049" y="44462"/>
                </a:lnTo>
                <a:lnTo>
                  <a:pt x="181012" y="44946"/>
                </a:lnTo>
                <a:lnTo>
                  <a:pt x="180938" y="45392"/>
                </a:lnTo>
                <a:lnTo>
                  <a:pt x="180826" y="45839"/>
                </a:lnTo>
                <a:lnTo>
                  <a:pt x="180677" y="46285"/>
                </a:lnTo>
                <a:lnTo>
                  <a:pt x="180454" y="46695"/>
                </a:lnTo>
                <a:lnTo>
                  <a:pt x="180231" y="47067"/>
                </a:lnTo>
                <a:lnTo>
                  <a:pt x="179970" y="47439"/>
                </a:lnTo>
                <a:lnTo>
                  <a:pt x="179673" y="47774"/>
                </a:lnTo>
                <a:lnTo>
                  <a:pt x="179338" y="48109"/>
                </a:lnTo>
                <a:lnTo>
                  <a:pt x="178966" y="48406"/>
                </a:lnTo>
                <a:lnTo>
                  <a:pt x="178594" y="48629"/>
                </a:lnTo>
                <a:lnTo>
                  <a:pt x="178184" y="48853"/>
                </a:lnTo>
                <a:lnTo>
                  <a:pt x="177775" y="49039"/>
                </a:lnTo>
                <a:lnTo>
                  <a:pt x="177366" y="49225"/>
                </a:lnTo>
                <a:lnTo>
                  <a:pt x="176919" y="49336"/>
                </a:lnTo>
                <a:lnTo>
                  <a:pt x="176473" y="49411"/>
                </a:lnTo>
                <a:lnTo>
                  <a:pt x="175989" y="49448"/>
                </a:lnTo>
                <a:lnTo>
                  <a:pt x="175543" y="49411"/>
                </a:lnTo>
                <a:lnTo>
                  <a:pt x="175096" y="49374"/>
                </a:lnTo>
                <a:lnTo>
                  <a:pt x="174650" y="49262"/>
                </a:lnTo>
                <a:lnTo>
                  <a:pt x="174203" y="49113"/>
                </a:lnTo>
                <a:lnTo>
                  <a:pt x="173757" y="48927"/>
                </a:lnTo>
                <a:lnTo>
                  <a:pt x="173348" y="48667"/>
                </a:lnTo>
                <a:lnTo>
                  <a:pt x="172938" y="48369"/>
                </a:lnTo>
                <a:lnTo>
                  <a:pt x="172529" y="48034"/>
                </a:lnTo>
                <a:lnTo>
                  <a:pt x="172157" y="47588"/>
                </a:lnTo>
                <a:lnTo>
                  <a:pt x="171822" y="47141"/>
                </a:lnTo>
                <a:lnTo>
                  <a:pt x="171524" y="46583"/>
                </a:lnTo>
                <a:lnTo>
                  <a:pt x="171338" y="46062"/>
                </a:lnTo>
                <a:lnTo>
                  <a:pt x="171152" y="45541"/>
                </a:lnTo>
                <a:lnTo>
                  <a:pt x="171078" y="45058"/>
                </a:lnTo>
                <a:lnTo>
                  <a:pt x="171041" y="44537"/>
                </a:lnTo>
                <a:lnTo>
                  <a:pt x="171041" y="44053"/>
                </a:lnTo>
                <a:lnTo>
                  <a:pt x="171115" y="43607"/>
                </a:lnTo>
                <a:lnTo>
                  <a:pt x="171227" y="43123"/>
                </a:lnTo>
                <a:lnTo>
                  <a:pt x="171376" y="42676"/>
                </a:lnTo>
                <a:lnTo>
                  <a:pt x="171562" y="42267"/>
                </a:lnTo>
                <a:lnTo>
                  <a:pt x="171822" y="41895"/>
                </a:lnTo>
                <a:lnTo>
                  <a:pt x="172083" y="41523"/>
                </a:lnTo>
                <a:lnTo>
                  <a:pt x="172380" y="41151"/>
                </a:lnTo>
                <a:lnTo>
                  <a:pt x="172715" y="40853"/>
                </a:lnTo>
                <a:lnTo>
                  <a:pt x="173087" y="40556"/>
                </a:lnTo>
                <a:lnTo>
                  <a:pt x="173459" y="40295"/>
                </a:lnTo>
                <a:lnTo>
                  <a:pt x="173868" y="40072"/>
                </a:lnTo>
                <a:lnTo>
                  <a:pt x="174315" y="39886"/>
                </a:lnTo>
                <a:lnTo>
                  <a:pt x="174724" y="39700"/>
                </a:lnTo>
                <a:lnTo>
                  <a:pt x="175171" y="39588"/>
                </a:lnTo>
                <a:lnTo>
                  <a:pt x="175654" y="39514"/>
                </a:lnTo>
                <a:lnTo>
                  <a:pt x="176101" y="39477"/>
                </a:lnTo>
                <a:close/>
                <a:moveTo>
                  <a:pt x="212229" y="39477"/>
                </a:moveTo>
                <a:lnTo>
                  <a:pt x="212713" y="39514"/>
                </a:lnTo>
                <a:lnTo>
                  <a:pt x="213159" y="39551"/>
                </a:lnTo>
                <a:lnTo>
                  <a:pt x="213643" y="39663"/>
                </a:lnTo>
                <a:lnTo>
                  <a:pt x="214089" y="39811"/>
                </a:lnTo>
                <a:lnTo>
                  <a:pt x="214536" y="40035"/>
                </a:lnTo>
                <a:lnTo>
                  <a:pt x="214945" y="40295"/>
                </a:lnTo>
                <a:lnTo>
                  <a:pt x="215354" y="40630"/>
                </a:lnTo>
                <a:lnTo>
                  <a:pt x="215726" y="41002"/>
                </a:lnTo>
                <a:lnTo>
                  <a:pt x="216098" y="41449"/>
                </a:lnTo>
                <a:lnTo>
                  <a:pt x="216433" y="41932"/>
                </a:lnTo>
                <a:lnTo>
                  <a:pt x="216731" y="42453"/>
                </a:lnTo>
                <a:lnTo>
                  <a:pt x="216917" y="42974"/>
                </a:lnTo>
                <a:lnTo>
                  <a:pt x="217066" y="43495"/>
                </a:lnTo>
                <a:lnTo>
                  <a:pt x="217140" y="43979"/>
                </a:lnTo>
                <a:lnTo>
                  <a:pt x="217177" y="44462"/>
                </a:lnTo>
                <a:lnTo>
                  <a:pt x="217140" y="44946"/>
                </a:lnTo>
                <a:lnTo>
                  <a:pt x="217103" y="45392"/>
                </a:lnTo>
                <a:lnTo>
                  <a:pt x="216954" y="45839"/>
                </a:lnTo>
                <a:lnTo>
                  <a:pt x="216805" y="46285"/>
                </a:lnTo>
                <a:lnTo>
                  <a:pt x="216619" y="46695"/>
                </a:lnTo>
                <a:lnTo>
                  <a:pt x="216359" y="47067"/>
                </a:lnTo>
                <a:lnTo>
                  <a:pt x="216098" y="47439"/>
                </a:lnTo>
                <a:lnTo>
                  <a:pt x="215801" y="47774"/>
                </a:lnTo>
                <a:lnTo>
                  <a:pt x="215466" y="48109"/>
                </a:lnTo>
                <a:lnTo>
                  <a:pt x="215131" y="48406"/>
                </a:lnTo>
                <a:lnTo>
                  <a:pt x="214722" y="48629"/>
                </a:lnTo>
                <a:lnTo>
                  <a:pt x="214350" y="48853"/>
                </a:lnTo>
                <a:lnTo>
                  <a:pt x="213903" y="49039"/>
                </a:lnTo>
                <a:lnTo>
                  <a:pt x="213494" y="49225"/>
                </a:lnTo>
                <a:lnTo>
                  <a:pt x="213047" y="49336"/>
                </a:lnTo>
                <a:lnTo>
                  <a:pt x="212601" y="49411"/>
                </a:lnTo>
                <a:lnTo>
                  <a:pt x="212155" y="49448"/>
                </a:lnTo>
                <a:lnTo>
                  <a:pt x="211708" y="49411"/>
                </a:lnTo>
                <a:lnTo>
                  <a:pt x="211224" y="49374"/>
                </a:lnTo>
                <a:lnTo>
                  <a:pt x="210778" y="49262"/>
                </a:lnTo>
                <a:lnTo>
                  <a:pt x="210331" y="49113"/>
                </a:lnTo>
                <a:lnTo>
                  <a:pt x="209922" y="48927"/>
                </a:lnTo>
                <a:lnTo>
                  <a:pt x="209476" y="48667"/>
                </a:lnTo>
                <a:lnTo>
                  <a:pt x="209066" y="48369"/>
                </a:lnTo>
                <a:lnTo>
                  <a:pt x="208694" y="48034"/>
                </a:lnTo>
                <a:lnTo>
                  <a:pt x="208322" y="47588"/>
                </a:lnTo>
                <a:lnTo>
                  <a:pt x="207987" y="47141"/>
                </a:lnTo>
                <a:lnTo>
                  <a:pt x="207690" y="46583"/>
                </a:lnTo>
                <a:lnTo>
                  <a:pt x="207466" y="46062"/>
                </a:lnTo>
                <a:lnTo>
                  <a:pt x="207318" y="45541"/>
                </a:lnTo>
                <a:lnTo>
                  <a:pt x="207206" y="45058"/>
                </a:lnTo>
                <a:lnTo>
                  <a:pt x="207169" y="44537"/>
                </a:lnTo>
                <a:lnTo>
                  <a:pt x="207169" y="44053"/>
                </a:lnTo>
                <a:lnTo>
                  <a:pt x="207243" y="43607"/>
                </a:lnTo>
                <a:lnTo>
                  <a:pt x="207355" y="43123"/>
                </a:lnTo>
                <a:lnTo>
                  <a:pt x="207504" y="42676"/>
                </a:lnTo>
                <a:lnTo>
                  <a:pt x="207727" y="42267"/>
                </a:lnTo>
                <a:lnTo>
                  <a:pt x="207950" y="41895"/>
                </a:lnTo>
                <a:lnTo>
                  <a:pt x="208211" y="41523"/>
                </a:lnTo>
                <a:lnTo>
                  <a:pt x="208545" y="41151"/>
                </a:lnTo>
                <a:lnTo>
                  <a:pt x="208880" y="40853"/>
                </a:lnTo>
                <a:lnTo>
                  <a:pt x="209215" y="40556"/>
                </a:lnTo>
                <a:lnTo>
                  <a:pt x="209624" y="40295"/>
                </a:lnTo>
                <a:lnTo>
                  <a:pt x="210034" y="40072"/>
                </a:lnTo>
                <a:lnTo>
                  <a:pt x="210443" y="39886"/>
                </a:lnTo>
                <a:lnTo>
                  <a:pt x="210889" y="39700"/>
                </a:lnTo>
                <a:lnTo>
                  <a:pt x="211336" y="39588"/>
                </a:lnTo>
                <a:lnTo>
                  <a:pt x="211782" y="39514"/>
                </a:lnTo>
                <a:lnTo>
                  <a:pt x="212229" y="39477"/>
                </a:lnTo>
                <a:close/>
                <a:moveTo>
                  <a:pt x="248394" y="39477"/>
                </a:moveTo>
                <a:lnTo>
                  <a:pt x="248841" y="39514"/>
                </a:lnTo>
                <a:lnTo>
                  <a:pt x="249324" y="39551"/>
                </a:lnTo>
                <a:lnTo>
                  <a:pt x="249771" y="39663"/>
                </a:lnTo>
                <a:lnTo>
                  <a:pt x="250217" y="39811"/>
                </a:lnTo>
                <a:lnTo>
                  <a:pt x="250664" y="40035"/>
                </a:lnTo>
                <a:lnTo>
                  <a:pt x="251073" y="40295"/>
                </a:lnTo>
                <a:lnTo>
                  <a:pt x="251482" y="40630"/>
                </a:lnTo>
                <a:lnTo>
                  <a:pt x="251892" y="41002"/>
                </a:lnTo>
                <a:lnTo>
                  <a:pt x="252264" y="41449"/>
                </a:lnTo>
                <a:lnTo>
                  <a:pt x="252599" y="41932"/>
                </a:lnTo>
                <a:lnTo>
                  <a:pt x="252859" y="42453"/>
                </a:lnTo>
                <a:lnTo>
                  <a:pt x="253045" y="42974"/>
                </a:lnTo>
                <a:lnTo>
                  <a:pt x="253194" y="43495"/>
                </a:lnTo>
                <a:lnTo>
                  <a:pt x="253305" y="43979"/>
                </a:lnTo>
                <a:lnTo>
                  <a:pt x="253305" y="44462"/>
                </a:lnTo>
                <a:lnTo>
                  <a:pt x="253305" y="44946"/>
                </a:lnTo>
                <a:lnTo>
                  <a:pt x="253231" y="45392"/>
                </a:lnTo>
                <a:lnTo>
                  <a:pt x="253119" y="45839"/>
                </a:lnTo>
                <a:lnTo>
                  <a:pt x="252933" y="46285"/>
                </a:lnTo>
                <a:lnTo>
                  <a:pt x="252747" y="46695"/>
                </a:lnTo>
                <a:lnTo>
                  <a:pt x="252524" y="47067"/>
                </a:lnTo>
                <a:lnTo>
                  <a:pt x="252226" y="47439"/>
                </a:lnTo>
                <a:lnTo>
                  <a:pt x="251929" y="47774"/>
                </a:lnTo>
                <a:lnTo>
                  <a:pt x="251594" y="48109"/>
                </a:lnTo>
                <a:lnTo>
                  <a:pt x="251259" y="48406"/>
                </a:lnTo>
                <a:lnTo>
                  <a:pt x="250887" y="48629"/>
                </a:lnTo>
                <a:lnTo>
                  <a:pt x="250478" y="48853"/>
                </a:lnTo>
                <a:lnTo>
                  <a:pt x="250068" y="49039"/>
                </a:lnTo>
                <a:lnTo>
                  <a:pt x="249622" y="49225"/>
                </a:lnTo>
                <a:lnTo>
                  <a:pt x="249175" y="49336"/>
                </a:lnTo>
                <a:lnTo>
                  <a:pt x="248729" y="49411"/>
                </a:lnTo>
                <a:lnTo>
                  <a:pt x="248283" y="49448"/>
                </a:lnTo>
                <a:lnTo>
                  <a:pt x="247836" y="49411"/>
                </a:lnTo>
                <a:lnTo>
                  <a:pt x="247390" y="49374"/>
                </a:lnTo>
                <a:lnTo>
                  <a:pt x="246943" y="49262"/>
                </a:lnTo>
                <a:lnTo>
                  <a:pt x="246497" y="49113"/>
                </a:lnTo>
                <a:lnTo>
                  <a:pt x="246050" y="48927"/>
                </a:lnTo>
                <a:lnTo>
                  <a:pt x="245641" y="48667"/>
                </a:lnTo>
                <a:lnTo>
                  <a:pt x="245232" y="48369"/>
                </a:lnTo>
                <a:lnTo>
                  <a:pt x="244822" y="48034"/>
                </a:lnTo>
                <a:lnTo>
                  <a:pt x="244450" y="47588"/>
                </a:lnTo>
                <a:lnTo>
                  <a:pt x="244115" y="47141"/>
                </a:lnTo>
                <a:lnTo>
                  <a:pt x="243818" y="46583"/>
                </a:lnTo>
                <a:lnTo>
                  <a:pt x="243594" y="46062"/>
                </a:lnTo>
                <a:lnTo>
                  <a:pt x="243446" y="45541"/>
                </a:lnTo>
                <a:lnTo>
                  <a:pt x="243334" y="45058"/>
                </a:lnTo>
                <a:lnTo>
                  <a:pt x="243297" y="44537"/>
                </a:lnTo>
                <a:lnTo>
                  <a:pt x="243334" y="44053"/>
                </a:lnTo>
                <a:lnTo>
                  <a:pt x="243371" y="43607"/>
                </a:lnTo>
                <a:lnTo>
                  <a:pt x="243483" y="43123"/>
                </a:lnTo>
                <a:lnTo>
                  <a:pt x="243669" y="42676"/>
                </a:lnTo>
                <a:lnTo>
                  <a:pt x="243855" y="42267"/>
                </a:lnTo>
                <a:lnTo>
                  <a:pt x="244078" y="41895"/>
                </a:lnTo>
                <a:lnTo>
                  <a:pt x="244376" y="41523"/>
                </a:lnTo>
                <a:lnTo>
                  <a:pt x="244673" y="41151"/>
                </a:lnTo>
                <a:lnTo>
                  <a:pt x="245008" y="40853"/>
                </a:lnTo>
                <a:lnTo>
                  <a:pt x="245380" y="40556"/>
                </a:lnTo>
                <a:lnTo>
                  <a:pt x="245752" y="40295"/>
                </a:lnTo>
                <a:lnTo>
                  <a:pt x="246162" y="40072"/>
                </a:lnTo>
                <a:lnTo>
                  <a:pt x="246571" y="39886"/>
                </a:lnTo>
                <a:lnTo>
                  <a:pt x="247017" y="39700"/>
                </a:lnTo>
                <a:lnTo>
                  <a:pt x="247464" y="39588"/>
                </a:lnTo>
                <a:lnTo>
                  <a:pt x="247910" y="39514"/>
                </a:lnTo>
                <a:lnTo>
                  <a:pt x="248394" y="39477"/>
                </a:lnTo>
                <a:close/>
                <a:moveTo>
                  <a:pt x="34268" y="50564"/>
                </a:moveTo>
                <a:lnTo>
                  <a:pt x="31738" y="54917"/>
                </a:lnTo>
                <a:lnTo>
                  <a:pt x="29431" y="50899"/>
                </a:lnTo>
                <a:lnTo>
                  <a:pt x="30063" y="51085"/>
                </a:lnTo>
                <a:lnTo>
                  <a:pt x="30696" y="51160"/>
                </a:lnTo>
                <a:lnTo>
                  <a:pt x="31328" y="51234"/>
                </a:lnTo>
                <a:lnTo>
                  <a:pt x="31924" y="51197"/>
                </a:lnTo>
                <a:lnTo>
                  <a:pt x="32556" y="51122"/>
                </a:lnTo>
                <a:lnTo>
                  <a:pt x="33151" y="50974"/>
                </a:lnTo>
                <a:lnTo>
                  <a:pt x="33710" y="50787"/>
                </a:lnTo>
                <a:lnTo>
                  <a:pt x="34268" y="50564"/>
                </a:lnTo>
                <a:close/>
                <a:moveTo>
                  <a:pt x="70433" y="50564"/>
                </a:moveTo>
                <a:lnTo>
                  <a:pt x="67903" y="54917"/>
                </a:lnTo>
                <a:lnTo>
                  <a:pt x="65596" y="50899"/>
                </a:lnTo>
                <a:lnTo>
                  <a:pt x="65596" y="50899"/>
                </a:lnTo>
                <a:lnTo>
                  <a:pt x="66191" y="51085"/>
                </a:lnTo>
                <a:lnTo>
                  <a:pt x="66824" y="51160"/>
                </a:lnTo>
                <a:lnTo>
                  <a:pt x="67456" y="51234"/>
                </a:lnTo>
                <a:lnTo>
                  <a:pt x="68089" y="51197"/>
                </a:lnTo>
                <a:lnTo>
                  <a:pt x="68684" y="51122"/>
                </a:lnTo>
                <a:lnTo>
                  <a:pt x="69279" y="50974"/>
                </a:lnTo>
                <a:lnTo>
                  <a:pt x="69875" y="50787"/>
                </a:lnTo>
                <a:lnTo>
                  <a:pt x="70433" y="50564"/>
                </a:lnTo>
                <a:close/>
                <a:moveTo>
                  <a:pt x="106561" y="50564"/>
                </a:moveTo>
                <a:lnTo>
                  <a:pt x="104031" y="54917"/>
                </a:lnTo>
                <a:lnTo>
                  <a:pt x="101724" y="50899"/>
                </a:lnTo>
                <a:lnTo>
                  <a:pt x="102357" y="51085"/>
                </a:lnTo>
                <a:lnTo>
                  <a:pt x="102989" y="51160"/>
                </a:lnTo>
                <a:lnTo>
                  <a:pt x="103584" y="51234"/>
                </a:lnTo>
                <a:lnTo>
                  <a:pt x="104217" y="51197"/>
                </a:lnTo>
                <a:lnTo>
                  <a:pt x="104812" y="51122"/>
                </a:lnTo>
                <a:lnTo>
                  <a:pt x="105408" y="50974"/>
                </a:lnTo>
                <a:lnTo>
                  <a:pt x="106003" y="50787"/>
                </a:lnTo>
                <a:lnTo>
                  <a:pt x="106561" y="50564"/>
                </a:lnTo>
                <a:close/>
                <a:moveTo>
                  <a:pt x="142689" y="50564"/>
                </a:moveTo>
                <a:lnTo>
                  <a:pt x="140196" y="54917"/>
                </a:lnTo>
                <a:lnTo>
                  <a:pt x="137852" y="50899"/>
                </a:lnTo>
                <a:lnTo>
                  <a:pt x="138485" y="51085"/>
                </a:lnTo>
                <a:lnTo>
                  <a:pt x="139117" y="51160"/>
                </a:lnTo>
                <a:lnTo>
                  <a:pt x="139750" y="51234"/>
                </a:lnTo>
                <a:lnTo>
                  <a:pt x="140345" y="51197"/>
                </a:lnTo>
                <a:lnTo>
                  <a:pt x="140977" y="51122"/>
                </a:lnTo>
                <a:lnTo>
                  <a:pt x="141573" y="50974"/>
                </a:lnTo>
                <a:lnTo>
                  <a:pt x="142131" y="50787"/>
                </a:lnTo>
                <a:lnTo>
                  <a:pt x="142689" y="50564"/>
                </a:lnTo>
                <a:close/>
                <a:moveTo>
                  <a:pt x="178854" y="50564"/>
                </a:moveTo>
                <a:lnTo>
                  <a:pt x="176324" y="54917"/>
                </a:lnTo>
                <a:lnTo>
                  <a:pt x="174017" y="50899"/>
                </a:lnTo>
                <a:lnTo>
                  <a:pt x="174650" y="51085"/>
                </a:lnTo>
                <a:lnTo>
                  <a:pt x="175245" y="51160"/>
                </a:lnTo>
                <a:lnTo>
                  <a:pt x="175878" y="51234"/>
                </a:lnTo>
                <a:lnTo>
                  <a:pt x="176510" y="51197"/>
                </a:lnTo>
                <a:lnTo>
                  <a:pt x="177105" y="51122"/>
                </a:lnTo>
                <a:lnTo>
                  <a:pt x="177701" y="50974"/>
                </a:lnTo>
                <a:lnTo>
                  <a:pt x="178296" y="50787"/>
                </a:lnTo>
                <a:lnTo>
                  <a:pt x="178854" y="50564"/>
                </a:lnTo>
                <a:close/>
                <a:moveTo>
                  <a:pt x="214982" y="50564"/>
                </a:moveTo>
                <a:lnTo>
                  <a:pt x="212452" y="54917"/>
                </a:lnTo>
                <a:lnTo>
                  <a:pt x="210145" y="50899"/>
                </a:lnTo>
                <a:lnTo>
                  <a:pt x="210778" y="51085"/>
                </a:lnTo>
                <a:lnTo>
                  <a:pt x="211410" y="51160"/>
                </a:lnTo>
                <a:lnTo>
                  <a:pt x="212043" y="51234"/>
                </a:lnTo>
                <a:lnTo>
                  <a:pt x="212638" y="51197"/>
                </a:lnTo>
                <a:lnTo>
                  <a:pt x="213271" y="51122"/>
                </a:lnTo>
                <a:lnTo>
                  <a:pt x="213866" y="50974"/>
                </a:lnTo>
                <a:lnTo>
                  <a:pt x="214424" y="50787"/>
                </a:lnTo>
                <a:lnTo>
                  <a:pt x="214982" y="50564"/>
                </a:lnTo>
                <a:close/>
                <a:moveTo>
                  <a:pt x="251147" y="50564"/>
                </a:moveTo>
                <a:lnTo>
                  <a:pt x="248617" y="54917"/>
                </a:lnTo>
                <a:lnTo>
                  <a:pt x="246273" y="50899"/>
                </a:lnTo>
                <a:lnTo>
                  <a:pt x="246906" y="51085"/>
                </a:lnTo>
                <a:lnTo>
                  <a:pt x="247538" y="51160"/>
                </a:lnTo>
                <a:lnTo>
                  <a:pt x="248171" y="51234"/>
                </a:lnTo>
                <a:lnTo>
                  <a:pt x="248766" y="51197"/>
                </a:lnTo>
                <a:lnTo>
                  <a:pt x="249399" y="51122"/>
                </a:lnTo>
                <a:lnTo>
                  <a:pt x="249994" y="50974"/>
                </a:lnTo>
                <a:lnTo>
                  <a:pt x="250552" y="50787"/>
                </a:lnTo>
                <a:lnTo>
                  <a:pt x="251147" y="50564"/>
                </a:lnTo>
                <a:close/>
                <a:moveTo>
                  <a:pt x="22771" y="42825"/>
                </a:moveTo>
                <a:lnTo>
                  <a:pt x="26715" y="49708"/>
                </a:lnTo>
                <a:lnTo>
                  <a:pt x="30733" y="56666"/>
                </a:lnTo>
                <a:lnTo>
                  <a:pt x="26752" y="63587"/>
                </a:lnTo>
                <a:lnTo>
                  <a:pt x="19757" y="63587"/>
                </a:lnTo>
                <a:lnTo>
                  <a:pt x="23775" y="56666"/>
                </a:lnTo>
                <a:lnTo>
                  <a:pt x="19199" y="48964"/>
                </a:lnTo>
                <a:lnTo>
                  <a:pt x="22771" y="42825"/>
                </a:lnTo>
                <a:close/>
                <a:moveTo>
                  <a:pt x="58899" y="42825"/>
                </a:moveTo>
                <a:lnTo>
                  <a:pt x="62843" y="49708"/>
                </a:lnTo>
                <a:lnTo>
                  <a:pt x="66861" y="56666"/>
                </a:lnTo>
                <a:lnTo>
                  <a:pt x="62880" y="63587"/>
                </a:lnTo>
                <a:lnTo>
                  <a:pt x="55922" y="63587"/>
                </a:lnTo>
                <a:lnTo>
                  <a:pt x="59903" y="56666"/>
                </a:lnTo>
                <a:lnTo>
                  <a:pt x="55364" y="48964"/>
                </a:lnTo>
                <a:lnTo>
                  <a:pt x="58899" y="42825"/>
                </a:lnTo>
                <a:close/>
                <a:moveTo>
                  <a:pt x="95027" y="42825"/>
                </a:moveTo>
                <a:lnTo>
                  <a:pt x="99008" y="49708"/>
                </a:lnTo>
                <a:lnTo>
                  <a:pt x="103026" y="56666"/>
                </a:lnTo>
                <a:lnTo>
                  <a:pt x="99045" y="63587"/>
                </a:lnTo>
                <a:lnTo>
                  <a:pt x="92050" y="63587"/>
                </a:lnTo>
                <a:lnTo>
                  <a:pt x="96069" y="56666"/>
                </a:lnTo>
                <a:lnTo>
                  <a:pt x="91492" y="48964"/>
                </a:lnTo>
                <a:lnTo>
                  <a:pt x="95027" y="42825"/>
                </a:lnTo>
                <a:close/>
                <a:moveTo>
                  <a:pt x="131192" y="42825"/>
                </a:moveTo>
                <a:lnTo>
                  <a:pt x="135136" y="49708"/>
                </a:lnTo>
                <a:lnTo>
                  <a:pt x="139154" y="56666"/>
                </a:lnTo>
                <a:lnTo>
                  <a:pt x="135173" y="63587"/>
                </a:lnTo>
                <a:lnTo>
                  <a:pt x="128178" y="63587"/>
                </a:lnTo>
                <a:lnTo>
                  <a:pt x="132197" y="56666"/>
                </a:lnTo>
                <a:lnTo>
                  <a:pt x="127620" y="48964"/>
                </a:lnTo>
                <a:lnTo>
                  <a:pt x="131192" y="42825"/>
                </a:lnTo>
                <a:close/>
                <a:moveTo>
                  <a:pt x="167320" y="42825"/>
                </a:moveTo>
                <a:lnTo>
                  <a:pt x="171264" y="49708"/>
                </a:lnTo>
                <a:lnTo>
                  <a:pt x="175282" y="56666"/>
                </a:lnTo>
                <a:lnTo>
                  <a:pt x="171301" y="63587"/>
                </a:lnTo>
                <a:lnTo>
                  <a:pt x="164343" y="63587"/>
                </a:lnTo>
                <a:lnTo>
                  <a:pt x="168325" y="56666"/>
                </a:lnTo>
                <a:lnTo>
                  <a:pt x="163785" y="48964"/>
                </a:lnTo>
                <a:lnTo>
                  <a:pt x="167320" y="42825"/>
                </a:lnTo>
                <a:close/>
                <a:moveTo>
                  <a:pt x="203448" y="42825"/>
                </a:moveTo>
                <a:lnTo>
                  <a:pt x="207429" y="49708"/>
                </a:lnTo>
                <a:lnTo>
                  <a:pt x="211448" y="56666"/>
                </a:lnTo>
                <a:lnTo>
                  <a:pt x="207466" y="63587"/>
                </a:lnTo>
                <a:lnTo>
                  <a:pt x="200471" y="63587"/>
                </a:lnTo>
                <a:lnTo>
                  <a:pt x="204490" y="56666"/>
                </a:lnTo>
                <a:lnTo>
                  <a:pt x="199913" y="48964"/>
                </a:lnTo>
                <a:lnTo>
                  <a:pt x="203448" y="42825"/>
                </a:lnTo>
                <a:close/>
                <a:moveTo>
                  <a:pt x="239613" y="42825"/>
                </a:moveTo>
                <a:lnTo>
                  <a:pt x="243557" y="49708"/>
                </a:lnTo>
                <a:lnTo>
                  <a:pt x="247576" y="56666"/>
                </a:lnTo>
                <a:lnTo>
                  <a:pt x="243594" y="63587"/>
                </a:lnTo>
                <a:lnTo>
                  <a:pt x="236600" y="63587"/>
                </a:lnTo>
                <a:lnTo>
                  <a:pt x="240618" y="56666"/>
                </a:lnTo>
                <a:lnTo>
                  <a:pt x="236041" y="48964"/>
                </a:lnTo>
                <a:lnTo>
                  <a:pt x="239613" y="42825"/>
                </a:lnTo>
                <a:close/>
                <a:moveTo>
                  <a:pt x="275741" y="42825"/>
                </a:moveTo>
                <a:lnTo>
                  <a:pt x="279722" y="49708"/>
                </a:lnTo>
                <a:lnTo>
                  <a:pt x="283704" y="56666"/>
                </a:lnTo>
                <a:lnTo>
                  <a:pt x="279722" y="63587"/>
                </a:lnTo>
                <a:lnTo>
                  <a:pt x="272765" y="63587"/>
                </a:lnTo>
                <a:lnTo>
                  <a:pt x="276746" y="56666"/>
                </a:lnTo>
                <a:lnTo>
                  <a:pt x="272207" y="48964"/>
                </a:lnTo>
                <a:lnTo>
                  <a:pt x="275741" y="42825"/>
                </a:lnTo>
                <a:close/>
                <a:moveTo>
                  <a:pt x="21208" y="41969"/>
                </a:moveTo>
                <a:lnTo>
                  <a:pt x="8706" y="63587"/>
                </a:lnTo>
                <a:lnTo>
                  <a:pt x="1786" y="63624"/>
                </a:lnTo>
                <a:lnTo>
                  <a:pt x="1786" y="63624"/>
                </a:lnTo>
                <a:lnTo>
                  <a:pt x="14250" y="41969"/>
                </a:lnTo>
                <a:close/>
                <a:moveTo>
                  <a:pt x="57336" y="41969"/>
                </a:moveTo>
                <a:lnTo>
                  <a:pt x="44872" y="63587"/>
                </a:lnTo>
                <a:lnTo>
                  <a:pt x="37914" y="63624"/>
                </a:lnTo>
                <a:lnTo>
                  <a:pt x="37914" y="63624"/>
                </a:lnTo>
                <a:lnTo>
                  <a:pt x="50378" y="41969"/>
                </a:lnTo>
                <a:close/>
                <a:moveTo>
                  <a:pt x="129629" y="41969"/>
                </a:moveTo>
                <a:lnTo>
                  <a:pt x="117128" y="63587"/>
                </a:lnTo>
                <a:lnTo>
                  <a:pt x="110207" y="63624"/>
                </a:lnTo>
                <a:lnTo>
                  <a:pt x="110207" y="63624"/>
                </a:lnTo>
                <a:lnTo>
                  <a:pt x="122672" y="41969"/>
                </a:lnTo>
                <a:close/>
                <a:moveTo>
                  <a:pt x="165757" y="41969"/>
                </a:moveTo>
                <a:lnTo>
                  <a:pt x="153293" y="63587"/>
                </a:lnTo>
                <a:lnTo>
                  <a:pt x="146335" y="63624"/>
                </a:lnTo>
                <a:lnTo>
                  <a:pt x="146335" y="63624"/>
                </a:lnTo>
                <a:lnTo>
                  <a:pt x="158800" y="41969"/>
                </a:lnTo>
                <a:close/>
                <a:moveTo>
                  <a:pt x="238051" y="41969"/>
                </a:moveTo>
                <a:lnTo>
                  <a:pt x="225549" y="63587"/>
                </a:lnTo>
                <a:lnTo>
                  <a:pt x="218629" y="63624"/>
                </a:lnTo>
                <a:lnTo>
                  <a:pt x="218629" y="63624"/>
                </a:lnTo>
                <a:lnTo>
                  <a:pt x="231093" y="41969"/>
                </a:lnTo>
                <a:close/>
                <a:moveTo>
                  <a:pt x="274216" y="41969"/>
                </a:moveTo>
                <a:lnTo>
                  <a:pt x="261714" y="63587"/>
                </a:lnTo>
                <a:lnTo>
                  <a:pt x="254757" y="63624"/>
                </a:lnTo>
                <a:lnTo>
                  <a:pt x="254757" y="63624"/>
                </a:lnTo>
                <a:lnTo>
                  <a:pt x="267221" y="41969"/>
                </a:lnTo>
                <a:close/>
                <a:moveTo>
                  <a:pt x="93501" y="41969"/>
                </a:moveTo>
                <a:lnTo>
                  <a:pt x="81000" y="63587"/>
                </a:lnTo>
                <a:lnTo>
                  <a:pt x="74042" y="63624"/>
                </a:lnTo>
                <a:lnTo>
                  <a:pt x="86544" y="41969"/>
                </a:lnTo>
                <a:close/>
                <a:moveTo>
                  <a:pt x="201923" y="41969"/>
                </a:moveTo>
                <a:lnTo>
                  <a:pt x="189421" y="63587"/>
                </a:lnTo>
                <a:lnTo>
                  <a:pt x="182463" y="63624"/>
                </a:lnTo>
                <a:lnTo>
                  <a:pt x="194965" y="41969"/>
                </a:lnTo>
                <a:close/>
                <a:moveTo>
                  <a:pt x="13729" y="58415"/>
                </a:moveTo>
                <a:lnTo>
                  <a:pt x="17041" y="64182"/>
                </a:lnTo>
                <a:lnTo>
                  <a:pt x="10418" y="64182"/>
                </a:lnTo>
                <a:lnTo>
                  <a:pt x="13729" y="58415"/>
                </a:lnTo>
                <a:close/>
                <a:moveTo>
                  <a:pt x="49895" y="58415"/>
                </a:moveTo>
                <a:lnTo>
                  <a:pt x="53206" y="64182"/>
                </a:lnTo>
                <a:lnTo>
                  <a:pt x="46546" y="64182"/>
                </a:lnTo>
                <a:lnTo>
                  <a:pt x="49895" y="58415"/>
                </a:lnTo>
                <a:close/>
                <a:moveTo>
                  <a:pt x="86023" y="58415"/>
                </a:moveTo>
                <a:lnTo>
                  <a:pt x="89334" y="64182"/>
                </a:lnTo>
                <a:lnTo>
                  <a:pt x="82711" y="64182"/>
                </a:lnTo>
                <a:lnTo>
                  <a:pt x="86023" y="58415"/>
                </a:lnTo>
                <a:close/>
                <a:moveTo>
                  <a:pt x="122151" y="58415"/>
                </a:moveTo>
                <a:lnTo>
                  <a:pt x="125462" y="64182"/>
                </a:lnTo>
                <a:lnTo>
                  <a:pt x="118839" y="64182"/>
                </a:lnTo>
                <a:lnTo>
                  <a:pt x="122151" y="58415"/>
                </a:lnTo>
                <a:close/>
                <a:moveTo>
                  <a:pt x="158316" y="58415"/>
                </a:moveTo>
                <a:lnTo>
                  <a:pt x="161627" y="64182"/>
                </a:lnTo>
                <a:lnTo>
                  <a:pt x="154967" y="64182"/>
                </a:lnTo>
                <a:lnTo>
                  <a:pt x="158316" y="58415"/>
                </a:lnTo>
                <a:close/>
                <a:moveTo>
                  <a:pt x="194444" y="58415"/>
                </a:moveTo>
                <a:lnTo>
                  <a:pt x="197755" y="64182"/>
                </a:lnTo>
                <a:lnTo>
                  <a:pt x="191133" y="64182"/>
                </a:lnTo>
                <a:lnTo>
                  <a:pt x="194444" y="58415"/>
                </a:lnTo>
                <a:close/>
                <a:moveTo>
                  <a:pt x="230609" y="58415"/>
                </a:moveTo>
                <a:lnTo>
                  <a:pt x="233883" y="64182"/>
                </a:lnTo>
                <a:lnTo>
                  <a:pt x="227261" y="64182"/>
                </a:lnTo>
                <a:lnTo>
                  <a:pt x="230609" y="58415"/>
                </a:lnTo>
                <a:close/>
                <a:moveTo>
                  <a:pt x="266737" y="58415"/>
                </a:moveTo>
                <a:lnTo>
                  <a:pt x="270049" y="64182"/>
                </a:lnTo>
                <a:lnTo>
                  <a:pt x="263389" y="64182"/>
                </a:lnTo>
                <a:lnTo>
                  <a:pt x="266737" y="58415"/>
                </a:lnTo>
                <a:close/>
                <a:moveTo>
                  <a:pt x="23329" y="65335"/>
                </a:moveTo>
                <a:lnTo>
                  <a:pt x="22957" y="65670"/>
                </a:lnTo>
                <a:lnTo>
                  <a:pt x="22659" y="66005"/>
                </a:lnTo>
                <a:lnTo>
                  <a:pt x="22361" y="66377"/>
                </a:lnTo>
                <a:lnTo>
                  <a:pt x="22064" y="66749"/>
                </a:lnTo>
                <a:lnTo>
                  <a:pt x="21841" y="67159"/>
                </a:lnTo>
                <a:lnTo>
                  <a:pt x="21617" y="67568"/>
                </a:lnTo>
                <a:lnTo>
                  <a:pt x="21394" y="68014"/>
                </a:lnTo>
                <a:lnTo>
                  <a:pt x="21245" y="68498"/>
                </a:lnTo>
                <a:lnTo>
                  <a:pt x="19422" y="65335"/>
                </a:lnTo>
                <a:close/>
                <a:moveTo>
                  <a:pt x="59457" y="65335"/>
                </a:moveTo>
                <a:lnTo>
                  <a:pt x="59122" y="65670"/>
                </a:lnTo>
                <a:lnTo>
                  <a:pt x="58787" y="66005"/>
                </a:lnTo>
                <a:lnTo>
                  <a:pt x="58489" y="66377"/>
                </a:lnTo>
                <a:lnTo>
                  <a:pt x="58229" y="66749"/>
                </a:lnTo>
                <a:lnTo>
                  <a:pt x="57969" y="67159"/>
                </a:lnTo>
                <a:lnTo>
                  <a:pt x="57745" y="67568"/>
                </a:lnTo>
                <a:lnTo>
                  <a:pt x="57559" y="68014"/>
                </a:lnTo>
                <a:lnTo>
                  <a:pt x="57373" y="68498"/>
                </a:lnTo>
                <a:lnTo>
                  <a:pt x="55550" y="65335"/>
                </a:lnTo>
                <a:close/>
                <a:moveTo>
                  <a:pt x="95585" y="65335"/>
                </a:moveTo>
                <a:lnTo>
                  <a:pt x="95250" y="65670"/>
                </a:lnTo>
                <a:lnTo>
                  <a:pt x="94952" y="66005"/>
                </a:lnTo>
                <a:lnTo>
                  <a:pt x="94655" y="66377"/>
                </a:lnTo>
                <a:lnTo>
                  <a:pt x="94357" y="66749"/>
                </a:lnTo>
                <a:lnTo>
                  <a:pt x="94097" y="67159"/>
                </a:lnTo>
                <a:lnTo>
                  <a:pt x="93873" y="67568"/>
                </a:lnTo>
                <a:lnTo>
                  <a:pt x="93687" y="68014"/>
                </a:lnTo>
                <a:lnTo>
                  <a:pt x="93538" y="68498"/>
                </a:lnTo>
                <a:lnTo>
                  <a:pt x="91715" y="65335"/>
                </a:lnTo>
                <a:close/>
                <a:moveTo>
                  <a:pt x="131750" y="65335"/>
                </a:moveTo>
                <a:lnTo>
                  <a:pt x="131415" y="65670"/>
                </a:lnTo>
                <a:lnTo>
                  <a:pt x="131080" y="66005"/>
                </a:lnTo>
                <a:lnTo>
                  <a:pt x="130783" y="66377"/>
                </a:lnTo>
                <a:lnTo>
                  <a:pt x="130522" y="66749"/>
                </a:lnTo>
                <a:lnTo>
                  <a:pt x="130262" y="67159"/>
                </a:lnTo>
                <a:lnTo>
                  <a:pt x="130039" y="67568"/>
                </a:lnTo>
                <a:lnTo>
                  <a:pt x="129815" y="68014"/>
                </a:lnTo>
                <a:lnTo>
                  <a:pt x="129667" y="68498"/>
                </a:lnTo>
                <a:lnTo>
                  <a:pt x="127843" y="65335"/>
                </a:lnTo>
                <a:close/>
                <a:moveTo>
                  <a:pt x="167878" y="65335"/>
                </a:moveTo>
                <a:lnTo>
                  <a:pt x="167543" y="65670"/>
                </a:lnTo>
                <a:lnTo>
                  <a:pt x="167208" y="66005"/>
                </a:lnTo>
                <a:lnTo>
                  <a:pt x="166911" y="66377"/>
                </a:lnTo>
                <a:lnTo>
                  <a:pt x="166650" y="66749"/>
                </a:lnTo>
                <a:lnTo>
                  <a:pt x="166390" y="67159"/>
                </a:lnTo>
                <a:lnTo>
                  <a:pt x="166167" y="67568"/>
                </a:lnTo>
                <a:lnTo>
                  <a:pt x="165981" y="68014"/>
                </a:lnTo>
                <a:lnTo>
                  <a:pt x="165795" y="68498"/>
                </a:lnTo>
                <a:lnTo>
                  <a:pt x="163971" y="65335"/>
                </a:lnTo>
                <a:close/>
                <a:moveTo>
                  <a:pt x="204006" y="65335"/>
                </a:moveTo>
                <a:lnTo>
                  <a:pt x="203671" y="65670"/>
                </a:lnTo>
                <a:lnTo>
                  <a:pt x="203374" y="66005"/>
                </a:lnTo>
                <a:lnTo>
                  <a:pt x="203076" y="66377"/>
                </a:lnTo>
                <a:lnTo>
                  <a:pt x="202778" y="66749"/>
                </a:lnTo>
                <a:lnTo>
                  <a:pt x="202518" y="67159"/>
                </a:lnTo>
                <a:lnTo>
                  <a:pt x="202295" y="67568"/>
                </a:lnTo>
                <a:lnTo>
                  <a:pt x="202109" y="68014"/>
                </a:lnTo>
                <a:lnTo>
                  <a:pt x="201960" y="68498"/>
                </a:lnTo>
                <a:lnTo>
                  <a:pt x="200137" y="65335"/>
                </a:lnTo>
                <a:close/>
                <a:moveTo>
                  <a:pt x="240171" y="65335"/>
                </a:moveTo>
                <a:lnTo>
                  <a:pt x="239837" y="65670"/>
                </a:lnTo>
                <a:lnTo>
                  <a:pt x="239502" y="66005"/>
                </a:lnTo>
                <a:lnTo>
                  <a:pt x="239204" y="66377"/>
                </a:lnTo>
                <a:lnTo>
                  <a:pt x="238944" y="66749"/>
                </a:lnTo>
                <a:lnTo>
                  <a:pt x="238683" y="67159"/>
                </a:lnTo>
                <a:lnTo>
                  <a:pt x="238460" y="67568"/>
                </a:lnTo>
                <a:lnTo>
                  <a:pt x="238237" y="68014"/>
                </a:lnTo>
                <a:lnTo>
                  <a:pt x="238088" y="68498"/>
                </a:lnTo>
                <a:lnTo>
                  <a:pt x="236265" y="65335"/>
                </a:lnTo>
                <a:close/>
                <a:moveTo>
                  <a:pt x="276299" y="65335"/>
                </a:moveTo>
                <a:lnTo>
                  <a:pt x="275965" y="65670"/>
                </a:lnTo>
                <a:lnTo>
                  <a:pt x="275630" y="66005"/>
                </a:lnTo>
                <a:lnTo>
                  <a:pt x="275332" y="66377"/>
                </a:lnTo>
                <a:lnTo>
                  <a:pt x="275072" y="66749"/>
                </a:lnTo>
                <a:lnTo>
                  <a:pt x="274811" y="67159"/>
                </a:lnTo>
                <a:lnTo>
                  <a:pt x="274588" y="67568"/>
                </a:lnTo>
                <a:lnTo>
                  <a:pt x="274402" y="68014"/>
                </a:lnTo>
                <a:lnTo>
                  <a:pt x="274216" y="68498"/>
                </a:lnTo>
                <a:lnTo>
                  <a:pt x="272430" y="65335"/>
                </a:lnTo>
                <a:close/>
                <a:moveTo>
                  <a:pt x="17711" y="65931"/>
                </a:moveTo>
                <a:lnTo>
                  <a:pt x="21208" y="71995"/>
                </a:lnTo>
                <a:lnTo>
                  <a:pt x="14250" y="71995"/>
                </a:lnTo>
                <a:lnTo>
                  <a:pt x="10753" y="65968"/>
                </a:lnTo>
                <a:lnTo>
                  <a:pt x="17711" y="65931"/>
                </a:lnTo>
                <a:close/>
                <a:moveTo>
                  <a:pt x="53876" y="65931"/>
                </a:moveTo>
                <a:lnTo>
                  <a:pt x="57373" y="71995"/>
                </a:lnTo>
                <a:lnTo>
                  <a:pt x="50378" y="71995"/>
                </a:lnTo>
                <a:lnTo>
                  <a:pt x="46881" y="65968"/>
                </a:lnTo>
                <a:lnTo>
                  <a:pt x="53876" y="65931"/>
                </a:lnTo>
                <a:close/>
                <a:moveTo>
                  <a:pt x="90004" y="65931"/>
                </a:moveTo>
                <a:lnTo>
                  <a:pt x="93501" y="71995"/>
                </a:lnTo>
                <a:lnTo>
                  <a:pt x="86506" y="71995"/>
                </a:lnTo>
                <a:lnTo>
                  <a:pt x="83009" y="65968"/>
                </a:lnTo>
                <a:lnTo>
                  <a:pt x="90004" y="65931"/>
                </a:lnTo>
                <a:close/>
                <a:moveTo>
                  <a:pt x="126132" y="65931"/>
                </a:moveTo>
                <a:lnTo>
                  <a:pt x="129629" y="71995"/>
                </a:lnTo>
                <a:lnTo>
                  <a:pt x="122672" y="71995"/>
                </a:lnTo>
                <a:lnTo>
                  <a:pt x="119174" y="65968"/>
                </a:lnTo>
                <a:lnTo>
                  <a:pt x="126132" y="65931"/>
                </a:lnTo>
                <a:close/>
                <a:moveTo>
                  <a:pt x="162297" y="65931"/>
                </a:moveTo>
                <a:lnTo>
                  <a:pt x="165795" y="71995"/>
                </a:lnTo>
                <a:lnTo>
                  <a:pt x="158800" y="71995"/>
                </a:lnTo>
                <a:lnTo>
                  <a:pt x="155302" y="65968"/>
                </a:lnTo>
                <a:lnTo>
                  <a:pt x="162297" y="65931"/>
                </a:lnTo>
                <a:close/>
                <a:moveTo>
                  <a:pt x="198425" y="65931"/>
                </a:moveTo>
                <a:lnTo>
                  <a:pt x="201923" y="71995"/>
                </a:lnTo>
                <a:lnTo>
                  <a:pt x="194928" y="71995"/>
                </a:lnTo>
                <a:lnTo>
                  <a:pt x="191430" y="65968"/>
                </a:lnTo>
                <a:lnTo>
                  <a:pt x="198425" y="65931"/>
                </a:lnTo>
                <a:close/>
                <a:moveTo>
                  <a:pt x="234553" y="65931"/>
                </a:moveTo>
                <a:lnTo>
                  <a:pt x="238051" y="71995"/>
                </a:lnTo>
                <a:lnTo>
                  <a:pt x="231093" y="71995"/>
                </a:lnTo>
                <a:lnTo>
                  <a:pt x="227595" y="65968"/>
                </a:lnTo>
                <a:lnTo>
                  <a:pt x="234553" y="65931"/>
                </a:lnTo>
                <a:close/>
                <a:moveTo>
                  <a:pt x="270718" y="65931"/>
                </a:moveTo>
                <a:lnTo>
                  <a:pt x="274216" y="71995"/>
                </a:lnTo>
                <a:lnTo>
                  <a:pt x="267221" y="71995"/>
                </a:lnTo>
                <a:lnTo>
                  <a:pt x="263723" y="65968"/>
                </a:lnTo>
                <a:lnTo>
                  <a:pt x="270718" y="65931"/>
                </a:lnTo>
                <a:close/>
                <a:moveTo>
                  <a:pt x="31775" y="58415"/>
                </a:moveTo>
                <a:lnTo>
                  <a:pt x="35868" y="65335"/>
                </a:lnTo>
                <a:lnTo>
                  <a:pt x="44165" y="65335"/>
                </a:lnTo>
                <a:lnTo>
                  <a:pt x="38174" y="75679"/>
                </a:lnTo>
                <a:lnTo>
                  <a:pt x="38063" y="75158"/>
                </a:lnTo>
                <a:lnTo>
                  <a:pt x="37877" y="74600"/>
                </a:lnTo>
                <a:lnTo>
                  <a:pt x="37654" y="74042"/>
                </a:lnTo>
                <a:lnTo>
                  <a:pt x="37430" y="73484"/>
                </a:lnTo>
                <a:lnTo>
                  <a:pt x="37133" y="72963"/>
                </a:lnTo>
                <a:lnTo>
                  <a:pt x="36835" y="72442"/>
                </a:lnTo>
                <a:lnTo>
                  <a:pt x="33672" y="66973"/>
                </a:lnTo>
                <a:lnTo>
                  <a:pt x="33449" y="66600"/>
                </a:lnTo>
                <a:lnTo>
                  <a:pt x="33226" y="66228"/>
                </a:lnTo>
                <a:lnTo>
                  <a:pt x="32965" y="65894"/>
                </a:lnTo>
                <a:lnTo>
                  <a:pt x="32668" y="65596"/>
                </a:lnTo>
                <a:lnTo>
                  <a:pt x="32407" y="65335"/>
                </a:lnTo>
                <a:lnTo>
                  <a:pt x="32110" y="65075"/>
                </a:lnTo>
                <a:lnTo>
                  <a:pt x="31812" y="64815"/>
                </a:lnTo>
                <a:lnTo>
                  <a:pt x="31477" y="64591"/>
                </a:lnTo>
                <a:lnTo>
                  <a:pt x="31179" y="64405"/>
                </a:lnTo>
                <a:lnTo>
                  <a:pt x="30845" y="64256"/>
                </a:lnTo>
                <a:lnTo>
                  <a:pt x="30175" y="63959"/>
                </a:lnTo>
                <a:lnTo>
                  <a:pt x="29468" y="63773"/>
                </a:lnTo>
                <a:lnTo>
                  <a:pt x="28761" y="63624"/>
                </a:lnTo>
                <a:lnTo>
                  <a:pt x="31775" y="58415"/>
                </a:lnTo>
                <a:close/>
                <a:moveTo>
                  <a:pt x="67903" y="58415"/>
                </a:moveTo>
                <a:lnTo>
                  <a:pt x="71996" y="65335"/>
                </a:lnTo>
                <a:lnTo>
                  <a:pt x="80293" y="65335"/>
                </a:lnTo>
                <a:lnTo>
                  <a:pt x="74302" y="75679"/>
                </a:lnTo>
                <a:lnTo>
                  <a:pt x="74191" y="75158"/>
                </a:lnTo>
                <a:lnTo>
                  <a:pt x="74005" y="74600"/>
                </a:lnTo>
                <a:lnTo>
                  <a:pt x="73819" y="74042"/>
                </a:lnTo>
                <a:lnTo>
                  <a:pt x="73558" y="73484"/>
                </a:lnTo>
                <a:lnTo>
                  <a:pt x="73298" y="72963"/>
                </a:lnTo>
                <a:lnTo>
                  <a:pt x="72963" y="72442"/>
                </a:lnTo>
                <a:lnTo>
                  <a:pt x="69838" y="66973"/>
                </a:lnTo>
                <a:lnTo>
                  <a:pt x="69614" y="66600"/>
                </a:lnTo>
                <a:lnTo>
                  <a:pt x="69354" y="66228"/>
                </a:lnTo>
                <a:lnTo>
                  <a:pt x="69093" y="65894"/>
                </a:lnTo>
                <a:lnTo>
                  <a:pt x="68833" y="65596"/>
                </a:lnTo>
                <a:lnTo>
                  <a:pt x="68535" y="65335"/>
                </a:lnTo>
                <a:lnTo>
                  <a:pt x="68238" y="65075"/>
                </a:lnTo>
                <a:lnTo>
                  <a:pt x="67940" y="64815"/>
                </a:lnTo>
                <a:lnTo>
                  <a:pt x="67642" y="64591"/>
                </a:lnTo>
                <a:lnTo>
                  <a:pt x="67308" y="64405"/>
                </a:lnTo>
                <a:lnTo>
                  <a:pt x="66973" y="64256"/>
                </a:lnTo>
                <a:lnTo>
                  <a:pt x="66303" y="63959"/>
                </a:lnTo>
                <a:lnTo>
                  <a:pt x="65596" y="63773"/>
                </a:lnTo>
                <a:lnTo>
                  <a:pt x="64889" y="63624"/>
                </a:lnTo>
                <a:lnTo>
                  <a:pt x="67903" y="58415"/>
                </a:lnTo>
                <a:close/>
                <a:moveTo>
                  <a:pt x="104031" y="58415"/>
                </a:moveTo>
                <a:lnTo>
                  <a:pt x="108124" y="65335"/>
                </a:lnTo>
                <a:lnTo>
                  <a:pt x="116458" y="65335"/>
                </a:lnTo>
                <a:lnTo>
                  <a:pt x="110430" y="75679"/>
                </a:lnTo>
                <a:lnTo>
                  <a:pt x="110319" y="75158"/>
                </a:lnTo>
                <a:lnTo>
                  <a:pt x="110170" y="74600"/>
                </a:lnTo>
                <a:lnTo>
                  <a:pt x="109947" y="74042"/>
                </a:lnTo>
                <a:lnTo>
                  <a:pt x="109724" y="73484"/>
                </a:lnTo>
                <a:lnTo>
                  <a:pt x="109426" y="72963"/>
                </a:lnTo>
                <a:lnTo>
                  <a:pt x="109091" y="72442"/>
                </a:lnTo>
                <a:lnTo>
                  <a:pt x="105966" y="66973"/>
                </a:lnTo>
                <a:lnTo>
                  <a:pt x="105742" y="66600"/>
                </a:lnTo>
                <a:lnTo>
                  <a:pt x="105482" y="66228"/>
                </a:lnTo>
                <a:lnTo>
                  <a:pt x="105221" y="65894"/>
                </a:lnTo>
                <a:lnTo>
                  <a:pt x="104961" y="65596"/>
                </a:lnTo>
                <a:lnTo>
                  <a:pt x="104701" y="65335"/>
                </a:lnTo>
                <a:lnTo>
                  <a:pt x="104403" y="65075"/>
                </a:lnTo>
                <a:lnTo>
                  <a:pt x="104105" y="64815"/>
                </a:lnTo>
                <a:lnTo>
                  <a:pt x="103770" y="64591"/>
                </a:lnTo>
                <a:lnTo>
                  <a:pt x="103473" y="64405"/>
                </a:lnTo>
                <a:lnTo>
                  <a:pt x="103138" y="64256"/>
                </a:lnTo>
                <a:lnTo>
                  <a:pt x="102431" y="63959"/>
                </a:lnTo>
                <a:lnTo>
                  <a:pt x="101761" y="63773"/>
                </a:lnTo>
                <a:lnTo>
                  <a:pt x="101054" y="63624"/>
                </a:lnTo>
                <a:lnTo>
                  <a:pt x="104031" y="58415"/>
                </a:lnTo>
                <a:close/>
                <a:moveTo>
                  <a:pt x="140196" y="58415"/>
                </a:moveTo>
                <a:lnTo>
                  <a:pt x="144289" y="65335"/>
                </a:lnTo>
                <a:lnTo>
                  <a:pt x="152586" y="65335"/>
                </a:lnTo>
                <a:lnTo>
                  <a:pt x="146596" y="75679"/>
                </a:lnTo>
                <a:lnTo>
                  <a:pt x="146484" y="75158"/>
                </a:lnTo>
                <a:lnTo>
                  <a:pt x="146298" y="74600"/>
                </a:lnTo>
                <a:lnTo>
                  <a:pt x="146112" y="74042"/>
                </a:lnTo>
                <a:lnTo>
                  <a:pt x="145852" y="73484"/>
                </a:lnTo>
                <a:lnTo>
                  <a:pt x="145554" y="72963"/>
                </a:lnTo>
                <a:lnTo>
                  <a:pt x="145256" y="72442"/>
                </a:lnTo>
                <a:lnTo>
                  <a:pt x="142094" y="66973"/>
                </a:lnTo>
                <a:lnTo>
                  <a:pt x="141870" y="66600"/>
                </a:lnTo>
                <a:lnTo>
                  <a:pt x="141647" y="66228"/>
                </a:lnTo>
                <a:lnTo>
                  <a:pt x="141387" y="65894"/>
                </a:lnTo>
                <a:lnTo>
                  <a:pt x="141089" y="65596"/>
                </a:lnTo>
                <a:lnTo>
                  <a:pt x="140829" y="65335"/>
                </a:lnTo>
                <a:lnTo>
                  <a:pt x="140531" y="65075"/>
                </a:lnTo>
                <a:lnTo>
                  <a:pt x="140233" y="64815"/>
                </a:lnTo>
                <a:lnTo>
                  <a:pt x="139898" y="64591"/>
                </a:lnTo>
                <a:lnTo>
                  <a:pt x="139601" y="64405"/>
                </a:lnTo>
                <a:lnTo>
                  <a:pt x="139266" y="64256"/>
                </a:lnTo>
                <a:lnTo>
                  <a:pt x="138596" y="63959"/>
                </a:lnTo>
                <a:lnTo>
                  <a:pt x="137889" y="63773"/>
                </a:lnTo>
                <a:lnTo>
                  <a:pt x="137182" y="63624"/>
                </a:lnTo>
                <a:lnTo>
                  <a:pt x="140196" y="58415"/>
                </a:lnTo>
                <a:close/>
                <a:moveTo>
                  <a:pt x="176324" y="58415"/>
                </a:moveTo>
                <a:lnTo>
                  <a:pt x="180417" y="65335"/>
                </a:lnTo>
                <a:lnTo>
                  <a:pt x="188714" y="65335"/>
                </a:lnTo>
                <a:lnTo>
                  <a:pt x="182724" y="75679"/>
                </a:lnTo>
                <a:lnTo>
                  <a:pt x="182612" y="75158"/>
                </a:lnTo>
                <a:lnTo>
                  <a:pt x="182463" y="74600"/>
                </a:lnTo>
                <a:lnTo>
                  <a:pt x="182240" y="74042"/>
                </a:lnTo>
                <a:lnTo>
                  <a:pt x="181980" y="73484"/>
                </a:lnTo>
                <a:lnTo>
                  <a:pt x="181719" y="72963"/>
                </a:lnTo>
                <a:lnTo>
                  <a:pt x="181384" y="72442"/>
                </a:lnTo>
                <a:lnTo>
                  <a:pt x="178259" y="66973"/>
                </a:lnTo>
                <a:lnTo>
                  <a:pt x="178036" y="66600"/>
                </a:lnTo>
                <a:lnTo>
                  <a:pt x="177775" y="66228"/>
                </a:lnTo>
                <a:lnTo>
                  <a:pt x="177515" y="65894"/>
                </a:lnTo>
                <a:lnTo>
                  <a:pt x="177254" y="65596"/>
                </a:lnTo>
                <a:lnTo>
                  <a:pt x="176957" y="65335"/>
                </a:lnTo>
                <a:lnTo>
                  <a:pt x="176659" y="65075"/>
                </a:lnTo>
                <a:lnTo>
                  <a:pt x="176361" y="64815"/>
                </a:lnTo>
                <a:lnTo>
                  <a:pt x="176064" y="64591"/>
                </a:lnTo>
                <a:lnTo>
                  <a:pt x="175729" y="64405"/>
                </a:lnTo>
                <a:lnTo>
                  <a:pt x="175394" y="64256"/>
                </a:lnTo>
                <a:lnTo>
                  <a:pt x="174724" y="63959"/>
                </a:lnTo>
                <a:lnTo>
                  <a:pt x="174017" y="63773"/>
                </a:lnTo>
                <a:lnTo>
                  <a:pt x="173310" y="63624"/>
                </a:lnTo>
                <a:lnTo>
                  <a:pt x="176324" y="58415"/>
                </a:lnTo>
                <a:close/>
                <a:moveTo>
                  <a:pt x="212452" y="58415"/>
                </a:moveTo>
                <a:lnTo>
                  <a:pt x="216545" y="65335"/>
                </a:lnTo>
                <a:lnTo>
                  <a:pt x="224879" y="65335"/>
                </a:lnTo>
                <a:lnTo>
                  <a:pt x="218852" y="75679"/>
                </a:lnTo>
                <a:lnTo>
                  <a:pt x="218740" y="75158"/>
                </a:lnTo>
                <a:lnTo>
                  <a:pt x="218591" y="74600"/>
                </a:lnTo>
                <a:lnTo>
                  <a:pt x="218368" y="74042"/>
                </a:lnTo>
                <a:lnTo>
                  <a:pt x="218145" y="73484"/>
                </a:lnTo>
                <a:lnTo>
                  <a:pt x="217847" y="72963"/>
                </a:lnTo>
                <a:lnTo>
                  <a:pt x="217550" y="72442"/>
                </a:lnTo>
                <a:lnTo>
                  <a:pt x="214387" y="66973"/>
                </a:lnTo>
                <a:lnTo>
                  <a:pt x="214164" y="66600"/>
                </a:lnTo>
                <a:lnTo>
                  <a:pt x="213903" y="66228"/>
                </a:lnTo>
                <a:lnTo>
                  <a:pt x="213643" y="65894"/>
                </a:lnTo>
                <a:lnTo>
                  <a:pt x="213382" y="65596"/>
                </a:lnTo>
                <a:lnTo>
                  <a:pt x="213122" y="65335"/>
                </a:lnTo>
                <a:lnTo>
                  <a:pt x="212824" y="65075"/>
                </a:lnTo>
                <a:lnTo>
                  <a:pt x="212527" y="64815"/>
                </a:lnTo>
                <a:lnTo>
                  <a:pt x="212192" y="64591"/>
                </a:lnTo>
                <a:lnTo>
                  <a:pt x="211894" y="64405"/>
                </a:lnTo>
                <a:lnTo>
                  <a:pt x="211559" y="64256"/>
                </a:lnTo>
                <a:lnTo>
                  <a:pt x="210889" y="63959"/>
                </a:lnTo>
                <a:lnTo>
                  <a:pt x="210183" y="63773"/>
                </a:lnTo>
                <a:lnTo>
                  <a:pt x="209476" y="63624"/>
                </a:lnTo>
                <a:lnTo>
                  <a:pt x="212452" y="58415"/>
                </a:lnTo>
                <a:close/>
                <a:moveTo>
                  <a:pt x="248617" y="58415"/>
                </a:moveTo>
                <a:lnTo>
                  <a:pt x="252710" y="65335"/>
                </a:lnTo>
                <a:lnTo>
                  <a:pt x="261007" y="65335"/>
                </a:lnTo>
                <a:lnTo>
                  <a:pt x="255017" y="75679"/>
                </a:lnTo>
                <a:lnTo>
                  <a:pt x="254905" y="75158"/>
                </a:lnTo>
                <a:lnTo>
                  <a:pt x="254719" y="74600"/>
                </a:lnTo>
                <a:lnTo>
                  <a:pt x="254533" y="74042"/>
                </a:lnTo>
                <a:lnTo>
                  <a:pt x="254273" y="73484"/>
                </a:lnTo>
                <a:lnTo>
                  <a:pt x="253975" y="72963"/>
                </a:lnTo>
                <a:lnTo>
                  <a:pt x="253678" y="72442"/>
                </a:lnTo>
                <a:lnTo>
                  <a:pt x="250515" y="66973"/>
                </a:lnTo>
                <a:lnTo>
                  <a:pt x="250292" y="66600"/>
                </a:lnTo>
                <a:lnTo>
                  <a:pt x="250068" y="66228"/>
                </a:lnTo>
                <a:lnTo>
                  <a:pt x="249808" y="65894"/>
                </a:lnTo>
                <a:lnTo>
                  <a:pt x="249548" y="65596"/>
                </a:lnTo>
                <a:lnTo>
                  <a:pt x="249250" y="65335"/>
                </a:lnTo>
                <a:lnTo>
                  <a:pt x="248952" y="65075"/>
                </a:lnTo>
                <a:lnTo>
                  <a:pt x="248655" y="64815"/>
                </a:lnTo>
                <a:lnTo>
                  <a:pt x="248357" y="64591"/>
                </a:lnTo>
                <a:lnTo>
                  <a:pt x="248022" y="64405"/>
                </a:lnTo>
                <a:lnTo>
                  <a:pt x="247687" y="64256"/>
                </a:lnTo>
                <a:lnTo>
                  <a:pt x="247017" y="63959"/>
                </a:lnTo>
                <a:lnTo>
                  <a:pt x="246311" y="63773"/>
                </a:lnTo>
                <a:lnTo>
                  <a:pt x="245604" y="63624"/>
                </a:lnTo>
                <a:lnTo>
                  <a:pt x="248617" y="58415"/>
                </a:lnTo>
                <a:close/>
                <a:moveTo>
                  <a:pt x="31998" y="71289"/>
                </a:moveTo>
                <a:lnTo>
                  <a:pt x="32482" y="71363"/>
                </a:lnTo>
                <a:lnTo>
                  <a:pt x="32928" y="71475"/>
                </a:lnTo>
                <a:lnTo>
                  <a:pt x="33375" y="71623"/>
                </a:lnTo>
                <a:lnTo>
                  <a:pt x="33821" y="71847"/>
                </a:lnTo>
                <a:lnTo>
                  <a:pt x="34230" y="72107"/>
                </a:lnTo>
                <a:lnTo>
                  <a:pt x="34640" y="72405"/>
                </a:lnTo>
                <a:lnTo>
                  <a:pt x="35049" y="72777"/>
                </a:lnTo>
                <a:lnTo>
                  <a:pt x="35421" y="73223"/>
                </a:lnTo>
                <a:lnTo>
                  <a:pt x="35756" y="73744"/>
                </a:lnTo>
                <a:lnTo>
                  <a:pt x="36016" y="74265"/>
                </a:lnTo>
                <a:lnTo>
                  <a:pt x="36202" y="74749"/>
                </a:lnTo>
                <a:lnTo>
                  <a:pt x="36351" y="75270"/>
                </a:lnTo>
                <a:lnTo>
                  <a:pt x="36426" y="75791"/>
                </a:lnTo>
                <a:lnTo>
                  <a:pt x="36463" y="76274"/>
                </a:lnTo>
                <a:lnTo>
                  <a:pt x="36463" y="76758"/>
                </a:lnTo>
                <a:lnTo>
                  <a:pt x="36388" y="77204"/>
                </a:lnTo>
                <a:lnTo>
                  <a:pt x="36277" y="77651"/>
                </a:lnTo>
                <a:lnTo>
                  <a:pt x="36091" y="78097"/>
                </a:lnTo>
                <a:lnTo>
                  <a:pt x="35905" y="78507"/>
                </a:lnTo>
                <a:lnTo>
                  <a:pt x="35682" y="78879"/>
                </a:lnTo>
                <a:lnTo>
                  <a:pt x="35384" y="79251"/>
                </a:lnTo>
                <a:lnTo>
                  <a:pt x="35086" y="79586"/>
                </a:lnTo>
                <a:lnTo>
                  <a:pt x="34751" y="79883"/>
                </a:lnTo>
                <a:lnTo>
                  <a:pt x="34417" y="80181"/>
                </a:lnTo>
                <a:lnTo>
                  <a:pt x="34044" y="80441"/>
                </a:lnTo>
                <a:lnTo>
                  <a:pt x="33635" y="80665"/>
                </a:lnTo>
                <a:lnTo>
                  <a:pt x="33226" y="80851"/>
                </a:lnTo>
                <a:lnTo>
                  <a:pt x="32779" y="81000"/>
                </a:lnTo>
                <a:lnTo>
                  <a:pt x="32333" y="81111"/>
                </a:lnTo>
                <a:lnTo>
                  <a:pt x="31886" y="81186"/>
                </a:lnTo>
                <a:lnTo>
                  <a:pt x="31440" y="81223"/>
                </a:lnTo>
                <a:lnTo>
                  <a:pt x="30993" y="81223"/>
                </a:lnTo>
                <a:lnTo>
                  <a:pt x="30547" y="81186"/>
                </a:lnTo>
                <a:lnTo>
                  <a:pt x="30063" y="81074"/>
                </a:lnTo>
                <a:lnTo>
                  <a:pt x="29617" y="80925"/>
                </a:lnTo>
                <a:lnTo>
                  <a:pt x="29208" y="80739"/>
                </a:lnTo>
                <a:lnTo>
                  <a:pt x="28761" y="80479"/>
                </a:lnTo>
                <a:lnTo>
                  <a:pt x="28352" y="80181"/>
                </a:lnTo>
                <a:lnTo>
                  <a:pt x="27980" y="79809"/>
                </a:lnTo>
                <a:lnTo>
                  <a:pt x="27608" y="79400"/>
                </a:lnTo>
                <a:lnTo>
                  <a:pt x="27273" y="78916"/>
                </a:lnTo>
                <a:lnTo>
                  <a:pt x="26975" y="78395"/>
                </a:lnTo>
                <a:lnTo>
                  <a:pt x="26752" y="77874"/>
                </a:lnTo>
                <a:lnTo>
                  <a:pt x="26603" y="77353"/>
                </a:lnTo>
                <a:lnTo>
                  <a:pt x="26491" y="76832"/>
                </a:lnTo>
                <a:lnTo>
                  <a:pt x="26454" y="76349"/>
                </a:lnTo>
                <a:lnTo>
                  <a:pt x="26491" y="75865"/>
                </a:lnTo>
                <a:lnTo>
                  <a:pt x="26529" y="75381"/>
                </a:lnTo>
                <a:lnTo>
                  <a:pt x="26640" y="74935"/>
                </a:lnTo>
                <a:lnTo>
                  <a:pt x="26826" y="74488"/>
                </a:lnTo>
                <a:lnTo>
                  <a:pt x="27012" y="74079"/>
                </a:lnTo>
                <a:lnTo>
                  <a:pt x="27236" y="73670"/>
                </a:lnTo>
                <a:lnTo>
                  <a:pt x="27533" y="73298"/>
                </a:lnTo>
                <a:lnTo>
                  <a:pt x="27831" y="72963"/>
                </a:lnTo>
                <a:lnTo>
                  <a:pt x="28166" y="72628"/>
                </a:lnTo>
                <a:lnTo>
                  <a:pt x="28538" y="72330"/>
                </a:lnTo>
                <a:lnTo>
                  <a:pt x="28910" y="72070"/>
                </a:lnTo>
                <a:lnTo>
                  <a:pt x="29319" y="71847"/>
                </a:lnTo>
                <a:lnTo>
                  <a:pt x="29728" y="71661"/>
                </a:lnTo>
                <a:lnTo>
                  <a:pt x="30175" y="71512"/>
                </a:lnTo>
                <a:lnTo>
                  <a:pt x="30621" y="71400"/>
                </a:lnTo>
                <a:lnTo>
                  <a:pt x="31068" y="71326"/>
                </a:lnTo>
                <a:lnTo>
                  <a:pt x="31552" y="71289"/>
                </a:lnTo>
                <a:close/>
                <a:moveTo>
                  <a:pt x="68163" y="71289"/>
                </a:moveTo>
                <a:lnTo>
                  <a:pt x="68610" y="71363"/>
                </a:lnTo>
                <a:lnTo>
                  <a:pt x="69056" y="71475"/>
                </a:lnTo>
                <a:lnTo>
                  <a:pt x="69503" y="71623"/>
                </a:lnTo>
                <a:lnTo>
                  <a:pt x="69949" y="71847"/>
                </a:lnTo>
                <a:lnTo>
                  <a:pt x="70396" y="72107"/>
                </a:lnTo>
                <a:lnTo>
                  <a:pt x="70805" y="72405"/>
                </a:lnTo>
                <a:lnTo>
                  <a:pt x="71177" y="72777"/>
                </a:lnTo>
                <a:lnTo>
                  <a:pt x="71549" y="73223"/>
                </a:lnTo>
                <a:lnTo>
                  <a:pt x="71884" y="73744"/>
                </a:lnTo>
                <a:lnTo>
                  <a:pt x="72144" y="74265"/>
                </a:lnTo>
                <a:lnTo>
                  <a:pt x="72368" y="74749"/>
                </a:lnTo>
                <a:lnTo>
                  <a:pt x="72479" y="75270"/>
                </a:lnTo>
                <a:lnTo>
                  <a:pt x="72591" y="75791"/>
                </a:lnTo>
                <a:lnTo>
                  <a:pt x="72628" y="76274"/>
                </a:lnTo>
                <a:lnTo>
                  <a:pt x="72591" y="76758"/>
                </a:lnTo>
                <a:lnTo>
                  <a:pt x="72517" y="77204"/>
                </a:lnTo>
                <a:lnTo>
                  <a:pt x="72405" y="77651"/>
                </a:lnTo>
                <a:lnTo>
                  <a:pt x="72256" y="78097"/>
                </a:lnTo>
                <a:lnTo>
                  <a:pt x="72033" y="78507"/>
                </a:lnTo>
                <a:lnTo>
                  <a:pt x="71810" y="78879"/>
                </a:lnTo>
                <a:lnTo>
                  <a:pt x="71549" y="79251"/>
                </a:lnTo>
                <a:lnTo>
                  <a:pt x="71251" y="79586"/>
                </a:lnTo>
                <a:lnTo>
                  <a:pt x="70917" y="79883"/>
                </a:lnTo>
                <a:lnTo>
                  <a:pt x="70545" y="80181"/>
                </a:lnTo>
                <a:lnTo>
                  <a:pt x="70172" y="80441"/>
                </a:lnTo>
                <a:lnTo>
                  <a:pt x="69763" y="80665"/>
                </a:lnTo>
                <a:lnTo>
                  <a:pt x="69354" y="80851"/>
                </a:lnTo>
                <a:lnTo>
                  <a:pt x="68945" y="81000"/>
                </a:lnTo>
                <a:lnTo>
                  <a:pt x="68498" y="81111"/>
                </a:lnTo>
                <a:lnTo>
                  <a:pt x="68052" y="81186"/>
                </a:lnTo>
                <a:lnTo>
                  <a:pt x="67568" y="81223"/>
                </a:lnTo>
                <a:lnTo>
                  <a:pt x="67121" y="81223"/>
                </a:lnTo>
                <a:lnTo>
                  <a:pt x="66675" y="81186"/>
                </a:lnTo>
                <a:lnTo>
                  <a:pt x="66229" y="81074"/>
                </a:lnTo>
                <a:lnTo>
                  <a:pt x="65782" y="80925"/>
                </a:lnTo>
                <a:lnTo>
                  <a:pt x="65336" y="80739"/>
                </a:lnTo>
                <a:lnTo>
                  <a:pt x="64926" y="80479"/>
                </a:lnTo>
                <a:lnTo>
                  <a:pt x="64517" y="80181"/>
                </a:lnTo>
                <a:lnTo>
                  <a:pt x="64108" y="79809"/>
                </a:lnTo>
                <a:lnTo>
                  <a:pt x="63736" y="79400"/>
                </a:lnTo>
                <a:lnTo>
                  <a:pt x="63401" y="78916"/>
                </a:lnTo>
                <a:lnTo>
                  <a:pt x="63103" y="78395"/>
                </a:lnTo>
                <a:lnTo>
                  <a:pt x="62880" y="77874"/>
                </a:lnTo>
                <a:lnTo>
                  <a:pt x="62731" y="77353"/>
                </a:lnTo>
                <a:lnTo>
                  <a:pt x="62657" y="76832"/>
                </a:lnTo>
                <a:lnTo>
                  <a:pt x="62619" y="76349"/>
                </a:lnTo>
                <a:lnTo>
                  <a:pt x="62619" y="75865"/>
                </a:lnTo>
                <a:lnTo>
                  <a:pt x="62694" y="75381"/>
                </a:lnTo>
                <a:lnTo>
                  <a:pt x="62805" y="74935"/>
                </a:lnTo>
                <a:lnTo>
                  <a:pt x="62954" y="74488"/>
                </a:lnTo>
                <a:lnTo>
                  <a:pt x="63140" y="74079"/>
                </a:lnTo>
                <a:lnTo>
                  <a:pt x="63401" y="73670"/>
                </a:lnTo>
                <a:lnTo>
                  <a:pt x="63661" y="73298"/>
                </a:lnTo>
                <a:lnTo>
                  <a:pt x="63959" y="72963"/>
                </a:lnTo>
                <a:lnTo>
                  <a:pt x="64294" y="72628"/>
                </a:lnTo>
                <a:lnTo>
                  <a:pt x="64666" y="72330"/>
                </a:lnTo>
                <a:lnTo>
                  <a:pt x="65038" y="72070"/>
                </a:lnTo>
                <a:lnTo>
                  <a:pt x="65447" y="71847"/>
                </a:lnTo>
                <a:lnTo>
                  <a:pt x="65894" y="71661"/>
                </a:lnTo>
                <a:lnTo>
                  <a:pt x="66303" y="71512"/>
                </a:lnTo>
                <a:lnTo>
                  <a:pt x="66749" y="71400"/>
                </a:lnTo>
                <a:lnTo>
                  <a:pt x="67233" y="71326"/>
                </a:lnTo>
                <a:lnTo>
                  <a:pt x="67680" y="71289"/>
                </a:lnTo>
                <a:close/>
                <a:moveTo>
                  <a:pt x="104291" y="71289"/>
                </a:moveTo>
                <a:lnTo>
                  <a:pt x="104738" y="71363"/>
                </a:lnTo>
                <a:lnTo>
                  <a:pt x="105221" y="71475"/>
                </a:lnTo>
                <a:lnTo>
                  <a:pt x="105668" y="71623"/>
                </a:lnTo>
                <a:lnTo>
                  <a:pt x="106077" y="71847"/>
                </a:lnTo>
                <a:lnTo>
                  <a:pt x="106524" y="72107"/>
                </a:lnTo>
                <a:lnTo>
                  <a:pt x="106933" y="72405"/>
                </a:lnTo>
                <a:lnTo>
                  <a:pt x="107305" y="72777"/>
                </a:lnTo>
                <a:lnTo>
                  <a:pt x="107677" y="73223"/>
                </a:lnTo>
                <a:lnTo>
                  <a:pt x="108012" y="73744"/>
                </a:lnTo>
                <a:lnTo>
                  <a:pt x="108310" y="74265"/>
                </a:lnTo>
                <a:lnTo>
                  <a:pt x="108496" y="74749"/>
                </a:lnTo>
                <a:lnTo>
                  <a:pt x="108645" y="75270"/>
                </a:lnTo>
                <a:lnTo>
                  <a:pt x="108719" y="75791"/>
                </a:lnTo>
                <a:lnTo>
                  <a:pt x="108756" y="76274"/>
                </a:lnTo>
                <a:lnTo>
                  <a:pt x="108719" y="76758"/>
                </a:lnTo>
                <a:lnTo>
                  <a:pt x="108645" y="77204"/>
                </a:lnTo>
                <a:lnTo>
                  <a:pt x="108533" y="77651"/>
                </a:lnTo>
                <a:lnTo>
                  <a:pt x="108384" y="78097"/>
                </a:lnTo>
                <a:lnTo>
                  <a:pt x="108198" y="78507"/>
                </a:lnTo>
                <a:lnTo>
                  <a:pt x="107938" y="78879"/>
                </a:lnTo>
                <a:lnTo>
                  <a:pt x="107677" y="79251"/>
                </a:lnTo>
                <a:lnTo>
                  <a:pt x="107379" y="79586"/>
                </a:lnTo>
                <a:lnTo>
                  <a:pt x="107045" y="79883"/>
                </a:lnTo>
                <a:lnTo>
                  <a:pt x="106673" y="80181"/>
                </a:lnTo>
                <a:lnTo>
                  <a:pt x="106300" y="80441"/>
                </a:lnTo>
                <a:lnTo>
                  <a:pt x="105928" y="80665"/>
                </a:lnTo>
                <a:lnTo>
                  <a:pt x="105482" y="80851"/>
                </a:lnTo>
                <a:lnTo>
                  <a:pt x="105073" y="81000"/>
                </a:lnTo>
                <a:lnTo>
                  <a:pt x="104626" y="81111"/>
                </a:lnTo>
                <a:lnTo>
                  <a:pt x="104180" y="81186"/>
                </a:lnTo>
                <a:lnTo>
                  <a:pt x="103733" y="81223"/>
                </a:lnTo>
                <a:lnTo>
                  <a:pt x="103287" y="81223"/>
                </a:lnTo>
                <a:lnTo>
                  <a:pt x="102803" y="81186"/>
                </a:lnTo>
                <a:lnTo>
                  <a:pt x="102357" y="81074"/>
                </a:lnTo>
                <a:lnTo>
                  <a:pt x="101910" y="80925"/>
                </a:lnTo>
                <a:lnTo>
                  <a:pt x="101464" y="80739"/>
                </a:lnTo>
                <a:lnTo>
                  <a:pt x="101054" y="80479"/>
                </a:lnTo>
                <a:lnTo>
                  <a:pt x="100645" y="80181"/>
                </a:lnTo>
                <a:lnTo>
                  <a:pt x="100273" y="79809"/>
                </a:lnTo>
                <a:lnTo>
                  <a:pt x="99901" y="79400"/>
                </a:lnTo>
                <a:lnTo>
                  <a:pt x="99566" y="78916"/>
                </a:lnTo>
                <a:lnTo>
                  <a:pt x="99268" y="78395"/>
                </a:lnTo>
                <a:lnTo>
                  <a:pt x="99045" y="77874"/>
                </a:lnTo>
                <a:lnTo>
                  <a:pt x="98896" y="77353"/>
                </a:lnTo>
                <a:lnTo>
                  <a:pt x="98785" y="76832"/>
                </a:lnTo>
                <a:lnTo>
                  <a:pt x="98747" y="76349"/>
                </a:lnTo>
                <a:lnTo>
                  <a:pt x="98747" y="75865"/>
                </a:lnTo>
                <a:lnTo>
                  <a:pt x="98822" y="75381"/>
                </a:lnTo>
                <a:lnTo>
                  <a:pt x="98934" y="74935"/>
                </a:lnTo>
                <a:lnTo>
                  <a:pt x="99082" y="74488"/>
                </a:lnTo>
                <a:lnTo>
                  <a:pt x="99306" y="74079"/>
                </a:lnTo>
                <a:lnTo>
                  <a:pt x="99529" y="73670"/>
                </a:lnTo>
                <a:lnTo>
                  <a:pt x="99789" y="73298"/>
                </a:lnTo>
                <a:lnTo>
                  <a:pt x="100124" y="72963"/>
                </a:lnTo>
                <a:lnTo>
                  <a:pt x="100459" y="72628"/>
                </a:lnTo>
                <a:lnTo>
                  <a:pt x="100794" y="72330"/>
                </a:lnTo>
                <a:lnTo>
                  <a:pt x="101203" y="72070"/>
                </a:lnTo>
                <a:lnTo>
                  <a:pt x="101612" y="71847"/>
                </a:lnTo>
                <a:lnTo>
                  <a:pt x="102022" y="71661"/>
                </a:lnTo>
                <a:lnTo>
                  <a:pt x="102468" y="71512"/>
                </a:lnTo>
                <a:lnTo>
                  <a:pt x="102915" y="71400"/>
                </a:lnTo>
                <a:lnTo>
                  <a:pt x="103361" y="71326"/>
                </a:lnTo>
                <a:lnTo>
                  <a:pt x="103808" y="71289"/>
                </a:lnTo>
                <a:close/>
                <a:moveTo>
                  <a:pt x="140419" y="71289"/>
                </a:moveTo>
                <a:lnTo>
                  <a:pt x="140903" y="71363"/>
                </a:lnTo>
                <a:lnTo>
                  <a:pt x="141350" y="71475"/>
                </a:lnTo>
                <a:lnTo>
                  <a:pt x="141796" y="71623"/>
                </a:lnTo>
                <a:lnTo>
                  <a:pt x="142242" y="71847"/>
                </a:lnTo>
                <a:lnTo>
                  <a:pt x="142652" y="72107"/>
                </a:lnTo>
                <a:lnTo>
                  <a:pt x="143061" y="72405"/>
                </a:lnTo>
                <a:lnTo>
                  <a:pt x="143470" y="72777"/>
                </a:lnTo>
                <a:lnTo>
                  <a:pt x="143842" y="73223"/>
                </a:lnTo>
                <a:lnTo>
                  <a:pt x="144177" y="73744"/>
                </a:lnTo>
                <a:lnTo>
                  <a:pt x="144438" y="74265"/>
                </a:lnTo>
                <a:lnTo>
                  <a:pt x="144624" y="74749"/>
                </a:lnTo>
                <a:lnTo>
                  <a:pt x="144773" y="75270"/>
                </a:lnTo>
                <a:lnTo>
                  <a:pt x="144847" y="75791"/>
                </a:lnTo>
                <a:lnTo>
                  <a:pt x="144884" y="76274"/>
                </a:lnTo>
                <a:lnTo>
                  <a:pt x="144884" y="76758"/>
                </a:lnTo>
                <a:lnTo>
                  <a:pt x="144810" y="77204"/>
                </a:lnTo>
                <a:lnTo>
                  <a:pt x="144698" y="77651"/>
                </a:lnTo>
                <a:lnTo>
                  <a:pt x="144512" y="78097"/>
                </a:lnTo>
                <a:lnTo>
                  <a:pt x="144326" y="78507"/>
                </a:lnTo>
                <a:lnTo>
                  <a:pt x="144103" y="78879"/>
                </a:lnTo>
                <a:lnTo>
                  <a:pt x="143805" y="79251"/>
                </a:lnTo>
                <a:lnTo>
                  <a:pt x="143508" y="79586"/>
                </a:lnTo>
                <a:lnTo>
                  <a:pt x="143173" y="79883"/>
                </a:lnTo>
                <a:lnTo>
                  <a:pt x="142838" y="80181"/>
                </a:lnTo>
                <a:lnTo>
                  <a:pt x="142466" y="80441"/>
                </a:lnTo>
                <a:lnTo>
                  <a:pt x="142056" y="80665"/>
                </a:lnTo>
                <a:lnTo>
                  <a:pt x="141647" y="80851"/>
                </a:lnTo>
                <a:lnTo>
                  <a:pt x="141201" y="81000"/>
                </a:lnTo>
                <a:lnTo>
                  <a:pt x="140754" y="81111"/>
                </a:lnTo>
                <a:lnTo>
                  <a:pt x="140308" y="81186"/>
                </a:lnTo>
                <a:lnTo>
                  <a:pt x="139861" y="81223"/>
                </a:lnTo>
                <a:lnTo>
                  <a:pt x="139415" y="81223"/>
                </a:lnTo>
                <a:lnTo>
                  <a:pt x="138968" y="81186"/>
                </a:lnTo>
                <a:lnTo>
                  <a:pt x="138485" y="81074"/>
                </a:lnTo>
                <a:lnTo>
                  <a:pt x="138075" y="80925"/>
                </a:lnTo>
                <a:lnTo>
                  <a:pt x="137629" y="80739"/>
                </a:lnTo>
                <a:lnTo>
                  <a:pt x="137182" y="80479"/>
                </a:lnTo>
                <a:lnTo>
                  <a:pt x="136810" y="80181"/>
                </a:lnTo>
                <a:lnTo>
                  <a:pt x="136401" y="79809"/>
                </a:lnTo>
                <a:lnTo>
                  <a:pt x="136029" y="79400"/>
                </a:lnTo>
                <a:lnTo>
                  <a:pt x="135694" y="78916"/>
                </a:lnTo>
                <a:lnTo>
                  <a:pt x="135396" y="78395"/>
                </a:lnTo>
                <a:lnTo>
                  <a:pt x="135173" y="77874"/>
                </a:lnTo>
                <a:lnTo>
                  <a:pt x="135024" y="77353"/>
                </a:lnTo>
                <a:lnTo>
                  <a:pt x="134913" y="76832"/>
                </a:lnTo>
                <a:lnTo>
                  <a:pt x="134875" y="76349"/>
                </a:lnTo>
                <a:lnTo>
                  <a:pt x="134913" y="75865"/>
                </a:lnTo>
                <a:lnTo>
                  <a:pt x="134950" y="75381"/>
                </a:lnTo>
                <a:lnTo>
                  <a:pt x="135062" y="74935"/>
                </a:lnTo>
                <a:lnTo>
                  <a:pt x="135248" y="74488"/>
                </a:lnTo>
                <a:lnTo>
                  <a:pt x="135434" y="74079"/>
                </a:lnTo>
                <a:lnTo>
                  <a:pt x="135657" y="73670"/>
                </a:lnTo>
                <a:lnTo>
                  <a:pt x="135955" y="73298"/>
                </a:lnTo>
                <a:lnTo>
                  <a:pt x="136252" y="72963"/>
                </a:lnTo>
                <a:lnTo>
                  <a:pt x="136587" y="72628"/>
                </a:lnTo>
                <a:lnTo>
                  <a:pt x="136959" y="72330"/>
                </a:lnTo>
                <a:lnTo>
                  <a:pt x="137331" y="72070"/>
                </a:lnTo>
                <a:lnTo>
                  <a:pt x="137740" y="71847"/>
                </a:lnTo>
                <a:lnTo>
                  <a:pt x="138150" y="71661"/>
                </a:lnTo>
                <a:lnTo>
                  <a:pt x="138596" y="71512"/>
                </a:lnTo>
                <a:lnTo>
                  <a:pt x="139043" y="71400"/>
                </a:lnTo>
                <a:lnTo>
                  <a:pt x="139489" y="71326"/>
                </a:lnTo>
                <a:lnTo>
                  <a:pt x="139973" y="71289"/>
                </a:lnTo>
                <a:close/>
                <a:moveTo>
                  <a:pt x="176585" y="71289"/>
                </a:moveTo>
                <a:lnTo>
                  <a:pt x="177031" y="71363"/>
                </a:lnTo>
                <a:lnTo>
                  <a:pt x="177478" y="71475"/>
                </a:lnTo>
                <a:lnTo>
                  <a:pt x="177924" y="71623"/>
                </a:lnTo>
                <a:lnTo>
                  <a:pt x="178371" y="71847"/>
                </a:lnTo>
                <a:lnTo>
                  <a:pt x="178817" y="72107"/>
                </a:lnTo>
                <a:lnTo>
                  <a:pt x="179226" y="72405"/>
                </a:lnTo>
                <a:lnTo>
                  <a:pt x="179598" y="72777"/>
                </a:lnTo>
                <a:lnTo>
                  <a:pt x="179970" y="73223"/>
                </a:lnTo>
                <a:lnTo>
                  <a:pt x="180305" y="73744"/>
                </a:lnTo>
                <a:lnTo>
                  <a:pt x="180566" y="74265"/>
                </a:lnTo>
                <a:lnTo>
                  <a:pt x="180789" y="74749"/>
                </a:lnTo>
                <a:lnTo>
                  <a:pt x="180938" y="75270"/>
                </a:lnTo>
                <a:lnTo>
                  <a:pt x="181012" y="75791"/>
                </a:lnTo>
                <a:lnTo>
                  <a:pt x="181049" y="76274"/>
                </a:lnTo>
                <a:lnTo>
                  <a:pt x="181012" y="76758"/>
                </a:lnTo>
                <a:lnTo>
                  <a:pt x="180938" y="77204"/>
                </a:lnTo>
                <a:lnTo>
                  <a:pt x="180826" y="77651"/>
                </a:lnTo>
                <a:lnTo>
                  <a:pt x="180677" y="78097"/>
                </a:lnTo>
                <a:lnTo>
                  <a:pt x="180454" y="78507"/>
                </a:lnTo>
                <a:lnTo>
                  <a:pt x="180231" y="78879"/>
                </a:lnTo>
                <a:lnTo>
                  <a:pt x="179970" y="79251"/>
                </a:lnTo>
                <a:lnTo>
                  <a:pt x="179673" y="79586"/>
                </a:lnTo>
                <a:lnTo>
                  <a:pt x="179338" y="79883"/>
                </a:lnTo>
                <a:lnTo>
                  <a:pt x="178966" y="80181"/>
                </a:lnTo>
                <a:lnTo>
                  <a:pt x="178594" y="80441"/>
                </a:lnTo>
                <a:lnTo>
                  <a:pt x="178184" y="80665"/>
                </a:lnTo>
                <a:lnTo>
                  <a:pt x="177775" y="80851"/>
                </a:lnTo>
                <a:lnTo>
                  <a:pt x="177366" y="81000"/>
                </a:lnTo>
                <a:lnTo>
                  <a:pt x="176919" y="81111"/>
                </a:lnTo>
                <a:lnTo>
                  <a:pt x="176473" y="81186"/>
                </a:lnTo>
                <a:lnTo>
                  <a:pt x="175989" y="81223"/>
                </a:lnTo>
                <a:lnTo>
                  <a:pt x="175543" y="81223"/>
                </a:lnTo>
                <a:lnTo>
                  <a:pt x="175096" y="81186"/>
                </a:lnTo>
                <a:lnTo>
                  <a:pt x="174650" y="81074"/>
                </a:lnTo>
                <a:lnTo>
                  <a:pt x="174203" y="80925"/>
                </a:lnTo>
                <a:lnTo>
                  <a:pt x="173757" y="80739"/>
                </a:lnTo>
                <a:lnTo>
                  <a:pt x="173348" y="80479"/>
                </a:lnTo>
                <a:lnTo>
                  <a:pt x="172938" y="80181"/>
                </a:lnTo>
                <a:lnTo>
                  <a:pt x="172529" y="79809"/>
                </a:lnTo>
                <a:lnTo>
                  <a:pt x="172157" y="79400"/>
                </a:lnTo>
                <a:lnTo>
                  <a:pt x="171822" y="78916"/>
                </a:lnTo>
                <a:lnTo>
                  <a:pt x="171524" y="78395"/>
                </a:lnTo>
                <a:lnTo>
                  <a:pt x="171338" y="77874"/>
                </a:lnTo>
                <a:lnTo>
                  <a:pt x="171152" y="77353"/>
                </a:lnTo>
                <a:lnTo>
                  <a:pt x="171078" y="76832"/>
                </a:lnTo>
                <a:lnTo>
                  <a:pt x="171041" y="76349"/>
                </a:lnTo>
                <a:lnTo>
                  <a:pt x="171041" y="75865"/>
                </a:lnTo>
                <a:lnTo>
                  <a:pt x="171115" y="75381"/>
                </a:lnTo>
                <a:lnTo>
                  <a:pt x="171227" y="74935"/>
                </a:lnTo>
                <a:lnTo>
                  <a:pt x="171376" y="74488"/>
                </a:lnTo>
                <a:lnTo>
                  <a:pt x="171562" y="74079"/>
                </a:lnTo>
                <a:lnTo>
                  <a:pt x="171822" y="73670"/>
                </a:lnTo>
                <a:lnTo>
                  <a:pt x="172083" y="73298"/>
                </a:lnTo>
                <a:lnTo>
                  <a:pt x="172380" y="72963"/>
                </a:lnTo>
                <a:lnTo>
                  <a:pt x="172715" y="72628"/>
                </a:lnTo>
                <a:lnTo>
                  <a:pt x="173087" y="72330"/>
                </a:lnTo>
                <a:lnTo>
                  <a:pt x="173459" y="72070"/>
                </a:lnTo>
                <a:lnTo>
                  <a:pt x="173868" y="71847"/>
                </a:lnTo>
                <a:lnTo>
                  <a:pt x="174315" y="71661"/>
                </a:lnTo>
                <a:lnTo>
                  <a:pt x="174724" y="71512"/>
                </a:lnTo>
                <a:lnTo>
                  <a:pt x="175171" y="71400"/>
                </a:lnTo>
                <a:lnTo>
                  <a:pt x="175654" y="71326"/>
                </a:lnTo>
                <a:lnTo>
                  <a:pt x="176101" y="71289"/>
                </a:lnTo>
                <a:close/>
                <a:moveTo>
                  <a:pt x="212713" y="71289"/>
                </a:moveTo>
                <a:lnTo>
                  <a:pt x="213159" y="71363"/>
                </a:lnTo>
                <a:lnTo>
                  <a:pt x="213643" y="71475"/>
                </a:lnTo>
                <a:lnTo>
                  <a:pt x="214089" y="71623"/>
                </a:lnTo>
                <a:lnTo>
                  <a:pt x="214536" y="71847"/>
                </a:lnTo>
                <a:lnTo>
                  <a:pt x="214945" y="72107"/>
                </a:lnTo>
                <a:lnTo>
                  <a:pt x="215354" y="72405"/>
                </a:lnTo>
                <a:lnTo>
                  <a:pt x="215726" y="72777"/>
                </a:lnTo>
                <a:lnTo>
                  <a:pt x="216098" y="73223"/>
                </a:lnTo>
                <a:lnTo>
                  <a:pt x="216433" y="73744"/>
                </a:lnTo>
                <a:lnTo>
                  <a:pt x="216731" y="74265"/>
                </a:lnTo>
                <a:lnTo>
                  <a:pt x="216917" y="74749"/>
                </a:lnTo>
                <a:lnTo>
                  <a:pt x="217066" y="75270"/>
                </a:lnTo>
                <a:lnTo>
                  <a:pt x="217140" y="75791"/>
                </a:lnTo>
                <a:lnTo>
                  <a:pt x="217177" y="76274"/>
                </a:lnTo>
                <a:lnTo>
                  <a:pt x="217140" y="76758"/>
                </a:lnTo>
                <a:lnTo>
                  <a:pt x="217103" y="77204"/>
                </a:lnTo>
                <a:lnTo>
                  <a:pt x="216954" y="77651"/>
                </a:lnTo>
                <a:lnTo>
                  <a:pt x="216805" y="78097"/>
                </a:lnTo>
                <a:lnTo>
                  <a:pt x="216619" y="78507"/>
                </a:lnTo>
                <a:lnTo>
                  <a:pt x="216359" y="78879"/>
                </a:lnTo>
                <a:lnTo>
                  <a:pt x="216098" y="79251"/>
                </a:lnTo>
                <a:lnTo>
                  <a:pt x="215801" y="79586"/>
                </a:lnTo>
                <a:lnTo>
                  <a:pt x="215466" y="79883"/>
                </a:lnTo>
                <a:lnTo>
                  <a:pt x="215131" y="80181"/>
                </a:lnTo>
                <a:lnTo>
                  <a:pt x="214722" y="80441"/>
                </a:lnTo>
                <a:lnTo>
                  <a:pt x="214350" y="80665"/>
                </a:lnTo>
                <a:lnTo>
                  <a:pt x="213903" y="80851"/>
                </a:lnTo>
                <a:lnTo>
                  <a:pt x="213494" y="81000"/>
                </a:lnTo>
                <a:lnTo>
                  <a:pt x="213047" y="81111"/>
                </a:lnTo>
                <a:lnTo>
                  <a:pt x="212601" y="81186"/>
                </a:lnTo>
                <a:lnTo>
                  <a:pt x="212155" y="81223"/>
                </a:lnTo>
                <a:lnTo>
                  <a:pt x="211708" y="81223"/>
                </a:lnTo>
                <a:lnTo>
                  <a:pt x="211224" y="81186"/>
                </a:lnTo>
                <a:lnTo>
                  <a:pt x="210778" y="81074"/>
                </a:lnTo>
                <a:lnTo>
                  <a:pt x="210331" y="80925"/>
                </a:lnTo>
                <a:lnTo>
                  <a:pt x="209922" y="80739"/>
                </a:lnTo>
                <a:lnTo>
                  <a:pt x="209476" y="80479"/>
                </a:lnTo>
                <a:lnTo>
                  <a:pt x="209066" y="80181"/>
                </a:lnTo>
                <a:lnTo>
                  <a:pt x="208694" y="79809"/>
                </a:lnTo>
                <a:lnTo>
                  <a:pt x="208322" y="79400"/>
                </a:lnTo>
                <a:lnTo>
                  <a:pt x="207987" y="78916"/>
                </a:lnTo>
                <a:lnTo>
                  <a:pt x="207690" y="78395"/>
                </a:lnTo>
                <a:lnTo>
                  <a:pt x="207466" y="77874"/>
                </a:lnTo>
                <a:lnTo>
                  <a:pt x="207318" y="77353"/>
                </a:lnTo>
                <a:lnTo>
                  <a:pt x="207206" y="76832"/>
                </a:lnTo>
                <a:lnTo>
                  <a:pt x="207169" y="76349"/>
                </a:lnTo>
                <a:lnTo>
                  <a:pt x="207169" y="75865"/>
                </a:lnTo>
                <a:lnTo>
                  <a:pt x="207243" y="75381"/>
                </a:lnTo>
                <a:lnTo>
                  <a:pt x="207355" y="74935"/>
                </a:lnTo>
                <a:lnTo>
                  <a:pt x="207504" y="74488"/>
                </a:lnTo>
                <a:lnTo>
                  <a:pt x="207727" y="74079"/>
                </a:lnTo>
                <a:lnTo>
                  <a:pt x="207950" y="73670"/>
                </a:lnTo>
                <a:lnTo>
                  <a:pt x="208211" y="73298"/>
                </a:lnTo>
                <a:lnTo>
                  <a:pt x="208545" y="72963"/>
                </a:lnTo>
                <a:lnTo>
                  <a:pt x="208880" y="72628"/>
                </a:lnTo>
                <a:lnTo>
                  <a:pt x="209215" y="72330"/>
                </a:lnTo>
                <a:lnTo>
                  <a:pt x="209624" y="72070"/>
                </a:lnTo>
                <a:lnTo>
                  <a:pt x="210034" y="71847"/>
                </a:lnTo>
                <a:lnTo>
                  <a:pt x="210443" y="71661"/>
                </a:lnTo>
                <a:lnTo>
                  <a:pt x="210889" y="71512"/>
                </a:lnTo>
                <a:lnTo>
                  <a:pt x="211336" y="71400"/>
                </a:lnTo>
                <a:lnTo>
                  <a:pt x="211782" y="71326"/>
                </a:lnTo>
                <a:lnTo>
                  <a:pt x="212229" y="71289"/>
                </a:lnTo>
                <a:close/>
                <a:moveTo>
                  <a:pt x="248841" y="71289"/>
                </a:moveTo>
                <a:lnTo>
                  <a:pt x="249324" y="71363"/>
                </a:lnTo>
                <a:lnTo>
                  <a:pt x="249771" y="71475"/>
                </a:lnTo>
                <a:lnTo>
                  <a:pt x="250217" y="71623"/>
                </a:lnTo>
                <a:lnTo>
                  <a:pt x="250664" y="71847"/>
                </a:lnTo>
                <a:lnTo>
                  <a:pt x="251073" y="72107"/>
                </a:lnTo>
                <a:lnTo>
                  <a:pt x="251482" y="72405"/>
                </a:lnTo>
                <a:lnTo>
                  <a:pt x="251892" y="72777"/>
                </a:lnTo>
                <a:lnTo>
                  <a:pt x="252264" y="73223"/>
                </a:lnTo>
                <a:lnTo>
                  <a:pt x="252599" y="73744"/>
                </a:lnTo>
                <a:lnTo>
                  <a:pt x="252859" y="74265"/>
                </a:lnTo>
                <a:lnTo>
                  <a:pt x="253045" y="74749"/>
                </a:lnTo>
                <a:lnTo>
                  <a:pt x="253194" y="75270"/>
                </a:lnTo>
                <a:lnTo>
                  <a:pt x="253305" y="75791"/>
                </a:lnTo>
                <a:lnTo>
                  <a:pt x="253305" y="76274"/>
                </a:lnTo>
                <a:lnTo>
                  <a:pt x="253305" y="76758"/>
                </a:lnTo>
                <a:lnTo>
                  <a:pt x="253231" y="77204"/>
                </a:lnTo>
                <a:lnTo>
                  <a:pt x="253119" y="77651"/>
                </a:lnTo>
                <a:lnTo>
                  <a:pt x="252933" y="78097"/>
                </a:lnTo>
                <a:lnTo>
                  <a:pt x="252747" y="78507"/>
                </a:lnTo>
                <a:lnTo>
                  <a:pt x="252524" y="78879"/>
                </a:lnTo>
                <a:lnTo>
                  <a:pt x="252226" y="79251"/>
                </a:lnTo>
                <a:lnTo>
                  <a:pt x="251929" y="79586"/>
                </a:lnTo>
                <a:lnTo>
                  <a:pt x="251594" y="79883"/>
                </a:lnTo>
                <a:lnTo>
                  <a:pt x="251259" y="80181"/>
                </a:lnTo>
                <a:lnTo>
                  <a:pt x="250887" y="80441"/>
                </a:lnTo>
                <a:lnTo>
                  <a:pt x="250478" y="80665"/>
                </a:lnTo>
                <a:lnTo>
                  <a:pt x="250068" y="80851"/>
                </a:lnTo>
                <a:lnTo>
                  <a:pt x="249622" y="81000"/>
                </a:lnTo>
                <a:lnTo>
                  <a:pt x="249175" y="81111"/>
                </a:lnTo>
                <a:lnTo>
                  <a:pt x="248729" y="81186"/>
                </a:lnTo>
                <a:lnTo>
                  <a:pt x="248283" y="81223"/>
                </a:lnTo>
                <a:lnTo>
                  <a:pt x="247836" y="81223"/>
                </a:lnTo>
                <a:lnTo>
                  <a:pt x="247390" y="81186"/>
                </a:lnTo>
                <a:lnTo>
                  <a:pt x="246943" y="81074"/>
                </a:lnTo>
                <a:lnTo>
                  <a:pt x="246497" y="80925"/>
                </a:lnTo>
                <a:lnTo>
                  <a:pt x="246050" y="80739"/>
                </a:lnTo>
                <a:lnTo>
                  <a:pt x="245641" y="80479"/>
                </a:lnTo>
                <a:lnTo>
                  <a:pt x="245232" y="80181"/>
                </a:lnTo>
                <a:lnTo>
                  <a:pt x="244822" y="79809"/>
                </a:lnTo>
                <a:lnTo>
                  <a:pt x="244450" y="79400"/>
                </a:lnTo>
                <a:lnTo>
                  <a:pt x="244115" y="78916"/>
                </a:lnTo>
                <a:lnTo>
                  <a:pt x="243818" y="78395"/>
                </a:lnTo>
                <a:lnTo>
                  <a:pt x="243594" y="77874"/>
                </a:lnTo>
                <a:lnTo>
                  <a:pt x="243446" y="77353"/>
                </a:lnTo>
                <a:lnTo>
                  <a:pt x="243334" y="76832"/>
                </a:lnTo>
                <a:lnTo>
                  <a:pt x="243297" y="76349"/>
                </a:lnTo>
                <a:lnTo>
                  <a:pt x="243334" y="75865"/>
                </a:lnTo>
                <a:lnTo>
                  <a:pt x="243371" y="75381"/>
                </a:lnTo>
                <a:lnTo>
                  <a:pt x="243483" y="74935"/>
                </a:lnTo>
                <a:lnTo>
                  <a:pt x="243669" y="74488"/>
                </a:lnTo>
                <a:lnTo>
                  <a:pt x="243855" y="74079"/>
                </a:lnTo>
                <a:lnTo>
                  <a:pt x="244078" y="73670"/>
                </a:lnTo>
                <a:lnTo>
                  <a:pt x="244376" y="73298"/>
                </a:lnTo>
                <a:lnTo>
                  <a:pt x="244673" y="72963"/>
                </a:lnTo>
                <a:lnTo>
                  <a:pt x="245008" y="72628"/>
                </a:lnTo>
                <a:lnTo>
                  <a:pt x="245380" y="72330"/>
                </a:lnTo>
                <a:lnTo>
                  <a:pt x="245752" y="72070"/>
                </a:lnTo>
                <a:lnTo>
                  <a:pt x="246162" y="71847"/>
                </a:lnTo>
                <a:lnTo>
                  <a:pt x="246571" y="71661"/>
                </a:lnTo>
                <a:lnTo>
                  <a:pt x="247017" y="71512"/>
                </a:lnTo>
                <a:lnTo>
                  <a:pt x="247464" y="71400"/>
                </a:lnTo>
                <a:lnTo>
                  <a:pt x="247910" y="71326"/>
                </a:lnTo>
                <a:lnTo>
                  <a:pt x="248394" y="71289"/>
                </a:lnTo>
                <a:close/>
                <a:moveTo>
                  <a:pt x="34268" y="82339"/>
                </a:moveTo>
                <a:lnTo>
                  <a:pt x="31738" y="86692"/>
                </a:lnTo>
                <a:lnTo>
                  <a:pt x="29431" y="82674"/>
                </a:lnTo>
                <a:lnTo>
                  <a:pt x="29431" y="82674"/>
                </a:lnTo>
                <a:lnTo>
                  <a:pt x="30063" y="82860"/>
                </a:lnTo>
                <a:lnTo>
                  <a:pt x="30696" y="82971"/>
                </a:lnTo>
                <a:lnTo>
                  <a:pt x="31328" y="83009"/>
                </a:lnTo>
                <a:lnTo>
                  <a:pt x="31924" y="83009"/>
                </a:lnTo>
                <a:lnTo>
                  <a:pt x="32556" y="82897"/>
                </a:lnTo>
                <a:lnTo>
                  <a:pt x="33151" y="82785"/>
                </a:lnTo>
                <a:lnTo>
                  <a:pt x="33710" y="82599"/>
                </a:lnTo>
                <a:lnTo>
                  <a:pt x="34268" y="82339"/>
                </a:lnTo>
                <a:close/>
                <a:moveTo>
                  <a:pt x="70433" y="82339"/>
                </a:moveTo>
                <a:lnTo>
                  <a:pt x="67903" y="86692"/>
                </a:lnTo>
                <a:lnTo>
                  <a:pt x="65596" y="82674"/>
                </a:lnTo>
                <a:lnTo>
                  <a:pt x="65596" y="82674"/>
                </a:lnTo>
                <a:lnTo>
                  <a:pt x="66191" y="82860"/>
                </a:lnTo>
                <a:lnTo>
                  <a:pt x="66824" y="82971"/>
                </a:lnTo>
                <a:lnTo>
                  <a:pt x="67456" y="83009"/>
                </a:lnTo>
                <a:lnTo>
                  <a:pt x="68089" y="83009"/>
                </a:lnTo>
                <a:lnTo>
                  <a:pt x="68684" y="82897"/>
                </a:lnTo>
                <a:lnTo>
                  <a:pt x="69279" y="82785"/>
                </a:lnTo>
                <a:lnTo>
                  <a:pt x="69875" y="82599"/>
                </a:lnTo>
                <a:lnTo>
                  <a:pt x="70433" y="82339"/>
                </a:lnTo>
                <a:close/>
                <a:moveTo>
                  <a:pt x="106561" y="82339"/>
                </a:moveTo>
                <a:lnTo>
                  <a:pt x="104031" y="86692"/>
                </a:lnTo>
                <a:lnTo>
                  <a:pt x="101724" y="82674"/>
                </a:lnTo>
                <a:lnTo>
                  <a:pt x="101724" y="82674"/>
                </a:lnTo>
                <a:lnTo>
                  <a:pt x="102357" y="82860"/>
                </a:lnTo>
                <a:lnTo>
                  <a:pt x="102989" y="82971"/>
                </a:lnTo>
                <a:lnTo>
                  <a:pt x="103584" y="83009"/>
                </a:lnTo>
                <a:lnTo>
                  <a:pt x="104217" y="83009"/>
                </a:lnTo>
                <a:lnTo>
                  <a:pt x="104812" y="82897"/>
                </a:lnTo>
                <a:lnTo>
                  <a:pt x="105408" y="82785"/>
                </a:lnTo>
                <a:lnTo>
                  <a:pt x="106003" y="82599"/>
                </a:lnTo>
                <a:lnTo>
                  <a:pt x="106561" y="82339"/>
                </a:lnTo>
                <a:close/>
                <a:moveTo>
                  <a:pt x="142689" y="82339"/>
                </a:moveTo>
                <a:lnTo>
                  <a:pt x="140196" y="86692"/>
                </a:lnTo>
                <a:lnTo>
                  <a:pt x="137852" y="82674"/>
                </a:lnTo>
                <a:lnTo>
                  <a:pt x="138485" y="82860"/>
                </a:lnTo>
                <a:lnTo>
                  <a:pt x="139117" y="82971"/>
                </a:lnTo>
                <a:lnTo>
                  <a:pt x="139750" y="83009"/>
                </a:lnTo>
                <a:lnTo>
                  <a:pt x="140345" y="83009"/>
                </a:lnTo>
                <a:lnTo>
                  <a:pt x="140977" y="82897"/>
                </a:lnTo>
                <a:lnTo>
                  <a:pt x="141573" y="82785"/>
                </a:lnTo>
                <a:lnTo>
                  <a:pt x="142131" y="82599"/>
                </a:lnTo>
                <a:lnTo>
                  <a:pt x="142689" y="82339"/>
                </a:lnTo>
                <a:close/>
                <a:moveTo>
                  <a:pt x="178854" y="82339"/>
                </a:moveTo>
                <a:lnTo>
                  <a:pt x="176324" y="86692"/>
                </a:lnTo>
                <a:lnTo>
                  <a:pt x="174017" y="82674"/>
                </a:lnTo>
                <a:lnTo>
                  <a:pt x="174017" y="82674"/>
                </a:lnTo>
                <a:lnTo>
                  <a:pt x="174650" y="82860"/>
                </a:lnTo>
                <a:lnTo>
                  <a:pt x="175245" y="82971"/>
                </a:lnTo>
                <a:lnTo>
                  <a:pt x="175878" y="83009"/>
                </a:lnTo>
                <a:lnTo>
                  <a:pt x="176510" y="83009"/>
                </a:lnTo>
                <a:lnTo>
                  <a:pt x="177105" y="82897"/>
                </a:lnTo>
                <a:lnTo>
                  <a:pt x="177701" y="82785"/>
                </a:lnTo>
                <a:lnTo>
                  <a:pt x="178296" y="82599"/>
                </a:lnTo>
                <a:lnTo>
                  <a:pt x="178854" y="82339"/>
                </a:lnTo>
                <a:close/>
                <a:moveTo>
                  <a:pt x="214982" y="82339"/>
                </a:moveTo>
                <a:lnTo>
                  <a:pt x="212452" y="86692"/>
                </a:lnTo>
                <a:lnTo>
                  <a:pt x="210145" y="82674"/>
                </a:lnTo>
                <a:lnTo>
                  <a:pt x="210145" y="82674"/>
                </a:lnTo>
                <a:lnTo>
                  <a:pt x="210778" y="82860"/>
                </a:lnTo>
                <a:lnTo>
                  <a:pt x="211410" y="82971"/>
                </a:lnTo>
                <a:lnTo>
                  <a:pt x="212043" y="83009"/>
                </a:lnTo>
                <a:lnTo>
                  <a:pt x="212638" y="83009"/>
                </a:lnTo>
                <a:lnTo>
                  <a:pt x="213271" y="82897"/>
                </a:lnTo>
                <a:lnTo>
                  <a:pt x="213866" y="82785"/>
                </a:lnTo>
                <a:lnTo>
                  <a:pt x="214424" y="82599"/>
                </a:lnTo>
                <a:lnTo>
                  <a:pt x="214982" y="82339"/>
                </a:lnTo>
                <a:close/>
                <a:moveTo>
                  <a:pt x="251147" y="82339"/>
                </a:moveTo>
                <a:lnTo>
                  <a:pt x="248617" y="86692"/>
                </a:lnTo>
                <a:lnTo>
                  <a:pt x="246273" y="82674"/>
                </a:lnTo>
                <a:lnTo>
                  <a:pt x="246906" y="82860"/>
                </a:lnTo>
                <a:lnTo>
                  <a:pt x="247538" y="82971"/>
                </a:lnTo>
                <a:lnTo>
                  <a:pt x="248171" y="83009"/>
                </a:lnTo>
                <a:lnTo>
                  <a:pt x="248766" y="83009"/>
                </a:lnTo>
                <a:lnTo>
                  <a:pt x="249399" y="82897"/>
                </a:lnTo>
                <a:lnTo>
                  <a:pt x="249994" y="82785"/>
                </a:lnTo>
                <a:lnTo>
                  <a:pt x="250552" y="82599"/>
                </a:lnTo>
                <a:lnTo>
                  <a:pt x="251147" y="82339"/>
                </a:lnTo>
                <a:close/>
                <a:moveTo>
                  <a:pt x="58899" y="74600"/>
                </a:moveTo>
                <a:lnTo>
                  <a:pt x="62843" y="81520"/>
                </a:lnTo>
                <a:lnTo>
                  <a:pt x="66861" y="88478"/>
                </a:lnTo>
                <a:lnTo>
                  <a:pt x="62880" y="95361"/>
                </a:lnTo>
                <a:lnTo>
                  <a:pt x="55922" y="95399"/>
                </a:lnTo>
                <a:lnTo>
                  <a:pt x="55922" y="95399"/>
                </a:lnTo>
                <a:lnTo>
                  <a:pt x="59903" y="88441"/>
                </a:lnTo>
                <a:lnTo>
                  <a:pt x="55364" y="80739"/>
                </a:lnTo>
                <a:lnTo>
                  <a:pt x="58899" y="74600"/>
                </a:lnTo>
                <a:close/>
                <a:moveTo>
                  <a:pt x="167320" y="74600"/>
                </a:moveTo>
                <a:lnTo>
                  <a:pt x="171264" y="81520"/>
                </a:lnTo>
                <a:lnTo>
                  <a:pt x="175282" y="88478"/>
                </a:lnTo>
                <a:lnTo>
                  <a:pt x="171301" y="95361"/>
                </a:lnTo>
                <a:lnTo>
                  <a:pt x="164343" y="95399"/>
                </a:lnTo>
                <a:lnTo>
                  <a:pt x="164343" y="95399"/>
                </a:lnTo>
                <a:lnTo>
                  <a:pt x="168325" y="88441"/>
                </a:lnTo>
                <a:lnTo>
                  <a:pt x="163785" y="80739"/>
                </a:lnTo>
                <a:lnTo>
                  <a:pt x="167320" y="74600"/>
                </a:lnTo>
                <a:close/>
                <a:moveTo>
                  <a:pt x="275741" y="74600"/>
                </a:moveTo>
                <a:lnTo>
                  <a:pt x="279722" y="81520"/>
                </a:lnTo>
                <a:lnTo>
                  <a:pt x="283704" y="88478"/>
                </a:lnTo>
                <a:lnTo>
                  <a:pt x="279722" y="95361"/>
                </a:lnTo>
                <a:lnTo>
                  <a:pt x="272765" y="95399"/>
                </a:lnTo>
                <a:lnTo>
                  <a:pt x="272765" y="95399"/>
                </a:lnTo>
                <a:lnTo>
                  <a:pt x="276746" y="88441"/>
                </a:lnTo>
                <a:lnTo>
                  <a:pt x="272207" y="80739"/>
                </a:lnTo>
                <a:lnTo>
                  <a:pt x="275741" y="74600"/>
                </a:lnTo>
                <a:close/>
                <a:moveTo>
                  <a:pt x="21208" y="73744"/>
                </a:moveTo>
                <a:lnTo>
                  <a:pt x="8706" y="95399"/>
                </a:lnTo>
                <a:lnTo>
                  <a:pt x="1786" y="95399"/>
                </a:lnTo>
                <a:lnTo>
                  <a:pt x="14250" y="73744"/>
                </a:lnTo>
                <a:close/>
                <a:moveTo>
                  <a:pt x="22771" y="74600"/>
                </a:moveTo>
                <a:lnTo>
                  <a:pt x="26715" y="81520"/>
                </a:lnTo>
                <a:lnTo>
                  <a:pt x="30733" y="88478"/>
                </a:lnTo>
                <a:lnTo>
                  <a:pt x="26752" y="95361"/>
                </a:lnTo>
                <a:lnTo>
                  <a:pt x="19757" y="95399"/>
                </a:lnTo>
                <a:lnTo>
                  <a:pt x="23775" y="88441"/>
                </a:lnTo>
                <a:lnTo>
                  <a:pt x="19199" y="80739"/>
                </a:lnTo>
                <a:lnTo>
                  <a:pt x="22771" y="74600"/>
                </a:lnTo>
                <a:close/>
                <a:moveTo>
                  <a:pt x="57336" y="73744"/>
                </a:moveTo>
                <a:lnTo>
                  <a:pt x="44872" y="95399"/>
                </a:lnTo>
                <a:lnTo>
                  <a:pt x="37914" y="95399"/>
                </a:lnTo>
                <a:lnTo>
                  <a:pt x="50378" y="73744"/>
                </a:lnTo>
                <a:close/>
                <a:moveTo>
                  <a:pt x="93501" y="73744"/>
                </a:moveTo>
                <a:lnTo>
                  <a:pt x="81000" y="95399"/>
                </a:lnTo>
                <a:lnTo>
                  <a:pt x="74042" y="95399"/>
                </a:lnTo>
                <a:lnTo>
                  <a:pt x="86544" y="73744"/>
                </a:lnTo>
                <a:close/>
                <a:moveTo>
                  <a:pt x="95027" y="74600"/>
                </a:moveTo>
                <a:lnTo>
                  <a:pt x="99008" y="81520"/>
                </a:lnTo>
                <a:lnTo>
                  <a:pt x="103026" y="88478"/>
                </a:lnTo>
                <a:lnTo>
                  <a:pt x="99045" y="95361"/>
                </a:lnTo>
                <a:lnTo>
                  <a:pt x="92050" y="95399"/>
                </a:lnTo>
                <a:lnTo>
                  <a:pt x="96069" y="88441"/>
                </a:lnTo>
                <a:lnTo>
                  <a:pt x="91492" y="80739"/>
                </a:lnTo>
                <a:lnTo>
                  <a:pt x="95027" y="74600"/>
                </a:lnTo>
                <a:close/>
                <a:moveTo>
                  <a:pt x="129629" y="73744"/>
                </a:moveTo>
                <a:lnTo>
                  <a:pt x="117128" y="95399"/>
                </a:lnTo>
                <a:lnTo>
                  <a:pt x="110207" y="95399"/>
                </a:lnTo>
                <a:lnTo>
                  <a:pt x="122672" y="73744"/>
                </a:lnTo>
                <a:close/>
                <a:moveTo>
                  <a:pt x="131192" y="74600"/>
                </a:moveTo>
                <a:lnTo>
                  <a:pt x="135136" y="81520"/>
                </a:lnTo>
                <a:lnTo>
                  <a:pt x="139154" y="88478"/>
                </a:lnTo>
                <a:lnTo>
                  <a:pt x="135173" y="95361"/>
                </a:lnTo>
                <a:lnTo>
                  <a:pt x="128178" y="95399"/>
                </a:lnTo>
                <a:lnTo>
                  <a:pt x="132197" y="88441"/>
                </a:lnTo>
                <a:lnTo>
                  <a:pt x="127620" y="80739"/>
                </a:lnTo>
                <a:lnTo>
                  <a:pt x="131192" y="74600"/>
                </a:lnTo>
                <a:close/>
                <a:moveTo>
                  <a:pt x="165757" y="73744"/>
                </a:moveTo>
                <a:lnTo>
                  <a:pt x="153293" y="95399"/>
                </a:lnTo>
                <a:lnTo>
                  <a:pt x="146335" y="95399"/>
                </a:lnTo>
                <a:lnTo>
                  <a:pt x="158800" y="73744"/>
                </a:lnTo>
                <a:close/>
                <a:moveTo>
                  <a:pt x="201923" y="73744"/>
                </a:moveTo>
                <a:lnTo>
                  <a:pt x="189421" y="95399"/>
                </a:lnTo>
                <a:lnTo>
                  <a:pt x="182463" y="95399"/>
                </a:lnTo>
                <a:lnTo>
                  <a:pt x="194965" y="73744"/>
                </a:lnTo>
                <a:close/>
                <a:moveTo>
                  <a:pt x="203448" y="74600"/>
                </a:moveTo>
                <a:lnTo>
                  <a:pt x="207429" y="81520"/>
                </a:lnTo>
                <a:lnTo>
                  <a:pt x="211448" y="88478"/>
                </a:lnTo>
                <a:lnTo>
                  <a:pt x="207466" y="95361"/>
                </a:lnTo>
                <a:lnTo>
                  <a:pt x="200471" y="95399"/>
                </a:lnTo>
                <a:lnTo>
                  <a:pt x="204490" y="88441"/>
                </a:lnTo>
                <a:lnTo>
                  <a:pt x="199913" y="80739"/>
                </a:lnTo>
                <a:lnTo>
                  <a:pt x="203448" y="74600"/>
                </a:lnTo>
                <a:close/>
                <a:moveTo>
                  <a:pt x="238051" y="73744"/>
                </a:moveTo>
                <a:lnTo>
                  <a:pt x="225549" y="95399"/>
                </a:lnTo>
                <a:lnTo>
                  <a:pt x="218629" y="95399"/>
                </a:lnTo>
                <a:lnTo>
                  <a:pt x="231093" y="73744"/>
                </a:lnTo>
                <a:close/>
                <a:moveTo>
                  <a:pt x="239613" y="74600"/>
                </a:moveTo>
                <a:lnTo>
                  <a:pt x="243557" y="81520"/>
                </a:lnTo>
                <a:lnTo>
                  <a:pt x="247576" y="88478"/>
                </a:lnTo>
                <a:lnTo>
                  <a:pt x="243594" y="95361"/>
                </a:lnTo>
                <a:lnTo>
                  <a:pt x="236600" y="95399"/>
                </a:lnTo>
                <a:lnTo>
                  <a:pt x="240618" y="88441"/>
                </a:lnTo>
                <a:lnTo>
                  <a:pt x="236041" y="80739"/>
                </a:lnTo>
                <a:lnTo>
                  <a:pt x="239613" y="74600"/>
                </a:lnTo>
                <a:close/>
                <a:moveTo>
                  <a:pt x="274216" y="73744"/>
                </a:moveTo>
                <a:lnTo>
                  <a:pt x="261714" y="95399"/>
                </a:lnTo>
                <a:lnTo>
                  <a:pt x="254757" y="95399"/>
                </a:lnTo>
                <a:lnTo>
                  <a:pt x="267221" y="73744"/>
                </a:lnTo>
                <a:close/>
                <a:moveTo>
                  <a:pt x="230609" y="90227"/>
                </a:moveTo>
                <a:lnTo>
                  <a:pt x="233883" y="95957"/>
                </a:lnTo>
                <a:lnTo>
                  <a:pt x="227261" y="95994"/>
                </a:lnTo>
                <a:lnTo>
                  <a:pt x="227261" y="95994"/>
                </a:lnTo>
                <a:lnTo>
                  <a:pt x="230609" y="90227"/>
                </a:lnTo>
                <a:close/>
                <a:moveTo>
                  <a:pt x="49895" y="90227"/>
                </a:moveTo>
                <a:lnTo>
                  <a:pt x="53206" y="95957"/>
                </a:lnTo>
                <a:lnTo>
                  <a:pt x="46546" y="95994"/>
                </a:lnTo>
                <a:lnTo>
                  <a:pt x="46546" y="95994"/>
                </a:lnTo>
                <a:lnTo>
                  <a:pt x="49895" y="90227"/>
                </a:lnTo>
                <a:close/>
                <a:moveTo>
                  <a:pt x="158316" y="90227"/>
                </a:moveTo>
                <a:lnTo>
                  <a:pt x="161627" y="95957"/>
                </a:lnTo>
                <a:lnTo>
                  <a:pt x="154967" y="95994"/>
                </a:lnTo>
                <a:lnTo>
                  <a:pt x="154967" y="95994"/>
                </a:lnTo>
                <a:lnTo>
                  <a:pt x="158316" y="90227"/>
                </a:lnTo>
                <a:close/>
                <a:moveTo>
                  <a:pt x="266737" y="90227"/>
                </a:moveTo>
                <a:lnTo>
                  <a:pt x="270049" y="95957"/>
                </a:lnTo>
                <a:lnTo>
                  <a:pt x="263389" y="95994"/>
                </a:lnTo>
                <a:lnTo>
                  <a:pt x="263389" y="95994"/>
                </a:lnTo>
                <a:lnTo>
                  <a:pt x="266737" y="90227"/>
                </a:lnTo>
                <a:close/>
                <a:moveTo>
                  <a:pt x="13729" y="90227"/>
                </a:moveTo>
                <a:lnTo>
                  <a:pt x="17041" y="95957"/>
                </a:lnTo>
                <a:lnTo>
                  <a:pt x="10418" y="95994"/>
                </a:lnTo>
                <a:lnTo>
                  <a:pt x="13729" y="90227"/>
                </a:lnTo>
                <a:close/>
                <a:moveTo>
                  <a:pt x="86023" y="90227"/>
                </a:moveTo>
                <a:lnTo>
                  <a:pt x="89334" y="95957"/>
                </a:lnTo>
                <a:lnTo>
                  <a:pt x="82711" y="95994"/>
                </a:lnTo>
                <a:lnTo>
                  <a:pt x="86023" y="90227"/>
                </a:lnTo>
                <a:close/>
                <a:moveTo>
                  <a:pt x="122151" y="90227"/>
                </a:moveTo>
                <a:lnTo>
                  <a:pt x="125462" y="95957"/>
                </a:lnTo>
                <a:lnTo>
                  <a:pt x="118839" y="95994"/>
                </a:lnTo>
                <a:lnTo>
                  <a:pt x="122151" y="90227"/>
                </a:lnTo>
                <a:close/>
                <a:moveTo>
                  <a:pt x="194444" y="90227"/>
                </a:moveTo>
                <a:lnTo>
                  <a:pt x="197755" y="95957"/>
                </a:lnTo>
                <a:lnTo>
                  <a:pt x="191133" y="95994"/>
                </a:lnTo>
                <a:lnTo>
                  <a:pt x="194444" y="90227"/>
                </a:lnTo>
                <a:close/>
                <a:moveTo>
                  <a:pt x="23329" y="97147"/>
                </a:moveTo>
                <a:lnTo>
                  <a:pt x="22957" y="97445"/>
                </a:lnTo>
                <a:lnTo>
                  <a:pt x="22659" y="97780"/>
                </a:lnTo>
                <a:lnTo>
                  <a:pt x="22361" y="98152"/>
                </a:lnTo>
                <a:lnTo>
                  <a:pt x="22064" y="98524"/>
                </a:lnTo>
                <a:lnTo>
                  <a:pt x="21841" y="98933"/>
                </a:lnTo>
                <a:lnTo>
                  <a:pt x="21617" y="99380"/>
                </a:lnTo>
                <a:lnTo>
                  <a:pt x="21394" y="99826"/>
                </a:lnTo>
                <a:lnTo>
                  <a:pt x="21245" y="100273"/>
                </a:lnTo>
                <a:lnTo>
                  <a:pt x="19422" y="97147"/>
                </a:lnTo>
                <a:close/>
                <a:moveTo>
                  <a:pt x="59457" y="97147"/>
                </a:moveTo>
                <a:lnTo>
                  <a:pt x="59122" y="97445"/>
                </a:lnTo>
                <a:lnTo>
                  <a:pt x="58787" y="97780"/>
                </a:lnTo>
                <a:lnTo>
                  <a:pt x="58489" y="98152"/>
                </a:lnTo>
                <a:lnTo>
                  <a:pt x="58229" y="98524"/>
                </a:lnTo>
                <a:lnTo>
                  <a:pt x="57969" y="98933"/>
                </a:lnTo>
                <a:lnTo>
                  <a:pt x="57745" y="99380"/>
                </a:lnTo>
                <a:lnTo>
                  <a:pt x="57559" y="99826"/>
                </a:lnTo>
                <a:lnTo>
                  <a:pt x="57373" y="100273"/>
                </a:lnTo>
                <a:lnTo>
                  <a:pt x="55550" y="97147"/>
                </a:lnTo>
                <a:close/>
                <a:moveTo>
                  <a:pt x="95585" y="97147"/>
                </a:moveTo>
                <a:lnTo>
                  <a:pt x="95250" y="97445"/>
                </a:lnTo>
                <a:lnTo>
                  <a:pt x="94952" y="97780"/>
                </a:lnTo>
                <a:lnTo>
                  <a:pt x="94655" y="98152"/>
                </a:lnTo>
                <a:lnTo>
                  <a:pt x="94357" y="98524"/>
                </a:lnTo>
                <a:lnTo>
                  <a:pt x="94097" y="98933"/>
                </a:lnTo>
                <a:lnTo>
                  <a:pt x="93873" y="99380"/>
                </a:lnTo>
                <a:lnTo>
                  <a:pt x="93687" y="99826"/>
                </a:lnTo>
                <a:lnTo>
                  <a:pt x="93538" y="100273"/>
                </a:lnTo>
                <a:lnTo>
                  <a:pt x="91715" y="97147"/>
                </a:lnTo>
                <a:close/>
                <a:moveTo>
                  <a:pt x="131750" y="97147"/>
                </a:moveTo>
                <a:lnTo>
                  <a:pt x="131415" y="97445"/>
                </a:lnTo>
                <a:lnTo>
                  <a:pt x="131080" y="97780"/>
                </a:lnTo>
                <a:lnTo>
                  <a:pt x="130783" y="98152"/>
                </a:lnTo>
                <a:lnTo>
                  <a:pt x="130522" y="98524"/>
                </a:lnTo>
                <a:lnTo>
                  <a:pt x="130262" y="98933"/>
                </a:lnTo>
                <a:lnTo>
                  <a:pt x="130039" y="99380"/>
                </a:lnTo>
                <a:lnTo>
                  <a:pt x="129815" y="99826"/>
                </a:lnTo>
                <a:lnTo>
                  <a:pt x="129667" y="100273"/>
                </a:lnTo>
                <a:lnTo>
                  <a:pt x="127843" y="97147"/>
                </a:lnTo>
                <a:close/>
                <a:moveTo>
                  <a:pt x="167878" y="97147"/>
                </a:moveTo>
                <a:lnTo>
                  <a:pt x="167543" y="97445"/>
                </a:lnTo>
                <a:lnTo>
                  <a:pt x="167208" y="97780"/>
                </a:lnTo>
                <a:lnTo>
                  <a:pt x="166911" y="98152"/>
                </a:lnTo>
                <a:lnTo>
                  <a:pt x="166650" y="98524"/>
                </a:lnTo>
                <a:lnTo>
                  <a:pt x="166390" y="98933"/>
                </a:lnTo>
                <a:lnTo>
                  <a:pt x="166167" y="99380"/>
                </a:lnTo>
                <a:lnTo>
                  <a:pt x="165981" y="99826"/>
                </a:lnTo>
                <a:lnTo>
                  <a:pt x="165795" y="100273"/>
                </a:lnTo>
                <a:lnTo>
                  <a:pt x="163971" y="97147"/>
                </a:lnTo>
                <a:close/>
                <a:moveTo>
                  <a:pt x="204006" y="97147"/>
                </a:moveTo>
                <a:lnTo>
                  <a:pt x="203671" y="97445"/>
                </a:lnTo>
                <a:lnTo>
                  <a:pt x="203374" y="97780"/>
                </a:lnTo>
                <a:lnTo>
                  <a:pt x="203076" y="98152"/>
                </a:lnTo>
                <a:lnTo>
                  <a:pt x="202778" y="98524"/>
                </a:lnTo>
                <a:lnTo>
                  <a:pt x="202518" y="98933"/>
                </a:lnTo>
                <a:lnTo>
                  <a:pt x="202295" y="99380"/>
                </a:lnTo>
                <a:lnTo>
                  <a:pt x="202109" y="99826"/>
                </a:lnTo>
                <a:lnTo>
                  <a:pt x="201960" y="100273"/>
                </a:lnTo>
                <a:lnTo>
                  <a:pt x="200137" y="97147"/>
                </a:lnTo>
                <a:close/>
                <a:moveTo>
                  <a:pt x="240171" y="97147"/>
                </a:moveTo>
                <a:lnTo>
                  <a:pt x="239837" y="97445"/>
                </a:lnTo>
                <a:lnTo>
                  <a:pt x="239502" y="97780"/>
                </a:lnTo>
                <a:lnTo>
                  <a:pt x="239204" y="98152"/>
                </a:lnTo>
                <a:lnTo>
                  <a:pt x="238944" y="98524"/>
                </a:lnTo>
                <a:lnTo>
                  <a:pt x="238683" y="98933"/>
                </a:lnTo>
                <a:lnTo>
                  <a:pt x="238460" y="99380"/>
                </a:lnTo>
                <a:lnTo>
                  <a:pt x="238237" y="99826"/>
                </a:lnTo>
                <a:lnTo>
                  <a:pt x="238088" y="100273"/>
                </a:lnTo>
                <a:lnTo>
                  <a:pt x="236265" y="97147"/>
                </a:lnTo>
                <a:close/>
                <a:moveTo>
                  <a:pt x="276299" y="97147"/>
                </a:moveTo>
                <a:lnTo>
                  <a:pt x="275965" y="97445"/>
                </a:lnTo>
                <a:lnTo>
                  <a:pt x="275630" y="97780"/>
                </a:lnTo>
                <a:lnTo>
                  <a:pt x="275332" y="98152"/>
                </a:lnTo>
                <a:lnTo>
                  <a:pt x="275072" y="98524"/>
                </a:lnTo>
                <a:lnTo>
                  <a:pt x="274811" y="98933"/>
                </a:lnTo>
                <a:lnTo>
                  <a:pt x="274588" y="99380"/>
                </a:lnTo>
                <a:lnTo>
                  <a:pt x="274402" y="99826"/>
                </a:lnTo>
                <a:lnTo>
                  <a:pt x="274216" y="100273"/>
                </a:lnTo>
                <a:lnTo>
                  <a:pt x="272430" y="97147"/>
                </a:lnTo>
                <a:close/>
                <a:moveTo>
                  <a:pt x="17711" y="97743"/>
                </a:moveTo>
                <a:lnTo>
                  <a:pt x="21208" y="103770"/>
                </a:lnTo>
                <a:lnTo>
                  <a:pt x="14250" y="103770"/>
                </a:lnTo>
                <a:lnTo>
                  <a:pt x="10753" y="97743"/>
                </a:lnTo>
                <a:close/>
                <a:moveTo>
                  <a:pt x="53876" y="97743"/>
                </a:moveTo>
                <a:lnTo>
                  <a:pt x="57373" y="103770"/>
                </a:lnTo>
                <a:lnTo>
                  <a:pt x="50378" y="103770"/>
                </a:lnTo>
                <a:lnTo>
                  <a:pt x="46881" y="97743"/>
                </a:lnTo>
                <a:close/>
                <a:moveTo>
                  <a:pt x="90004" y="97743"/>
                </a:moveTo>
                <a:lnTo>
                  <a:pt x="93501" y="103770"/>
                </a:lnTo>
                <a:lnTo>
                  <a:pt x="86506" y="103770"/>
                </a:lnTo>
                <a:lnTo>
                  <a:pt x="83009" y="97743"/>
                </a:lnTo>
                <a:close/>
                <a:moveTo>
                  <a:pt x="126132" y="97743"/>
                </a:moveTo>
                <a:lnTo>
                  <a:pt x="129629" y="103770"/>
                </a:lnTo>
                <a:lnTo>
                  <a:pt x="122672" y="103770"/>
                </a:lnTo>
                <a:lnTo>
                  <a:pt x="119174" y="97743"/>
                </a:lnTo>
                <a:close/>
                <a:moveTo>
                  <a:pt x="162297" y="97743"/>
                </a:moveTo>
                <a:lnTo>
                  <a:pt x="165795" y="103770"/>
                </a:lnTo>
                <a:lnTo>
                  <a:pt x="158800" y="103770"/>
                </a:lnTo>
                <a:lnTo>
                  <a:pt x="155302" y="97743"/>
                </a:lnTo>
                <a:close/>
                <a:moveTo>
                  <a:pt x="198425" y="97743"/>
                </a:moveTo>
                <a:lnTo>
                  <a:pt x="201923" y="103770"/>
                </a:lnTo>
                <a:lnTo>
                  <a:pt x="194928" y="103770"/>
                </a:lnTo>
                <a:lnTo>
                  <a:pt x="191430" y="97743"/>
                </a:lnTo>
                <a:close/>
                <a:moveTo>
                  <a:pt x="234553" y="97743"/>
                </a:moveTo>
                <a:lnTo>
                  <a:pt x="238051" y="103770"/>
                </a:lnTo>
                <a:lnTo>
                  <a:pt x="231093" y="103770"/>
                </a:lnTo>
                <a:lnTo>
                  <a:pt x="227595" y="97743"/>
                </a:lnTo>
                <a:close/>
                <a:moveTo>
                  <a:pt x="270718" y="97743"/>
                </a:moveTo>
                <a:lnTo>
                  <a:pt x="274216" y="103770"/>
                </a:lnTo>
                <a:lnTo>
                  <a:pt x="267221" y="103770"/>
                </a:lnTo>
                <a:lnTo>
                  <a:pt x="263723" y="97743"/>
                </a:lnTo>
                <a:close/>
                <a:moveTo>
                  <a:pt x="31775" y="90227"/>
                </a:moveTo>
                <a:lnTo>
                  <a:pt x="35868" y="97147"/>
                </a:lnTo>
                <a:lnTo>
                  <a:pt x="44165" y="97147"/>
                </a:lnTo>
                <a:lnTo>
                  <a:pt x="38174" y="107491"/>
                </a:lnTo>
                <a:lnTo>
                  <a:pt x="38063" y="106933"/>
                </a:lnTo>
                <a:lnTo>
                  <a:pt x="37877" y="106375"/>
                </a:lnTo>
                <a:lnTo>
                  <a:pt x="37654" y="105817"/>
                </a:lnTo>
                <a:lnTo>
                  <a:pt x="37430" y="105296"/>
                </a:lnTo>
                <a:lnTo>
                  <a:pt x="37133" y="104738"/>
                </a:lnTo>
                <a:lnTo>
                  <a:pt x="36835" y="104254"/>
                </a:lnTo>
                <a:lnTo>
                  <a:pt x="33672" y="98747"/>
                </a:lnTo>
                <a:lnTo>
                  <a:pt x="33449" y="98375"/>
                </a:lnTo>
                <a:lnTo>
                  <a:pt x="33226" y="98040"/>
                </a:lnTo>
                <a:lnTo>
                  <a:pt x="32965" y="97705"/>
                </a:lnTo>
                <a:lnTo>
                  <a:pt x="32668" y="97408"/>
                </a:lnTo>
                <a:lnTo>
                  <a:pt x="32407" y="97110"/>
                </a:lnTo>
                <a:lnTo>
                  <a:pt x="32110" y="96850"/>
                </a:lnTo>
                <a:lnTo>
                  <a:pt x="31812" y="96626"/>
                </a:lnTo>
                <a:lnTo>
                  <a:pt x="31477" y="96403"/>
                </a:lnTo>
                <a:lnTo>
                  <a:pt x="31179" y="96217"/>
                </a:lnTo>
                <a:lnTo>
                  <a:pt x="30845" y="96031"/>
                </a:lnTo>
                <a:lnTo>
                  <a:pt x="30175" y="95733"/>
                </a:lnTo>
                <a:lnTo>
                  <a:pt x="29468" y="95547"/>
                </a:lnTo>
                <a:lnTo>
                  <a:pt x="28761" y="95436"/>
                </a:lnTo>
                <a:lnTo>
                  <a:pt x="31775" y="90227"/>
                </a:lnTo>
                <a:close/>
                <a:moveTo>
                  <a:pt x="67903" y="90227"/>
                </a:moveTo>
                <a:lnTo>
                  <a:pt x="71996" y="97147"/>
                </a:lnTo>
                <a:lnTo>
                  <a:pt x="80293" y="97147"/>
                </a:lnTo>
                <a:lnTo>
                  <a:pt x="74302" y="107491"/>
                </a:lnTo>
                <a:lnTo>
                  <a:pt x="74191" y="106933"/>
                </a:lnTo>
                <a:lnTo>
                  <a:pt x="74005" y="106375"/>
                </a:lnTo>
                <a:lnTo>
                  <a:pt x="73819" y="105817"/>
                </a:lnTo>
                <a:lnTo>
                  <a:pt x="73558" y="105296"/>
                </a:lnTo>
                <a:lnTo>
                  <a:pt x="73298" y="104738"/>
                </a:lnTo>
                <a:lnTo>
                  <a:pt x="72963" y="104254"/>
                </a:lnTo>
                <a:lnTo>
                  <a:pt x="69838" y="98747"/>
                </a:lnTo>
                <a:lnTo>
                  <a:pt x="69614" y="98375"/>
                </a:lnTo>
                <a:lnTo>
                  <a:pt x="69354" y="98040"/>
                </a:lnTo>
                <a:lnTo>
                  <a:pt x="69093" y="97705"/>
                </a:lnTo>
                <a:lnTo>
                  <a:pt x="68833" y="97408"/>
                </a:lnTo>
                <a:lnTo>
                  <a:pt x="68535" y="97110"/>
                </a:lnTo>
                <a:lnTo>
                  <a:pt x="68238" y="96850"/>
                </a:lnTo>
                <a:lnTo>
                  <a:pt x="67940" y="96626"/>
                </a:lnTo>
                <a:lnTo>
                  <a:pt x="67642" y="96403"/>
                </a:lnTo>
                <a:lnTo>
                  <a:pt x="67308" y="96217"/>
                </a:lnTo>
                <a:lnTo>
                  <a:pt x="66973" y="96031"/>
                </a:lnTo>
                <a:lnTo>
                  <a:pt x="66303" y="95733"/>
                </a:lnTo>
                <a:lnTo>
                  <a:pt x="65596" y="95547"/>
                </a:lnTo>
                <a:lnTo>
                  <a:pt x="64889" y="95436"/>
                </a:lnTo>
                <a:lnTo>
                  <a:pt x="67903" y="90227"/>
                </a:lnTo>
                <a:close/>
                <a:moveTo>
                  <a:pt x="104031" y="90227"/>
                </a:moveTo>
                <a:lnTo>
                  <a:pt x="108124" y="97147"/>
                </a:lnTo>
                <a:lnTo>
                  <a:pt x="116458" y="97147"/>
                </a:lnTo>
                <a:lnTo>
                  <a:pt x="110430" y="107491"/>
                </a:lnTo>
                <a:lnTo>
                  <a:pt x="110319" y="106933"/>
                </a:lnTo>
                <a:lnTo>
                  <a:pt x="110170" y="106375"/>
                </a:lnTo>
                <a:lnTo>
                  <a:pt x="109947" y="105817"/>
                </a:lnTo>
                <a:lnTo>
                  <a:pt x="109724" y="105296"/>
                </a:lnTo>
                <a:lnTo>
                  <a:pt x="109426" y="104738"/>
                </a:lnTo>
                <a:lnTo>
                  <a:pt x="109091" y="104254"/>
                </a:lnTo>
                <a:lnTo>
                  <a:pt x="105966" y="98747"/>
                </a:lnTo>
                <a:lnTo>
                  <a:pt x="105742" y="98375"/>
                </a:lnTo>
                <a:lnTo>
                  <a:pt x="105482" y="98040"/>
                </a:lnTo>
                <a:lnTo>
                  <a:pt x="105221" y="97705"/>
                </a:lnTo>
                <a:lnTo>
                  <a:pt x="104961" y="97408"/>
                </a:lnTo>
                <a:lnTo>
                  <a:pt x="104701" y="97110"/>
                </a:lnTo>
                <a:lnTo>
                  <a:pt x="104403" y="96850"/>
                </a:lnTo>
                <a:lnTo>
                  <a:pt x="104105" y="96626"/>
                </a:lnTo>
                <a:lnTo>
                  <a:pt x="103770" y="96403"/>
                </a:lnTo>
                <a:lnTo>
                  <a:pt x="103473" y="96217"/>
                </a:lnTo>
                <a:lnTo>
                  <a:pt x="103138" y="96031"/>
                </a:lnTo>
                <a:lnTo>
                  <a:pt x="102431" y="95733"/>
                </a:lnTo>
                <a:lnTo>
                  <a:pt x="101761" y="95547"/>
                </a:lnTo>
                <a:lnTo>
                  <a:pt x="101054" y="95436"/>
                </a:lnTo>
                <a:lnTo>
                  <a:pt x="104031" y="90227"/>
                </a:lnTo>
                <a:close/>
                <a:moveTo>
                  <a:pt x="140196" y="90227"/>
                </a:moveTo>
                <a:lnTo>
                  <a:pt x="144289" y="97147"/>
                </a:lnTo>
                <a:lnTo>
                  <a:pt x="152586" y="97147"/>
                </a:lnTo>
                <a:lnTo>
                  <a:pt x="146596" y="107491"/>
                </a:lnTo>
                <a:lnTo>
                  <a:pt x="146484" y="106933"/>
                </a:lnTo>
                <a:lnTo>
                  <a:pt x="146298" y="106375"/>
                </a:lnTo>
                <a:lnTo>
                  <a:pt x="146112" y="105817"/>
                </a:lnTo>
                <a:lnTo>
                  <a:pt x="145852" y="105296"/>
                </a:lnTo>
                <a:lnTo>
                  <a:pt x="145554" y="104738"/>
                </a:lnTo>
                <a:lnTo>
                  <a:pt x="145256" y="104254"/>
                </a:lnTo>
                <a:lnTo>
                  <a:pt x="142094" y="98747"/>
                </a:lnTo>
                <a:lnTo>
                  <a:pt x="141870" y="98375"/>
                </a:lnTo>
                <a:lnTo>
                  <a:pt x="141647" y="98040"/>
                </a:lnTo>
                <a:lnTo>
                  <a:pt x="141387" y="97705"/>
                </a:lnTo>
                <a:lnTo>
                  <a:pt x="141089" y="97408"/>
                </a:lnTo>
                <a:lnTo>
                  <a:pt x="140829" y="97110"/>
                </a:lnTo>
                <a:lnTo>
                  <a:pt x="140531" y="96850"/>
                </a:lnTo>
                <a:lnTo>
                  <a:pt x="140233" y="96626"/>
                </a:lnTo>
                <a:lnTo>
                  <a:pt x="139898" y="96403"/>
                </a:lnTo>
                <a:lnTo>
                  <a:pt x="139601" y="96217"/>
                </a:lnTo>
                <a:lnTo>
                  <a:pt x="139266" y="96031"/>
                </a:lnTo>
                <a:lnTo>
                  <a:pt x="138596" y="95733"/>
                </a:lnTo>
                <a:lnTo>
                  <a:pt x="137889" y="95547"/>
                </a:lnTo>
                <a:lnTo>
                  <a:pt x="137182" y="95436"/>
                </a:lnTo>
                <a:lnTo>
                  <a:pt x="140196" y="90227"/>
                </a:lnTo>
                <a:close/>
                <a:moveTo>
                  <a:pt x="176324" y="90227"/>
                </a:moveTo>
                <a:lnTo>
                  <a:pt x="180417" y="97147"/>
                </a:lnTo>
                <a:lnTo>
                  <a:pt x="188714" y="97147"/>
                </a:lnTo>
                <a:lnTo>
                  <a:pt x="182724" y="107491"/>
                </a:lnTo>
                <a:lnTo>
                  <a:pt x="182612" y="106933"/>
                </a:lnTo>
                <a:lnTo>
                  <a:pt x="182463" y="106375"/>
                </a:lnTo>
                <a:lnTo>
                  <a:pt x="182240" y="105817"/>
                </a:lnTo>
                <a:lnTo>
                  <a:pt x="181980" y="105296"/>
                </a:lnTo>
                <a:lnTo>
                  <a:pt x="181719" y="104738"/>
                </a:lnTo>
                <a:lnTo>
                  <a:pt x="181384" y="104254"/>
                </a:lnTo>
                <a:lnTo>
                  <a:pt x="178259" y="98747"/>
                </a:lnTo>
                <a:lnTo>
                  <a:pt x="178036" y="98375"/>
                </a:lnTo>
                <a:lnTo>
                  <a:pt x="177775" y="98040"/>
                </a:lnTo>
                <a:lnTo>
                  <a:pt x="177515" y="97705"/>
                </a:lnTo>
                <a:lnTo>
                  <a:pt x="177254" y="97408"/>
                </a:lnTo>
                <a:lnTo>
                  <a:pt x="176957" y="97110"/>
                </a:lnTo>
                <a:lnTo>
                  <a:pt x="176659" y="96850"/>
                </a:lnTo>
                <a:lnTo>
                  <a:pt x="176361" y="96626"/>
                </a:lnTo>
                <a:lnTo>
                  <a:pt x="176064" y="96403"/>
                </a:lnTo>
                <a:lnTo>
                  <a:pt x="175729" y="96217"/>
                </a:lnTo>
                <a:lnTo>
                  <a:pt x="175394" y="96031"/>
                </a:lnTo>
                <a:lnTo>
                  <a:pt x="174724" y="95733"/>
                </a:lnTo>
                <a:lnTo>
                  <a:pt x="174017" y="95547"/>
                </a:lnTo>
                <a:lnTo>
                  <a:pt x="173310" y="95436"/>
                </a:lnTo>
                <a:lnTo>
                  <a:pt x="176324" y="90227"/>
                </a:lnTo>
                <a:close/>
                <a:moveTo>
                  <a:pt x="212452" y="90227"/>
                </a:moveTo>
                <a:lnTo>
                  <a:pt x="216545" y="97147"/>
                </a:lnTo>
                <a:lnTo>
                  <a:pt x="224879" y="97147"/>
                </a:lnTo>
                <a:lnTo>
                  <a:pt x="218852" y="107491"/>
                </a:lnTo>
                <a:lnTo>
                  <a:pt x="218740" y="106933"/>
                </a:lnTo>
                <a:lnTo>
                  <a:pt x="218591" y="106375"/>
                </a:lnTo>
                <a:lnTo>
                  <a:pt x="218368" y="105817"/>
                </a:lnTo>
                <a:lnTo>
                  <a:pt x="218145" y="105296"/>
                </a:lnTo>
                <a:lnTo>
                  <a:pt x="217847" y="104738"/>
                </a:lnTo>
                <a:lnTo>
                  <a:pt x="217550" y="104254"/>
                </a:lnTo>
                <a:lnTo>
                  <a:pt x="214387" y="98747"/>
                </a:lnTo>
                <a:lnTo>
                  <a:pt x="214164" y="98375"/>
                </a:lnTo>
                <a:lnTo>
                  <a:pt x="213903" y="98040"/>
                </a:lnTo>
                <a:lnTo>
                  <a:pt x="213643" y="97705"/>
                </a:lnTo>
                <a:lnTo>
                  <a:pt x="213382" y="97408"/>
                </a:lnTo>
                <a:lnTo>
                  <a:pt x="213122" y="97110"/>
                </a:lnTo>
                <a:lnTo>
                  <a:pt x="212824" y="96850"/>
                </a:lnTo>
                <a:lnTo>
                  <a:pt x="212527" y="96626"/>
                </a:lnTo>
                <a:lnTo>
                  <a:pt x="212192" y="96403"/>
                </a:lnTo>
                <a:lnTo>
                  <a:pt x="211894" y="96217"/>
                </a:lnTo>
                <a:lnTo>
                  <a:pt x="211559" y="96031"/>
                </a:lnTo>
                <a:lnTo>
                  <a:pt x="210889" y="95733"/>
                </a:lnTo>
                <a:lnTo>
                  <a:pt x="210183" y="95547"/>
                </a:lnTo>
                <a:lnTo>
                  <a:pt x="209476" y="95436"/>
                </a:lnTo>
                <a:lnTo>
                  <a:pt x="212452" y="90227"/>
                </a:lnTo>
                <a:close/>
                <a:moveTo>
                  <a:pt x="248617" y="90227"/>
                </a:moveTo>
                <a:lnTo>
                  <a:pt x="252710" y="97147"/>
                </a:lnTo>
                <a:lnTo>
                  <a:pt x="261007" y="97147"/>
                </a:lnTo>
                <a:lnTo>
                  <a:pt x="255017" y="107491"/>
                </a:lnTo>
                <a:lnTo>
                  <a:pt x="254905" y="106933"/>
                </a:lnTo>
                <a:lnTo>
                  <a:pt x="254719" y="106375"/>
                </a:lnTo>
                <a:lnTo>
                  <a:pt x="254533" y="105817"/>
                </a:lnTo>
                <a:lnTo>
                  <a:pt x="254273" y="105296"/>
                </a:lnTo>
                <a:lnTo>
                  <a:pt x="253975" y="104738"/>
                </a:lnTo>
                <a:lnTo>
                  <a:pt x="253678" y="104254"/>
                </a:lnTo>
                <a:lnTo>
                  <a:pt x="250515" y="98747"/>
                </a:lnTo>
                <a:lnTo>
                  <a:pt x="250292" y="98375"/>
                </a:lnTo>
                <a:lnTo>
                  <a:pt x="250068" y="98040"/>
                </a:lnTo>
                <a:lnTo>
                  <a:pt x="249808" y="97705"/>
                </a:lnTo>
                <a:lnTo>
                  <a:pt x="249548" y="97408"/>
                </a:lnTo>
                <a:lnTo>
                  <a:pt x="249250" y="97110"/>
                </a:lnTo>
                <a:lnTo>
                  <a:pt x="248952" y="96850"/>
                </a:lnTo>
                <a:lnTo>
                  <a:pt x="248655" y="96626"/>
                </a:lnTo>
                <a:lnTo>
                  <a:pt x="248357" y="96403"/>
                </a:lnTo>
                <a:lnTo>
                  <a:pt x="248022" y="96217"/>
                </a:lnTo>
                <a:lnTo>
                  <a:pt x="247687" y="96031"/>
                </a:lnTo>
                <a:lnTo>
                  <a:pt x="247017" y="95733"/>
                </a:lnTo>
                <a:lnTo>
                  <a:pt x="246311" y="95547"/>
                </a:lnTo>
                <a:lnTo>
                  <a:pt x="245604" y="95436"/>
                </a:lnTo>
                <a:lnTo>
                  <a:pt x="248617" y="90227"/>
                </a:lnTo>
                <a:close/>
                <a:moveTo>
                  <a:pt x="31998" y="103100"/>
                </a:moveTo>
                <a:lnTo>
                  <a:pt x="32482" y="103138"/>
                </a:lnTo>
                <a:lnTo>
                  <a:pt x="32928" y="103249"/>
                </a:lnTo>
                <a:lnTo>
                  <a:pt x="33375" y="103435"/>
                </a:lnTo>
                <a:lnTo>
                  <a:pt x="33821" y="103621"/>
                </a:lnTo>
                <a:lnTo>
                  <a:pt x="34230" y="103882"/>
                </a:lnTo>
                <a:lnTo>
                  <a:pt x="34640" y="104217"/>
                </a:lnTo>
                <a:lnTo>
                  <a:pt x="35049" y="104589"/>
                </a:lnTo>
                <a:lnTo>
                  <a:pt x="35421" y="105035"/>
                </a:lnTo>
                <a:lnTo>
                  <a:pt x="35756" y="105519"/>
                </a:lnTo>
                <a:lnTo>
                  <a:pt x="36016" y="106040"/>
                </a:lnTo>
                <a:lnTo>
                  <a:pt x="36202" y="106561"/>
                </a:lnTo>
                <a:lnTo>
                  <a:pt x="36351" y="107082"/>
                </a:lnTo>
                <a:lnTo>
                  <a:pt x="36426" y="107565"/>
                </a:lnTo>
                <a:lnTo>
                  <a:pt x="36463" y="108049"/>
                </a:lnTo>
                <a:lnTo>
                  <a:pt x="36463" y="108533"/>
                </a:lnTo>
                <a:lnTo>
                  <a:pt x="36388" y="109016"/>
                </a:lnTo>
                <a:lnTo>
                  <a:pt x="36277" y="109463"/>
                </a:lnTo>
                <a:lnTo>
                  <a:pt x="36091" y="109872"/>
                </a:lnTo>
                <a:lnTo>
                  <a:pt x="35905" y="110281"/>
                </a:lnTo>
                <a:lnTo>
                  <a:pt x="35682" y="110691"/>
                </a:lnTo>
                <a:lnTo>
                  <a:pt x="35384" y="111026"/>
                </a:lnTo>
                <a:lnTo>
                  <a:pt x="35086" y="111398"/>
                </a:lnTo>
                <a:lnTo>
                  <a:pt x="34751" y="111695"/>
                </a:lnTo>
                <a:lnTo>
                  <a:pt x="34417" y="111993"/>
                </a:lnTo>
                <a:lnTo>
                  <a:pt x="34044" y="112216"/>
                </a:lnTo>
                <a:lnTo>
                  <a:pt x="33635" y="112439"/>
                </a:lnTo>
                <a:lnTo>
                  <a:pt x="33226" y="112663"/>
                </a:lnTo>
                <a:lnTo>
                  <a:pt x="32779" y="112811"/>
                </a:lnTo>
                <a:lnTo>
                  <a:pt x="32333" y="112923"/>
                </a:lnTo>
                <a:lnTo>
                  <a:pt x="31886" y="112997"/>
                </a:lnTo>
                <a:lnTo>
                  <a:pt x="31440" y="113035"/>
                </a:lnTo>
                <a:lnTo>
                  <a:pt x="30993" y="113035"/>
                </a:lnTo>
                <a:lnTo>
                  <a:pt x="30547" y="112960"/>
                </a:lnTo>
                <a:lnTo>
                  <a:pt x="30063" y="112849"/>
                </a:lnTo>
                <a:lnTo>
                  <a:pt x="29617" y="112737"/>
                </a:lnTo>
                <a:lnTo>
                  <a:pt x="29208" y="112514"/>
                </a:lnTo>
                <a:lnTo>
                  <a:pt x="28761" y="112291"/>
                </a:lnTo>
                <a:lnTo>
                  <a:pt x="28352" y="111956"/>
                </a:lnTo>
                <a:lnTo>
                  <a:pt x="27980" y="111621"/>
                </a:lnTo>
                <a:lnTo>
                  <a:pt x="27608" y="111212"/>
                </a:lnTo>
                <a:lnTo>
                  <a:pt x="27273" y="110728"/>
                </a:lnTo>
                <a:lnTo>
                  <a:pt x="26975" y="110207"/>
                </a:lnTo>
                <a:lnTo>
                  <a:pt x="26752" y="109649"/>
                </a:lnTo>
                <a:lnTo>
                  <a:pt x="26603" y="109165"/>
                </a:lnTo>
                <a:lnTo>
                  <a:pt x="26491" y="108644"/>
                </a:lnTo>
                <a:lnTo>
                  <a:pt x="26454" y="108123"/>
                </a:lnTo>
                <a:lnTo>
                  <a:pt x="26491" y="107640"/>
                </a:lnTo>
                <a:lnTo>
                  <a:pt x="26529" y="107193"/>
                </a:lnTo>
                <a:lnTo>
                  <a:pt x="26640" y="106710"/>
                </a:lnTo>
                <a:lnTo>
                  <a:pt x="26826" y="106300"/>
                </a:lnTo>
                <a:lnTo>
                  <a:pt x="27012" y="105854"/>
                </a:lnTo>
                <a:lnTo>
                  <a:pt x="27236" y="105482"/>
                </a:lnTo>
                <a:lnTo>
                  <a:pt x="27533" y="105110"/>
                </a:lnTo>
                <a:lnTo>
                  <a:pt x="27831" y="104738"/>
                </a:lnTo>
                <a:lnTo>
                  <a:pt x="28166" y="104440"/>
                </a:lnTo>
                <a:lnTo>
                  <a:pt x="28538" y="104142"/>
                </a:lnTo>
                <a:lnTo>
                  <a:pt x="28910" y="103882"/>
                </a:lnTo>
                <a:lnTo>
                  <a:pt x="29319" y="103659"/>
                </a:lnTo>
                <a:lnTo>
                  <a:pt x="29728" y="103473"/>
                </a:lnTo>
                <a:lnTo>
                  <a:pt x="30175" y="103324"/>
                </a:lnTo>
                <a:lnTo>
                  <a:pt x="30621" y="103175"/>
                </a:lnTo>
                <a:lnTo>
                  <a:pt x="31068" y="103100"/>
                </a:lnTo>
                <a:close/>
                <a:moveTo>
                  <a:pt x="68163" y="103100"/>
                </a:moveTo>
                <a:lnTo>
                  <a:pt x="68610" y="103138"/>
                </a:lnTo>
                <a:lnTo>
                  <a:pt x="69056" y="103249"/>
                </a:lnTo>
                <a:lnTo>
                  <a:pt x="69503" y="103435"/>
                </a:lnTo>
                <a:lnTo>
                  <a:pt x="69949" y="103621"/>
                </a:lnTo>
                <a:lnTo>
                  <a:pt x="70396" y="103882"/>
                </a:lnTo>
                <a:lnTo>
                  <a:pt x="70805" y="104217"/>
                </a:lnTo>
                <a:lnTo>
                  <a:pt x="71177" y="104589"/>
                </a:lnTo>
                <a:lnTo>
                  <a:pt x="71549" y="105035"/>
                </a:lnTo>
                <a:lnTo>
                  <a:pt x="71884" y="105519"/>
                </a:lnTo>
                <a:lnTo>
                  <a:pt x="72144" y="106040"/>
                </a:lnTo>
                <a:lnTo>
                  <a:pt x="72368" y="106561"/>
                </a:lnTo>
                <a:lnTo>
                  <a:pt x="72479" y="107082"/>
                </a:lnTo>
                <a:lnTo>
                  <a:pt x="72591" y="107565"/>
                </a:lnTo>
                <a:lnTo>
                  <a:pt x="72628" y="108049"/>
                </a:lnTo>
                <a:lnTo>
                  <a:pt x="72591" y="108533"/>
                </a:lnTo>
                <a:lnTo>
                  <a:pt x="72517" y="109016"/>
                </a:lnTo>
                <a:lnTo>
                  <a:pt x="72405" y="109463"/>
                </a:lnTo>
                <a:lnTo>
                  <a:pt x="72256" y="109872"/>
                </a:lnTo>
                <a:lnTo>
                  <a:pt x="72033" y="110281"/>
                </a:lnTo>
                <a:lnTo>
                  <a:pt x="71810" y="110691"/>
                </a:lnTo>
                <a:lnTo>
                  <a:pt x="71549" y="111026"/>
                </a:lnTo>
                <a:lnTo>
                  <a:pt x="71251" y="111398"/>
                </a:lnTo>
                <a:lnTo>
                  <a:pt x="70917" y="111695"/>
                </a:lnTo>
                <a:lnTo>
                  <a:pt x="70545" y="111993"/>
                </a:lnTo>
                <a:lnTo>
                  <a:pt x="70172" y="112216"/>
                </a:lnTo>
                <a:lnTo>
                  <a:pt x="69763" y="112439"/>
                </a:lnTo>
                <a:lnTo>
                  <a:pt x="69354" y="112663"/>
                </a:lnTo>
                <a:lnTo>
                  <a:pt x="68945" y="112811"/>
                </a:lnTo>
                <a:lnTo>
                  <a:pt x="68498" y="112923"/>
                </a:lnTo>
                <a:lnTo>
                  <a:pt x="68052" y="112997"/>
                </a:lnTo>
                <a:lnTo>
                  <a:pt x="67568" y="113035"/>
                </a:lnTo>
                <a:lnTo>
                  <a:pt x="67121" y="113035"/>
                </a:lnTo>
                <a:lnTo>
                  <a:pt x="66675" y="112960"/>
                </a:lnTo>
                <a:lnTo>
                  <a:pt x="66229" y="112849"/>
                </a:lnTo>
                <a:lnTo>
                  <a:pt x="65782" y="112737"/>
                </a:lnTo>
                <a:lnTo>
                  <a:pt x="65336" y="112514"/>
                </a:lnTo>
                <a:lnTo>
                  <a:pt x="64926" y="112291"/>
                </a:lnTo>
                <a:lnTo>
                  <a:pt x="64517" y="111956"/>
                </a:lnTo>
                <a:lnTo>
                  <a:pt x="64108" y="111621"/>
                </a:lnTo>
                <a:lnTo>
                  <a:pt x="63736" y="111212"/>
                </a:lnTo>
                <a:lnTo>
                  <a:pt x="63401" y="110728"/>
                </a:lnTo>
                <a:lnTo>
                  <a:pt x="63103" y="110207"/>
                </a:lnTo>
                <a:lnTo>
                  <a:pt x="62880" y="109649"/>
                </a:lnTo>
                <a:lnTo>
                  <a:pt x="62731" y="109165"/>
                </a:lnTo>
                <a:lnTo>
                  <a:pt x="62657" y="108644"/>
                </a:lnTo>
                <a:lnTo>
                  <a:pt x="62619" y="108123"/>
                </a:lnTo>
                <a:lnTo>
                  <a:pt x="62619" y="107640"/>
                </a:lnTo>
                <a:lnTo>
                  <a:pt x="62694" y="107193"/>
                </a:lnTo>
                <a:lnTo>
                  <a:pt x="62805" y="106710"/>
                </a:lnTo>
                <a:lnTo>
                  <a:pt x="62954" y="106300"/>
                </a:lnTo>
                <a:lnTo>
                  <a:pt x="63140" y="105854"/>
                </a:lnTo>
                <a:lnTo>
                  <a:pt x="63401" y="105482"/>
                </a:lnTo>
                <a:lnTo>
                  <a:pt x="63661" y="105110"/>
                </a:lnTo>
                <a:lnTo>
                  <a:pt x="63959" y="104738"/>
                </a:lnTo>
                <a:lnTo>
                  <a:pt x="64294" y="104440"/>
                </a:lnTo>
                <a:lnTo>
                  <a:pt x="64666" y="104142"/>
                </a:lnTo>
                <a:lnTo>
                  <a:pt x="65038" y="103882"/>
                </a:lnTo>
                <a:lnTo>
                  <a:pt x="65447" y="103659"/>
                </a:lnTo>
                <a:lnTo>
                  <a:pt x="65894" y="103473"/>
                </a:lnTo>
                <a:lnTo>
                  <a:pt x="66303" y="103324"/>
                </a:lnTo>
                <a:lnTo>
                  <a:pt x="66749" y="103175"/>
                </a:lnTo>
                <a:lnTo>
                  <a:pt x="67233" y="103100"/>
                </a:lnTo>
                <a:close/>
                <a:moveTo>
                  <a:pt x="104291" y="103100"/>
                </a:moveTo>
                <a:lnTo>
                  <a:pt x="104738" y="103138"/>
                </a:lnTo>
                <a:lnTo>
                  <a:pt x="105221" y="103249"/>
                </a:lnTo>
                <a:lnTo>
                  <a:pt x="105668" y="103435"/>
                </a:lnTo>
                <a:lnTo>
                  <a:pt x="106077" y="103621"/>
                </a:lnTo>
                <a:lnTo>
                  <a:pt x="106524" y="103882"/>
                </a:lnTo>
                <a:lnTo>
                  <a:pt x="106933" y="104217"/>
                </a:lnTo>
                <a:lnTo>
                  <a:pt x="107305" y="104589"/>
                </a:lnTo>
                <a:lnTo>
                  <a:pt x="107677" y="105035"/>
                </a:lnTo>
                <a:lnTo>
                  <a:pt x="108012" y="105519"/>
                </a:lnTo>
                <a:lnTo>
                  <a:pt x="108310" y="106040"/>
                </a:lnTo>
                <a:lnTo>
                  <a:pt x="108496" y="106561"/>
                </a:lnTo>
                <a:lnTo>
                  <a:pt x="108645" y="107082"/>
                </a:lnTo>
                <a:lnTo>
                  <a:pt x="108719" y="107565"/>
                </a:lnTo>
                <a:lnTo>
                  <a:pt x="108756" y="108049"/>
                </a:lnTo>
                <a:lnTo>
                  <a:pt x="108719" y="108533"/>
                </a:lnTo>
                <a:lnTo>
                  <a:pt x="108645" y="109016"/>
                </a:lnTo>
                <a:lnTo>
                  <a:pt x="108533" y="109463"/>
                </a:lnTo>
                <a:lnTo>
                  <a:pt x="108384" y="109872"/>
                </a:lnTo>
                <a:lnTo>
                  <a:pt x="108198" y="110281"/>
                </a:lnTo>
                <a:lnTo>
                  <a:pt x="107938" y="110691"/>
                </a:lnTo>
                <a:lnTo>
                  <a:pt x="107677" y="111026"/>
                </a:lnTo>
                <a:lnTo>
                  <a:pt x="107379" y="111398"/>
                </a:lnTo>
                <a:lnTo>
                  <a:pt x="107045" y="111695"/>
                </a:lnTo>
                <a:lnTo>
                  <a:pt x="106673" y="111993"/>
                </a:lnTo>
                <a:lnTo>
                  <a:pt x="106300" y="112216"/>
                </a:lnTo>
                <a:lnTo>
                  <a:pt x="105928" y="112439"/>
                </a:lnTo>
                <a:lnTo>
                  <a:pt x="105482" y="112663"/>
                </a:lnTo>
                <a:lnTo>
                  <a:pt x="105073" y="112811"/>
                </a:lnTo>
                <a:lnTo>
                  <a:pt x="104626" y="112923"/>
                </a:lnTo>
                <a:lnTo>
                  <a:pt x="104180" y="112997"/>
                </a:lnTo>
                <a:lnTo>
                  <a:pt x="103733" y="113035"/>
                </a:lnTo>
                <a:lnTo>
                  <a:pt x="103287" y="113035"/>
                </a:lnTo>
                <a:lnTo>
                  <a:pt x="102803" y="112960"/>
                </a:lnTo>
                <a:lnTo>
                  <a:pt x="102357" y="112849"/>
                </a:lnTo>
                <a:lnTo>
                  <a:pt x="101910" y="112737"/>
                </a:lnTo>
                <a:lnTo>
                  <a:pt x="101464" y="112514"/>
                </a:lnTo>
                <a:lnTo>
                  <a:pt x="101054" y="112291"/>
                </a:lnTo>
                <a:lnTo>
                  <a:pt x="100645" y="111956"/>
                </a:lnTo>
                <a:lnTo>
                  <a:pt x="100273" y="111621"/>
                </a:lnTo>
                <a:lnTo>
                  <a:pt x="99901" y="111212"/>
                </a:lnTo>
                <a:lnTo>
                  <a:pt x="99566" y="110728"/>
                </a:lnTo>
                <a:lnTo>
                  <a:pt x="99268" y="110207"/>
                </a:lnTo>
                <a:lnTo>
                  <a:pt x="99045" y="109649"/>
                </a:lnTo>
                <a:lnTo>
                  <a:pt x="98896" y="109165"/>
                </a:lnTo>
                <a:lnTo>
                  <a:pt x="98785" y="108644"/>
                </a:lnTo>
                <a:lnTo>
                  <a:pt x="98747" y="108123"/>
                </a:lnTo>
                <a:lnTo>
                  <a:pt x="98747" y="107640"/>
                </a:lnTo>
                <a:lnTo>
                  <a:pt x="98822" y="107193"/>
                </a:lnTo>
                <a:lnTo>
                  <a:pt x="98934" y="106710"/>
                </a:lnTo>
                <a:lnTo>
                  <a:pt x="99082" y="106300"/>
                </a:lnTo>
                <a:lnTo>
                  <a:pt x="99306" y="105854"/>
                </a:lnTo>
                <a:lnTo>
                  <a:pt x="99529" y="105482"/>
                </a:lnTo>
                <a:lnTo>
                  <a:pt x="99789" y="105110"/>
                </a:lnTo>
                <a:lnTo>
                  <a:pt x="100124" y="104738"/>
                </a:lnTo>
                <a:lnTo>
                  <a:pt x="100459" y="104440"/>
                </a:lnTo>
                <a:lnTo>
                  <a:pt x="100794" y="104142"/>
                </a:lnTo>
                <a:lnTo>
                  <a:pt x="101203" y="103882"/>
                </a:lnTo>
                <a:lnTo>
                  <a:pt x="101612" y="103659"/>
                </a:lnTo>
                <a:lnTo>
                  <a:pt x="102022" y="103473"/>
                </a:lnTo>
                <a:lnTo>
                  <a:pt x="102468" y="103324"/>
                </a:lnTo>
                <a:lnTo>
                  <a:pt x="102915" y="103175"/>
                </a:lnTo>
                <a:lnTo>
                  <a:pt x="103361" y="103100"/>
                </a:lnTo>
                <a:close/>
                <a:moveTo>
                  <a:pt x="140419" y="103100"/>
                </a:moveTo>
                <a:lnTo>
                  <a:pt x="140903" y="103138"/>
                </a:lnTo>
                <a:lnTo>
                  <a:pt x="141350" y="103249"/>
                </a:lnTo>
                <a:lnTo>
                  <a:pt x="141796" y="103435"/>
                </a:lnTo>
                <a:lnTo>
                  <a:pt x="142242" y="103621"/>
                </a:lnTo>
                <a:lnTo>
                  <a:pt x="142652" y="103882"/>
                </a:lnTo>
                <a:lnTo>
                  <a:pt x="143061" y="104217"/>
                </a:lnTo>
                <a:lnTo>
                  <a:pt x="143470" y="104589"/>
                </a:lnTo>
                <a:lnTo>
                  <a:pt x="143842" y="105035"/>
                </a:lnTo>
                <a:lnTo>
                  <a:pt x="144177" y="105519"/>
                </a:lnTo>
                <a:lnTo>
                  <a:pt x="144438" y="106040"/>
                </a:lnTo>
                <a:lnTo>
                  <a:pt x="144624" y="106561"/>
                </a:lnTo>
                <a:lnTo>
                  <a:pt x="144773" y="107082"/>
                </a:lnTo>
                <a:lnTo>
                  <a:pt x="144847" y="107565"/>
                </a:lnTo>
                <a:lnTo>
                  <a:pt x="144884" y="108049"/>
                </a:lnTo>
                <a:lnTo>
                  <a:pt x="144884" y="108533"/>
                </a:lnTo>
                <a:lnTo>
                  <a:pt x="144810" y="109016"/>
                </a:lnTo>
                <a:lnTo>
                  <a:pt x="144698" y="109463"/>
                </a:lnTo>
                <a:lnTo>
                  <a:pt x="144512" y="109872"/>
                </a:lnTo>
                <a:lnTo>
                  <a:pt x="144326" y="110281"/>
                </a:lnTo>
                <a:lnTo>
                  <a:pt x="144103" y="110691"/>
                </a:lnTo>
                <a:lnTo>
                  <a:pt x="143805" y="111026"/>
                </a:lnTo>
                <a:lnTo>
                  <a:pt x="143508" y="111398"/>
                </a:lnTo>
                <a:lnTo>
                  <a:pt x="143173" y="111695"/>
                </a:lnTo>
                <a:lnTo>
                  <a:pt x="142838" y="111993"/>
                </a:lnTo>
                <a:lnTo>
                  <a:pt x="142466" y="112216"/>
                </a:lnTo>
                <a:lnTo>
                  <a:pt x="142056" y="112439"/>
                </a:lnTo>
                <a:lnTo>
                  <a:pt x="141647" y="112663"/>
                </a:lnTo>
                <a:lnTo>
                  <a:pt x="141201" y="112811"/>
                </a:lnTo>
                <a:lnTo>
                  <a:pt x="140754" y="112923"/>
                </a:lnTo>
                <a:lnTo>
                  <a:pt x="140308" y="112997"/>
                </a:lnTo>
                <a:lnTo>
                  <a:pt x="139861" y="113035"/>
                </a:lnTo>
                <a:lnTo>
                  <a:pt x="139415" y="113035"/>
                </a:lnTo>
                <a:lnTo>
                  <a:pt x="138968" y="112960"/>
                </a:lnTo>
                <a:lnTo>
                  <a:pt x="138485" y="112849"/>
                </a:lnTo>
                <a:lnTo>
                  <a:pt x="138075" y="112737"/>
                </a:lnTo>
                <a:lnTo>
                  <a:pt x="137629" y="112514"/>
                </a:lnTo>
                <a:lnTo>
                  <a:pt x="137182" y="112291"/>
                </a:lnTo>
                <a:lnTo>
                  <a:pt x="136810" y="111956"/>
                </a:lnTo>
                <a:lnTo>
                  <a:pt x="136401" y="111621"/>
                </a:lnTo>
                <a:lnTo>
                  <a:pt x="136029" y="111212"/>
                </a:lnTo>
                <a:lnTo>
                  <a:pt x="135694" y="110728"/>
                </a:lnTo>
                <a:lnTo>
                  <a:pt x="135396" y="110207"/>
                </a:lnTo>
                <a:lnTo>
                  <a:pt x="135173" y="109649"/>
                </a:lnTo>
                <a:lnTo>
                  <a:pt x="135024" y="109165"/>
                </a:lnTo>
                <a:lnTo>
                  <a:pt x="134913" y="108644"/>
                </a:lnTo>
                <a:lnTo>
                  <a:pt x="134875" y="108123"/>
                </a:lnTo>
                <a:lnTo>
                  <a:pt x="134913" y="107640"/>
                </a:lnTo>
                <a:lnTo>
                  <a:pt x="134950" y="107193"/>
                </a:lnTo>
                <a:lnTo>
                  <a:pt x="135062" y="106710"/>
                </a:lnTo>
                <a:lnTo>
                  <a:pt x="135248" y="106300"/>
                </a:lnTo>
                <a:lnTo>
                  <a:pt x="135434" y="105854"/>
                </a:lnTo>
                <a:lnTo>
                  <a:pt x="135657" y="105482"/>
                </a:lnTo>
                <a:lnTo>
                  <a:pt x="135955" y="105110"/>
                </a:lnTo>
                <a:lnTo>
                  <a:pt x="136252" y="104738"/>
                </a:lnTo>
                <a:lnTo>
                  <a:pt x="136587" y="104440"/>
                </a:lnTo>
                <a:lnTo>
                  <a:pt x="136959" y="104142"/>
                </a:lnTo>
                <a:lnTo>
                  <a:pt x="137331" y="103882"/>
                </a:lnTo>
                <a:lnTo>
                  <a:pt x="137740" y="103659"/>
                </a:lnTo>
                <a:lnTo>
                  <a:pt x="138150" y="103473"/>
                </a:lnTo>
                <a:lnTo>
                  <a:pt x="138596" y="103324"/>
                </a:lnTo>
                <a:lnTo>
                  <a:pt x="139043" y="103175"/>
                </a:lnTo>
                <a:lnTo>
                  <a:pt x="139489" y="103100"/>
                </a:lnTo>
                <a:close/>
                <a:moveTo>
                  <a:pt x="176585" y="103100"/>
                </a:moveTo>
                <a:lnTo>
                  <a:pt x="177031" y="103138"/>
                </a:lnTo>
                <a:lnTo>
                  <a:pt x="177478" y="103249"/>
                </a:lnTo>
                <a:lnTo>
                  <a:pt x="177924" y="103435"/>
                </a:lnTo>
                <a:lnTo>
                  <a:pt x="178371" y="103621"/>
                </a:lnTo>
                <a:lnTo>
                  <a:pt x="178817" y="103882"/>
                </a:lnTo>
                <a:lnTo>
                  <a:pt x="179226" y="104217"/>
                </a:lnTo>
                <a:lnTo>
                  <a:pt x="179598" y="104589"/>
                </a:lnTo>
                <a:lnTo>
                  <a:pt x="179970" y="105035"/>
                </a:lnTo>
                <a:lnTo>
                  <a:pt x="180305" y="105519"/>
                </a:lnTo>
                <a:lnTo>
                  <a:pt x="180566" y="106040"/>
                </a:lnTo>
                <a:lnTo>
                  <a:pt x="180789" y="106561"/>
                </a:lnTo>
                <a:lnTo>
                  <a:pt x="180938" y="107082"/>
                </a:lnTo>
                <a:lnTo>
                  <a:pt x="181012" y="107565"/>
                </a:lnTo>
                <a:lnTo>
                  <a:pt x="181049" y="108049"/>
                </a:lnTo>
                <a:lnTo>
                  <a:pt x="181012" y="108533"/>
                </a:lnTo>
                <a:lnTo>
                  <a:pt x="180938" y="109016"/>
                </a:lnTo>
                <a:lnTo>
                  <a:pt x="180826" y="109463"/>
                </a:lnTo>
                <a:lnTo>
                  <a:pt x="180677" y="109872"/>
                </a:lnTo>
                <a:lnTo>
                  <a:pt x="180454" y="110281"/>
                </a:lnTo>
                <a:lnTo>
                  <a:pt x="180231" y="110691"/>
                </a:lnTo>
                <a:lnTo>
                  <a:pt x="179970" y="111026"/>
                </a:lnTo>
                <a:lnTo>
                  <a:pt x="179673" y="111398"/>
                </a:lnTo>
                <a:lnTo>
                  <a:pt x="179338" y="111695"/>
                </a:lnTo>
                <a:lnTo>
                  <a:pt x="178966" y="111993"/>
                </a:lnTo>
                <a:lnTo>
                  <a:pt x="178594" y="112216"/>
                </a:lnTo>
                <a:lnTo>
                  <a:pt x="178184" y="112439"/>
                </a:lnTo>
                <a:lnTo>
                  <a:pt x="177775" y="112663"/>
                </a:lnTo>
                <a:lnTo>
                  <a:pt x="177366" y="112811"/>
                </a:lnTo>
                <a:lnTo>
                  <a:pt x="176919" y="112923"/>
                </a:lnTo>
                <a:lnTo>
                  <a:pt x="176473" y="112997"/>
                </a:lnTo>
                <a:lnTo>
                  <a:pt x="175989" y="113035"/>
                </a:lnTo>
                <a:lnTo>
                  <a:pt x="175543" y="113035"/>
                </a:lnTo>
                <a:lnTo>
                  <a:pt x="175096" y="112960"/>
                </a:lnTo>
                <a:lnTo>
                  <a:pt x="174650" y="112849"/>
                </a:lnTo>
                <a:lnTo>
                  <a:pt x="174203" y="112737"/>
                </a:lnTo>
                <a:lnTo>
                  <a:pt x="173757" y="112514"/>
                </a:lnTo>
                <a:lnTo>
                  <a:pt x="173348" y="112291"/>
                </a:lnTo>
                <a:lnTo>
                  <a:pt x="172938" y="111956"/>
                </a:lnTo>
                <a:lnTo>
                  <a:pt x="172529" y="111621"/>
                </a:lnTo>
                <a:lnTo>
                  <a:pt x="172157" y="111212"/>
                </a:lnTo>
                <a:lnTo>
                  <a:pt x="171822" y="110728"/>
                </a:lnTo>
                <a:lnTo>
                  <a:pt x="171524" y="110207"/>
                </a:lnTo>
                <a:lnTo>
                  <a:pt x="171338" y="109649"/>
                </a:lnTo>
                <a:lnTo>
                  <a:pt x="171152" y="109165"/>
                </a:lnTo>
                <a:lnTo>
                  <a:pt x="171078" y="108644"/>
                </a:lnTo>
                <a:lnTo>
                  <a:pt x="171041" y="108123"/>
                </a:lnTo>
                <a:lnTo>
                  <a:pt x="171041" y="107640"/>
                </a:lnTo>
                <a:lnTo>
                  <a:pt x="171115" y="107193"/>
                </a:lnTo>
                <a:lnTo>
                  <a:pt x="171227" y="106710"/>
                </a:lnTo>
                <a:lnTo>
                  <a:pt x="171376" y="106300"/>
                </a:lnTo>
                <a:lnTo>
                  <a:pt x="171562" y="105854"/>
                </a:lnTo>
                <a:lnTo>
                  <a:pt x="171822" y="105482"/>
                </a:lnTo>
                <a:lnTo>
                  <a:pt x="172083" y="105110"/>
                </a:lnTo>
                <a:lnTo>
                  <a:pt x="172380" y="104738"/>
                </a:lnTo>
                <a:lnTo>
                  <a:pt x="172715" y="104440"/>
                </a:lnTo>
                <a:lnTo>
                  <a:pt x="173087" y="104142"/>
                </a:lnTo>
                <a:lnTo>
                  <a:pt x="173459" y="103882"/>
                </a:lnTo>
                <a:lnTo>
                  <a:pt x="173868" y="103659"/>
                </a:lnTo>
                <a:lnTo>
                  <a:pt x="174315" y="103473"/>
                </a:lnTo>
                <a:lnTo>
                  <a:pt x="174724" y="103324"/>
                </a:lnTo>
                <a:lnTo>
                  <a:pt x="175171" y="103175"/>
                </a:lnTo>
                <a:lnTo>
                  <a:pt x="175654" y="103100"/>
                </a:lnTo>
                <a:close/>
                <a:moveTo>
                  <a:pt x="212713" y="103100"/>
                </a:moveTo>
                <a:lnTo>
                  <a:pt x="213159" y="103138"/>
                </a:lnTo>
                <a:lnTo>
                  <a:pt x="213643" y="103249"/>
                </a:lnTo>
                <a:lnTo>
                  <a:pt x="214089" y="103435"/>
                </a:lnTo>
                <a:lnTo>
                  <a:pt x="214536" y="103621"/>
                </a:lnTo>
                <a:lnTo>
                  <a:pt x="214945" y="103882"/>
                </a:lnTo>
                <a:lnTo>
                  <a:pt x="215354" y="104217"/>
                </a:lnTo>
                <a:lnTo>
                  <a:pt x="215726" y="104589"/>
                </a:lnTo>
                <a:lnTo>
                  <a:pt x="216098" y="105035"/>
                </a:lnTo>
                <a:lnTo>
                  <a:pt x="216433" y="105519"/>
                </a:lnTo>
                <a:lnTo>
                  <a:pt x="216731" y="106040"/>
                </a:lnTo>
                <a:lnTo>
                  <a:pt x="216917" y="106561"/>
                </a:lnTo>
                <a:lnTo>
                  <a:pt x="217066" y="107082"/>
                </a:lnTo>
                <a:lnTo>
                  <a:pt x="217140" y="107565"/>
                </a:lnTo>
                <a:lnTo>
                  <a:pt x="217177" y="108049"/>
                </a:lnTo>
                <a:lnTo>
                  <a:pt x="217140" y="108533"/>
                </a:lnTo>
                <a:lnTo>
                  <a:pt x="217103" y="109016"/>
                </a:lnTo>
                <a:lnTo>
                  <a:pt x="216954" y="109463"/>
                </a:lnTo>
                <a:lnTo>
                  <a:pt x="216805" y="109872"/>
                </a:lnTo>
                <a:lnTo>
                  <a:pt x="216619" y="110281"/>
                </a:lnTo>
                <a:lnTo>
                  <a:pt x="216359" y="110691"/>
                </a:lnTo>
                <a:lnTo>
                  <a:pt x="216098" y="111026"/>
                </a:lnTo>
                <a:lnTo>
                  <a:pt x="215801" y="111398"/>
                </a:lnTo>
                <a:lnTo>
                  <a:pt x="215466" y="111695"/>
                </a:lnTo>
                <a:lnTo>
                  <a:pt x="215131" y="111993"/>
                </a:lnTo>
                <a:lnTo>
                  <a:pt x="214722" y="112216"/>
                </a:lnTo>
                <a:lnTo>
                  <a:pt x="214350" y="112439"/>
                </a:lnTo>
                <a:lnTo>
                  <a:pt x="213903" y="112663"/>
                </a:lnTo>
                <a:lnTo>
                  <a:pt x="213494" y="112811"/>
                </a:lnTo>
                <a:lnTo>
                  <a:pt x="213047" y="112923"/>
                </a:lnTo>
                <a:lnTo>
                  <a:pt x="212601" y="112997"/>
                </a:lnTo>
                <a:lnTo>
                  <a:pt x="212155" y="113035"/>
                </a:lnTo>
                <a:lnTo>
                  <a:pt x="211708" y="113035"/>
                </a:lnTo>
                <a:lnTo>
                  <a:pt x="211224" y="112960"/>
                </a:lnTo>
                <a:lnTo>
                  <a:pt x="210778" y="112849"/>
                </a:lnTo>
                <a:lnTo>
                  <a:pt x="210331" y="112737"/>
                </a:lnTo>
                <a:lnTo>
                  <a:pt x="209922" y="112514"/>
                </a:lnTo>
                <a:lnTo>
                  <a:pt x="209476" y="112291"/>
                </a:lnTo>
                <a:lnTo>
                  <a:pt x="209066" y="111956"/>
                </a:lnTo>
                <a:lnTo>
                  <a:pt x="208694" y="111621"/>
                </a:lnTo>
                <a:lnTo>
                  <a:pt x="208322" y="111212"/>
                </a:lnTo>
                <a:lnTo>
                  <a:pt x="207987" y="110728"/>
                </a:lnTo>
                <a:lnTo>
                  <a:pt x="207690" y="110207"/>
                </a:lnTo>
                <a:lnTo>
                  <a:pt x="207466" y="109649"/>
                </a:lnTo>
                <a:lnTo>
                  <a:pt x="207318" y="109165"/>
                </a:lnTo>
                <a:lnTo>
                  <a:pt x="207206" y="108644"/>
                </a:lnTo>
                <a:lnTo>
                  <a:pt x="207169" y="108123"/>
                </a:lnTo>
                <a:lnTo>
                  <a:pt x="207169" y="107640"/>
                </a:lnTo>
                <a:lnTo>
                  <a:pt x="207243" y="107193"/>
                </a:lnTo>
                <a:lnTo>
                  <a:pt x="207355" y="106710"/>
                </a:lnTo>
                <a:lnTo>
                  <a:pt x="207504" y="106300"/>
                </a:lnTo>
                <a:lnTo>
                  <a:pt x="207727" y="105854"/>
                </a:lnTo>
                <a:lnTo>
                  <a:pt x="207950" y="105482"/>
                </a:lnTo>
                <a:lnTo>
                  <a:pt x="208211" y="105110"/>
                </a:lnTo>
                <a:lnTo>
                  <a:pt x="208545" y="104738"/>
                </a:lnTo>
                <a:lnTo>
                  <a:pt x="208880" y="104440"/>
                </a:lnTo>
                <a:lnTo>
                  <a:pt x="209215" y="104142"/>
                </a:lnTo>
                <a:lnTo>
                  <a:pt x="209624" y="103882"/>
                </a:lnTo>
                <a:lnTo>
                  <a:pt x="210034" y="103659"/>
                </a:lnTo>
                <a:lnTo>
                  <a:pt x="210443" y="103473"/>
                </a:lnTo>
                <a:lnTo>
                  <a:pt x="210889" y="103324"/>
                </a:lnTo>
                <a:lnTo>
                  <a:pt x="211336" y="103175"/>
                </a:lnTo>
                <a:lnTo>
                  <a:pt x="211782" y="103100"/>
                </a:lnTo>
                <a:close/>
                <a:moveTo>
                  <a:pt x="248841" y="103100"/>
                </a:moveTo>
                <a:lnTo>
                  <a:pt x="249324" y="103138"/>
                </a:lnTo>
                <a:lnTo>
                  <a:pt x="249771" y="103249"/>
                </a:lnTo>
                <a:lnTo>
                  <a:pt x="250217" y="103435"/>
                </a:lnTo>
                <a:lnTo>
                  <a:pt x="250664" y="103621"/>
                </a:lnTo>
                <a:lnTo>
                  <a:pt x="251073" y="103882"/>
                </a:lnTo>
                <a:lnTo>
                  <a:pt x="251482" y="104217"/>
                </a:lnTo>
                <a:lnTo>
                  <a:pt x="251892" y="104589"/>
                </a:lnTo>
                <a:lnTo>
                  <a:pt x="252264" y="105035"/>
                </a:lnTo>
                <a:lnTo>
                  <a:pt x="252599" y="105519"/>
                </a:lnTo>
                <a:lnTo>
                  <a:pt x="252859" y="106040"/>
                </a:lnTo>
                <a:lnTo>
                  <a:pt x="253045" y="106561"/>
                </a:lnTo>
                <a:lnTo>
                  <a:pt x="253194" y="107082"/>
                </a:lnTo>
                <a:lnTo>
                  <a:pt x="253305" y="107565"/>
                </a:lnTo>
                <a:lnTo>
                  <a:pt x="253305" y="108049"/>
                </a:lnTo>
                <a:lnTo>
                  <a:pt x="253305" y="108533"/>
                </a:lnTo>
                <a:lnTo>
                  <a:pt x="253231" y="109016"/>
                </a:lnTo>
                <a:lnTo>
                  <a:pt x="253119" y="109463"/>
                </a:lnTo>
                <a:lnTo>
                  <a:pt x="252933" y="109872"/>
                </a:lnTo>
                <a:lnTo>
                  <a:pt x="252747" y="110281"/>
                </a:lnTo>
                <a:lnTo>
                  <a:pt x="252524" y="110691"/>
                </a:lnTo>
                <a:lnTo>
                  <a:pt x="252226" y="111026"/>
                </a:lnTo>
                <a:lnTo>
                  <a:pt x="251929" y="111398"/>
                </a:lnTo>
                <a:lnTo>
                  <a:pt x="251594" y="111695"/>
                </a:lnTo>
                <a:lnTo>
                  <a:pt x="251259" y="111993"/>
                </a:lnTo>
                <a:lnTo>
                  <a:pt x="250887" y="112216"/>
                </a:lnTo>
                <a:lnTo>
                  <a:pt x="250478" y="112439"/>
                </a:lnTo>
                <a:lnTo>
                  <a:pt x="250068" y="112663"/>
                </a:lnTo>
                <a:lnTo>
                  <a:pt x="249622" y="112811"/>
                </a:lnTo>
                <a:lnTo>
                  <a:pt x="249175" y="112923"/>
                </a:lnTo>
                <a:lnTo>
                  <a:pt x="248729" y="112997"/>
                </a:lnTo>
                <a:lnTo>
                  <a:pt x="248283" y="113035"/>
                </a:lnTo>
                <a:lnTo>
                  <a:pt x="247836" y="113035"/>
                </a:lnTo>
                <a:lnTo>
                  <a:pt x="247390" y="112960"/>
                </a:lnTo>
                <a:lnTo>
                  <a:pt x="246943" y="112849"/>
                </a:lnTo>
                <a:lnTo>
                  <a:pt x="246497" y="112737"/>
                </a:lnTo>
                <a:lnTo>
                  <a:pt x="246050" y="112514"/>
                </a:lnTo>
                <a:lnTo>
                  <a:pt x="245641" y="112291"/>
                </a:lnTo>
                <a:lnTo>
                  <a:pt x="245232" y="111956"/>
                </a:lnTo>
                <a:lnTo>
                  <a:pt x="244822" y="111621"/>
                </a:lnTo>
                <a:lnTo>
                  <a:pt x="244450" y="111212"/>
                </a:lnTo>
                <a:lnTo>
                  <a:pt x="244115" y="110728"/>
                </a:lnTo>
                <a:lnTo>
                  <a:pt x="243818" y="110207"/>
                </a:lnTo>
                <a:lnTo>
                  <a:pt x="243594" y="109649"/>
                </a:lnTo>
                <a:lnTo>
                  <a:pt x="243446" y="109165"/>
                </a:lnTo>
                <a:lnTo>
                  <a:pt x="243334" y="108644"/>
                </a:lnTo>
                <a:lnTo>
                  <a:pt x="243297" y="108123"/>
                </a:lnTo>
                <a:lnTo>
                  <a:pt x="243334" y="107640"/>
                </a:lnTo>
                <a:lnTo>
                  <a:pt x="243371" y="107193"/>
                </a:lnTo>
                <a:lnTo>
                  <a:pt x="243483" y="106710"/>
                </a:lnTo>
                <a:lnTo>
                  <a:pt x="243669" y="106300"/>
                </a:lnTo>
                <a:lnTo>
                  <a:pt x="243855" y="105854"/>
                </a:lnTo>
                <a:lnTo>
                  <a:pt x="244078" y="105482"/>
                </a:lnTo>
                <a:lnTo>
                  <a:pt x="244376" y="105110"/>
                </a:lnTo>
                <a:lnTo>
                  <a:pt x="244673" y="104738"/>
                </a:lnTo>
                <a:lnTo>
                  <a:pt x="245008" y="104440"/>
                </a:lnTo>
                <a:lnTo>
                  <a:pt x="245380" y="104142"/>
                </a:lnTo>
                <a:lnTo>
                  <a:pt x="245752" y="103882"/>
                </a:lnTo>
                <a:lnTo>
                  <a:pt x="246162" y="103659"/>
                </a:lnTo>
                <a:lnTo>
                  <a:pt x="246571" y="103473"/>
                </a:lnTo>
                <a:lnTo>
                  <a:pt x="247017" y="103324"/>
                </a:lnTo>
                <a:lnTo>
                  <a:pt x="247464" y="103175"/>
                </a:lnTo>
                <a:lnTo>
                  <a:pt x="247910" y="103100"/>
                </a:lnTo>
                <a:close/>
                <a:moveTo>
                  <a:pt x="34268" y="114151"/>
                </a:moveTo>
                <a:lnTo>
                  <a:pt x="31738" y="118504"/>
                </a:lnTo>
                <a:lnTo>
                  <a:pt x="29431" y="114486"/>
                </a:lnTo>
                <a:lnTo>
                  <a:pt x="29431" y="114486"/>
                </a:lnTo>
                <a:lnTo>
                  <a:pt x="30063" y="114672"/>
                </a:lnTo>
                <a:lnTo>
                  <a:pt x="30696" y="114746"/>
                </a:lnTo>
                <a:lnTo>
                  <a:pt x="31328" y="114821"/>
                </a:lnTo>
                <a:lnTo>
                  <a:pt x="31924" y="114783"/>
                </a:lnTo>
                <a:lnTo>
                  <a:pt x="32556" y="114709"/>
                </a:lnTo>
                <a:lnTo>
                  <a:pt x="33151" y="114560"/>
                </a:lnTo>
                <a:lnTo>
                  <a:pt x="33710" y="114374"/>
                </a:lnTo>
                <a:lnTo>
                  <a:pt x="34268" y="114151"/>
                </a:lnTo>
                <a:close/>
                <a:moveTo>
                  <a:pt x="70433" y="114151"/>
                </a:moveTo>
                <a:lnTo>
                  <a:pt x="67903" y="118504"/>
                </a:lnTo>
                <a:lnTo>
                  <a:pt x="65596" y="114486"/>
                </a:lnTo>
                <a:lnTo>
                  <a:pt x="65596" y="114486"/>
                </a:lnTo>
                <a:lnTo>
                  <a:pt x="66191" y="114672"/>
                </a:lnTo>
                <a:lnTo>
                  <a:pt x="66824" y="114746"/>
                </a:lnTo>
                <a:lnTo>
                  <a:pt x="67456" y="114821"/>
                </a:lnTo>
                <a:lnTo>
                  <a:pt x="68089" y="114783"/>
                </a:lnTo>
                <a:lnTo>
                  <a:pt x="68684" y="114709"/>
                </a:lnTo>
                <a:lnTo>
                  <a:pt x="69279" y="114560"/>
                </a:lnTo>
                <a:lnTo>
                  <a:pt x="69875" y="114374"/>
                </a:lnTo>
                <a:lnTo>
                  <a:pt x="70433" y="114151"/>
                </a:lnTo>
                <a:close/>
                <a:moveTo>
                  <a:pt x="106561" y="114151"/>
                </a:moveTo>
                <a:lnTo>
                  <a:pt x="104031" y="118504"/>
                </a:lnTo>
                <a:lnTo>
                  <a:pt x="101724" y="114486"/>
                </a:lnTo>
                <a:lnTo>
                  <a:pt x="101724" y="114486"/>
                </a:lnTo>
                <a:lnTo>
                  <a:pt x="102357" y="114672"/>
                </a:lnTo>
                <a:lnTo>
                  <a:pt x="102989" y="114746"/>
                </a:lnTo>
                <a:lnTo>
                  <a:pt x="103584" y="114821"/>
                </a:lnTo>
                <a:lnTo>
                  <a:pt x="104217" y="114783"/>
                </a:lnTo>
                <a:lnTo>
                  <a:pt x="104812" y="114709"/>
                </a:lnTo>
                <a:lnTo>
                  <a:pt x="105408" y="114560"/>
                </a:lnTo>
                <a:lnTo>
                  <a:pt x="106003" y="114374"/>
                </a:lnTo>
                <a:lnTo>
                  <a:pt x="106561" y="114151"/>
                </a:lnTo>
                <a:close/>
                <a:moveTo>
                  <a:pt x="142689" y="114151"/>
                </a:moveTo>
                <a:lnTo>
                  <a:pt x="140196" y="118504"/>
                </a:lnTo>
                <a:lnTo>
                  <a:pt x="137852" y="114486"/>
                </a:lnTo>
                <a:lnTo>
                  <a:pt x="138485" y="114672"/>
                </a:lnTo>
                <a:lnTo>
                  <a:pt x="139117" y="114746"/>
                </a:lnTo>
                <a:lnTo>
                  <a:pt x="139750" y="114821"/>
                </a:lnTo>
                <a:lnTo>
                  <a:pt x="140345" y="114783"/>
                </a:lnTo>
                <a:lnTo>
                  <a:pt x="140977" y="114709"/>
                </a:lnTo>
                <a:lnTo>
                  <a:pt x="141573" y="114560"/>
                </a:lnTo>
                <a:lnTo>
                  <a:pt x="142131" y="114374"/>
                </a:lnTo>
                <a:lnTo>
                  <a:pt x="142689" y="114151"/>
                </a:lnTo>
                <a:close/>
                <a:moveTo>
                  <a:pt x="178854" y="114151"/>
                </a:moveTo>
                <a:lnTo>
                  <a:pt x="176324" y="118504"/>
                </a:lnTo>
                <a:lnTo>
                  <a:pt x="174017" y="114486"/>
                </a:lnTo>
                <a:lnTo>
                  <a:pt x="174017" y="114486"/>
                </a:lnTo>
                <a:lnTo>
                  <a:pt x="174650" y="114672"/>
                </a:lnTo>
                <a:lnTo>
                  <a:pt x="175245" y="114746"/>
                </a:lnTo>
                <a:lnTo>
                  <a:pt x="175878" y="114821"/>
                </a:lnTo>
                <a:lnTo>
                  <a:pt x="176510" y="114783"/>
                </a:lnTo>
                <a:lnTo>
                  <a:pt x="177105" y="114709"/>
                </a:lnTo>
                <a:lnTo>
                  <a:pt x="177701" y="114560"/>
                </a:lnTo>
                <a:lnTo>
                  <a:pt x="178296" y="114374"/>
                </a:lnTo>
                <a:lnTo>
                  <a:pt x="178854" y="114151"/>
                </a:lnTo>
                <a:close/>
                <a:moveTo>
                  <a:pt x="214982" y="114151"/>
                </a:moveTo>
                <a:lnTo>
                  <a:pt x="212452" y="118504"/>
                </a:lnTo>
                <a:lnTo>
                  <a:pt x="210145" y="114486"/>
                </a:lnTo>
                <a:lnTo>
                  <a:pt x="210145" y="114486"/>
                </a:lnTo>
                <a:lnTo>
                  <a:pt x="210778" y="114672"/>
                </a:lnTo>
                <a:lnTo>
                  <a:pt x="211410" y="114746"/>
                </a:lnTo>
                <a:lnTo>
                  <a:pt x="212043" y="114821"/>
                </a:lnTo>
                <a:lnTo>
                  <a:pt x="212638" y="114783"/>
                </a:lnTo>
                <a:lnTo>
                  <a:pt x="213271" y="114709"/>
                </a:lnTo>
                <a:lnTo>
                  <a:pt x="213866" y="114560"/>
                </a:lnTo>
                <a:lnTo>
                  <a:pt x="214424" y="114374"/>
                </a:lnTo>
                <a:lnTo>
                  <a:pt x="214982" y="114151"/>
                </a:lnTo>
                <a:close/>
                <a:moveTo>
                  <a:pt x="251147" y="114151"/>
                </a:moveTo>
                <a:lnTo>
                  <a:pt x="248617" y="118504"/>
                </a:lnTo>
                <a:lnTo>
                  <a:pt x="246273" y="114486"/>
                </a:lnTo>
                <a:lnTo>
                  <a:pt x="246906" y="114672"/>
                </a:lnTo>
                <a:lnTo>
                  <a:pt x="247538" y="114746"/>
                </a:lnTo>
                <a:lnTo>
                  <a:pt x="248171" y="114821"/>
                </a:lnTo>
                <a:lnTo>
                  <a:pt x="248766" y="114783"/>
                </a:lnTo>
                <a:lnTo>
                  <a:pt x="249399" y="114709"/>
                </a:lnTo>
                <a:lnTo>
                  <a:pt x="249994" y="114560"/>
                </a:lnTo>
                <a:lnTo>
                  <a:pt x="250552" y="114374"/>
                </a:lnTo>
                <a:lnTo>
                  <a:pt x="251147" y="114151"/>
                </a:lnTo>
                <a:close/>
                <a:moveTo>
                  <a:pt x="22771" y="106412"/>
                </a:moveTo>
                <a:lnTo>
                  <a:pt x="26715" y="113332"/>
                </a:lnTo>
                <a:lnTo>
                  <a:pt x="30733" y="120253"/>
                </a:lnTo>
                <a:lnTo>
                  <a:pt x="26752" y="127173"/>
                </a:lnTo>
                <a:lnTo>
                  <a:pt x="19757" y="127173"/>
                </a:lnTo>
                <a:lnTo>
                  <a:pt x="23775" y="120253"/>
                </a:lnTo>
                <a:lnTo>
                  <a:pt x="19199" y="112551"/>
                </a:lnTo>
                <a:lnTo>
                  <a:pt x="22771" y="106412"/>
                </a:lnTo>
                <a:close/>
                <a:moveTo>
                  <a:pt x="58899" y="106412"/>
                </a:moveTo>
                <a:lnTo>
                  <a:pt x="62843" y="113332"/>
                </a:lnTo>
                <a:lnTo>
                  <a:pt x="66861" y="120253"/>
                </a:lnTo>
                <a:lnTo>
                  <a:pt x="62880" y="127173"/>
                </a:lnTo>
                <a:lnTo>
                  <a:pt x="55922" y="127173"/>
                </a:lnTo>
                <a:lnTo>
                  <a:pt x="59903" y="120253"/>
                </a:lnTo>
                <a:lnTo>
                  <a:pt x="55364" y="112551"/>
                </a:lnTo>
                <a:lnTo>
                  <a:pt x="58899" y="106412"/>
                </a:lnTo>
                <a:close/>
                <a:moveTo>
                  <a:pt x="95027" y="106412"/>
                </a:moveTo>
                <a:lnTo>
                  <a:pt x="99008" y="113332"/>
                </a:lnTo>
                <a:lnTo>
                  <a:pt x="103026" y="120253"/>
                </a:lnTo>
                <a:lnTo>
                  <a:pt x="99045" y="127173"/>
                </a:lnTo>
                <a:lnTo>
                  <a:pt x="92050" y="127173"/>
                </a:lnTo>
                <a:lnTo>
                  <a:pt x="96069" y="120253"/>
                </a:lnTo>
                <a:lnTo>
                  <a:pt x="91492" y="112551"/>
                </a:lnTo>
                <a:lnTo>
                  <a:pt x="95027" y="106412"/>
                </a:lnTo>
                <a:close/>
                <a:moveTo>
                  <a:pt x="131192" y="106412"/>
                </a:moveTo>
                <a:lnTo>
                  <a:pt x="135136" y="113332"/>
                </a:lnTo>
                <a:lnTo>
                  <a:pt x="139154" y="120253"/>
                </a:lnTo>
                <a:lnTo>
                  <a:pt x="135173" y="127173"/>
                </a:lnTo>
                <a:lnTo>
                  <a:pt x="128178" y="127173"/>
                </a:lnTo>
                <a:lnTo>
                  <a:pt x="132197" y="120253"/>
                </a:lnTo>
                <a:lnTo>
                  <a:pt x="127620" y="112551"/>
                </a:lnTo>
                <a:lnTo>
                  <a:pt x="131192" y="106412"/>
                </a:lnTo>
                <a:close/>
                <a:moveTo>
                  <a:pt x="167320" y="106412"/>
                </a:moveTo>
                <a:lnTo>
                  <a:pt x="171264" y="113332"/>
                </a:lnTo>
                <a:lnTo>
                  <a:pt x="175282" y="120253"/>
                </a:lnTo>
                <a:lnTo>
                  <a:pt x="171301" y="127173"/>
                </a:lnTo>
                <a:lnTo>
                  <a:pt x="164343" y="127173"/>
                </a:lnTo>
                <a:lnTo>
                  <a:pt x="168325" y="120253"/>
                </a:lnTo>
                <a:lnTo>
                  <a:pt x="163785" y="112551"/>
                </a:lnTo>
                <a:lnTo>
                  <a:pt x="167320" y="106412"/>
                </a:lnTo>
                <a:close/>
                <a:moveTo>
                  <a:pt x="203448" y="106412"/>
                </a:moveTo>
                <a:lnTo>
                  <a:pt x="207429" y="113332"/>
                </a:lnTo>
                <a:lnTo>
                  <a:pt x="211448" y="120253"/>
                </a:lnTo>
                <a:lnTo>
                  <a:pt x="207466" y="127173"/>
                </a:lnTo>
                <a:lnTo>
                  <a:pt x="200471" y="127173"/>
                </a:lnTo>
                <a:lnTo>
                  <a:pt x="204490" y="120253"/>
                </a:lnTo>
                <a:lnTo>
                  <a:pt x="199913" y="112551"/>
                </a:lnTo>
                <a:lnTo>
                  <a:pt x="203448" y="106412"/>
                </a:lnTo>
                <a:close/>
                <a:moveTo>
                  <a:pt x="239613" y="106412"/>
                </a:moveTo>
                <a:lnTo>
                  <a:pt x="243557" y="113332"/>
                </a:lnTo>
                <a:lnTo>
                  <a:pt x="247576" y="120253"/>
                </a:lnTo>
                <a:lnTo>
                  <a:pt x="243594" y="127173"/>
                </a:lnTo>
                <a:lnTo>
                  <a:pt x="236600" y="127173"/>
                </a:lnTo>
                <a:lnTo>
                  <a:pt x="240618" y="120253"/>
                </a:lnTo>
                <a:lnTo>
                  <a:pt x="236041" y="112551"/>
                </a:lnTo>
                <a:lnTo>
                  <a:pt x="239613" y="106412"/>
                </a:lnTo>
                <a:close/>
                <a:moveTo>
                  <a:pt x="275741" y="106412"/>
                </a:moveTo>
                <a:lnTo>
                  <a:pt x="279722" y="113332"/>
                </a:lnTo>
                <a:lnTo>
                  <a:pt x="283704" y="120253"/>
                </a:lnTo>
                <a:lnTo>
                  <a:pt x="279722" y="127173"/>
                </a:lnTo>
                <a:lnTo>
                  <a:pt x="272765" y="127173"/>
                </a:lnTo>
                <a:lnTo>
                  <a:pt x="276746" y="120253"/>
                </a:lnTo>
                <a:lnTo>
                  <a:pt x="272207" y="112551"/>
                </a:lnTo>
                <a:lnTo>
                  <a:pt x="275741" y="106412"/>
                </a:lnTo>
                <a:close/>
                <a:moveTo>
                  <a:pt x="21208" y="105556"/>
                </a:moveTo>
                <a:lnTo>
                  <a:pt x="8706" y="127173"/>
                </a:lnTo>
                <a:lnTo>
                  <a:pt x="1786" y="127211"/>
                </a:lnTo>
                <a:lnTo>
                  <a:pt x="14250" y="105556"/>
                </a:lnTo>
                <a:close/>
                <a:moveTo>
                  <a:pt x="57336" y="105556"/>
                </a:moveTo>
                <a:lnTo>
                  <a:pt x="44872" y="127173"/>
                </a:lnTo>
                <a:lnTo>
                  <a:pt x="37914" y="127211"/>
                </a:lnTo>
                <a:lnTo>
                  <a:pt x="50378" y="105556"/>
                </a:lnTo>
                <a:close/>
                <a:moveTo>
                  <a:pt x="93501" y="105556"/>
                </a:moveTo>
                <a:lnTo>
                  <a:pt x="81000" y="127173"/>
                </a:lnTo>
                <a:lnTo>
                  <a:pt x="74042" y="127211"/>
                </a:lnTo>
                <a:lnTo>
                  <a:pt x="86544" y="105556"/>
                </a:lnTo>
                <a:close/>
                <a:moveTo>
                  <a:pt x="129629" y="105556"/>
                </a:moveTo>
                <a:lnTo>
                  <a:pt x="117128" y="127173"/>
                </a:lnTo>
                <a:lnTo>
                  <a:pt x="110207" y="127211"/>
                </a:lnTo>
                <a:lnTo>
                  <a:pt x="122672" y="105556"/>
                </a:lnTo>
                <a:close/>
                <a:moveTo>
                  <a:pt x="165757" y="105556"/>
                </a:moveTo>
                <a:lnTo>
                  <a:pt x="153293" y="127173"/>
                </a:lnTo>
                <a:lnTo>
                  <a:pt x="146335" y="127211"/>
                </a:lnTo>
                <a:lnTo>
                  <a:pt x="158800" y="105556"/>
                </a:lnTo>
                <a:close/>
                <a:moveTo>
                  <a:pt x="201923" y="105556"/>
                </a:moveTo>
                <a:lnTo>
                  <a:pt x="189421" y="127173"/>
                </a:lnTo>
                <a:lnTo>
                  <a:pt x="182463" y="127211"/>
                </a:lnTo>
                <a:lnTo>
                  <a:pt x="194965" y="105556"/>
                </a:lnTo>
                <a:close/>
                <a:moveTo>
                  <a:pt x="238051" y="105556"/>
                </a:moveTo>
                <a:lnTo>
                  <a:pt x="225549" y="127173"/>
                </a:lnTo>
                <a:lnTo>
                  <a:pt x="218629" y="127211"/>
                </a:lnTo>
                <a:lnTo>
                  <a:pt x="231093" y="105556"/>
                </a:lnTo>
                <a:close/>
                <a:moveTo>
                  <a:pt x="274216" y="105556"/>
                </a:moveTo>
                <a:lnTo>
                  <a:pt x="261714" y="127173"/>
                </a:lnTo>
                <a:lnTo>
                  <a:pt x="254757" y="127211"/>
                </a:lnTo>
                <a:lnTo>
                  <a:pt x="267221" y="105556"/>
                </a:lnTo>
                <a:close/>
                <a:moveTo>
                  <a:pt x="13729" y="122002"/>
                </a:moveTo>
                <a:lnTo>
                  <a:pt x="17041" y="127769"/>
                </a:lnTo>
                <a:lnTo>
                  <a:pt x="10418" y="127769"/>
                </a:lnTo>
                <a:lnTo>
                  <a:pt x="13729" y="122002"/>
                </a:lnTo>
                <a:close/>
                <a:moveTo>
                  <a:pt x="49895" y="122002"/>
                </a:moveTo>
                <a:lnTo>
                  <a:pt x="53206" y="127769"/>
                </a:lnTo>
                <a:lnTo>
                  <a:pt x="46546" y="127769"/>
                </a:lnTo>
                <a:lnTo>
                  <a:pt x="49895" y="122002"/>
                </a:lnTo>
                <a:close/>
                <a:moveTo>
                  <a:pt x="86023" y="122002"/>
                </a:moveTo>
                <a:lnTo>
                  <a:pt x="89334" y="127769"/>
                </a:lnTo>
                <a:lnTo>
                  <a:pt x="82711" y="127769"/>
                </a:lnTo>
                <a:lnTo>
                  <a:pt x="86023" y="122002"/>
                </a:lnTo>
                <a:close/>
                <a:moveTo>
                  <a:pt x="122151" y="122002"/>
                </a:moveTo>
                <a:lnTo>
                  <a:pt x="125462" y="127769"/>
                </a:lnTo>
                <a:lnTo>
                  <a:pt x="118839" y="127769"/>
                </a:lnTo>
                <a:lnTo>
                  <a:pt x="122151" y="122002"/>
                </a:lnTo>
                <a:close/>
                <a:moveTo>
                  <a:pt x="158316" y="122002"/>
                </a:moveTo>
                <a:lnTo>
                  <a:pt x="161627" y="127769"/>
                </a:lnTo>
                <a:lnTo>
                  <a:pt x="154967" y="127769"/>
                </a:lnTo>
                <a:lnTo>
                  <a:pt x="158316" y="122002"/>
                </a:lnTo>
                <a:close/>
                <a:moveTo>
                  <a:pt x="194444" y="122002"/>
                </a:moveTo>
                <a:lnTo>
                  <a:pt x="197755" y="127769"/>
                </a:lnTo>
                <a:lnTo>
                  <a:pt x="191133" y="127769"/>
                </a:lnTo>
                <a:lnTo>
                  <a:pt x="194444" y="122002"/>
                </a:lnTo>
                <a:close/>
                <a:moveTo>
                  <a:pt x="230609" y="122002"/>
                </a:moveTo>
                <a:lnTo>
                  <a:pt x="233883" y="127769"/>
                </a:lnTo>
                <a:lnTo>
                  <a:pt x="227261" y="127769"/>
                </a:lnTo>
                <a:lnTo>
                  <a:pt x="230609" y="122002"/>
                </a:lnTo>
                <a:close/>
                <a:moveTo>
                  <a:pt x="266737" y="122002"/>
                </a:moveTo>
                <a:lnTo>
                  <a:pt x="270049" y="127769"/>
                </a:lnTo>
                <a:lnTo>
                  <a:pt x="263389" y="127769"/>
                </a:lnTo>
                <a:lnTo>
                  <a:pt x="266737" y="122002"/>
                </a:lnTo>
                <a:close/>
                <a:moveTo>
                  <a:pt x="23329" y="128922"/>
                </a:moveTo>
                <a:lnTo>
                  <a:pt x="22957" y="129257"/>
                </a:lnTo>
                <a:lnTo>
                  <a:pt x="22659" y="129592"/>
                </a:lnTo>
                <a:lnTo>
                  <a:pt x="22361" y="129964"/>
                </a:lnTo>
                <a:lnTo>
                  <a:pt x="22064" y="130336"/>
                </a:lnTo>
                <a:lnTo>
                  <a:pt x="21841" y="130745"/>
                </a:lnTo>
                <a:lnTo>
                  <a:pt x="21617" y="131154"/>
                </a:lnTo>
                <a:lnTo>
                  <a:pt x="21394" y="131601"/>
                </a:lnTo>
                <a:lnTo>
                  <a:pt x="21245" y="132085"/>
                </a:lnTo>
                <a:lnTo>
                  <a:pt x="19422" y="128922"/>
                </a:lnTo>
                <a:close/>
                <a:moveTo>
                  <a:pt x="59457" y="128922"/>
                </a:moveTo>
                <a:lnTo>
                  <a:pt x="59122" y="129257"/>
                </a:lnTo>
                <a:lnTo>
                  <a:pt x="58787" y="129592"/>
                </a:lnTo>
                <a:lnTo>
                  <a:pt x="58489" y="129964"/>
                </a:lnTo>
                <a:lnTo>
                  <a:pt x="58229" y="130336"/>
                </a:lnTo>
                <a:lnTo>
                  <a:pt x="57969" y="130745"/>
                </a:lnTo>
                <a:lnTo>
                  <a:pt x="57745" y="131154"/>
                </a:lnTo>
                <a:lnTo>
                  <a:pt x="57559" y="131601"/>
                </a:lnTo>
                <a:lnTo>
                  <a:pt x="57373" y="132085"/>
                </a:lnTo>
                <a:lnTo>
                  <a:pt x="55550" y="128922"/>
                </a:lnTo>
                <a:close/>
                <a:moveTo>
                  <a:pt x="95585" y="128922"/>
                </a:moveTo>
                <a:lnTo>
                  <a:pt x="95250" y="129257"/>
                </a:lnTo>
                <a:lnTo>
                  <a:pt x="94952" y="129592"/>
                </a:lnTo>
                <a:lnTo>
                  <a:pt x="94655" y="129964"/>
                </a:lnTo>
                <a:lnTo>
                  <a:pt x="94357" y="130336"/>
                </a:lnTo>
                <a:lnTo>
                  <a:pt x="94097" y="130745"/>
                </a:lnTo>
                <a:lnTo>
                  <a:pt x="93873" y="131154"/>
                </a:lnTo>
                <a:lnTo>
                  <a:pt x="93687" y="131601"/>
                </a:lnTo>
                <a:lnTo>
                  <a:pt x="93538" y="132085"/>
                </a:lnTo>
                <a:lnTo>
                  <a:pt x="91715" y="128922"/>
                </a:lnTo>
                <a:close/>
                <a:moveTo>
                  <a:pt x="131750" y="128922"/>
                </a:moveTo>
                <a:lnTo>
                  <a:pt x="131415" y="129257"/>
                </a:lnTo>
                <a:lnTo>
                  <a:pt x="131080" y="129592"/>
                </a:lnTo>
                <a:lnTo>
                  <a:pt x="130783" y="129964"/>
                </a:lnTo>
                <a:lnTo>
                  <a:pt x="130522" y="130336"/>
                </a:lnTo>
                <a:lnTo>
                  <a:pt x="130262" y="130745"/>
                </a:lnTo>
                <a:lnTo>
                  <a:pt x="130039" y="131154"/>
                </a:lnTo>
                <a:lnTo>
                  <a:pt x="129815" y="131601"/>
                </a:lnTo>
                <a:lnTo>
                  <a:pt x="129667" y="132085"/>
                </a:lnTo>
                <a:lnTo>
                  <a:pt x="127843" y="128922"/>
                </a:lnTo>
                <a:close/>
                <a:moveTo>
                  <a:pt x="167878" y="128922"/>
                </a:moveTo>
                <a:lnTo>
                  <a:pt x="167543" y="129257"/>
                </a:lnTo>
                <a:lnTo>
                  <a:pt x="167208" y="129592"/>
                </a:lnTo>
                <a:lnTo>
                  <a:pt x="166911" y="129964"/>
                </a:lnTo>
                <a:lnTo>
                  <a:pt x="166650" y="130336"/>
                </a:lnTo>
                <a:lnTo>
                  <a:pt x="166390" y="130745"/>
                </a:lnTo>
                <a:lnTo>
                  <a:pt x="166167" y="131154"/>
                </a:lnTo>
                <a:lnTo>
                  <a:pt x="165981" y="131601"/>
                </a:lnTo>
                <a:lnTo>
                  <a:pt x="165795" y="132085"/>
                </a:lnTo>
                <a:lnTo>
                  <a:pt x="163971" y="128922"/>
                </a:lnTo>
                <a:close/>
                <a:moveTo>
                  <a:pt x="204006" y="128922"/>
                </a:moveTo>
                <a:lnTo>
                  <a:pt x="203671" y="129257"/>
                </a:lnTo>
                <a:lnTo>
                  <a:pt x="203374" y="129592"/>
                </a:lnTo>
                <a:lnTo>
                  <a:pt x="203076" y="129964"/>
                </a:lnTo>
                <a:lnTo>
                  <a:pt x="202778" y="130336"/>
                </a:lnTo>
                <a:lnTo>
                  <a:pt x="202518" y="130745"/>
                </a:lnTo>
                <a:lnTo>
                  <a:pt x="202295" y="131154"/>
                </a:lnTo>
                <a:lnTo>
                  <a:pt x="202109" y="131601"/>
                </a:lnTo>
                <a:lnTo>
                  <a:pt x="201960" y="132085"/>
                </a:lnTo>
                <a:lnTo>
                  <a:pt x="200137" y="128922"/>
                </a:lnTo>
                <a:close/>
                <a:moveTo>
                  <a:pt x="240171" y="128922"/>
                </a:moveTo>
                <a:lnTo>
                  <a:pt x="239837" y="129257"/>
                </a:lnTo>
                <a:lnTo>
                  <a:pt x="239502" y="129592"/>
                </a:lnTo>
                <a:lnTo>
                  <a:pt x="239204" y="129964"/>
                </a:lnTo>
                <a:lnTo>
                  <a:pt x="238944" y="130336"/>
                </a:lnTo>
                <a:lnTo>
                  <a:pt x="238683" y="130745"/>
                </a:lnTo>
                <a:lnTo>
                  <a:pt x="238460" y="131154"/>
                </a:lnTo>
                <a:lnTo>
                  <a:pt x="238237" y="131601"/>
                </a:lnTo>
                <a:lnTo>
                  <a:pt x="238088" y="132085"/>
                </a:lnTo>
                <a:lnTo>
                  <a:pt x="236265" y="128922"/>
                </a:lnTo>
                <a:close/>
                <a:moveTo>
                  <a:pt x="276299" y="128922"/>
                </a:moveTo>
                <a:lnTo>
                  <a:pt x="275965" y="129257"/>
                </a:lnTo>
                <a:lnTo>
                  <a:pt x="275630" y="129592"/>
                </a:lnTo>
                <a:lnTo>
                  <a:pt x="275332" y="129964"/>
                </a:lnTo>
                <a:lnTo>
                  <a:pt x="275072" y="130336"/>
                </a:lnTo>
                <a:lnTo>
                  <a:pt x="274811" y="130745"/>
                </a:lnTo>
                <a:lnTo>
                  <a:pt x="274588" y="131154"/>
                </a:lnTo>
                <a:lnTo>
                  <a:pt x="274402" y="131601"/>
                </a:lnTo>
                <a:lnTo>
                  <a:pt x="274216" y="132085"/>
                </a:lnTo>
                <a:lnTo>
                  <a:pt x="272430" y="128922"/>
                </a:lnTo>
                <a:close/>
                <a:moveTo>
                  <a:pt x="17711" y="129517"/>
                </a:moveTo>
                <a:lnTo>
                  <a:pt x="21208" y="135582"/>
                </a:lnTo>
                <a:lnTo>
                  <a:pt x="14250" y="135582"/>
                </a:lnTo>
                <a:lnTo>
                  <a:pt x="10753" y="129555"/>
                </a:lnTo>
                <a:lnTo>
                  <a:pt x="17711" y="129517"/>
                </a:lnTo>
                <a:close/>
                <a:moveTo>
                  <a:pt x="53876" y="129517"/>
                </a:moveTo>
                <a:lnTo>
                  <a:pt x="57373" y="135582"/>
                </a:lnTo>
                <a:lnTo>
                  <a:pt x="50378" y="135582"/>
                </a:lnTo>
                <a:lnTo>
                  <a:pt x="46881" y="129555"/>
                </a:lnTo>
                <a:lnTo>
                  <a:pt x="53876" y="129517"/>
                </a:lnTo>
                <a:close/>
                <a:moveTo>
                  <a:pt x="90004" y="129517"/>
                </a:moveTo>
                <a:lnTo>
                  <a:pt x="93501" y="135582"/>
                </a:lnTo>
                <a:lnTo>
                  <a:pt x="86506" y="135582"/>
                </a:lnTo>
                <a:lnTo>
                  <a:pt x="83009" y="129555"/>
                </a:lnTo>
                <a:lnTo>
                  <a:pt x="90004" y="129517"/>
                </a:lnTo>
                <a:close/>
                <a:moveTo>
                  <a:pt x="126132" y="129517"/>
                </a:moveTo>
                <a:lnTo>
                  <a:pt x="129629" y="135582"/>
                </a:lnTo>
                <a:lnTo>
                  <a:pt x="122672" y="135582"/>
                </a:lnTo>
                <a:lnTo>
                  <a:pt x="119174" y="129555"/>
                </a:lnTo>
                <a:lnTo>
                  <a:pt x="126132" y="129517"/>
                </a:lnTo>
                <a:close/>
                <a:moveTo>
                  <a:pt x="162297" y="129517"/>
                </a:moveTo>
                <a:lnTo>
                  <a:pt x="165795" y="135582"/>
                </a:lnTo>
                <a:lnTo>
                  <a:pt x="158800" y="135582"/>
                </a:lnTo>
                <a:lnTo>
                  <a:pt x="155302" y="129555"/>
                </a:lnTo>
                <a:lnTo>
                  <a:pt x="162297" y="129517"/>
                </a:lnTo>
                <a:close/>
                <a:moveTo>
                  <a:pt x="198425" y="129517"/>
                </a:moveTo>
                <a:lnTo>
                  <a:pt x="201923" y="135582"/>
                </a:lnTo>
                <a:lnTo>
                  <a:pt x="194928" y="135582"/>
                </a:lnTo>
                <a:lnTo>
                  <a:pt x="191430" y="129555"/>
                </a:lnTo>
                <a:lnTo>
                  <a:pt x="198425" y="129517"/>
                </a:lnTo>
                <a:close/>
                <a:moveTo>
                  <a:pt x="234553" y="129517"/>
                </a:moveTo>
                <a:lnTo>
                  <a:pt x="238051" y="135582"/>
                </a:lnTo>
                <a:lnTo>
                  <a:pt x="231093" y="135582"/>
                </a:lnTo>
                <a:lnTo>
                  <a:pt x="227595" y="129555"/>
                </a:lnTo>
                <a:lnTo>
                  <a:pt x="234553" y="129517"/>
                </a:lnTo>
                <a:close/>
                <a:moveTo>
                  <a:pt x="270718" y="129517"/>
                </a:moveTo>
                <a:lnTo>
                  <a:pt x="274216" y="135582"/>
                </a:lnTo>
                <a:lnTo>
                  <a:pt x="267221" y="135582"/>
                </a:lnTo>
                <a:lnTo>
                  <a:pt x="263723" y="129555"/>
                </a:lnTo>
                <a:lnTo>
                  <a:pt x="270718" y="129517"/>
                </a:lnTo>
                <a:close/>
                <a:moveTo>
                  <a:pt x="31775" y="122002"/>
                </a:moveTo>
                <a:lnTo>
                  <a:pt x="35868" y="128922"/>
                </a:lnTo>
                <a:lnTo>
                  <a:pt x="44165" y="128922"/>
                </a:lnTo>
                <a:lnTo>
                  <a:pt x="38174" y="139266"/>
                </a:lnTo>
                <a:lnTo>
                  <a:pt x="38063" y="138745"/>
                </a:lnTo>
                <a:lnTo>
                  <a:pt x="37877" y="138187"/>
                </a:lnTo>
                <a:lnTo>
                  <a:pt x="37654" y="137628"/>
                </a:lnTo>
                <a:lnTo>
                  <a:pt x="37430" y="137070"/>
                </a:lnTo>
                <a:lnTo>
                  <a:pt x="37133" y="136549"/>
                </a:lnTo>
                <a:lnTo>
                  <a:pt x="36835" y="136029"/>
                </a:lnTo>
                <a:lnTo>
                  <a:pt x="33672" y="130559"/>
                </a:lnTo>
                <a:lnTo>
                  <a:pt x="33449" y="130187"/>
                </a:lnTo>
                <a:lnTo>
                  <a:pt x="33226" y="129815"/>
                </a:lnTo>
                <a:lnTo>
                  <a:pt x="32965" y="129480"/>
                </a:lnTo>
                <a:lnTo>
                  <a:pt x="32668" y="129183"/>
                </a:lnTo>
                <a:lnTo>
                  <a:pt x="32407" y="128922"/>
                </a:lnTo>
                <a:lnTo>
                  <a:pt x="32110" y="128662"/>
                </a:lnTo>
                <a:lnTo>
                  <a:pt x="31812" y="128401"/>
                </a:lnTo>
                <a:lnTo>
                  <a:pt x="31477" y="128215"/>
                </a:lnTo>
                <a:lnTo>
                  <a:pt x="31179" y="127992"/>
                </a:lnTo>
                <a:lnTo>
                  <a:pt x="30845" y="127843"/>
                </a:lnTo>
                <a:lnTo>
                  <a:pt x="30175" y="127545"/>
                </a:lnTo>
                <a:lnTo>
                  <a:pt x="29468" y="127359"/>
                </a:lnTo>
                <a:lnTo>
                  <a:pt x="28761" y="127211"/>
                </a:lnTo>
                <a:lnTo>
                  <a:pt x="31775" y="122002"/>
                </a:lnTo>
                <a:close/>
                <a:moveTo>
                  <a:pt x="67903" y="122002"/>
                </a:moveTo>
                <a:lnTo>
                  <a:pt x="71996" y="128922"/>
                </a:lnTo>
                <a:lnTo>
                  <a:pt x="80293" y="128922"/>
                </a:lnTo>
                <a:lnTo>
                  <a:pt x="74302" y="139266"/>
                </a:lnTo>
                <a:lnTo>
                  <a:pt x="74191" y="138745"/>
                </a:lnTo>
                <a:lnTo>
                  <a:pt x="74005" y="138187"/>
                </a:lnTo>
                <a:lnTo>
                  <a:pt x="73819" y="137628"/>
                </a:lnTo>
                <a:lnTo>
                  <a:pt x="73558" y="137070"/>
                </a:lnTo>
                <a:lnTo>
                  <a:pt x="73298" y="136549"/>
                </a:lnTo>
                <a:lnTo>
                  <a:pt x="72963" y="136029"/>
                </a:lnTo>
                <a:lnTo>
                  <a:pt x="69838" y="130559"/>
                </a:lnTo>
                <a:lnTo>
                  <a:pt x="69614" y="130187"/>
                </a:lnTo>
                <a:lnTo>
                  <a:pt x="69354" y="129815"/>
                </a:lnTo>
                <a:lnTo>
                  <a:pt x="69093" y="129480"/>
                </a:lnTo>
                <a:lnTo>
                  <a:pt x="68833" y="129183"/>
                </a:lnTo>
                <a:lnTo>
                  <a:pt x="68535" y="128922"/>
                </a:lnTo>
                <a:lnTo>
                  <a:pt x="68238" y="128662"/>
                </a:lnTo>
                <a:lnTo>
                  <a:pt x="67940" y="128401"/>
                </a:lnTo>
                <a:lnTo>
                  <a:pt x="67642" y="128215"/>
                </a:lnTo>
                <a:lnTo>
                  <a:pt x="67308" y="127992"/>
                </a:lnTo>
                <a:lnTo>
                  <a:pt x="66973" y="127843"/>
                </a:lnTo>
                <a:lnTo>
                  <a:pt x="66303" y="127545"/>
                </a:lnTo>
                <a:lnTo>
                  <a:pt x="65596" y="127359"/>
                </a:lnTo>
                <a:lnTo>
                  <a:pt x="64889" y="127211"/>
                </a:lnTo>
                <a:lnTo>
                  <a:pt x="67903" y="122002"/>
                </a:lnTo>
                <a:close/>
                <a:moveTo>
                  <a:pt x="104031" y="122002"/>
                </a:moveTo>
                <a:lnTo>
                  <a:pt x="108124" y="128922"/>
                </a:lnTo>
                <a:lnTo>
                  <a:pt x="116458" y="128922"/>
                </a:lnTo>
                <a:lnTo>
                  <a:pt x="110430" y="139266"/>
                </a:lnTo>
                <a:lnTo>
                  <a:pt x="110319" y="138745"/>
                </a:lnTo>
                <a:lnTo>
                  <a:pt x="110170" y="138187"/>
                </a:lnTo>
                <a:lnTo>
                  <a:pt x="109947" y="137628"/>
                </a:lnTo>
                <a:lnTo>
                  <a:pt x="109724" y="137070"/>
                </a:lnTo>
                <a:lnTo>
                  <a:pt x="109426" y="136549"/>
                </a:lnTo>
                <a:lnTo>
                  <a:pt x="109091" y="136029"/>
                </a:lnTo>
                <a:lnTo>
                  <a:pt x="105966" y="130559"/>
                </a:lnTo>
                <a:lnTo>
                  <a:pt x="105742" y="130187"/>
                </a:lnTo>
                <a:lnTo>
                  <a:pt x="105482" y="129815"/>
                </a:lnTo>
                <a:lnTo>
                  <a:pt x="105221" y="129480"/>
                </a:lnTo>
                <a:lnTo>
                  <a:pt x="104961" y="129183"/>
                </a:lnTo>
                <a:lnTo>
                  <a:pt x="104701" y="128922"/>
                </a:lnTo>
                <a:lnTo>
                  <a:pt x="104403" y="128662"/>
                </a:lnTo>
                <a:lnTo>
                  <a:pt x="104105" y="128401"/>
                </a:lnTo>
                <a:lnTo>
                  <a:pt x="103770" y="128215"/>
                </a:lnTo>
                <a:lnTo>
                  <a:pt x="103473" y="127992"/>
                </a:lnTo>
                <a:lnTo>
                  <a:pt x="103138" y="127843"/>
                </a:lnTo>
                <a:lnTo>
                  <a:pt x="102431" y="127545"/>
                </a:lnTo>
                <a:lnTo>
                  <a:pt x="101761" y="127359"/>
                </a:lnTo>
                <a:lnTo>
                  <a:pt x="101054" y="127211"/>
                </a:lnTo>
                <a:lnTo>
                  <a:pt x="104031" y="122002"/>
                </a:lnTo>
                <a:close/>
                <a:moveTo>
                  <a:pt x="140196" y="122002"/>
                </a:moveTo>
                <a:lnTo>
                  <a:pt x="144289" y="128922"/>
                </a:lnTo>
                <a:lnTo>
                  <a:pt x="152586" y="128922"/>
                </a:lnTo>
                <a:lnTo>
                  <a:pt x="146596" y="139266"/>
                </a:lnTo>
                <a:lnTo>
                  <a:pt x="146484" y="138745"/>
                </a:lnTo>
                <a:lnTo>
                  <a:pt x="146298" y="138187"/>
                </a:lnTo>
                <a:lnTo>
                  <a:pt x="146112" y="137628"/>
                </a:lnTo>
                <a:lnTo>
                  <a:pt x="145852" y="137070"/>
                </a:lnTo>
                <a:lnTo>
                  <a:pt x="145554" y="136549"/>
                </a:lnTo>
                <a:lnTo>
                  <a:pt x="145256" y="136029"/>
                </a:lnTo>
                <a:lnTo>
                  <a:pt x="142094" y="130559"/>
                </a:lnTo>
                <a:lnTo>
                  <a:pt x="141870" y="130187"/>
                </a:lnTo>
                <a:lnTo>
                  <a:pt x="141647" y="129815"/>
                </a:lnTo>
                <a:lnTo>
                  <a:pt x="141387" y="129480"/>
                </a:lnTo>
                <a:lnTo>
                  <a:pt x="141089" y="129183"/>
                </a:lnTo>
                <a:lnTo>
                  <a:pt x="140829" y="128922"/>
                </a:lnTo>
                <a:lnTo>
                  <a:pt x="140531" y="128662"/>
                </a:lnTo>
                <a:lnTo>
                  <a:pt x="140233" y="128401"/>
                </a:lnTo>
                <a:lnTo>
                  <a:pt x="139898" y="128215"/>
                </a:lnTo>
                <a:lnTo>
                  <a:pt x="139601" y="127992"/>
                </a:lnTo>
                <a:lnTo>
                  <a:pt x="139266" y="127843"/>
                </a:lnTo>
                <a:lnTo>
                  <a:pt x="138596" y="127545"/>
                </a:lnTo>
                <a:lnTo>
                  <a:pt x="137889" y="127359"/>
                </a:lnTo>
                <a:lnTo>
                  <a:pt x="137182" y="127211"/>
                </a:lnTo>
                <a:lnTo>
                  <a:pt x="140196" y="122002"/>
                </a:lnTo>
                <a:close/>
                <a:moveTo>
                  <a:pt x="176324" y="122002"/>
                </a:moveTo>
                <a:lnTo>
                  <a:pt x="180417" y="128922"/>
                </a:lnTo>
                <a:lnTo>
                  <a:pt x="188714" y="128922"/>
                </a:lnTo>
                <a:lnTo>
                  <a:pt x="182724" y="139266"/>
                </a:lnTo>
                <a:lnTo>
                  <a:pt x="182612" y="138745"/>
                </a:lnTo>
                <a:lnTo>
                  <a:pt x="182463" y="138187"/>
                </a:lnTo>
                <a:lnTo>
                  <a:pt x="182240" y="137628"/>
                </a:lnTo>
                <a:lnTo>
                  <a:pt x="181980" y="137070"/>
                </a:lnTo>
                <a:lnTo>
                  <a:pt x="181719" y="136549"/>
                </a:lnTo>
                <a:lnTo>
                  <a:pt x="181384" y="136029"/>
                </a:lnTo>
                <a:lnTo>
                  <a:pt x="178259" y="130559"/>
                </a:lnTo>
                <a:lnTo>
                  <a:pt x="178036" y="130187"/>
                </a:lnTo>
                <a:lnTo>
                  <a:pt x="177775" y="129815"/>
                </a:lnTo>
                <a:lnTo>
                  <a:pt x="177515" y="129480"/>
                </a:lnTo>
                <a:lnTo>
                  <a:pt x="177254" y="129183"/>
                </a:lnTo>
                <a:lnTo>
                  <a:pt x="176957" y="128922"/>
                </a:lnTo>
                <a:lnTo>
                  <a:pt x="176659" y="128662"/>
                </a:lnTo>
                <a:lnTo>
                  <a:pt x="176361" y="128401"/>
                </a:lnTo>
                <a:lnTo>
                  <a:pt x="176064" y="128215"/>
                </a:lnTo>
                <a:lnTo>
                  <a:pt x="175729" y="127992"/>
                </a:lnTo>
                <a:lnTo>
                  <a:pt x="175394" y="127843"/>
                </a:lnTo>
                <a:lnTo>
                  <a:pt x="174724" y="127545"/>
                </a:lnTo>
                <a:lnTo>
                  <a:pt x="174017" y="127359"/>
                </a:lnTo>
                <a:lnTo>
                  <a:pt x="173310" y="127211"/>
                </a:lnTo>
                <a:lnTo>
                  <a:pt x="176324" y="122002"/>
                </a:lnTo>
                <a:close/>
                <a:moveTo>
                  <a:pt x="212452" y="122002"/>
                </a:moveTo>
                <a:lnTo>
                  <a:pt x="216545" y="128922"/>
                </a:lnTo>
                <a:lnTo>
                  <a:pt x="224879" y="128922"/>
                </a:lnTo>
                <a:lnTo>
                  <a:pt x="218852" y="139266"/>
                </a:lnTo>
                <a:lnTo>
                  <a:pt x="218740" y="138745"/>
                </a:lnTo>
                <a:lnTo>
                  <a:pt x="218591" y="138187"/>
                </a:lnTo>
                <a:lnTo>
                  <a:pt x="218368" y="137628"/>
                </a:lnTo>
                <a:lnTo>
                  <a:pt x="218145" y="137070"/>
                </a:lnTo>
                <a:lnTo>
                  <a:pt x="217847" y="136549"/>
                </a:lnTo>
                <a:lnTo>
                  <a:pt x="217550" y="136029"/>
                </a:lnTo>
                <a:lnTo>
                  <a:pt x="214387" y="130559"/>
                </a:lnTo>
                <a:lnTo>
                  <a:pt x="214164" y="130187"/>
                </a:lnTo>
                <a:lnTo>
                  <a:pt x="213903" y="129815"/>
                </a:lnTo>
                <a:lnTo>
                  <a:pt x="213643" y="129480"/>
                </a:lnTo>
                <a:lnTo>
                  <a:pt x="213382" y="129183"/>
                </a:lnTo>
                <a:lnTo>
                  <a:pt x="213122" y="128922"/>
                </a:lnTo>
                <a:lnTo>
                  <a:pt x="212824" y="128662"/>
                </a:lnTo>
                <a:lnTo>
                  <a:pt x="212527" y="128401"/>
                </a:lnTo>
                <a:lnTo>
                  <a:pt x="212192" y="128215"/>
                </a:lnTo>
                <a:lnTo>
                  <a:pt x="211894" y="127992"/>
                </a:lnTo>
                <a:lnTo>
                  <a:pt x="211559" y="127843"/>
                </a:lnTo>
                <a:lnTo>
                  <a:pt x="210889" y="127545"/>
                </a:lnTo>
                <a:lnTo>
                  <a:pt x="210183" y="127359"/>
                </a:lnTo>
                <a:lnTo>
                  <a:pt x="209476" y="127211"/>
                </a:lnTo>
                <a:lnTo>
                  <a:pt x="212452" y="122002"/>
                </a:lnTo>
                <a:close/>
                <a:moveTo>
                  <a:pt x="248617" y="122002"/>
                </a:moveTo>
                <a:lnTo>
                  <a:pt x="252710" y="128922"/>
                </a:lnTo>
                <a:lnTo>
                  <a:pt x="261007" y="128922"/>
                </a:lnTo>
                <a:lnTo>
                  <a:pt x="255017" y="139266"/>
                </a:lnTo>
                <a:lnTo>
                  <a:pt x="254905" y="138745"/>
                </a:lnTo>
                <a:lnTo>
                  <a:pt x="254719" y="138187"/>
                </a:lnTo>
                <a:lnTo>
                  <a:pt x="254533" y="137628"/>
                </a:lnTo>
                <a:lnTo>
                  <a:pt x="254273" y="137070"/>
                </a:lnTo>
                <a:lnTo>
                  <a:pt x="253975" y="136549"/>
                </a:lnTo>
                <a:lnTo>
                  <a:pt x="253678" y="136029"/>
                </a:lnTo>
                <a:lnTo>
                  <a:pt x="250515" y="130559"/>
                </a:lnTo>
                <a:lnTo>
                  <a:pt x="250292" y="130187"/>
                </a:lnTo>
                <a:lnTo>
                  <a:pt x="250068" y="129815"/>
                </a:lnTo>
                <a:lnTo>
                  <a:pt x="249808" y="129480"/>
                </a:lnTo>
                <a:lnTo>
                  <a:pt x="249548" y="129183"/>
                </a:lnTo>
                <a:lnTo>
                  <a:pt x="249250" y="128922"/>
                </a:lnTo>
                <a:lnTo>
                  <a:pt x="248952" y="128662"/>
                </a:lnTo>
                <a:lnTo>
                  <a:pt x="248655" y="128401"/>
                </a:lnTo>
                <a:lnTo>
                  <a:pt x="248357" y="128215"/>
                </a:lnTo>
                <a:lnTo>
                  <a:pt x="248022" y="127992"/>
                </a:lnTo>
                <a:lnTo>
                  <a:pt x="247687" y="127843"/>
                </a:lnTo>
                <a:lnTo>
                  <a:pt x="247017" y="127545"/>
                </a:lnTo>
                <a:lnTo>
                  <a:pt x="246311" y="127359"/>
                </a:lnTo>
                <a:lnTo>
                  <a:pt x="245604" y="127211"/>
                </a:lnTo>
                <a:lnTo>
                  <a:pt x="248617" y="122002"/>
                </a:lnTo>
                <a:close/>
                <a:moveTo>
                  <a:pt x="31998" y="134875"/>
                </a:moveTo>
                <a:lnTo>
                  <a:pt x="32482" y="134950"/>
                </a:lnTo>
                <a:lnTo>
                  <a:pt x="32928" y="135061"/>
                </a:lnTo>
                <a:lnTo>
                  <a:pt x="33375" y="135210"/>
                </a:lnTo>
                <a:lnTo>
                  <a:pt x="33821" y="135433"/>
                </a:lnTo>
                <a:lnTo>
                  <a:pt x="34230" y="135694"/>
                </a:lnTo>
                <a:lnTo>
                  <a:pt x="34640" y="135991"/>
                </a:lnTo>
                <a:lnTo>
                  <a:pt x="35049" y="136401"/>
                </a:lnTo>
                <a:lnTo>
                  <a:pt x="35421" y="136810"/>
                </a:lnTo>
                <a:lnTo>
                  <a:pt x="35756" y="137331"/>
                </a:lnTo>
                <a:lnTo>
                  <a:pt x="36016" y="137852"/>
                </a:lnTo>
                <a:lnTo>
                  <a:pt x="36202" y="138373"/>
                </a:lnTo>
                <a:lnTo>
                  <a:pt x="36351" y="138856"/>
                </a:lnTo>
                <a:lnTo>
                  <a:pt x="36426" y="139377"/>
                </a:lnTo>
                <a:lnTo>
                  <a:pt x="36463" y="139861"/>
                </a:lnTo>
                <a:lnTo>
                  <a:pt x="36463" y="140345"/>
                </a:lnTo>
                <a:lnTo>
                  <a:pt x="36388" y="140791"/>
                </a:lnTo>
                <a:lnTo>
                  <a:pt x="36277" y="141238"/>
                </a:lnTo>
                <a:lnTo>
                  <a:pt x="36091" y="141684"/>
                </a:lnTo>
                <a:lnTo>
                  <a:pt x="35905" y="142093"/>
                </a:lnTo>
                <a:lnTo>
                  <a:pt x="35682" y="142465"/>
                </a:lnTo>
                <a:lnTo>
                  <a:pt x="35384" y="142837"/>
                </a:lnTo>
                <a:lnTo>
                  <a:pt x="35086" y="143172"/>
                </a:lnTo>
                <a:lnTo>
                  <a:pt x="34751" y="143507"/>
                </a:lnTo>
                <a:lnTo>
                  <a:pt x="34417" y="143768"/>
                </a:lnTo>
                <a:lnTo>
                  <a:pt x="34044" y="144028"/>
                </a:lnTo>
                <a:lnTo>
                  <a:pt x="33635" y="144251"/>
                </a:lnTo>
                <a:lnTo>
                  <a:pt x="33226" y="144437"/>
                </a:lnTo>
                <a:lnTo>
                  <a:pt x="32779" y="144586"/>
                </a:lnTo>
                <a:lnTo>
                  <a:pt x="32333" y="144698"/>
                </a:lnTo>
                <a:lnTo>
                  <a:pt x="31886" y="144772"/>
                </a:lnTo>
                <a:lnTo>
                  <a:pt x="31440" y="144809"/>
                </a:lnTo>
                <a:lnTo>
                  <a:pt x="30993" y="144809"/>
                </a:lnTo>
                <a:lnTo>
                  <a:pt x="30547" y="144772"/>
                </a:lnTo>
                <a:lnTo>
                  <a:pt x="30063" y="144661"/>
                </a:lnTo>
                <a:lnTo>
                  <a:pt x="29617" y="144512"/>
                </a:lnTo>
                <a:lnTo>
                  <a:pt x="29208" y="144326"/>
                </a:lnTo>
                <a:lnTo>
                  <a:pt x="28761" y="144065"/>
                </a:lnTo>
                <a:lnTo>
                  <a:pt x="28352" y="143768"/>
                </a:lnTo>
                <a:lnTo>
                  <a:pt x="27980" y="143396"/>
                </a:lnTo>
                <a:lnTo>
                  <a:pt x="27608" y="142986"/>
                </a:lnTo>
                <a:lnTo>
                  <a:pt x="27273" y="142503"/>
                </a:lnTo>
                <a:lnTo>
                  <a:pt x="26975" y="141982"/>
                </a:lnTo>
                <a:lnTo>
                  <a:pt x="26752" y="141461"/>
                </a:lnTo>
                <a:lnTo>
                  <a:pt x="26603" y="140940"/>
                </a:lnTo>
                <a:lnTo>
                  <a:pt x="26491" y="140419"/>
                </a:lnTo>
                <a:lnTo>
                  <a:pt x="26454" y="139935"/>
                </a:lnTo>
                <a:lnTo>
                  <a:pt x="26491" y="139452"/>
                </a:lnTo>
                <a:lnTo>
                  <a:pt x="26529" y="138968"/>
                </a:lnTo>
                <a:lnTo>
                  <a:pt x="26640" y="138521"/>
                </a:lnTo>
                <a:lnTo>
                  <a:pt x="26826" y="138075"/>
                </a:lnTo>
                <a:lnTo>
                  <a:pt x="27012" y="137666"/>
                </a:lnTo>
                <a:lnTo>
                  <a:pt x="27236" y="137256"/>
                </a:lnTo>
                <a:lnTo>
                  <a:pt x="27533" y="136884"/>
                </a:lnTo>
                <a:lnTo>
                  <a:pt x="27831" y="136549"/>
                </a:lnTo>
                <a:lnTo>
                  <a:pt x="28166" y="136215"/>
                </a:lnTo>
                <a:lnTo>
                  <a:pt x="28538" y="135917"/>
                </a:lnTo>
                <a:lnTo>
                  <a:pt x="28910" y="135657"/>
                </a:lnTo>
                <a:lnTo>
                  <a:pt x="29319" y="135433"/>
                </a:lnTo>
                <a:lnTo>
                  <a:pt x="29728" y="135247"/>
                </a:lnTo>
                <a:lnTo>
                  <a:pt x="30175" y="135098"/>
                </a:lnTo>
                <a:lnTo>
                  <a:pt x="30621" y="134987"/>
                </a:lnTo>
                <a:lnTo>
                  <a:pt x="31068" y="134912"/>
                </a:lnTo>
                <a:lnTo>
                  <a:pt x="31552" y="134875"/>
                </a:lnTo>
                <a:close/>
                <a:moveTo>
                  <a:pt x="68163" y="134875"/>
                </a:moveTo>
                <a:lnTo>
                  <a:pt x="68610" y="134950"/>
                </a:lnTo>
                <a:lnTo>
                  <a:pt x="69056" y="135061"/>
                </a:lnTo>
                <a:lnTo>
                  <a:pt x="69503" y="135210"/>
                </a:lnTo>
                <a:lnTo>
                  <a:pt x="69949" y="135433"/>
                </a:lnTo>
                <a:lnTo>
                  <a:pt x="70396" y="135694"/>
                </a:lnTo>
                <a:lnTo>
                  <a:pt x="70805" y="135991"/>
                </a:lnTo>
                <a:lnTo>
                  <a:pt x="71177" y="136401"/>
                </a:lnTo>
                <a:lnTo>
                  <a:pt x="71549" y="136810"/>
                </a:lnTo>
                <a:lnTo>
                  <a:pt x="71884" y="137331"/>
                </a:lnTo>
                <a:lnTo>
                  <a:pt x="72144" y="137852"/>
                </a:lnTo>
                <a:lnTo>
                  <a:pt x="72368" y="138373"/>
                </a:lnTo>
                <a:lnTo>
                  <a:pt x="72479" y="138856"/>
                </a:lnTo>
                <a:lnTo>
                  <a:pt x="72591" y="139377"/>
                </a:lnTo>
                <a:lnTo>
                  <a:pt x="72628" y="139861"/>
                </a:lnTo>
                <a:lnTo>
                  <a:pt x="72591" y="140345"/>
                </a:lnTo>
                <a:lnTo>
                  <a:pt x="72517" y="140791"/>
                </a:lnTo>
                <a:lnTo>
                  <a:pt x="72405" y="141238"/>
                </a:lnTo>
                <a:lnTo>
                  <a:pt x="72256" y="141684"/>
                </a:lnTo>
                <a:lnTo>
                  <a:pt x="72033" y="142093"/>
                </a:lnTo>
                <a:lnTo>
                  <a:pt x="71810" y="142465"/>
                </a:lnTo>
                <a:lnTo>
                  <a:pt x="71549" y="142837"/>
                </a:lnTo>
                <a:lnTo>
                  <a:pt x="71251" y="143172"/>
                </a:lnTo>
                <a:lnTo>
                  <a:pt x="70917" y="143507"/>
                </a:lnTo>
                <a:lnTo>
                  <a:pt x="70545" y="143768"/>
                </a:lnTo>
                <a:lnTo>
                  <a:pt x="70172" y="144028"/>
                </a:lnTo>
                <a:lnTo>
                  <a:pt x="69763" y="144251"/>
                </a:lnTo>
                <a:lnTo>
                  <a:pt x="69354" y="144437"/>
                </a:lnTo>
                <a:lnTo>
                  <a:pt x="68945" y="144586"/>
                </a:lnTo>
                <a:lnTo>
                  <a:pt x="68498" y="144698"/>
                </a:lnTo>
                <a:lnTo>
                  <a:pt x="68052" y="144772"/>
                </a:lnTo>
                <a:lnTo>
                  <a:pt x="67568" y="144809"/>
                </a:lnTo>
                <a:lnTo>
                  <a:pt x="67121" y="144809"/>
                </a:lnTo>
                <a:lnTo>
                  <a:pt x="66675" y="144772"/>
                </a:lnTo>
                <a:lnTo>
                  <a:pt x="66229" y="144661"/>
                </a:lnTo>
                <a:lnTo>
                  <a:pt x="65782" y="144512"/>
                </a:lnTo>
                <a:lnTo>
                  <a:pt x="65336" y="144326"/>
                </a:lnTo>
                <a:lnTo>
                  <a:pt x="64926" y="144065"/>
                </a:lnTo>
                <a:lnTo>
                  <a:pt x="64517" y="143768"/>
                </a:lnTo>
                <a:lnTo>
                  <a:pt x="64108" y="143396"/>
                </a:lnTo>
                <a:lnTo>
                  <a:pt x="63736" y="142986"/>
                </a:lnTo>
                <a:lnTo>
                  <a:pt x="63401" y="142503"/>
                </a:lnTo>
                <a:lnTo>
                  <a:pt x="63103" y="141982"/>
                </a:lnTo>
                <a:lnTo>
                  <a:pt x="62880" y="141461"/>
                </a:lnTo>
                <a:lnTo>
                  <a:pt x="62731" y="140940"/>
                </a:lnTo>
                <a:lnTo>
                  <a:pt x="62657" y="140419"/>
                </a:lnTo>
                <a:lnTo>
                  <a:pt x="62619" y="139935"/>
                </a:lnTo>
                <a:lnTo>
                  <a:pt x="62619" y="139452"/>
                </a:lnTo>
                <a:lnTo>
                  <a:pt x="62694" y="138968"/>
                </a:lnTo>
                <a:lnTo>
                  <a:pt x="62805" y="138521"/>
                </a:lnTo>
                <a:lnTo>
                  <a:pt x="62954" y="138075"/>
                </a:lnTo>
                <a:lnTo>
                  <a:pt x="63140" y="137666"/>
                </a:lnTo>
                <a:lnTo>
                  <a:pt x="63401" y="137256"/>
                </a:lnTo>
                <a:lnTo>
                  <a:pt x="63661" y="136884"/>
                </a:lnTo>
                <a:lnTo>
                  <a:pt x="63959" y="136549"/>
                </a:lnTo>
                <a:lnTo>
                  <a:pt x="64294" y="136215"/>
                </a:lnTo>
                <a:lnTo>
                  <a:pt x="64666" y="135917"/>
                </a:lnTo>
                <a:lnTo>
                  <a:pt x="65038" y="135657"/>
                </a:lnTo>
                <a:lnTo>
                  <a:pt x="65447" y="135433"/>
                </a:lnTo>
                <a:lnTo>
                  <a:pt x="65894" y="135247"/>
                </a:lnTo>
                <a:lnTo>
                  <a:pt x="66303" y="135098"/>
                </a:lnTo>
                <a:lnTo>
                  <a:pt x="66749" y="134987"/>
                </a:lnTo>
                <a:lnTo>
                  <a:pt x="67233" y="134912"/>
                </a:lnTo>
                <a:lnTo>
                  <a:pt x="67680" y="134875"/>
                </a:lnTo>
                <a:close/>
                <a:moveTo>
                  <a:pt x="104291" y="134875"/>
                </a:moveTo>
                <a:lnTo>
                  <a:pt x="104738" y="134950"/>
                </a:lnTo>
                <a:lnTo>
                  <a:pt x="105221" y="135061"/>
                </a:lnTo>
                <a:lnTo>
                  <a:pt x="105668" y="135210"/>
                </a:lnTo>
                <a:lnTo>
                  <a:pt x="106077" y="135433"/>
                </a:lnTo>
                <a:lnTo>
                  <a:pt x="106524" y="135694"/>
                </a:lnTo>
                <a:lnTo>
                  <a:pt x="106933" y="135991"/>
                </a:lnTo>
                <a:lnTo>
                  <a:pt x="107305" y="136401"/>
                </a:lnTo>
                <a:lnTo>
                  <a:pt x="107677" y="136810"/>
                </a:lnTo>
                <a:lnTo>
                  <a:pt x="108012" y="137331"/>
                </a:lnTo>
                <a:lnTo>
                  <a:pt x="108310" y="137852"/>
                </a:lnTo>
                <a:lnTo>
                  <a:pt x="108496" y="138373"/>
                </a:lnTo>
                <a:lnTo>
                  <a:pt x="108645" y="138856"/>
                </a:lnTo>
                <a:lnTo>
                  <a:pt x="108719" y="139377"/>
                </a:lnTo>
                <a:lnTo>
                  <a:pt x="108756" y="139861"/>
                </a:lnTo>
                <a:lnTo>
                  <a:pt x="108719" y="140345"/>
                </a:lnTo>
                <a:lnTo>
                  <a:pt x="108645" y="140791"/>
                </a:lnTo>
                <a:lnTo>
                  <a:pt x="108533" y="141238"/>
                </a:lnTo>
                <a:lnTo>
                  <a:pt x="108384" y="141684"/>
                </a:lnTo>
                <a:lnTo>
                  <a:pt x="108198" y="142093"/>
                </a:lnTo>
                <a:lnTo>
                  <a:pt x="107938" y="142465"/>
                </a:lnTo>
                <a:lnTo>
                  <a:pt x="107677" y="142837"/>
                </a:lnTo>
                <a:lnTo>
                  <a:pt x="107379" y="143172"/>
                </a:lnTo>
                <a:lnTo>
                  <a:pt x="107045" y="143507"/>
                </a:lnTo>
                <a:lnTo>
                  <a:pt x="106673" y="143768"/>
                </a:lnTo>
                <a:lnTo>
                  <a:pt x="106300" y="144028"/>
                </a:lnTo>
                <a:lnTo>
                  <a:pt x="105928" y="144251"/>
                </a:lnTo>
                <a:lnTo>
                  <a:pt x="105482" y="144437"/>
                </a:lnTo>
                <a:lnTo>
                  <a:pt x="105073" y="144586"/>
                </a:lnTo>
                <a:lnTo>
                  <a:pt x="104626" y="144698"/>
                </a:lnTo>
                <a:lnTo>
                  <a:pt x="104180" y="144772"/>
                </a:lnTo>
                <a:lnTo>
                  <a:pt x="103733" y="144809"/>
                </a:lnTo>
                <a:lnTo>
                  <a:pt x="103287" y="144809"/>
                </a:lnTo>
                <a:lnTo>
                  <a:pt x="102803" y="144772"/>
                </a:lnTo>
                <a:lnTo>
                  <a:pt x="102357" y="144661"/>
                </a:lnTo>
                <a:lnTo>
                  <a:pt x="101910" y="144512"/>
                </a:lnTo>
                <a:lnTo>
                  <a:pt x="101464" y="144326"/>
                </a:lnTo>
                <a:lnTo>
                  <a:pt x="101054" y="144065"/>
                </a:lnTo>
                <a:lnTo>
                  <a:pt x="100645" y="143768"/>
                </a:lnTo>
                <a:lnTo>
                  <a:pt x="100273" y="143396"/>
                </a:lnTo>
                <a:lnTo>
                  <a:pt x="99901" y="142986"/>
                </a:lnTo>
                <a:lnTo>
                  <a:pt x="99566" y="142503"/>
                </a:lnTo>
                <a:lnTo>
                  <a:pt x="99268" y="141982"/>
                </a:lnTo>
                <a:lnTo>
                  <a:pt x="99045" y="141461"/>
                </a:lnTo>
                <a:lnTo>
                  <a:pt x="98896" y="140940"/>
                </a:lnTo>
                <a:lnTo>
                  <a:pt x="98785" y="140419"/>
                </a:lnTo>
                <a:lnTo>
                  <a:pt x="98747" y="139935"/>
                </a:lnTo>
                <a:lnTo>
                  <a:pt x="98747" y="139452"/>
                </a:lnTo>
                <a:lnTo>
                  <a:pt x="98822" y="138968"/>
                </a:lnTo>
                <a:lnTo>
                  <a:pt x="98934" y="138521"/>
                </a:lnTo>
                <a:lnTo>
                  <a:pt x="99082" y="138075"/>
                </a:lnTo>
                <a:lnTo>
                  <a:pt x="99306" y="137666"/>
                </a:lnTo>
                <a:lnTo>
                  <a:pt x="99529" y="137256"/>
                </a:lnTo>
                <a:lnTo>
                  <a:pt x="99789" y="136884"/>
                </a:lnTo>
                <a:lnTo>
                  <a:pt x="100124" y="136549"/>
                </a:lnTo>
                <a:lnTo>
                  <a:pt x="100459" y="136215"/>
                </a:lnTo>
                <a:lnTo>
                  <a:pt x="100794" y="135917"/>
                </a:lnTo>
                <a:lnTo>
                  <a:pt x="101203" y="135657"/>
                </a:lnTo>
                <a:lnTo>
                  <a:pt x="101612" y="135433"/>
                </a:lnTo>
                <a:lnTo>
                  <a:pt x="102022" y="135247"/>
                </a:lnTo>
                <a:lnTo>
                  <a:pt x="102468" y="135098"/>
                </a:lnTo>
                <a:lnTo>
                  <a:pt x="102915" y="134987"/>
                </a:lnTo>
                <a:lnTo>
                  <a:pt x="103361" y="134912"/>
                </a:lnTo>
                <a:lnTo>
                  <a:pt x="103808" y="134875"/>
                </a:lnTo>
                <a:close/>
                <a:moveTo>
                  <a:pt x="140419" y="134875"/>
                </a:moveTo>
                <a:lnTo>
                  <a:pt x="140903" y="134950"/>
                </a:lnTo>
                <a:lnTo>
                  <a:pt x="141350" y="135061"/>
                </a:lnTo>
                <a:lnTo>
                  <a:pt x="141796" y="135210"/>
                </a:lnTo>
                <a:lnTo>
                  <a:pt x="142242" y="135433"/>
                </a:lnTo>
                <a:lnTo>
                  <a:pt x="142652" y="135694"/>
                </a:lnTo>
                <a:lnTo>
                  <a:pt x="143061" y="135991"/>
                </a:lnTo>
                <a:lnTo>
                  <a:pt x="143470" y="136401"/>
                </a:lnTo>
                <a:lnTo>
                  <a:pt x="143842" y="136810"/>
                </a:lnTo>
                <a:lnTo>
                  <a:pt x="144177" y="137331"/>
                </a:lnTo>
                <a:lnTo>
                  <a:pt x="144438" y="137852"/>
                </a:lnTo>
                <a:lnTo>
                  <a:pt x="144624" y="138373"/>
                </a:lnTo>
                <a:lnTo>
                  <a:pt x="144773" y="138856"/>
                </a:lnTo>
                <a:lnTo>
                  <a:pt x="144847" y="139377"/>
                </a:lnTo>
                <a:lnTo>
                  <a:pt x="144884" y="139861"/>
                </a:lnTo>
                <a:lnTo>
                  <a:pt x="144884" y="140345"/>
                </a:lnTo>
                <a:lnTo>
                  <a:pt x="144810" y="140791"/>
                </a:lnTo>
                <a:lnTo>
                  <a:pt x="144698" y="141238"/>
                </a:lnTo>
                <a:lnTo>
                  <a:pt x="144512" y="141684"/>
                </a:lnTo>
                <a:lnTo>
                  <a:pt x="144326" y="142093"/>
                </a:lnTo>
                <a:lnTo>
                  <a:pt x="144103" y="142465"/>
                </a:lnTo>
                <a:lnTo>
                  <a:pt x="143805" y="142837"/>
                </a:lnTo>
                <a:lnTo>
                  <a:pt x="143508" y="143172"/>
                </a:lnTo>
                <a:lnTo>
                  <a:pt x="143173" y="143507"/>
                </a:lnTo>
                <a:lnTo>
                  <a:pt x="142838" y="143768"/>
                </a:lnTo>
                <a:lnTo>
                  <a:pt x="142466" y="144028"/>
                </a:lnTo>
                <a:lnTo>
                  <a:pt x="142056" y="144251"/>
                </a:lnTo>
                <a:lnTo>
                  <a:pt x="141647" y="144437"/>
                </a:lnTo>
                <a:lnTo>
                  <a:pt x="141201" y="144586"/>
                </a:lnTo>
                <a:lnTo>
                  <a:pt x="140754" y="144698"/>
                </a:lnTo>
                <a:lnTo>
                  <a:pt x="140308" y="144772"/>
                </a:lnTo>
                <a:lnTo>
                  <a:pt x="139861" y="144809"/>
                </a:lnTo>
                <a:lnTo>
                  <a:pt x="139415" y="144809"/>
                </a:lnTo>
                <a:lnTo>
                  <a:pt x="138968" y="144772"/>
                </a:lnTo>
                <a:lnTo>
                  <a:pt x="138485" y="144661"/>
                </a:lnTo>
                <a:lnTo>
                  <a:pt x="138075" y="144512"/>
                </a:lnTo>
                <a:lnTo>
                  <a:pt x="137629" y="144326"/>
                </a:lnTo>
                <a:lnTo>
                  <a:pt x="137182" y="144065"/>
                </a:lnTo>
                <a:lnTo>
                  <a:pt x="136810" y="143768"/>
                </a:lnTo>
                <a:lnTo>
                  <a:pt x="136401" y="143396"/>
                </a:lnTo>
                <a:lnTo>
                  <a:pt x="136029" y="142986"/>
                </a:lnTo>
                <a:lnTo>
                  <a:pt x="135694" y="142503"/>
                </a:lnTo>
                <a:lnTo>
                  <a:pt x="135396" y="141982"/>
                </a:lnTo>
                <a:lnTo>
                  <a:pt x="135173" y="141461"/>
                </a:lnTo>
                <a:lnTo>
                  <a:pt x="135024" y="140940"/>
                </a:lnTo>
                <a:lnTo>
                  <a:pt x="134913" y="140419"/>
                </a:lnTo>
                <a:lnTo>
                  <a:pt x="134875" y="139935"/>
                </a:lnTo>
                <a:lnTo>
                  <a:pt x="134913" y="139452"/>
                </a:lnTo>
                <a:lnTo>
                  <a:pt x="134950" y="138968"/>
                </a:lnTo>
                <a:lnTo>
                  <a:pt x="135062" y="138521"/>
                </a:lnTo>
                <a:lnTo>
                  <a:pt x="135248" y="138075"/>
                </a:lnTo>
                <a:lnTo>
                  <a:pt x="135434" y="137666"/>
                </a:lnTo>
                <a:lnTo>
                  <a:pt x="135657" y="137256"/>
                </a:lnTo>
                <a:lnTo>
                  <a:pt x="135955" y="136884"/>
                </a:lnTo>
                <a:lnTo>
                  <a:pt x="136252" y="136549"/>
                </a:lnTo>
                <a:lnTo>
                  <a:pt x="136587" y="136215"/>
                </a:lnTo>
                <a:lnTo>
                  <a:pt x="136959" y="135917"/>
                </a:lnTo>
                <a:lnTo>
                  <a:pt x="137331" y="135657"/>
                </a:lnTo>
                <a:lnTo>
                  <a:pt x="137740" y="135433"/>
                </a:lnTo>
                <a:lnTo>
                  <a:pt x="138150" y="135247"/>
                </a:lnTo>
                <a:lnTo>
                  <a:pt x="138596" y="135098"/>
                </a:lnTo>
                <a:lnTo>
                  <a:pt x="139043" y="134987"/>
                </a:lnTo>
                <a:lnTo>
                  <a:pt x="139489" y="134912"/>
                </a:lnTo>
                <a:lnTo>
                  <a:pt x="139973" y="134875"/>
                </a:lnTo>
                <a:close/>
                <a:moveTo>
                  <a:pt x="176585" y="134875"/>
                </a:moveTo>
                <a:lnTo>
                  <a:pt x="177031" y="134950"/>
                </a:lnTo>
                <a:lnTo>
                  <a:pt x="177478" y="135061"/>
                </a:lnTo>
                <a:lnTo>
                  <a:pt x="177924" y="135210"/>
                </a:lnTo>
                <a:lnTo>
                  <a:pt x="178371" y="135433"/>
                </a:lnTo>
                <a:lnTo>
                  <a:pt x="178817" y="135694"/>
                </a:lnTo>
                <a:lnTo>
                  <a:pt x="179226" y="135991"/>
                </a:lnTo>
                <a:lnTo>
                  <a:pt x="179598" y="136401"/>
                </a:lnTo>
                <a:lnTo>
                  <a:pt x="179970" y="136810"/>
                </a:lnTo>
                <a:lnTo>
                  <a:pt x="180305" y="137331"/>
                </a:lnTo>
                <a:lnTo>
                  <a:pt x="180566" y="137852"/>
                </a:lnTo>
                <a:lnTo>
                  <a:pt x="180789" y="138373"/>
                </a:lnTo>
                <a:lnTo>
                  <a:pt x="180938" y="138856"/>
                </a:lnTo>
                <a:lnTo>
                  <a:pt x="181012" y="139377"/>
                </a:lnTo>
                <a:lnTo>
                  <a:pt x="181049" y="139861"/>
                </a:lnTo>
                <a:lnTo>
                  <a:pt x="181012" y="140345"/>
                </a:lnTo>
                <a:lnTo>
                  <a:pt x="180938" y="140791"/>
                </a:lnTo>
                <a:lnTo>
                  <a:pt x="180826" y="141238"/>
                </a:lnTo>
                <a:lnTo>
                  <a:pt x="180677" y="141684"/>
                </a:lnTo>
                <a:lnTo>
                  <a:pt x="180454" y="142093"/>
                </a:lnTo>
                <a:lnTo>
                  <a:pt x="180231" y="142465"/>
                </a:lnTo>
                <a:lnTo>
                  <a:pt x="179970" y="142837"/>
                </a:lnTo>
                <a:lnTo>
                  <a:pt x="179673" y="143172"/>
                </a:lnTo>
                <a:lnTo>
                  <a:pt x="179338" y="143507"/>
                </a:lnTo>
                <a:lnTo>
                  <a:pt x="178966" y="143768"/>
                </a:lnTo>
                <a:lnTo>
                  <a:pt x="178594" y="144028"/>
                </a:lnTo>
                <a:lnTo>
                  <a:pt x="178184" y="144251"/>
                </a:lnTo>
                <a:lnTo>
                  <a:pt x="177775" y="144437"/>
                </a:lnTo>
                <a:lnTo>
                  <a:pt x="177366" y="144586"/>
                </a:lnTo>
                <a:lnTo>
                  <a:pt x="176919" y="144698"/>
                </a:lnTo>
                <a:lnTo>
                  <a:pt x="176473" y="144772"/>
                </a:lnTo>
                <a:lnTo>
                  <a:pt x="175989" y="144809"/>
                </a:lnTo>
                <a:lnTo>
                  <a:pt x="175543" y="144809"/>
                </a:lnTo>
                <a:lnTo>
                  <a:pt x="175096" y="144772"/>
                </a:lnTo>
                <a:lnTo>
                  <a:pt x="174650" y="144661"/>
                </a:lnTo>
                <a:lnTo>
                  <a:pt x="174203" y="144512"/>
                </a:lnTo>
                <a:lnTo>
                  <a:pt x="173757" y="144326"/>
                </a:lnTo>
                <a:lnTo>
                  <a:pt x="173348" y="144065"/>
                </a:lnTo>
                <a:lnTo>
                  <a:pt x="172938" y="143768"/>
                </a:lnTo>
                <a:lnTo>
                  <a:pt x="172529" y="143396"/>
                </a:lnTo>
                <a:lnTo>
                  <a:pt x="172157" y="142986"/>
                </a:lnTo>
                <a:lnTo>
                  <a:pt x="171822" y="142503"/>
                </a:lnTo>
                <a:lnTo>
                  <a:pt x="171524" y="141982"/>
                </a:lnTo>
                <a:lnTo>
                  <a:pt x="171338" y="141461"/>
                </a:lnTo>
                <a:lnTo>
                  <a:pt x="171152" y="140940"/>
                </a:lnTo>
                <a:lnTo>
                  <a:pt x="171078" y="140419"/>
                </a:lnTo>
                <a:lnTo>
                  <a:pt x="171041" y="139935"/>
                </a:lnTo>
                <a:lnTo>
                  <a:pt x="171041" y="139452"/>
                </a:lnTo>
                <a:lnTo>
                  <a:pt x="171115" y="138968"/>
                </a:lnTo>
                <a:lnTo>
                  <a:pt x="171227" y="138521"/>
                </a:lnTo>
                <a:lnTo>
                  <a:pt x="171376" y="138075"/>
                </a:lnTo>
                <a:lnTo>
                  <a:pt x="171562" y="137666"/>
                </a:lnTo>
                <a:lnTo>
                  <a:pt x="171822" y="137256"/>
                </a:lnTo>
                <a:lnTo>
                  <a:pt x="172083" y="136884"/>
                </a:lnTo>
                <a:lnTo>
                  <a:pt x="172380" y="136549"/>
                </a:lnTo>
                <a:lnTo>
                  <a:pt x="172715" y="136215"/>
                </a:lnTo>
                <a:lnTo>
                  <a:pt x="173087" y="135917"/>
                </a:lnTo>
                <a:lnTo>
                  <a:pt x="173459" y="135657"/>
                </a:lnTo>
                <a:lnTo>
                  <a:pt x="173868" y="135433"/>
                </a:lnTo>
                <a:lnTo>
                  <a:pt x="174315" y="135247"/>
                </a:lnTo>
                <a:lnTo>
                  <a:pt x="174724" y="135098"/>
                </a:lnTo>
                <a:lnTo>
                  <a:pt x="175171" y="134987"/>
                </a:lnTo>
                <a:lnTo>
                  <a:pt x="175654" y="134912"/>
                </a:lnTo>
                <a:lnTo>
                  <a:pt x="176101" y="134875"/>
                </a:lnTo>
                <a:close/>
                <a:moveTo>
                  <a:pt x="212713" y="134875"/>
                </a:moveTo>
                <a:lnTo>
                  <a:pt x="213159" y="134950"/>
                </a:lnTo>
                <a:lnTo>
                  <a:pt x="213643" y="135061"/>
                </a:lnTo>
                <a:lnTo>
                  <a:pt x="214089" y="135210"/>
                </a:lnTo>
                <a:lnTo>
                  <a:pt x="214536" y="135433"/>
                </a:lnTo>
                <a:lnTo>
                  <a:pt x="214945" y="135694"/>
                </a:lnTo>
                <a:lnTo>
                  <a:pt x="215354" y="135991"/>
                </a:lnTo>
                <a:lnTo>
                  <a:pt x="215726" y="136401"/>
                </a:lnTo>
                <a:lnTo>
                  <a:pt x="216098" y="136810"/>
                </a:lnTo>
                <a:lnTo>
                  <a:pt x="216433" y="137331"/>
                </a:lnTo>
                <a:lnTo>
                  <a:pt x="216731" y="137852"/>
                </a:lnTo>
                <a:lnTo>
                  <a:pt x="216917" y="138373"/>
                </a:lnTo>
                <a:lnTo>
                  <a:pt x="217066" y="138856"/>
                </a:lnTo>
                <a:lnTo>
                  <a:pt x="217140" y="139377"/>
                </a:lnTo>
                <a:lnTo>
                  <a:pt x="217177" y="139861"/>
                </a:lnTo>
                <a:lnTo>
                  <a:pt x="217140" y="140345"/>
                </a:lnTo>
                <a:lnTo>
                  <a:pt x="217103" y="140791"/>
                </a:lnTo>
                <a:lnTo>
                  <a:pt x="216954" y="141238"/>
                </a:lnTo>
                <a:lnTo>
                  <a:pt x="216805" y="141684"/>
                </a:lnTo>
                <a:lnTo>
                  <a:pt x="216619" y="142093"/>
                </a:lnTo>
                <a:lnTo>
                  <a:pt x="216359" y="142465"/>
                </a:lnTo>
                <a:lnTo>
                  <a:pt x="216098" y="142837"/>
                </a:lnTo>
                <a:lnTo>
                  <a:pt x="215801" y="143172"/>
                </a:lnTo>
                <a:lnTo>
                  <a:pt x="215466" y="143507"/>
                </a:lnTo>
                <a:lnTo>
                  <a:pt x="215131" y="143768"/>
                </a:lnTo>
                <a:lnTo>
                  <a:pt x="214722" y="144028"/>
                </a:lnTo>
                <a:lnTo>
                  <a:pt x="214350" y="144251"/>
                </a:lnTo>
                <a:lnTo>
                  <a:pt x="213903" y="144437"/>
                </a:lnTo>
                <a:lnTo>
                  <a:pt x="213494" y="144586"/>
                </a:lnTo>
                <a:lnTo>
                  <a:pt x="213047" y="144698"/>
                </a:lnTo>
                <a:lnTo>
                  <a:pt x="212601" y="144772"/>
                </a:lnTo>
                <a:lnTo>
                  <a:pt x="212155" y="144809"/>
                </a:lnTo>
                <a:lnTo>
                  <a:pt x="211708" y="144809"/>
                </a:lnTo>
                <a:lnTo>
                  <a:pt x="211224" y="144772"/>
                </a:lnTo>
                <a:lnTo>
                  <a:pt x="210778" y="144661"/>
                </a:lnTo>
                <a:lnTo>
                  <a:pt x="210331" y="144512"/>
                </a:lnTo>
                <a:lnTo>
                  <a:pt x="209922" y="144326"/>
                </a:lnTo>
                <a:lnTo>
                  <a:pt x="209476" y="144065"/>
                </a:lnTo>
                <a:lnTo>
                  <a:pt x="209066" y="143768"/>
                </a:lnTo>
                <a:lnTo>
                  <a:pt x="208694" y="143396"/>
                </a:lnTo>
                <a:lnTo>
                  <a:pt x="208322" y="142986"/>
                </a:lnTo>
                <a:lnTo>
                  <a:pt x="207987" y="142503"/>
                </a:lnTo>
                <a:lnTo>
                  <a:pt x="207690" y="141982"/>
                </a:lnTo>
                <a:lnTo>
                  <a:pt x="207466" y="141461"/>
                </a:lnTo>
                <a:lnTo>
                  <a:pt x="207318" y="140940"/>
                </a:lnTo>
                <a:lnTo>
                  <a:pt x="207206" y="140419"/>
                </a:lnTo>
                <a:lnTo>
                  <a:pt x="207169" y="139935"/>
                </a:lnTo>
                <a:lnTo>
                  <a:pt x="207169" y="139452"/>
                </a:lnTo>
                <a:lnTo>
                  <a:pt x="207243" y="138968"/>
                </a:lnTo>
                <a:lnTo>
                  <a:pt x="207355" y="138521"/>
                </a:lnTo>
                <a:lnTo>
                  <a:pt x="207504" y="138075"/>
                </a:lnTo>
                <a:lnTo>
                  <a:pt x="207727" y="137666"/>
                </a:lnTo>
                <a:lnTo>
                  <a:pt x="207950" y="137256"/>
                </a:lnTo>
                <a:lnTo>
                  <a:pt x="208211" y="136884"/>
                </a:lnTo>
                <a:lnTo>
                  <a:pt x="208545" y="136549"/>
                </a:lnTo>
                <a:lnTo>
                  <a:pt x="208880" y="136215"/>
                </a:lnTo>
                <a:lnTo>
                  <a:pt x="209215" y="135917"/>
                </a:lnTo>
                <a:lnTo>
                  <a:pt x="209624" y="135657"/>
                </a:lnTo>
                <a:lnTo>
                  <a:pt x="210034" y="135433"/>
                </a:lnTo>
                <a:lnTo>
                  <a:pt x="210443" y="135247"/>
                </a:lnTo>
                <a:lnTo>
                  <a:pt x="210889" y="135098"/>
                </a:lnTo>
                <a:lnTo>
                  <a:pt x="211336" y="134987"/>
                </a:lnTo>
                <a:lnTo>
                  <a:pt x="211782" y="134912"/>
                </a:lnTo>
                <a:lnTo>
                  <a:pt x="212229" y="134875"/>
                </a:lnTo>
                <a:close/>
                <a:moveTo>
                  <a:pt x="248841" y="134875"/>
                </a:moveTo>
                <a:lnTo>
                  <a:pt x="249324" y="134950"/>
                </a:lnTo>
                <a:lnTo>
                  <a:pt x="249771" y="135061"/>
                </a:lnTo>
                <a:lnTo>
                  <a:pt x="250217" y="135210"/>
                </a:lnTo>
                <a:lnTo>
                  <a:pt x="250664" y="135433"/>
                </a:lnTo>
                <a:lnTo>
                  <a:pt x="251073" y="135694"/>
                </a:lnTo>
                <a:lnTo>
                  <a:pt x="251482" y="135991"/>
                </a:lnTo>
                <a:lnTo>
                  <a:pt x="251892" y="136401"/>
                </a:lnTo>
                <a:lnTo>
                  <a:pt x="252264" y="136810"/>
                </a:lnTo>
                <a:lnTo>
                  <a:pt x="252599" y="137331"/>
                </a:lnTo>
                <a:lnTo>
                  <a:pt x="252859" y="137852"/>
                </a:lnTo>
                <a:lnTo>
                  <a:pt x="253045" y="138373"/>
                </a:lnTo>
                <a:lnTo>
                  <a:pt x="253194" y="138856"/>
                </a:lnTo>
                <a:lnTo>
                  <a:pt x="253305" y="139377"/>
                </a:lnTo>
                <a:lnTo>
                  <a:pt x="253305" y="139861"/>
                </a:lnTo>
                <a:lnTo>
                  <a:pt x="253305" y="140345"/>
                </a:lnTo>
                <a:lnTo>
                  <a:pt x="253231" y="140791"/>
                </a:lnTo>
                <a:lnTo>
                  <a:pt x="253119" y="141238"/>
                </a:lnTo>
                <a:lnTo>
                  <a:pt x="252933" y="141684"/>
                </a:lnTo>
                <a:lnTo>
                  <a:pt x="252747" y="142093"/>
                </a:lnTo>
                <a:lnTo>
                  <a:pt x="252524" y="142465"/>
                </a:lnTo>
                <a:lnTo>
                  <a:pt x="252226" y="142837"/>
                </a:lnTo>
                <a:lnTo>
                  <a:pt x="251929" y="143172"/>
                </a:lnTo>
                <a:lnTo>
                  <a:pt x="251594" y="143507"/>
                </a:lnTo>
                <a:lnTo>
                  <a:pt x="251259" y="143768"/>
                </a:lnTo>
                <a:lnTo>
                  <a:pt x="250887" y="144028"/>
                </a:lnTo>
                <a:lnTo>
                  <a:pt x="250478" y="144251"/>
                </a:lnTo>
                <a:lnTo>
                  <a:pt x="250068" y="144437"/>
                </a:lnTo>
                <a:lnTo>
                  <a:pt x="249622" y="144586"/>
                </a:lnTo>
                <a:lnTo>
                  <a:pt x="249175" y="144698"/>
                </a:lnTo>
                <a:lnTo>
                  <a:pt x="248729" y="144772"/>
                </a:lnTo>
                <a:lnTo>
                  <a:pt x="248283" y="144809"/>
                </a:lnTo>
                <a:lnTo>
                  <a:pt x="247836" y="144809"/>
                </a:lnTo>
                <a:lnTo>
                  <a:pt x="247390" y="144772"/>
                </a:lnTo>
                <a:lnTo>
                  <a:pt x="246943" y="144661"/>
                </a:lnTo>
                <a:lnTo>
                  <a:pt x="246497" y="144512"/>
                </a:lnTo>
                <a:lnTo>
                  <a:pt x="246050" y="144326"/>
                </a:lnTo>
                <a:lnTo>
                  <a:pt x="245641" y="144065"/>
                </a:lnTo>
                <a:lnTo>
                  <a:pt x="245232" y="143768"/>
                </a:lnTo>
                <a:lnTo>
                  <a:pt x="244822" y="143396"/>
                </a:lnTo>
                <a:lnTo>
                  <a:pt x="244450" y="142986"/>
                </a:lnTo>
                <a:lnTo>
                  <a:pt x="244115" y="142503"/>
                </a:lnTo>
                <a:lnTo>
                  <a:pt x="243818" y="141982"/>
                </a:lnTo>
                <a:lnTo>
                  <a:pt x="243594" y="141461"/>
                </a:lnTo>
                <a:lnTo>
                  <a:pt x="243446" y="140940"/>
                </a:lnTo>
                <a:lnTo>
                  <a:pt x="243334" y="140419"/>
                </a:lnTo>
                <a:lnTo>
                  <a:pt x="243297" y="139935"/>
                </a:lnTo>
                <a:lnTo>
                  <a:pt x="243334" y="139452"/>
                </a:lnTo>
                <a:lnTo>
                  <a:pt x="243371" y="138968"/>
                </a:lnTo>
                <a:lnTo>
                  <a:pt x="243483" y="138521"/>
                </a:lnTo>
                <a:lnTo>
                  <a:pt x="243669" y="138075"/>
                </a:lnTo>
                <a:lnTo>
                  <a:pt x="243855" y="137666"/>
                </a:lnTo>
                <a:lnTo>
                  <a:pt x="244078" y="137256"/>
                </a:lnTo>
                <a:lnTo>
                  <a:pt x="244376" y="136884"/>
                </a:lnTo>
                <a:lnTo>
                  <a:pt x="244673" y="136549"/>
                </a:lnTo>
                <a:lnTo>
                  <a:pt x="245008" y="136215"/>
                </a:lnTo>
                <a:lnTo>
                  <a:pt x="245380" y="135917"/>
                </a:lnTo>
                <a:lnTo>
                  <a:pt x="245752" y="135657"/>
                </a:lnTo>
                <a:lnTo>
                  <a:pt x="246162" y="135433"/>
                </a:lnTo>
                <a:lnTo>
                  <a:pt x="246571" y="135247"/>
                </a:lnTo>
                <a:lnTo>
                  <a:pt x="247017" y="135098"/>
                </a:lnTo>
                <a:lnTo>
                  <a:pt x="247464" y="134987"/>
                </a:lnTo>
                <a:lnTo>
                  <a:pt x="247910" y="134912"/>
                </a:lnTo>
                <a:lnTo>
                  <a:pt x="248394" y="134875"/>
                </a:lnTo>
                <a:close/>
                <a:moveTo>
                  <a:pt x="34268" y="145926"/>
                </a:moveTo>
                <a:lnTo>
                  <a:pt x="31738" y="150279"/>
                </a:lnTo>
                <a:lnTo>
                  <a:pt x="29431" y="146298"/>
                </a:lnTo>
                <a:lnTo>
                  <a:pt x="30063" y="146447"/>
                </a:lnTo>
                <a:lnTo>
                  <a:pt x="30696" y="146558"/>
                </a:lnTo>
                <a:lnTo>
                  <a:pt x="31328" y="146595"/>
                </a:lnTo>
                <a:lnTo>
                  <a:pt x="31924" y="146595"/>
                </a:lnTo>
                <a:lnTo>
                  <a:pt x="32556" y="146521"/>
                </a:lnTo>
                <a:lnTo>
                  <a:pt x="33151" y="146372"/>
                </a:lnTo>
                <a:lnTo>
                  <a:pt x="33710" y="146186"/>
                </a:lnTo>
                <a:lnTo>
                  <a:pt x="34268" y="145926"/>
                </a:lnTo>
                <a:close/>
                <a:moveTo>
                  <a:pt x="70433" y="145926"/>
                </a:moveTo>
                <a:lnTo>
                  <a:pt x="67903" y="150279"/>
                </a:lnTo>
                <a:lnTo>
                  <a:pt x="65596" y="146298"/>
                </a:lnTo>
                <a:lnTo>
                  <a:pt x="66191" y="146447"/>
                </a:lnTo>
                <a:lnTo>
                  <a:pt x="66824" y="146558"/>
                </a:lnTo>
                <a:lnTo>
                  <a:pt x="67456" y="146595"/>
                </a:lnTo>
                <a:lnTo>
                  <a:pt x="68089" y="146595"/>
                </a:lnTo>
                <a:lnTo>
                  <a:pt x="68684" y="146521"/>
                </a:lnTo>
                <a:lnTo>
                  <a:pt x="69279" y="146372"/>
                </a:lnTo>
                <a:lnTo>
                  <a:pt x="69875" y="146186"/>
                </a:lnTo>
                <a:lnTo>
                  <a:pt x="70433" y="145926"/>
                </a:lnTo>
                <a:close/>
                <a:moveTo>
                  <a:pt x="106561" y="145926"/>
                </a:moveTo>
                <a:lnTo>
                  <a:pt x="104031" y="150279"/>
                </a:lnTo>
                <a:lnTo>
                  <a:pt x="101724" y="146298"/>
                </a:lnTo>
                <a:lnTo>
                  <a:pt x="102357" y="146447"/>
                </a:lnTo>
                <a:lnTo>
                  <a:pt x="102989" y="146558"/>
                </a:lnTo>
                <a:lnTo>
                  <a:pt x="103584" y="146595"/>
                </a:lnTo>
                <a:lnTo>
                  <a:pt x="104217" y="146595"/>
                </a:lnTo>
                <a:lnTo>
                  <a:pt x="104812" y="146521"/>
                </a:lnTo>
                <a:lnTo>
                  <a:pt x="105408" y="146372"/>
                </a:lnTo>
                <a:lnTo>
                  <a:pt x="106003" y="146186"/>
                </a:lnTo>
                <a:lnTo>
                  <a:pt x="106561" y="145926"/>
                </a:lnTo>
                <a:close/>
                <a:moveTo>
                  <a:pt x="142689" y="145926"/>
                </a:moveTo>
                <a:lnTo>
                  <a:pt x="140196" y="150279"/>
                </a:lnTo>
                <a:lnTo>
                  <a:pt x="137852" y="146298"/>
                </a:lnTo>
                <a:lnTo>
                  <a:pt x="138485" y="146447"/>
                </a:lnTo>
                <a:lnTo>
                  <a:pt x="139117" y="146558"/>
                </a:lnTo>
                <a:lnTo>
                  <a:pt x="139750" y="146595"/>
                </a:lnTo>
                <a:lnTo>
                  <a:pt x="140345" y="146595"/>
                </a:lnTo>
                <a:lnTo>
                  <a:pt x="140977" y="146521"/>
                </a:lnTo>
                <a:lnTo>
                  <a:pt x="141573" y="146372"/>
                </a:lnTo>
                <a:lnTo>
                  <a:pt x="142131" y="146186"/>
                </a:lnTo>
                <a:lnTo>
                  <a:pt x="142689" y="145926"/>
                </a:lnTo>
                <a:close/>
                <a:moveTo>
                  <a:pt x="178854" y="145926"/>
                </a:moveTo>
                <a:lnTo>
                  <a:pt x="176324" y="150279"/>
                </a:lnTo>
                <a:lnTo>
                  <a:pt x="174017" y="146298"/>
                </a:lnTo>
                <a:lnTo>
                  <a:pt x="174650" y="146447"/>
                </a:lnTo>
                <a:lnTo>
                  <a:pt x="175245" y="146558"/>
                </a:lnTo>
                <a:lnTo>
                  <a:pt x="175878" y="146595"/>
                </a:lnTo>
                <a:lnTo>
                  <a:pt x="176510" y="146595"/>
                </a:lnTo>
                <a:lnTo>
                  <a:pt x="177105" y="146521"/>
                </a:lnTo>
                <a:lnTo>
                  <a:pt x="177701" y="146372"/>
                </a:lnTo>
                <a:lnTo>
                  <a:pt x="178296" y="146186"/>
                </a:lnTo>
                <a:lnTo>
                  <a:pt x="178854" y="145926"/>
                </a:lnTo>
                <a:close/>
                <a:moveTo>
                  <a:pt x="214982" y="145926"/>
                </a:moveTo>
                <a:lnTo>
                  <a:pt x="212452" y="150279"/>
                </a:lnTo>
                <a:lnTo>
                  <a:pt x="210145" y="146298"/>
                </a:lnTo>
                <a:lnTo>
                  <a:pt x="210778" y="146447"/>
                </a:lnTo>
                <a:lnTo>
                  <a:pt x="211410" y="146558"/>
                </a:lnTo>
                <a:lnTo>
                  <a:pt x="212043" y="146595"/>
                </a:lnTo>
                <a:lnTo>
                  <a:pt x="212638" y="146595"/>
                </a:lnTo>
                <a:lnTo>
                  <a:pt x="213271" y="146521"/>
                </a:lnTo>
                <a:lnTo>
                  <a:pt x="213866" y="146372"/>
                </a:lnTo>
                <a:lnTo>
                  <a:pt x="214424" y="146186"/>
                </a:lnTo>
                <a:lnTo>
                  <a:pt x="214982" y="145926"/>
                </a:lnTo>
                <a:close/>
                <a:moveTo>
                  <a:pt x="251147" y="145926"/>
                </a:moveTo>
                <a:lnTo>
                  <a:pt x="248617" y="150279"/>
                </a:lnTo>
                <a:lnTo>
                  <a:pt x="246273" y="146298"/>
                </a:lnTo>
                <a:lnTo>
                  <a:pt x="246906" y="146447"/>
                </a:lnTo>
                <a:lnTo>
                  <a:pt x="247538" y="146558"/>
                </a:lnTo>
                <a:lnTo>
                  <a:pt x="248171" y="146595"/>
                </a:lnTo>
                <a:lnTo>
                  <a:pt x="248766" y="146595"/>
                </a:lnTo>
                <a:lnTo>
                  <a:pt x="249399" y="146521"/>
                </a:lnTo>
                <a:lnTo>
                  <a:pt x="249994" y="146372"/>
                </a:lnTo>
                <a:lnTo>
                  <a:pt x="250552" y="146186"/>
                </a:lnTo>
                <a:lnTo>
                  <a:pt x="251147" y="145926"/>
                </a:lnTo>
                <a:close/>
                <a:moveTo>
                  <a:pt x="21208" y="137331"/>
                </a:moveTo>
                <a:lnTo>
                  <a:pt x="8706" y="158985"/>
                </a:lnTo>
                <a:lnTo>
                  <a:pt x="1786" y="158985"/>
                </a:lnTo>
                <a:lnTo>
                  <a:pt x="14250" y="137331"/>
                </a:lnTo>
                <a:close/>
                <a:moveTo>
                  <a:pt x="22771" y="138187"/>
                </a:moveTo>
                <a:lnTo>
                  <a:pt x="26715" y="145107"/>
                </a:lnTo>
                <a:lnTo>
                  <a:pt x="30733" y="152065"/>
                </a:lnTo>
                <a:lnTo>
                  <a:pt x="26752" y="158948"/>
                </a:lnTo>
                <a:lnTo>
                  <a:pt x="19757" y="158985"/>
                </a:lnTo>
                <a:lnTo>
                  <a:pt x="23775" y="152028"/>
                </a:lnTo>
                <a:lnTo>
                  <a:pt x="19199" y="144326"/>
                </a:lnTo>
                <a:lnTo>
                  <a:pt x="22771" y="138187"/>
                </a:lnTo>
                <a:close/>
                <a:moveTo>
                  <a:pt x="57336" y="137331"/>
                </a:moveTo>
                <a:lnTo>
                  <a:pt x="44872" y="158985"/>
                </a:lnTo>
                <a:lnTo>
                  <a:pt x="37914" y="158985"/>
                </a:lnTo>
                <a:lnTo>
                  <a:pt x="50378" y="137331"/>
                </a:lnTo>
                <a:close/>
                <a:moveTo>
                  <a:pt x="58899" y="138187"/>
                </a:moveTo>
                <a:lnTo>
                  <a:pt x="62843" y="145107"/>
                </a:lnTo>
                <a:lnTo>
                  <a:pt x="66861" y="152065"/>
                </a:lnTo>
                <a:lnTo>
                  <a:pt x="62880" y="158948"/>
                </a:lnTo>
                <a:lnTo>
                  <a:pt x="55922" y="158985"/>
                </a:lnTo>
                <a:lnTo>
                  <a:pt x="59903" y="152028"/>
                </a:lnTo>
                <a:lnTo>
                  <a:pt x="55364" y="144326"/>
                </a:lnTo>
                <a:lnTo>
                  <a:pt x="58899" y="138187"/>
                </a:lnTo>
                <a:close/>
                <a:moveTo>
                  <a:pt x="93501" y="137331"/>
                </a:moveTo>
                <a:lnTo>
                  <a:pt x="81000" y="158985"/>
                </a:lnTo>
                <a:lnTo>
                  <a:pt x="74042" y="158985"/>
                </a:lnTo>
                <a:lnTo>
                  <a:pt x="86544" y="137331"/>
                </a:lnTo>
                <a:close/>
                <a:moveTo>
                  <a:pt x="95027" y="138187"/>
                </a:moveTo>
                <a:lnTo>
                  <a:pt x="99008" y="145107"/>
                </a:lnTo>
                <a:lnTo>
                  <a:pt x="103026" y="152065"/>
                </a:lnTo>
                <a:lnTo>
                  <a:pt x="99045" y="158948"/>
                </a:lnTo>
                <a:lnTo>
                  <a:pt x="92050" y="158985"/>
                </a:lnTo>
                <a:lnTo>
                  <a:pt x="96069" y="152028"/>
                </a:lnTo>
                <a:lnTo>
                  <a:pt x="91492" y="144326"/>
                </a:lnTo>
                <a:lnTo>
                  <a:pt x="95027" y="138187"/>
                </a:lnTo>
                <a:close/>
                <a:moveTo>
                  <a:pt x="129629" y="137331"/>
                </a:moveTo>
                <a:lnTo>
                  <a:pt x="117128" y="158985"/>
                </a:lnTo>
                <a:lnTo>
                  <a:pt x="110207" y="158985"/>
                </a:lnTo>
                <a:lnTo>
                  <a:pt x="122672" y="137331"/>
                </a:lnTo>
                <a:close/>
                <a:moveTo>
                  <a:pt x="131192" y="138187"/>
                </a:moveTo>
                <a:lnTo>
                  <a:pt x="135136" y="145107"/>
                </a:lnTo>
                <a:lnTo>
                  <a:pt x="139154" y="152065"/>
                </a:lnTo>
                <a:lnTo>
                  <a:pt x="135173" y="158948"/>
                </a:lnTo>
                <a:lnTo>
                  <a:pt x="128178" y="158985"/>
                </a:lnTo>
                <a:lnTo>
                  <a:pt x="132197" y="152028"/>
                </a:lnTo>
                <a:lnTo>
                  <a:pt x="127620" y="144326"/>
                </a:lnTo>
                <a:lnTo>
                  <a:pt x="131192" y="138187"/>
                </a:lnTo>
                <a:close/>
                <a:moveTo>
                  <a:pt x="165757" y="137331"/>
                </a:moveTo>
                <a:lnTo>
                  <a:pt x="153293" y="158985"/>
                </a:lnTo>
                <a:lnTo>
                  <a:pt x="146335" y="158985"/>
                </a:lnTo>
                <a:lnTo>
                  <a:pt x="158800" y="137331"/>
                </a:lnTo>
                <a:close/>
                <a:moveTo>
                  <a:pt x="167320" y="138187"/>
                </a:moveTo>
                <a:lnTo>
                  <a:pt x="171264" y="145107"/>
                </a:lnTo>
                <a:lnTo>
                  <a:pt x="175282" y="152065"/>
                </a:lnTo>
                <a:lnTo>
                  <a:pt x="171301" y="158948"/>
                </a:lnTo>
                <a:lnTo>
                  <a:pt x="164343" y="158985"/>
                </a:lnTo>
                <a:lnTo>
                  <a:pt x="168325" y="152028"/>
                </a:lnTo>
                <a:lnTo>
                  <a:pt x="163785" y="144326"/>
                </a:lnTo>
                <a:lnTo>
                  <a:pt x="167320" y="138187"/>
                </a:lnTo>
                <a:close/>
                <a:moveTo>
                  <a:pt x="201923" y="137331"/>
                </a:moveTo>
                <a:lnTo>
                  <a:pt x="189421" y="158985"/>
                </a:lnTo>
                <a:lnTo>
                  <a:pt x="182463" y="158985"/>
                </a:lnTo>
                <a:lnTo>
                  <a:pt x="194965" y="137331"/>
                </a:lnTo>
                <a:close/>
                <a:moveTo>
                  <a:pt x="203448" y="138187"/>
                </a:moveTo>
                <a:lnTo>
                  <a:pt x="207429" y="145107"/>
                </a:lnTo>
                <a:lnTo>
                  <a:pt x="211448" y="152065"/>
                </a:lnTo>
                <a:lnTo>
                  <a:pt x="207466" y="158948"/>
                </a:lnTo>
                <a:lnTo>
                  <a:pt x="200471" y="158985"/>
                </a:lnTo>
                <a:lnTo>
                  <a:pt x="204490" y="152028"/>
                </a:lnTo>
                <a:lnTo>
                  <a:pt x="199913" y="144326"/>
                </a:lnTo>
                <a:lnTo>
                  <a:pt x="203448" y="138187"/>
                </a:lnTo>
                <a:close/>
                <a:moveTo>
                  <a:pt x="238051" y="137331"/>
                </a:moveTo>
                <a:lnTo>
                  <a:pt x="225549" y="158985"/>
                </a:lnTo>
                <a:lnTo>
                  <a:pt x="218629" y="158985"/>
                </a:lnTo>
                <a:lnTo>
                  <a:pt x="231093" y="137331"/>
                </a:lnTo>
                <a:close/>
                <a:moveTo>
                  <a:pt x="239613" y="138187"/>
                </a:moveTo>
                <a:lnTo>
                  <a:pt x="243557" y="145107"/>
                </a:lnTo>
                <a:lnTo>
                  <a:pt x="247576" y="152065"/>
                </a:lnTo>
                <a:lnTo>
                  <a:pt x="243594" y="158948"/>
                </a:lnTo>
                <a:lnTo>
                  <a:pt x="236600" y="158985"/>
                </a:lnTo>
                <a:lnTo>
                  <a:pt x="240618" y="152028"/>
                </a:lnTo>
                <a:lnTo>
                  <a:pt x="236041" y="144326"/>
                </a:lnTo>
                <a:lnTo>
                  <a:pt x="239613" y="138187"/>
                </a:lnTo>
                <a:close/>
                <a:moveTo>
                  <a:pt x="274216" y="137331"/>
                </a:moveTo>
                <a:lnTo>
                  <a:pt x="261714" y="158985"/>
                </a:lnTo>
                <a:lnTo>
                  <a:pt x="254757" y="158985"/>
                </a:lnTo>
                <a:lnTo>
                  <a:pt x="267221" y="137331"/>
                </a:lnTo>
                <a:close/>
                <a:moveTo>
                  <a:pt x="275741" y="138187"/>
                </a:moveTo>
                <a:lnTo>
                  <a:pt x="279722" y="145107"/>
                </a:lnTo>
                <a:lnTo>
                  <a:pt x="283704" y="152065"/>
                </a:lnTo>
                <a:lnTo>
                  <a:pt x="279722" y="158948"/>
                </a:lnTo>
                <a:lnTo>
                  <a:pt x="272765" y="158985"/>
                </a:lnTo>
                <a:lnTo>
                  <a:pt x="276746" y="152028"/>
                </a:lnTo>
                <a:lnTo>
                  <a:pt x="272207" y="144326"/>
                </a:lnTo>
                <a:lnTo>
                  <a:pt x="275741" y="138187"/>
                </a:lnTo>
                <a:close/>
                <a:moveTo>
                  <a:pt x="27868" y="0"/>
                </a:moveTo>
                <a:lnTo>
                  <a:pt x="27422" y="37"/>
                </a:lnTo>
                <a:lnTo>
                  <a:pt x="26938" y="74"/>
                </a:lnTo>
                <a:lnTo>
                  <a:pt x="26491" y="186"/>
                </a:lnTo>
                <a:lnTo>
                  <a:pt x="26008" y="298"/>
                </a:lnTo>
                <a:lnTo>
                  <a:pt x="25561" y="446"/>
                </a:lnTo>
                <a:lnTo>
                  <a:pt x="25115" y="633"/>
                </a:lnTo>
                <a:lnTo>
                  <a:pt x="24668" y="819"/>
                </a:lnTo>
                <a:lnTo>
                  <a:pt x="24259" y="1079"/>
                </a:lnTo>
                <a:lnTo>
                  <a:pt x="23850" y="1339"/>
                </a:lnTo>
                <a:lnTo>
                  <a:pt x="23478" y="1637"/>
                </a:lnTo>
                <a:lnTo>
                  <a:pt x="23106" y="1935"/>
                </a:lnTo>
                <a:lnTo>
                  <a:pt x="22771" y="2307"/>
                </a:lnTo>
                <a:lnTo>
                  <a:pt x="22436" y="2679"/>
                </a:lnTo>
                <a:lnTo>
                  <a:pt x="22138" y="3051"/>
                </a:lnTo>
                <a:lnTo>
                  <a:pt x="21878" y="3497"/>
                </a:lnTo>
                <a:lnTo>
                  <a:pt x="21617" y="3944"/>
                </a:lnTo>
                <a:lnTo>
                  <a:pt x="21431" y="4390"/>
                </a:lnTo>
                <a:lnTo>
                  <a:pt x="21245" y="4911"/>
                </a:lnTo>
                <a:lnTo>
                  <a:pt x="18752" y="595"/>
                </a:lnTo>
                <a:lnTo>
                  <a:pt x="8706" y="595"/>
                </a:lnTo>
                <a:lnTo>
                  <a:pt x="0" y="15553"/>
                </a:lnTo>
                <a:lnTo>
                  <a:pt x="0" y="33561"/>
                </a:lnTo>
                <a:lnTo>
                  <a:pt x="8037" y="33561"/>
                </a:lnTo>
                <a:lnTo>
                  <a:pt x="0" y="47364"/>
                </a:lnTo>
                <a:lnTo>
                  <a:pt x="0" y="65335"/>
                </a:lnTo>
                <a:lnTo>
                  <a:pt x="8037" y="65335"/>
                </a:lnTo>
                <a:lnTo>
                  <a:pt x="0" y="79139"/>
                </a:lnTo>
                <a:lnTo>
                  <a:pt x="0" y="97147"/>
                </a:lnTo>
                <a:lnTo>
                  <a:pt x="8037" y="97147"/>
                </a:lnTo>
                <a:lnTo>
                  <a:pt x="0" y="110951"/>
                </a:lnTo>
                <a:lnTo>
                  <a:pt x="0" y="128922"/>
                </a:lnTo>
                <a:lnTo>
                  <a:pt x="8037" y="128922"/>
                </a:lnTo>
                <a:lnTo>
                  <a:pt x="0" y="142763"/>
                </a:lnTo>
                <a:lnTo>
                  <a:pt x="0" y="160734"/>
                </a:lnTo>
                <a:lnTo>
                  <a:pt x="9748" y="160734"/>
                </a:lnTo>
                <a:lnTo>
                  <a:pt x="13729" y="153814"/>
                </a:lnTo>
                <a:lnTo>
                  <a:pt x="17711" y="160734"/>
                </a:lnTo>
                <a:lnTo>
                  <a:pt x="27756" y="160734"/>
                </a:lnTo>
                <a:lnTo>
                  <a:pt x="31775" y="153814"/>
                </a:lnTo>
                <a:lnTo>
                  <a:pt x="35868" y="160734"/>
                </a:lnTo>
                <a:lnTo>
                  <a:pt x="45876" y="160734"/>
                </a:lnTo>
                <a:lnTo>
                  <a:pt x="49895" y="153814"/>
                </a:lnTo>
                <a:lnTo>
                  <a:pt x="53876" y="160734"/>
                </a:lnTo>
                <a:lnTo>
                  <a:pt x="63922" y="160734"/>
                </a:lnTo>
                <a:lnTo>
                  <a:pt x="67903" y="153814"/>
                </a:lnTo>
                <a:lnTo>
                  <a:pt x="71996" y="160734"/>
                </a:lnTo>
                <a:lnTo>
                  <a:pt x="82042" y="160734"/>
                </a:lnTo>
                <a:lnTo>
                  <a:pt x="86023" y="153814"/>
                </a:lnTo>
                <a:lnTo>
                  <a:pt x="90004" y="160734"/>
                </a:lnTo>
                <a:lnTo>
                  <a:pt x="100050" y="160734"/>
                </a:lnTo>
                <a:lnTo>
                  <a:pt x="104031" y="153814"/>
                </a:lnTo>
                <a:lnTo>
                  <a:pt x="108124" y="160734"/>
                </a:lnTo>
                <a:lnTo>
                  <a:pt x="118170" y="160734"/>
                </a:lnTo>
                <a:lnTo>
                  <a:pt x="122151" y="153814"/>
                </a:lnTo>
                <a:lnTo>
                  <a:pt x="126132" y="160734"/>
                </a:lnTo>
                <a:lnTo>
                  <a:pt x="136178" y="160734"/>
                </a:lnTo>
                <a:lnTo>
                  <a:pt x="140196" y="153814"/>
                </a:lnTo>
                <a:lnTo>
                  <a:pt x="144289" y="160734"/>
                </a:lnTo>
                <a:lnTo>
                  <a:pt x="154298" y="160734"/>
                </a:lnTo>
                <a:lnTo>
                  <a:pt x="158316" y="153814"/>
                </a:lnTo>
                <a:lnTo>
                  <a:pt x="162297" y="160734"/>
                </a:lnTo>
                <a:lnTo>
                  <a:pt x="172343" y="160734"/>
                </a:lnTo>
                <a:lnTo>
                  <a:pt x="176324" y="153814"/>
                </a:lnTo>
                <a:lnTo>
                  <a:pt x="180417" y="160734"/>
                </a:lnTo>
                <a:lnTo>
                  <a:pt x="190463" y="160734"/>
                </a:lnTo>
                <a:lnTo>
                  <a:pt x="194444" y="153814"/>
                </a:lnTo>
                <a:lnTo>
                  <a:pt x="198425" y="160734"/>
                </a:lnTo>
                <a:lnTo>
                  <a:pt x="208471" y="160734"/>
                </a:lnTo>
                <a:lnTo>
                  <a:pt x="212452" y="153814"/>
                </a:lnTo>
                <a:lnTo>
                  <a:pt x="216545" y="160734"/>
                </a:lnTo>
                <a:lnTo>
                  <a:pt x="226591" y="160734"/>
                </a:lnTo>
                <a:lnTo>
                  <a:pt x="230609" y="153814"/>
                </a:lnTo>
                <a:lnTo>
                  <a:pt x="234590" y="160734"/>
                </a:lnTo>
                <a:lnTo>
                  <a:pt x="244599" y="160734"/>
                </a:lnTo>
                <a:lnTo>
                  <a:pt x="248617" y="153814"/>
                </a:lnTo>
                <a:lnTo>
                  <a:pt x="252710" y="160734"/>
                </a:lnTo>
                <a:lnTo>
                  <a:pt x="262719" y="160734"/>
                </a:lnTo>
                <a:lnTo>
                  <a:pt x="266737" y="153814"/>
                </a:lnTo>
                <a:lnTo>
                  <a:pt x="270718" y="160734"/>
                </a:lnTo>
                <a:lnTo>
                  <a:pt x="280764" y="160734"/>
                </a:lnTo>
                <a:lnTo>
                  <a:pt x="285750" y="152065"/>
                </a:lnTo>
                <a:lnTo>
                  <a:pt x="285750" y="152028"/>
                </a:lnTo>
                <a:lnTo>
                  <a:pt x="282439" y="146298"/>
                </a:lnTo>
                <a:lnTo>
                  <a:pt x="282848" y="146409"/>
                </a:lnTo>
                <a:lnTo>
                  <a:pt x="283257" y="146484"/>
                </a:lnTo>
                <a:lnTo>
                  <a:pt x="283704" y="146558"/>
                </a:lnTo>
                <a:lnTo>
                  <a:pt x="284113" y="146595"/>
                </a:lnTo>
                <a:lnTo>
                  <a:pt x="284931" y="146595"/>
                </a:lnTo>
                <a:lnTo>
                  <a:pt x="285341" y="146521"/>
                </a:lnTo>
                <a:lnTo>
                  <a:pt x="285750" y="146447"/>
                </a:lnTo>
                <a:lnTo>
                  <a:pt x="285750" y="144586"/>
                </a:lnTo>
                <a:lnTo>
                  <a:pt x="285378" y="144698"/>
                </a:lnTo>
                <a:lnTo>
                  <a:pt x="285043" y="144772"/>
                </a:lnTo>
                <a:lnTo>
                  <a:pt x="284671" y="144809"/>
                </a:lnTo>
                <a:lnTo>
                  <a:pt x="283927" y="144809"/>
                </a:lnTo>
                <a:lnTo>
                  <a:pt x="283555" y="144772"/>
                </a:lnTo>
                <a:lnTo>
                  <a:pt x="283183" y="144698"/>
                </a:lnTo>
                <a:lnTo>
                  <a:pt x="282848" y="144586"/>
                </a:lnTo>
                <a:lnTo>
                  <a:pt x="282476" y="144437"/>
                </a:lnTo>
                <a:lnTo>
                  <a:pt x="282141" y="144289"/>
                </a:lnTo>
                <a:lnTo>
                  <a:pt x="281769" y="144065"/>
                </a:lnTo>
                <a:lnTo>
                  <a:pt x="281434" y="143842"/>
                </a:lnTo>
                <a:lnTo>
                  <a:pt x="281136" y="143582"/>
                </a:lnTo>
                <a:lnTo>
                  <a:pt x="280839" y="143247"/>
                </a:lnTo>
                <a:lnTo>
                  <a:pt x="280541" y="142912"/>
                </a:lnTo>
                <a:lnTo>
                  <a:pt x="280243" y="142503"/>
                </a:lnTo>
                <a:lnTo>
                  <a:pt x="280020" y="142093"/>
                </a:lnTo>
                <a:lnTo>
                  <a:pt x="279834" y="141684"/>
                </a:lnTo>
                <a:lnTo>
                  <a:pt x="279685" y="141312"/>
                </a:lnTo>
                <a:lnTo>
                  <a:pt x="279574" y="140903"/>
                </a:lnTo>
                <a:lnTo>
                  <a:pt x="279499" y="140493"/>
                </a:lnTo>
                <a:lnTo>
                  <a:pt x="279462" y="140121"/>
                </a:lnTo>
                <a:lnTo>
                  <a:pt x="279462" y="139749"/>
                </a:lnTo>
                <a:lnTo>
                  <a:pt x="279462" y="139377"/>
                </a:lnTo>
                <a:lnTo>
                  <a:pt x="279536" y="139005"/>
                </a:lnTo>
                <a:lnTo>
                  <a:pt x="279611" y="138633"/>
                </a:lnTo>
                <a:lnTo>
                  <a:pt x="279722" y="138298"/>
                </a:lnTo>
                <a:lnTo>
                  <a:pt x="279834" y="137963"/>
                </a:lnTo>
                <a:lnTo>
                  <a:pt x="279983" y="137666"/>
                </a:lnTo>
                <a:lnTo>
                  <a:pt x="280169" y="137331"/>
                </a:lnTo>
                <a:lnTo>
                  <a:pt x="280392" y="137070"/>
                </a:lnTo>
                <a:lnTo>
                  <a:pt x="280615" y="136773"/>
                </a:lnTo>
                <a:lnTo>
                  <a:pt x="280839" y="136512"/>
                </a:lnTo>
                <a:lnTo>
                  <a:pt x="281099" y="136252"/>
                </a:lnTo>
                <a:lnTo>
                  <a:pt x="281360" y="136029"/>
                </a:lnTo>
                <a:lnTo>
                  <a:pt x="281657" y="135805"/>
                </a:lnTo>
                <a:lnTo>
                  <a:pt x="281955" y="135619"/>
                </a:lnTo>
                <a:lnTo>
                  <a:pt x="282290" y="135470"/>
                </a:lnTo>
                <a:lnTo>
                  <a:pt x="282587" y="135322"/>
                </a:lnTo>
                <a:lnTo>
                  <a:pt x="282922" y="135173"/>
                </a:lnTo>
                <a:lnTo>
                  <a:pt x="283294" y="135061"/>
                </a:lnTo>
                <a:lnTo>
                  <a:pt x="283629" y="134987"/>
                </a:lnTo>
                <a:lnTo>
                  <a:pt x="283964" y="134912"/>
                </a:lnTo>
                <a:lnTo>
                  <a:pt x="284336" y="134875"/>
                </a:lnTo>
                <a:lnTo>
                  <a:pt x="284671" y="134875"/>
                </a:lnTo>
                <a:lnTo>
                  <a:pt x="285043" y="134912"/>
                </a:lnTo>
                <a:lnTo>
                  <a:pt x="285415" y="134950"/>
                </a:lnTo>
                <a:lnTo>
                  <a:pt x="285750" y="135024"/>
                </a:lnTo>
                <a:lnTo>
                  <a:pt x="285750" y="129294"/>
                </a:lnTo>
                <a:lnTo>
                  <a:pt x="285304" y="128848"/>
                </a:lnTo>
                <a:lnTo>
                  <a:pt x="284857" y="128476"/>
                </a:lnTo>
                <a:lnTo>
                  <a:pt x="284373" y="128141"/>
                </a:lnTo>
                <a:lnTo>
                  <a:pt x="283890" y="127843"/>
                </a:lnTo>
                <a:lnTo>
                  <a:pt x="283369" y="127620"/>
                </a:lnTo>
                <a:lnTo>
                  <a:pt x="282848" y="127434"/>
                </a:lnTo>
                <a:lnTo>
                  <a:pt x="282290" y="127322"/>
                </a:lnTo>
                <a:lnTo>
                  <a:pt x="281732" y="127211"/>
                </a:lnTo>
                <a:lnTo>
                  <a:pt x="285750" y="120290"/>
                </a:lnTo>
                <a:lnTo>
                  <a:pt x="285750" y="120253"/>
                </a:lnTo>
                <a:lnTo>
                  <a:pt x="282439" y="114486"/>
                </a:lnTo>
                <a:lnTo>
                  <a:pt x="282848" y="114597"/>
                </a:lnTo>
                <a:lnTo>
                  <a:pt x="283257" y="114709"/>
                </a:lnTo>
                <a:lnTo>
                  <a:pt x="283704" y="114746"/>
                </a:lnTo>
                <a:lnTo>
                  <a:pt x="284113" y="114783"/>
                </a:lnTo>
                <a:lnTo>
                  <a:pt x="284522" y="114821"/>
                </a:lnTo>
                <a:lnTo>
                  <a:pt x="284931" y="114783"/>
                </a:lnTo>
                <a:lnTo>
                  <a:pt x="285341" y="114746"/>
                </a:lnTo>
                <a:lnTo>
                  <a:pt x="285750" y="114672"/>
                </a:lnTo>
                <a:lnTo>
                  <a:pt x="285750" y="112811"/>
                </a:lnTo>
                <a:lnTo>
                  <a:pt x="285378" y="112886"/>
                </a:lnTo>
                <a:lnTo>
                  <a:pt x="285043" y="112960"/>
                </a:lnTo>
                <a:lnTo>
                  <a:pt x="284671" y="112997"/>
                </a:lnTo>
                <a:lnTo>
                  <a:pt x="284299" y="113035"/>
                </a:lnTo>
                <a:lnTo>
                  <a:pt x="283927" y="112997"/>
                </a:lnTo>
                <a:lnTo>
                  <a:pt x="283555" y="112960"/>
                </a:lnTo>
                <a:lnTo>
                  <a:pt x="283183" y="112886"/>
                </a:lnTo>
                <a:lnTo>
                  <a:pt x="282848" y="112811"/>
                </a:lnTo>
                <a:lnTo>
                  <a:pt x="282476" y="112663"/>
                </a:lnTo>
                <a:lnTo>
                  <a:pt x="282141" y="112477"/>
                </a:lnTo>
                <a:lnTo>
                  <a:pt x="281769" y="112291"/>
                </a:lnTo>
                <a:lnTo>
                  <a:pt x="281434" y="112030"/>
                </a:lnTo>
                <a:lnTo>
                  <a:pt x="281136" y="111770"/>
                </a:lnTo>
                <a:lnTo>
                  <a:pt x="280839" y="111472"/>
                </a:lnTo>
                <a:lnTo>
                  <a:pt x="280541" y="111100"/>
                </a:lnTo>
                <a:lnTo>
                  <a:pt x="280243" y="110728"/>
                </a:lnTo>
                <a:lnTo>
                  <a:pt x="280020" y="110319"/>
                </a:lnTo>
                <a:lnTo>
                  <a:pt x="279834" y="109909"/>
                </a:lnTo>
                <a:lnTo>
                  <a:pt x="279685" y="109500"/>
                </a:lnTo>
                <a:lnTo>
                  <a:pt x="279574" y="109091"/>
                </a:lnTo>
                <a:lnTo>
                  <a:pt x="279499" y="108719"/>
                </a:lnTo>
                <a:lnTo>
                  <a:pt x="279462" y="108309"/>
                </a:lnTo>
                <a:lnTo>
                  <a:pt x="279462" y="107937"/>
                </a:lnTo>
                <a:lnTo>
                  <a:pt x="279462" y="107565"/>
                </a:lnTo>
                <a:lnTo>
                  <a:pt x="279536" y="107193"/>
                </a:lnTo>
                <a:lnTo>
                  <a:pt x="279611" y="106858"/>
                </a:lnTo>
                <a:lnTo>
                  <a:pt x="279722" y="106523"/>
                </a:lnTo>
                <a:lnTo>
                  <a:pt x="279834" y="106189"/>
                </a:lnTo>
                <a:lnTo>
                  <a:pt x="279983" y="105854"/>
                </a:lnTo>
                <a:lnTo>
                  <a:pt x="280169" y="105556"/>
                </a:lnTo>
                <a:lnTo>
                  <a:pt x="280392" y="105258"/>
                </a:lnTo>
                <a:lnTo>
                  <a:pt x="280615" y="104998"/>
                </a:lnTo>
                <a:lnTo>
                  <a:pt x="280839" y="104700"/>
                </a:lnTo>
                <a:lnTo>
                  <a:pt x="281099" y="104477"/>
                </a:lnTo>
                <a:lnTo>
                  <a:pt x="281360" y="104254"/>
                </a:lnTo>
                <a:lnTo>
                  <a:pt x="281657" y="104031"/>
                </a:lnTo>
                <a:lnTo>
                  <a:pt x="281955" y="103845"/>
                </a:lnTo>
                <a:lnTo>
                  <a:pt x="282290" y="103659"/>
                </a:lnTo>
                <a:lnTo>
                  <a:pt x="282587" y="103510"/>
                </a:lnTo>
                <a:lnTo>
                  <a:pt x="282922" y="103398"/>
                </a:lnTo>
                <a:lnTo>
                  <a:pt x="283294" y="103286"/>
                </a:lnTo>
                <a:lnTo>
                  <a:pt x="283629" y="103175"/>
                </a:lnTo>
                <a:lnTo>
                  <a:pt x="283964" y="103138"/>
                </a:lnTo>
                <a:lnTo>
                  <a:pt x="284336" y="103100"/>
                </a:lnTo>
                <a:lnTo>
                  <a:pt x="285043" y="103100"/>
                </a:lnTo>
                <a:lnTo>
                  <a:pt x="285415" y="103138"/>
                </a:lnTo>
                <a:lnTo>
                  <a:pt x="285750" y="103212"/>
                </a:lnTo>
                <a:lnTo>
                  <a:pt x="285750" y="97482"/>
                </a:lnTo>
                <a:lnTo>
                  <a:pt x="285304" y="97036"/>
                </a:lnTo>
                <a:lnTo>
                  <a:pt x="284857" y="96664"/>
                </a:lnTo>
                <a:lnTo>
                  <a:pt x="284373" y="96329"/>
                </a:lnTo>
                <a:lnTo>
                  <a:pt x="283890" y="96068"/>
                </a:lnTo>
                <a:lnTo>
                  <a:pt x="283369" y="95845"/>
                </a:lnTo>
                <a:lnTo>
                  <a:pt x="282848" y="95659"/>
                </a:lnTo>
                <a:lnTo>
                  <a:pt x="282290" y="95510"/>
                </a:lnTo>
                <a:lnTo>
                  <a:pt x="281732" y="95436"/>
                </a:lnTo>
                <a:lnTo>
                  <a:pt x="285750" y="88478"/>
                </a:lnTo>
                <a:lnTo>
                  <a:pt x="285750" y="88441"/>
                </a:lnTo>
                <a:lnTo>
                  <a:pt x="282439" y="82674"/>
                </a:lnTo>
                <a:lnTo>
                  <a:pt x="282439" y="82674"/>
                </a:lnTo>
                <a:lnTo>
                  <a:pt x="282848" y="82823"/>
                </a:lnTo>
                <a:lnTo>
                  <a:pt x="283257" y="82897"/>
                </a:lnTo>
                <a:lnTo>
                  <a:pt x="283704" y="82971"/>
                </a:lnTo>
                <a:lnTo>
                  <a:pt x="284113" y="83009"/>
                </a:lnTo>
                <a:lnTo>
                  <a:pt x="284522" y="83009"/>
                </a:lnTo>
                <a:lnTo>
                  <a:pt x="284931" y="82971"/>
                </a:lnTo>
                <a:lnTo>
                  <a:pt x="285341" y="82934"/>
                </a:lnTo>
                <a:lnTo>
                  <a:pt x="285750" y="82860"/>
                </a:lnTo>
                <a:lnTo>
                  <a:pt x="285750" y="81000"/>
                </a:lnTo>
                <a:lnTo>
                  <a:pt x="285378" y="81111"/>
                </a:lnTo>
                <a:lnTo>
                  <a:pt x="285043" y="81186"/>
                </a:lnTo>
                <a:lnTo>
                  <a:pt x="284671" y="81223"/>
                </a:lnTo>
                <a:lnTo>
                  <a:pt x="283927" y="81223"/>
                </a:lnTo>
                <a:lnTo>
                  <a:pt x="283555" y="81186"/>
                </a:lnTo>
                <a:lnTo>
                  <a:pt x="283183" y="81111"/>
                </a:lnTo>
                <a:lnTo>
                  <a:pt x="282848" y="81000"/>
                </a:lnTo>
                <a:lnTo>
                  <a:pt x="282476" y="80851"/>
                </a:lnTo>
                <a:lnTo>
                  <a:pt x="282141" y="80702"/>
                </a:lnTo>
                <a:lnTo>
                  <a:pt x="281769" y="80479"/>
                </a:lnTo>
                <a:lnTo>
                  <a:pt x="281434" y="80255"/>
                </a:lnTo>
                <a:lnTo>
                  <a:pt x="281136" y="79995"/>
                </a:lnTo>
                <a:lnTo>
                  <a:pt x="280839" y="79660"/>
                </a:lnTo>
                <a:lnTo>
                  <a:pt x="280541" y="79325"/>
                </a:lnTo>
                <a:lnTo>
                  <a:pt x="280243" y="78916"/>
                </a:lnTo>
                <a:lnTo>
                  <a:pt x="280020" y="78507"/>
                </a:lnTo>
                <a:lnTo>
                  <a:pt x="279834" y="78097"/>
                </a:lnTo>
                <a:lnTo>
                  <a:pt x="279685" y="77725"/>
                </a:lnTo>
                <a:lnTo>
                  <a:pt x="279574" y="77316"/>
                </a:lnTo>
                <a:lnTo>
                  <a:pt x="279499" y="76907"/>
                </a:lnTo>
                <a:lnTo>
                  <a:pt x="279462" y="76535"/>
                </a:lnTo>
                <a:lnTo>
                  <a:pt x="279462" y="76163"/>
                </a:lnTo>
                <a:lnTo>
                  <a:pt x="279462" y="75791"/>
                </a:lnTo>
                <a:lnTo>
                  <a:pt x="279536" y="75418"/>
                </a:lnTo>
                <a:lnTo>
                  <a:pt x="279611" y="75046"/>
                </a:lnTo>
                <a:lnTo>
                  <a:pt x="279722" y="74712"/>
                </a:lnTo>
                <a:lnTo>
                  <a:pt x="279834" y="74377"/>
                </a:lnTo>
                <a:lnTo>
                  <a:pt x="279983" y="74079"/>
                </a:lnTo>
                <a:lnTo>
                  <a:pt x="280169" y="73744"/>
                </a:lnTo>
                <a:lnTo>
                  <a:pt x="280392" y="73447"/>
                </a:lnTo>
                <a:lnTo>
                  <a:pt x="280615" y="73186"/>
                </a:lnTo>
                <a:lnTo>
                  <a:pt x="280839" y="72926"/>
                </a:lnTo>
                <a:lnTo>
                  <a:pt x="281099" y="72665"/>
                </a:lnTo>
                <a:lnTo>
                  <a:pt x="281360" y="72442"/>
                </a:lnTo>
                <a:lnTo>
                  <a:pt x="281657" y="72219"/>
                </a:lnTo>
                <a:lnTo>
                  <a:pt x="281955" y="72033"/>
                </a:lnTo>
                <a:lnTo>
                  <a:pt x="282290" y="71884"/>
                </a:lnTo>
                <a:lnTo>
                  <a:pt x="282587" y="71698"/>
                </a:lnTo>
                <a:lnTo>
                  <a:pt x="282922" y="71586"/>
                </a:lnTo>
                <a:lnTo>
                  <a:pt x="283294" y="71475"/>
                </a:lnTo>
                <a:lnTo>
                  <a:pt x="283629" y="71400"/>
                </a:lnTo>
                <a:lnTo>
                  <a:pt x="283964" y="71326"/>
                </a:lnTo>
                <a:lnTo>
                  <a:pt x="284336" y="71289"/>
                </a:lnTo>
                <a:lnTo>
                  <a:pt x="285043" y="71289"/>
                </a:lnTo>
                <a:lnTo>
                  <a:pt x="285415" y="71363"/>
                </a:lnTo>
                <a:lnTo>
                  <a:pt x="285750" y="71437"/>
                </a:lnTo>
                <a:lnTo>
                  <a:pt x="285750" y="65707"/>
                </a:lnTo>
                <a:lnTo>
                  <a:pt x="285304" y="65261"/>
                </a:lnTo>
                <a:lnTo>
                  <a:pt x="284857" y="64889"/>
                </a:lnTo>
                <a:lnTo>
                  <a:pt x="284373" y="64554"/>
                </a:lnTo>
                <a:lnTo>
                  <a:pt x="283890" y="64256"/>
                </a:lnTo>
                <a:lnTo>
                  <a:pt x="283369" y="64033"/>
                </a:lnTo>
                <a:lnTo>
                  <a:pt x="282848" y="63847"/>
                </a:lnTo>
                <a:lnTo>
                  <a:pt x="282290" y="63735"/>
                </a:lnTo>
                <a:lnTo>
                  <a:pt x="281732" y="63624"/>
                </a:lnTo>
                <a:lnTo>
                  <a:pt x="285750" y="56703"/>
                </a:lnTo>
                <a:lnTo>
                  <a:pt x="285750" y="56666"/>
                </a:lnTo>
                <a:lnTo>
                  <a:pt x="282439" y="50899"/>
                </a:lnTo>
                <a:lnTo>
                  <a:pt x="282439" y="50899"/>
                </a:lnTo>
                <a:lnTo>
                  <a:pt x="282848" y="51011"/>
                </a:lnTo>
                <a:lnTo>
                  <a:pt x="283257" y="51122"/>
                </a:lnTo>
                <a:lnTo>
                  <a:pt x="283704" y="51160"/>
                </a:lnTo>
                <a:lnTo>
                  <a:pt x="284113" y="51197"/>
                </a:lnTo>
                <a:lnTo>
                  <a:pt x="284931" y="51197"/>
                </a:lnTo>
                <a:lnTo>
                  <a:pt x="285341" y="51160"/>
                </a:lnTo>
                <a:lnTo>
                  <a:pt x="285750" y="51085"/>
                </a:lnTo>
                <a:lnTo>
                  <a:pt x="285750" y="49225"/>
                </a:lnTo>
                <a:lnTo>
                  <a:pt x="285378" y="49299"/>
                </a:lnTo>
                <a:lnTo>
                  <a:pt x="285043" y="49374"/>
                </a:lnTo>
                <a:lnTo>
                  <a:pt x="284671" y="49411"/>
                </a:lnTo>
                <a:lnTo>
                  <a:pt x="284299" y="49448"/>
                </a:lnTo>
                <a:lnTo>
                  <a:pt x="283927" y="49411"/>
                </a:lnTo>
                <a:lnTo>
                  <a:pt x="283555" y="49374"/>
                </a:lnTo>
                <a:lnTo>
                  <a:pt x="283183" y="49299"/>
                </a:lnTo>
                <a:lnTo>
                  <a:pt x="282848" y="49188"/>
                </a:lnTo>
                <a:lnTo>
                  <a:pt x="282476" y="49076"/>
                </a:lnTo>
                <a:lnTo>
                  <a:pt x="282141" y="48890"/>
                </a:lnTo>
                <a:lnTo>
                  <a:pt x="281769" y="48704"/>
                </a:lnTo>
                <a:lnTo>
                  <a:pt x="281434" y="48443"/>
                </a:lnTo>
                <a:lnTo>
                  <a:pt x="281136" y="48183"/>
                </a:lnTo>
                <a:lnTo>
                  <a:pt x="280839" y="47885"/>
                </a:lnTo>
                <a:lnTo>
                  <a:pt x="280541" y="47513"/>
                </a:lnTo>
                <a:lnTo>
                  <a:pt x="280243" y="47141"/>
                </a:lnTo>
                <a:lnTo>
                  <a:pt x="280020" y="46732"/>
                </a:lnTo>
                <a:lnTo>
                  <a:pt x="279834" y="46323"/>
                </a:lnTo>
                <a:lnTo>
                  <a:pt x="279685" y="45913"/>
                </a:lnTo>
                <a:lnTo>
                  <a:pt x="279574" y="45504"/>
                </a:lnTo>
                <a:lnTo>
                  <a:pt x="279499" y="45132"/>
                </a:lnTo>
                <a:lnTo>
                  <a:pt x="279462" y="44723"/>
                </a:lnTo>
                <a:lnTo>
                  <a:pt x="279462" y="44351"/>
                </a:lnTo>
                <a:lnTo>
                  <a:pt x="279462" y="43979"/>
                </a:lnTo>
                <a:lnTo>
                  <a:pt x="279536" y="43607"/>
                </a:lnTo>
                <a:lnTo>
                  <a:pt x="279611" y="43272"/>
                </a:lnTo>
                <a:lnTo>
                  <a:pt x="279722" y="42937"/>
                </a:lnTo>
                <a:lnTo>
                  <a:pt x="279834" y="42602"/>
                </a:lnTo>
                <a:lnTo>
                  <a:pt x="279983" y="42267"/>
                </a:lnTo>
                <a:lnTo>
                  <a:pt x="280169" y="41969"/>
                </a:lnTo>
                <a:lnTo>
                  <a:pt x="280392" y="41672"/>
                </a:lnTo>
                <a:lnTo>
                  <a:pt x="280615" y="41374"/>
                </a:lnTo>
                <a:lnTo>
                  <a:pt x="280839" y="41114"/>
                </a:lnTo>
                <a:lnTo>
                  <a:pt x="281099" y="40890"/>
                </a:lnTo>
                <a:lnTo>
                  <a:pt x="281360" y="40667"/>
                </a:lnTo>
                <a:lnTo>
                  <a:pt x="281657" y="40444"/>
                </a:lnTo>
                <a:lnTo>
                  <a:pt x="281955" y="40258"/>
                </a:lnTo>
                <a:lnTo>
                  <a:pt x="282290" y="40072"/>
                </a:lnTo>
                <a:lnTo>
                  <a:pt x="282587" y="39923"/>
                </a:lnTo>
                <a:lnTo>
                  <a:pt x="282922" y="39774"/>
                </a:lnTo>
                <a:lnTo>
                  <a:pt x="283294" y="39700"/>
                </a:lnTo>
                <a:lnTo>
                  <a:pt x="283629" y="39588"/>
                </a:lnTo>
                <a:lnTo>
                  <a:pt x="283964" y="39551"/>
                </a:lnTo>
                <a:lnTo>
                  <a:pt x="284336" y="39514"/>
                </a:lnTo>
                <a:lnTo>
                  <a:pt x="284671" y="39477"/>
                </a:lnTo>
                <a:lnTo>
                  <a:pt x="285043" y="39514"/>
                </a:lnTo>
                <a:lnTo>
                  <a:pt x="285415" y="39551"/>
                </a:lnTo>
                <a:lnTo>
                  <a:pt x="285750" y="39625"/>
                </a:lnTo>
                <a:lnTo>
                  <a:pt x="285750" y="33896"/>
                </a:lnTo>
                <a:lnTo>
                  <a:pt x="285304" y="33449"/>
                </a:lnTo>
                <a:lnTo>
                  <a:pt x="284857" y="33077"/>
                </a:lnTo>
                <a:lnTo>
                  <a:pt x="284373" y="32742"/>
                </a:lnTo>
                <a:lnTo>
                  <a:pt x="283890" y="32482"/>
                </a:lnTo>
                <a:lnTo>
                  <a:pt x="283369" y="32221"/>
                </a:lnTo>
                <a:lnTo>
                  <a:pt x="282848" y="32072"/>
                </a:lnTo>
                <a:lnTo>
                  <a:pt x="282290" y="31924"/>
                </a:lnTo>
                <a:lnTo>
                  <a:pt x="281732" y="31849"/>
                </a:lnTo>
                <a:lnTo>
                  <a:pt x="285750" y="24891"/>
                </a:lnTo>
                <a:lnTo>
                  <a:pt x="285750" y="24854"/>
                </a:lnTo>
                <a:lnTo>
                  <a:pt x="282439" y="19087"/>
                </a:lnTo>
                <a:lnTo>
                  <a:pt x="282848" y="19236"/>
                </a:lnTo>
                <a:lnTo>
                  <a:pt x="283257" y="19310"/>
                </a:lnTo>
                <a:lnTo>
                  <a:pt x="283704" y="19385"/>
                </a:lnTo>
                <a:lnTo>
                  <a:pt x="284113" y="19422"/>
                </a:lnTo>
                <a:lnTo>
                  <a:pt x="284522" y="19422"/>
                </a:lnTo>
                <a:lnTo>
                  <a:pt x="284931" y="19385"/>
                </a:lnTo>
                <a:lnTo>
                  <a:pt x="285341" y="19348"/>
                </a:lnTo>
                <a:lnTo>
                  <a:pt x="285750" y="19273"/>
                </a:lnTo>
                <a:lnTo>
                  <a:pt x="285750" y="17413"/>
                </a:lnTo>
                <a:lnTo>
                  <a:pt x="285378" y="17524"/>
                </a:lnTo>
                <a:lnTo>
                  <a:pt x="285043" y="17599"/>
                </a:lnTo>
                <a:lnTo>
                  <a:pt x="284671" y="17636"/>
                </a:lnTo>
                <a:lnTo>
                  <a:pt x="283927" y="17636"/>
                </a:lnTo>
                <a:lnTo>
                  <a:pt x="283555" y="17599"/>
                </a:lnTo>
                <a:lnTo>
                  <a:pt x="283183" y="17524"/>
                </a:lnTo>
                <a:lnTo>
                  <a:pt x="282848" y="17413"/>
                </a:lnTo>
                <a:lnTo>
                  <a:pt x="282476" y="17264"/>
                </a:lnTo>
                <a:lnTo>
                  <a:pt x="282141" y="17115"/>
                </a:lnTo>
                <a:lnTo>
                  <a:pt x="281769" y="16892"/>
                </a:lnTo>
                <a:lnTo>
                  <a:pt x="281434" y="16669"/>
                </a:lnTo>
                <a:lnTo>
                  <a:pt x="281136" y="16371"/>
                </a:lnTo>
                <a:lnTo>
                  <a:pt x="280839" y="16073"/>
                </a:lnTo>
                <a:lnTo>
                  <a:pt x="280541" y="15739"/>
                </a:lnTo>
                <a:lnTo>
                  <a:pt x="280243" y="15329"/>
                </a:lnTo>
                <a:lnTo>
                  <a:pt x="280020" y="14920"/>
                </a:lnTo>
                <a:lnTo>
                  <a:pt x="279834" y="14511"/>
                </a:lnTo>
                <a:lnTo>
                  <a:pt x="279685" y="14101"/>
                </a:lnTo>
                <a:lnTo>
                  <a:pt x="279574" y="13729"/>
                </a:lnTo>
                <a:lnTo>
                  <a:pt x="279499" y="13320"/>
                </a:lnTo>
                <a:lnTo>
                  <a:pt x="279462" y="12948"/>
                </a:lnTo>
                <a:lnTo>
                  <a:pt x="279462" y="12576"/>
                </a:lnTo>
                <a:lnTo>
                  <a:pt x="279462" y="12204"/>
                </a:lnTo>
                <a:lnTo>
                  <a:pt x="279536" y="11832"/>
                </a:lnTo>
                <a:lnTo>
                  <a:pt x="279611" y="11460"/>
                </a:lnTo>
                <a:lnTo>
                  <a:pt x="279722" y="11125"/>
                </a:lnTo>
                <a:lnTo>
                  <a:pt x="279834" y="10790"/>
                </a:lnTo>
                <a:lnTo>
                  <a:pt x="279983" y="10492"/>
                </a:lnTo>
                <a:lnTo>
                  <a:pt x="280169" y="10157"/>
                </a:lnTo>
                <a:lnTo>
                  <a:pt x="280392" y="9860"/>
                </a:lnTo>
                <a:lnTo>
                  <a:pt x="280615" y="9599"/>
                </a:lnTo>
                <a:lnTo>
                  <a:pt x="280839" y="9339"/>
                </a:lnTo>
                <a:lnTo>
                  <a:pt x="281099" y="9078"/>
                </a:lnTo>
                <a:lnTo>
                  <a:pt x="281360" y="8855"/>
                </a:lnTo>
                <a:lnTo>
                  <a:pt x="281657" y="8632"/>
                </a:lnTo>
                <a:lnTo>
                  <a:pt x="281955" y="8446"/>
                </a:lnTo>
                <a:lnTo>
                  <a:pt x="282290" y="8260"/>
                </a:lnTo>
                <a:lnTo>
                  <a:pt x="282587" y="8111"/>
                </a:lnTo>
                <a:lnTo>
                  <a:pt x="282922" y="7999"/>
                </a:lnTo>
                <a:lnTo>
                  <a:pt x="283294" y="7888"/>
                </a:lnTo>
                <a:lnTo>
                  <a:pt x="283629" y="7813"/>
                </a:lnTo>
                <a:lnTo>
                  <a:pt x="283964" y="7739"/>
                </a:lnTo>
                <a:lnTo>
                  <a:pt x="284336" y="7702"/>
                </a:lnTo>
                <a:lnTo>
                  <a:pt x="285043" y="7702"/>
                </a:lnTo>
                <a:lnTo>
                  <a:pt x="285415" y="7776"/>
                </a:lnTo>
                <a:lnTo>
                  <a:pt x="285750" y="7851"/>
                </a:lnTo>
                <a:lnTo>
                  <a:pt x="285750" y="2084"/>
                </a:lnTo>
                <a:lnTo>
                  <a:pt x="285415" y="1749"/>
                </a:lnTo>
                <a:lnTo>
                  <a:pt x="285080" y="1451"/>
                </a:lnTo>
                <a:lnTo>
                  <a:pt x="284708" y="1153"/>
                </a:lnTo>
                <a:lnTo>
                  <a:pt x="284299" y="930"/>
                </a:lnTo>
                <a:lnTo>
                  <a:pt x="283927" y="707"/>
                </a:lnTo>
                <a:lnTo>
                  <a:pt x="283518" y="521"/>
                </a:lnTo>
                <a:lnTo>
                  <a:pt x="283108" y="335"/>
                </a:lnTo>
                <a:lnTo>
                  <a:pt x="282699" y="223"/>
                </a:lnTo>
                <a:lnTo>
                  <a:pt x="282290" y="112"/>
                </a:lnTo>
                <a:lnTo>
                  <a:pt x="281843" y="74"/>
                </a:lnTo>
                <a:lnTo>
                  <a:pt x="281434" y="0"/>
                </a:lnTo>
                <a:lnTo>
                  <a:pt x="280541" y="0"/>
                </a:lnTo>
                <a:lnTo>
                  <a:pt x="280132" y="37"/>
                </a:lnTo>
                <a:lnTo>
                  <a:pt x="279685" y="112"/>
                </a:lnTo>
                <a:lnTo>
                  <a:pt x="279276" y="223"/>
                </a:lnTo>
                <a:lnTo>
                  <a:pt x="278867" y="335"/>
                </a:lnTo>
                <a:lnTo>
                  <a:pt x="278457" y="484"/>
                </a:lnTo>
                <a:lnTo>
                  <a:pt x="278048" y="633"/>
                </a:lnTo>
                <a:lnTo>
                  <a:pt x="277639" y="856"/>
                </a:lnTo>
                <a:lnTo>
                  <a:pt x="277267" y="1042"/>
                </a:lnTo>
                <a:lnTo>
                  <a:pt x="276895" y="1302"/>
                </a:lnTo>
                <a:lnTo>
                  <a:pt x="276523" y="1563"/>
                </a:lnTo>
                <a:lnTo>
                  <a:pt x="276188" y="1860"/>
                </a:lnTo>
                <a:lnTo>
                  <a:pt x="275890" y="2158"/>
                </a:lnTo>
                <a:lnTo>
                  <a:pt x="275592" y="2493"/>
                </a:lnTo>
                <a:lnTo>
                  <a:pt x="275295" y="2828"/>
                </a:lnTo>
                <a:lnTo>
                  <a:pt x="275034" y="3200"/>
                </a:lnTo>
                <a:lnTo>
                  <a:pt x="274774" y="3609"/>
                </a:lnTo>
                <a:lnTo>
                  <a:pt x="274588" y="4018"/>
                </a:lnTo>
                <a:lnTo>
                  <a:pt x="274402" y="4465"/>
                </a:lnTo>
                <a:lnTo>
                  <a:pt x="274216" y="4911"/>
                </a:lnTo>
                <a:lnTo>
                  <a:pt x="271723" y="595"/>
                </a:lnTo>
                <a:lnTo>
                  <a:pt x="261677" y="595"/>
                </a:lnTo>
                <a:lnTo>
                  <a:pt x="255017" y="12092"/>
                </a:lnTo>
                <a:lnTo>
                  <a:pt x="254905" y="11571"/>
                </a:lnTo>
                <a:lnTo>
                  <a:pt x="254719" y="11013"/>
                </a:lnTo>
                <a:lnTo>
                  <a:pt x="254533" y="10455"/>
                </a:lnTo>
                <a:lnTo>
                  <a:pt x="254273" y="9897"/>
                </a:lnTo>
                <a:lnTo>
                  <a:pt x="253975" y="9376"/>
                </a:lnTo>
                <a:lnTo>
                  <a:pt x="253678" y="8855"/>
                </a:lnTo>
                <a:lnTo>
                  <a:pt x="250515" y="3386"/>
                </a:lnTo>
                <a:lnTo>
                  <a:pt x="250217" y="2865"/>
                </a:lnTo>
                <a:lnTo>
                  <a:pt x="249882" y="2418"/>
                </a:lnTo>
                <a:lnTo>
                  <a:pt x="249548" y="2009"/>
                </a:lnTo>
                <a:lnTo>
                  <a:pt x="249175" y="1674"/>
                </a:lnTo>
                <a:lnTo>
                  <a:pt x="248766" y="1339"/>
                </a:lnTo>
                <a:lnTo>
                  <a:pt x="248357" y="1042"/>
                </a:lnTo>
                <a:lnTo>
                  <a:pt x="247948" y="781"/>
                </a:lnTo>
                <a:lnTo>
                  <a:pt x="247501" y="558"/>
                </a:lnTo>
                <a:lnTo>
                  <a:pt x="247055" y="372"/>
                </a:lnTo>
                <a:lnTo>
                  <a:pt x="246608" y="223"/>
                </a:lnTo>
                <a:lnTo>
                  <a:pt x="246162" y="112"/>
                </a:lnTo>
                <a:lnTo>
                  <a:pt x="245678" y="37"/>
                </a:lnTo>
                <a:lnTo>
                  <a:pt x="245194" y="0"/>
                </a:lnTo>
                <a:lnTo>
                  <a:pt x="244748" y="0"/>
                </a:lnTo>
                <a:lnTo>
                  <a:pt x="244264" y="37"/>
                </a:lnTo>
                <a:lnTo>
                  <a:pt x="243780" y="74"/>
                </a:lnTo>
                <a:lnTo>
                  <a:pt x="243334" y="186"/>
                </a:lnTo>
                <a:lnTo>
                  <a:pt x="242850" y="298"/>
                </a:lnTo>
                <a:lnTo>
                  <a:pt x="242404" y="446"/>
                </a:lnTo>
                <a:lnTo>
                  <a:pt x="241957" y="633"/>
                </a:lnTo>
                <a:lnTo>
                  <a:pt x="241511" y="819"/>
                </a:lnTo>
                <a:lnTo>
                  <a:pt x="241102" y="1079"/>
                </a:lnTo>
                <a:lnTo>
                  <a:pt x="240692" y="1339"/>
                </a:lnTo>
                <a:lnTo>
                  <a:pt x="240320" y="1637"/>
                </a:lnTo>
                <a:lnTo>
                  <a:pt x="239948" y="1935"/>
                </a:lnTo>
                <a:lnTo>
                  <a:pt x="239613" y="2307"/>
                </a:lnTo>
                <a:lnTo>
                  <a:pt x="239278" y="2679"/>
                </a:lnTo>
                <a:lnTo>
                  <a:pt x="238981" y="3051"/>
                </a:lnTo>
                <a:lnTo>
                  <a:pt x="238720" y="3497"/>
                </a:lnTo>
                <a:lnTo>
                  <a:pt x="238460" y="3944"/>
                </a:lnTo>
                <a:lnTo>
                  <a:pt x="238274" y="4390"/>
                </a:lnTo>
                <a:lnTo>
                  <a:pt x="238088" y="4911"/>
                </a:lnTo>
                <a:lnTo>
                  <a:pt x="235595" y="595"/>
                </a:lnTo>
                <a:lnTo>
                  <a:pt x="225549" y="595"/>
                </a:lnTo>
                <a:lnTo>
                  <a:pt x="218852" y="12092"/>
                </a:lnTo>
                <a:lnTo>
                  <a:pt x="218740" y="11571"/>
                </a:lnTo>
                <a:lnTo>
                  <a:pt x="218591" y="11013"/>
                </a:lnTo>
                <a:lnTo>
                  <a:pt x="218368" y="10455"/>
                </a:lnTo>
                <a:lnTo>
                  <a:pt x="218145" y="9897"/>
                </a:lnTo>
                <a:lnTo>
                  <a:pt x="217847" y="9376"/>
                </a:lnTo>
                <a:lnTo>
                  <a:pt x="217550" y="8855"/>
                </a:lnTo>
                <a:lnTo>
                  <a:pt x="214387" y="3386"/>
                </a:lnTo>
                <a:lnTo>
                  <a:pt x="214089" y="2865"/>
                </a:lnTo>
                <a:lnTo>
                  <a:pt x="213754" y="2418"/>
                </a:lnTo>
                <a:lnTo>
                  <a:pt x="213420" y="2009"/>
                </a:lnTo>
                <a:lnTo>
                  <a:pt x="213047" y="1674"/>
                </a:lnTo>
                <a:lnTo>
                  <a:pt x="212638" y="1339"/>
                </a:lnTo>
                <a:lnTo>
                  <a:pt x="212229" y="1042"/>
                </a:lnTo>
                <a:lnTo>
                  <a:pt x="211820" y="781"/>
                </a:lnTo>
                <a:lnTo>
                  <a:pt x="211373" y="558"/>
                </a:lnTo>
                <a:lnTo>
                  <a:pt x="210927" y="372"/>
                </a:lnTo>
                <a:lnTo>
                  <a:pt x="210480" y="223"/>
                </a:lnTo>
                <a:lnTo>
                  <a:pt x="209996" y="112"/>
                </a:lnTo>
                <a:lnTo>
                  <a:pt x="209550" y="37"/>
                </a:lnTo>
                <a:lnTo>
                  <a:pt x="209066" y="0"/>
                </a:lnTo>
                <a:lnTo>
                  <a:pt x="208583" y="0"/>
                </a:lnTo>
                <a:lnTo>
                  <a:pt x="208136" y="37"/>
                </a:lnTo>
                <a:lnTo>
                  <a:pt x="207652" y="74"/>
                </a:lnTo>
                <a:lnTo>
                  <a:pt x="207169" y="186"/>
                </a:lnTo>
                <a:lnTo>
                  <a:pt x="206722" y="298"/>
                </a:lnTo>
                <a:lnTo>
                  <a:pt x="206276" y="446"/>
                </a:lnTo>
                <a:lnTo>
                  <a:pt x="205829" y="633"/>
                </a:lnTo>
                <a:lnTo>
                  <a:pt x="205383" y="819"/>
                </a:lnTo>
                <a:lnTo>
                  <a:pt x="204974" y="1079"/>
                </a:lnTo>
                <a:lnTo>
                  <a:pt x="204564" y="1339"/>
                </a:lnTo>
                <a:lnTo>
                  <a:pt x="204192" y="1637"/>
                </a:lnTo>
                <a:lnTo>
                  <a:pt x="203820" y="1935"/>
                </a:lnTo>
                <a:lnTo>
                  <a:pt x="203485" y="2307"/>
                </a:lnTo>
                <a:lnTo>
                  <a:pt x="203150" y="2679"/>
                </a:lnTo>
                <a:lnTo>
                  <a:pt x="202853" y="3051"/>
                </a:lnTo>
                <a:lnTo>
                  <a:pt x="202592" y="3497"/>
                </a:lnTo>
                <a:lnTo>
                  <a:pt x="202332" y="3944"/>
                </a:lnTo>
                <a:lnTo>
                  <a:pt x="202109" y="4390"/>
                </a:lnTo>
                <a:lnTo>
                  <a:pt x="201960" y="4911"/>
                </a:lnTo>
                <a:lnTo>
                  <a:pt x="199467" y="595"/>
                </a:lnTo>
                <a:lnTo>
                  <a:pt x="189384" y="595"/>
                </a:lnTo>
                <a:lnTo>
                  <a:pt x="182724" y="12092"/>
                </a:lnTo>
                <a:lnTo>
                  <a:pt x="182612" y="11571"/>
                </a:lnTo>
                <a:lnTo>
                  <a:pt x="182463" y="11013"/>
                </a:lnTo>
                <a:lnTo>
                  <a:pt x="182240" y="10455"/>
                </a:lnTo>
                <a:lnTo>
                  <a:pt x="181980" y="9897"/>
                </a:lnTo>
                <a:lnTo>
                  <a:pt x="181719" y="9376"/>
                </a:lnTo>
                <a:lnTo>
                  <a:pt x="181384" y="8855"/>
                </a:lnTo>
                <a:lnTo>
                  <a:pt x="178259" y="3386"/>
                </a:lnTo>
                <a:lnTo>
                  <a:pt x="177961" y="2865"/>
                </a:lnTo>
                <a:lnTo>
                  <a:pt x="177626" y="2418"/>
                </a:lnTo>
                <a:lnTo>
                  <a:pt x="177254" y="2009"/>
                </a:lnTo>
                <a:lnTo>
                  <a:pt x="176882" y="1674"/>
                </a:lnTo>
                <a:lnTo>
                  <a:pt x="176510" y="1339"/>
                </a:lnTo>
                <a:lnTo>
                  <a:pt x="176101" y="1042"/>
                </a:lnTo>
                <a:lnTo>
                  <a:pt x="175654" y="781"/>
                </a:lnTo>
                <a:lnTo>
                  <a:pt x="175245" y="558"/>
                </a:lnTo>
                <a:lnTo>
                  <a:pt x="174799" y="372"/>
                </a:lnTo>
                <a:lnTo>
                  <a:pt x="174315" y="223"/>
                </a:lnTo>
                <a:lnTo>
                  <a:pt x="173868" y="112"/>
                </a:lnTo>
                <a:lnTo>
                  <a:pt x="173385" y="37"/>
                </a:lnTo>
                <a:lnTo>
                  <a:pt x="172938" y="0"/>
                </a:lnTo>
                <a:lnTo>
                  <a:pt x="172455" y="0"/>
                </a:lnTo>
                <a:lnTo>
                  <a:pt x="171971" y="37"/>
                </a:lnTo>
                <a:lnTo>
                  <a:pt x="171487" y="74"/>
                </a:lnTo>
                <a:lnTo>
                  <a:pt x="171041" y="186"/>
                </a:lnTo>
                <a:lnTo>
                  <a:pt x="170594" y="298"/>
                </a:lnTo>
                <a:lnTo>
                  <a:pt x="170111" y="446"/>
                </a:lnTo>
                <a:lnTo>
                  <a:pt x="169664" y="633"/>
                </a:lnTo>
                <a:lnTo>
                  <a:pt x="169255" y="819"/>
                </a:lnTo>
                <a:lnTo>
                  <a:pt x="168846" y="1079"/>
                </a:lnTo>
                <a:lnTo>
                  <a:pt x="168436" y="1339"/>
                </a:lnTo>
                <a:lnTo>
                  <a:pt x="168027" y="1637"/>
                </a:lnTo>
                <a:lnTo>
                  <a:pt x="167655" y="1935"/>
                </a:lnTo>
                <a:lnTo>
                  <a:pt x="167320" y="2307"/>
                </a:lnTo>
                <a:lnTo>
                  <a:pt x="167022" y="2679"/>
                </a:lnTo>
                <a:lnTo>
                  <a:pt x="166725" y="3051"/>
                </a:lnTo>
                <a:lnTo>
                  <a:pt x="166427" y="3497"/>
                </a:lnTo>
                <a:lnTo>
                  <a:pt x="166204" y="3944"/>
                </a:lnTo>
                <a:lnTo>
                  <a:pt x="165981" y="4390"/>
                </a:lnTo>
                <a:lnTo>
                  <a:pt x="165795" y="4911"/>
                </a:lnTo>
                <a:lnTo>
                  <a:pt x="163302" y="595"/>
                </a:lnTo>
                <a:lnTo>
                  <a:pt x="153256" y="595"/>
                </a:lnTo>
                <a:lnTo>
                  <a:pt x="146596" y="12092"/>
                </a:lnTo>
                <a:lnTo>
                  <a:pt x="146484" y="11571"/>
                </a:lnTo>
                <a:lnTo>
                  <a:pt x="146298" y="11013"/>
                </a:lnTo>
                <a:lnTo>
                  <a:pt x="146112" y="10455"/>
                </a:lnTo>
                <a:lnTo>
                  <a:pt x="145852" y="9897"/>
                </a:lnTo>
                <a:lnTo>
                  <a:pt x="145554" y="9376"/>
                </a:lnTo>
                <a:lnTo>
                  <a:pt x="145256" y="8855"/>
                </a:lnTo>
                <a:lnTo>
                  <a:pt x="142094" y="3386"/>
                </a:lnTo>
                <a:lnTo>
                  <a:pt x="141796" y="2865"/>
                </a:lnTo>
                <a:lnTo>
                  <a:pt x="141461" y="2418"/>
                </a:lnTo>
                <a:lnTo>
                  <a:pt x="141126" y="2009"/>
                </a:lnTo>
                <a:lnTo>
                  <a:pt x="140754" y="1674"/>
                </a:lnTo>
                <a:lnTo>
                  <a:pt x="140345" y="1339"/>
                </a:lnTo>
                <a:lnTo>
                  <a:pt x="139936" y="1042"/>
                </a:lnTo>
                <a:lnTo>
                  <a:pt x="139526" y="781"/>
                </a:lnTo>
                <a:lnTo>
                  <a:pt x="139080" y="558"/>
                </a:lnTo>
                <a:lnTo>
                  <a:pt x="138633" y="372"/>
                </a:lnTo>
                <a:lnTo>
                  <a:pt x="138187" y="223"/>
                </a:lnTo>
                <a:lnTo>
                  <a:pt x="137740" y="112"/>
                </a:lnTo>
                <a:lnTo>
                  <a:pt x="137257" y="37"/>
                </a:lnTo>
                <a:lnTo>
                  <a:pt x="136773" y="0"/>
                </a:lnTo>
                <a:lnTo>
                  <a:pt x="136327" y="0"/>
                </a:lnTo>
                <a:lnTo>
                  <a:pt x="135843" y="37"/>
                </a:lnTo>
                <a:lnTo>
                  <a:pt x="135359" y="74"/>
                </a:lnTo>
                <a:lnTo>
                  <a:pt x="134913" y="186"/>
                </a:lnTo>
                <a:lnTo>
                  <a:pt x="134429" y="298"/>
                </a:lnTo>
                <a:lnTo>
                  <a:pt x="133983" y="446"/>
                </a:lnTo>
                <a:lnTo>
                  <a:pt x="133536" y="633"/>
                </a:lnTo>
                <a:lnTo>
                  <a:pt x="133090" y="819"/>
                </a:lnTo>
                <a:lnTo>
                  <a:pt x="132680" y="1079"/>
                </a:lnTo>
                <a:lnTo>
                  <a:pt x="132271" y="1339"/>
                </a:lnTo>
                <a:lnTo>
                  <a:pt x="131899" y="1637"/>
                </a:lnTo>
                <a:lnTo>
                  <a:pt x="131527" y="1935"/>
                </a:lnTo>
                <a:lnTo>
                  <a:pt x="131192" y="2307"/>
                </a:lnTo>
                <a:lnTo>
                  <a:pt x="130857" y="2679"/>
                </a:lnTo>
                <a:lnTo>
                  <a:pt x="130559" y="3051"/>
                </a:lnTo>
                <a:lnTo>
                  <a:pt x="130299" y="3497"/>
                </a:lnTo>
                <a:lnTo>
                  <a:pt x="130039" y="3944"/>
                </a:lnTo>
                <a:lnTo>
                  <a:pt x="129853" y="4390"/>
                </a:lnTo>
                <a:lnTo>
                  <a:pt x="129667" y="4911"/>
                </a:lnTo>
                <a:lnTo>
                  <a:pt x="127174" y="595"/>
                </a:lnTo>
                <a:lnTo>
                  <a:pt x="117128" y="595"/>
                </a:lnTo>
                <a:lnTo>
                  <a:pt x="110430" y="12092"/>
                </a:lnTo>
                <a:lnTo>
                  <a:pt x="110319" y="11571"/>
                </a:lnTo>
                <a:lnTo>
                  <a:pt x="110170" y="11013"/>
                </a:lnTo>
                <a:lnTo>
                  <a:pt x="109947" y="10455"/>
                </a:lnTo>
                <a:lnTo>
                  <a:pt x="109724" y="9897"/>
                </a:lnTo>
                <a:lnTo>
                  <a:pt x="109426" y="9376"/>
                </a:lnTo>
                <a:lnTo>
                  <a:pt x="109091" y="8855"/>
                </a:lnTo>
                <a:lnTo>
                  <a:pt x="105966" y="3386"/>
                </a:lnTo>
                <a:lnTo>
                  <a:pt x="105668" y="2865"/>
                </a:lnTo>
                <a:lnTo>
                  <a:pt x="105333" y="2418"/>
                </a:lnTo>
                <a:lnTo>
                  <a:pt x="104998" y="2009"/>
                </a:lnTo>
                <a:lnTo>
                  <a:pt x="104626" y="1674"/>
                </a:lnTo>
                <a:lnTo>
                  <a:pt x="104217" y="1339"/>
                </a:lnTo>
                <a:lnTo>
                  <a:pt x="103808" y="1042"/>
                </a:lnTo>
                <a:lnTo>
                  <a:pt x="103398" y="781"/>
                </a:lnTo>
                <a:lnTo>
                  <a:pt x="102952" y="558"/>
                </a:lnTo>
                <a:lnTo>
                  <a:pt x="102505" y="372"/>
                </a:lnTo>
                <a:lnTo>
                  <a:pt x="102059" y="223"/>
                </a:lnTo>
                <a:lnTo>
                  <a:pt x="101575" y="112"/>
                </a:lnTo>
                <a:lnTo>
                  <a:pt x="101129" y="37"/>
                </a:lnTo>
                <a:lnTo>
                  <a:pt x="100645" y="0"/>
                </a:lnTo>
                <a:lnTo>
                  <a:pt x="100161" y="0"/>
                </a:lnTo>
                <a:lnTo>
                  <a:pt x="99678" y="37"/>
                </a:lnTo>
                <a:lnTo>
                  <a:pt x="99231" y="74"/>
                </a:lnTo>
                <a:lnTo>
                  <a:pt x="98747" y="186"/>
                </a:lnTo>
                <a:lnTo>
                  <a:pt x="98301" y="298"/>
                </a:lnTo>
                <a:lnTo>
                  <a:pt x="97854" y="446"/>
                </a:lnTo>
                <a:lnTo>
                  <a:pt x="97408" y="633"/>
                </a:lnTo>
                <a:lnTo>
                  <a:pt x="96962" y="819"/>
                </a:lnTo>
                <a:lnTo>
                  <a:pt x="96552" y="1079"/>
                </a:lnTo>
                <a:lnTo>
                  <a:pt x="96143" y="1339"/>
                </a:lnTo>
                <a:lnTo>
                  <a:pt x="95771" y="1637"/>
                </a:lnTo>
                <a:lnTo>
                  <a:pt x="95399" y="1935"/>
                </a:lnTo>
                <a:lnTo>
                  <a:pt x="95027" y="2307"/>
                </a:lnTo>
                <a:lnTo>
                  <a:pt x="94729" y="2679"/>
                </a:lnTo>
                <a:lnTo>
                  <a:pt x="94431" y="3051"/>
                </a:lnTo>
                <a:lnTo>
                  <a:pt x="94171" y="3497"/>
                </a:lnTo>
                <a:lnTo>
                  <a:pt x="93911" y="3944"/>
                </a:lnTo>
                <a:lnTo>
                  <a:pt x="93687" y="4390"/>
                </a:lnTo>
                <a:lnTo>
                  <a:pt x="93538" y="4911"/>
                </a:lnTo>
                <a:lnTo>
                  <a:pt x="91008" y="595"/>
                </a:lnTo>
                <a:lnTo>
                  <a:pt x="80963" y="595"/>
                </a:lnTo>
                <a:lnTo>
                  <a:pt x="74302" y="12092"/>
                </a:lnTo>
                <a:lnTo>
                  <a:pt x="74191" y="11571"/>
                </a:lnTo>
                <a:lnTo>
                  <a:pt x="74005" y="11013"/>
                </a:lnTo>
                <a:lnTo>
                  <a:pt x="73819" y="10455"/>
                </a:lnTo>
                <a:lnTo>
                  <a:pt x="73558" y="9897"/>
                </a:lnTo>
                <a:lnTo>
                  <a:pt x="73298" y="9376"/>
                </a:lnTo>
                <a:lnTo>
                  <a:pt x="72963" y="8855"/>
                </a:lnTo>
                <a:lnTo>
                  <a:pt x="69838" y="3386"/>
                </a:lnTo>
                <a:lnTo>
                  <a:pt x="69540" y="2865"/>
                </a:lnTo>
                <a:lnTo>
                  <a:pt x="69205" y="2418"/>
                </a:lnTo>
                <a:lnTo>
                  <a:pt x="68833" y="2009"/>
                </a:lnTo>
                <a:lnTo>
                  <a:pt x="68461" y="1674"/>
                </a:lnTo>
                <a:lnTo>
                  <a:pt x="68089" y="1339"/>
                </a:lnTo>
                <a:lnTo>
                  <a:pt x="67680" y="1042"/>
                </a:lnTo>
                <a:lnTo>
                  <a:pt x="67233" y="781"/>
                </a:lnTo>
                <a:lnTo>
                  <a:pt x="66824" y="558"/>
                </a:lnTo>
                <a:lnTo>
                  <a:pt x="66377" y="372"/>
                </a:lnTo>
                <a:lnTo>
                  <a:pt x="65894" y="223"/>
                </a:lnTo>
                <a:lnTo>
                  <a:pt x="65447" y="112"/>
                </a:lnTo>
                <a:lnTo>
                  <a:pt x="64963" y="37"/>
                </a:lnTo>
                <a:lnTo>
                  <a:pt x="64517" y="0"/>
                </a:lnTo>
                <a:lnTo>
                  <a:pt x="64033" y="0"/>
                </a:lnTo>
                <a:lnTo>
                  <a:pt x="63550" y="37"/>
                </a:lnTo>
                <a:lnTo>
                  <a:pt x="63066" y="74"/>
                </a:lnTo>
                <a:lnTo>
                  <a:pt x="62619" y="186"/>
                </a:lnTo>
                <a:lnTo>
                  <a:pt x="62136" y="298"/>
                </a:lnTo>
                <a:lnTo>
                  <a:pt x="61689" y="446"/>
                </a:lnTo>
                <a:lnTo>
                  <a:pt x="61243" y="633"/>
                </a:lnTo>
                <a:lnTo>
                  <a:pt x="60834" y="819"/>
                </a:lnTo>
                <a:lnTo>
                  <a:pt x="60387" y="1079"/>
                </a:lnTo>
                <a:lnTo>
                  <a:pt x="60015" y="1339"/>
                </a:lnTo>
                <a:lnTo>
                  <a:pt x="59606" y="1637"/>
                </a:lnTo>
                <a:lnTo>
                  <a:pt x="59234" y="1935"/>
                </a:lnTo>
                <a:lnTo>
                  <a:pt x="58899" y="2307"/>
                </a:lnTo>
                <a:lnTo>
                  <a:pt x="58564" y="2679"/>
                </a:lnTo>
                <a:lnTo>
                  <a:pt x="58266" y="3051"/>
                </a:lnTo>
                <a:lnTo>
                  <a:pt x="58006" y="3497"/>
                </a:lnTo>
                <a:lnTo>
                  <a:pt x="57783" y="3944"/>
                </a:lnTo>
                <a:lnTo>
                  <a:pt x="57559" y="4390"/>
                </a:lnTo>
                <a:lnTo>
                  <a:pt x="57373" y="4911"/>
                </a:lnTo>
                <a:lnTo>
                  <a:pt x="54880" y="595"/>
                </a:lnTo>
                <a:lnTo>
                  <a:pt x="44834" y="595"/>
                </a:lnTo>
                <a:lnTo>
                  <a:pt x="38174" y="12092"/>
                </a:lnTo>
                <a:lnTo>
                  <a:pt x="38063" y="11571"/>
                </a:lnTo>
                <a:lnTo>
                  <a:pt x="37877" y="11013"/>
                </a:lnTo>
                <a:lnTo>
                  <a:pt x="37654" y="10455"/>
                </a:lnTo>
                <a:lnTo>
                  <a:pt x="37430" y="9897"/>
                </a:lnTo>
                <a:lnTo>
                  <a:pt x="37133" y="9376"/>
                </a:lnTo>
                <a:lnTo>
                  <a:pt x="36835" y="8855"/>
                </a:lnTo>
                <a:lnTo>
                  <a:pt x="33672" y="3386"/>
                </a:lnTo>
                <a:lnTo>
                  <a:pt x="33375" y="2865"/>
                </a:lnTo>
                <a:lnTo>
                  <a:pt x="33040" y="2418"/>
                </a:lnTo>
                <a:lnTo>
                  <a:pt x="32705" y="2009"/>
                </a:lnTo>
                <a:lnTo>
                  <a:pt x="32333" y="1674"/>
                </a:lnTo>
                <a:lnTo>
                  <a:pt x="31924" y="1339"/>
                </a:lnTo>
                <a:lnTo>
                  <a:pt x="31514" y="1042"/>
                </a:lnTo>
                <a:lnTo>
                  <a:pt x="31105" y="781"/>
                </a:lnTo>
                <a:lnTo>
                  <a:pt x="30659" y="558"/>
                </a:lnTo>
                <a:lnTo>
                  <a:pt x="30212" y="372"/>
                </a:lnTo>
                <a:lnTo>
                  <a:pt x="29766" y="223"/>
                </a:lnTo>
                <a:lnTo>
                  <a:pt x="29319" y="112"/>
                </a:lnTo>
                <a:lnTo>
                  <a:pt x="28835" y="37"/>
                </a:lnTo>
                <a:lnTo>
                  <a:pt x="2835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8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9" name="Google Shape;1379;p18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0" name="Google Shape;1380;p18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1" name="Google Shape;1381;p18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5">
  <p:cSld name="TITLE_1_1_1_1_1_1">
    <p:bg>
      <p:bgPr>
        <a:solidFill>
          <a:srgbClr val="222244">
            <a:alpha val="89870"/>
          </a:srgbClr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3" name="Google Shape;1383;p19"/>
          <p:cNvGrpSpPr/>
          <p:nvPr/>
        </p:nvGrpSpPr>
        <p:grpSpPr>
          <a:xfrm>
            <a:off x="69" y="1371531"/>
            <a:ext cx="6705144" cy="3771670"/>
            <a:chOff x="1607825" y="2999425"/>
            <a:chExt cx="4404325" cy="2477450"/>
          </a:xfrm>
        </p:grpSpPr>
        <p:sp>
          <p:nvSpPr>
            <p:cNvPr id="1384" name="Google Shape;1384;p19"/>
            <p:cNvSpPr/>
            <p:nvPr/>
          </p:nvSpPr>
          <p:spPr>
            <a:xfrm>
              <a:off x="1607825" y="5278450"/>
              <a:ext cx="45325" cy="155425"/>
            </a:xfrm>
            <a:custGeom>
              <a:rect b="b" l="l" r="r" t="t"/>
              <a:pathLst>
                <a:path extrusionOk="0" h="6217" w="1813">
                  <a:moveTo>
                    <a:pt x="0" y="0"/>
                  </a:moveTo>
                  <a:lnTo>
                    <a:pt x="0" y="6217"/>
                  </a:lnTo>
                  <a:lnTo>
                    <a:pt x="1812" y="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9"/>
            <p:cNvSpPr/>
            <p:nvPr/>
          </p:nvSpPr>
          <p:spPr>
            <a:xfrm>
              <a:off x="1607825" y="2999425"/>
              <a:ext cx="4404325" cy="2477450"/>
            </a:xfrm>
            <a:custGeom>
              <a:rect b="b" l="l" r="r" t="t"/>
              <a:pathLst>
                <a:path extrusionOk="0" h="99098" w="176173">
                  <a:moveTo>
                    <a:pt x="91871" y="1308"/>
                  </a:moveTo>
                  <a:lnTo>
                    <a:pt x="93638" y="4359"/>
                  </a:lnTo>
                  <a:lnTo>
                    <a:pt x="90105" y="4359"/>
                  </a:lnTo>
                  <a:lnTo>
                    <a:pt x="88339" y="1308"/>
                  </a:lnTo>
                  <a:close/>
                  <a:moveTo>
                    <a:pt x="13672" y="322"/>
                  </a:moveTo>
                  <a:lnTo>
                    <a:pt x="13901" y="345"/>
                  </a:lnTo>
                  <a:lnTo>
                    <a:pt x="14131" y="390"/>
                  </a:lnTo>
                  <a:lnTo>
                    <a:pt x="14360" y="482"/>
                  </a:lnTo>
                  <a:lnTo>
                    <a:pt x="14589" y="597"/>
                  </a:lnTo>
                  <a:lnTo>
                    <a:pt x="14796" y="712"/>
                  </a:lnTo>
                  <a:lnTo>
                    <a:pt x="15002" y="872"/>
                  </a:lnTo>
                  <a:lnTo>
                    <a:pt x="15209" y="1079"/>
                  </a:lnTo>
                  <a:lnTo>
                    <a:pt x="15392" y="1285"/>
                  </a:lnTo>
                  <a:lnTo>
                    <a:pt x="15576" y="1537"/>
                  </a:lnTo>
                  <a:lnTo>
                    <a:pt x="15713" y="1813"/>
                  </a:lnTo>
                  <a:lnTo>
                    <a:pt x="15805" y="2065"/>
                  </a:lnTo>
                  <a:lnTo>
                    <a:pt x="15874" y="2317"/>
                  </a:lnTo>
                  <a:lnTo>
                    <a:pt x="15920" y="2570"/>
                  </a:lnTo>
                  <a:lnTo>
                    <a:pt x="15943" y="2822"/>
                  </a:lnTo>
                  <a:lnTo>
                    <a:pt x="15920" y="3074"/>
                  </a:lnTo>
                  <a:lnTo>
                    <a:pt x="15897" y="3304"/>
                  </a:lnTo>
                  <a:lnTo>
                    <a:pt x="15828" y="3533"/>
                  </a:lnTo>
                  <a:lnTo>
                    <a:pt x="15759" y="3740"/>
                  </a:lnTo>
                  <a:lnTo>
                    <a:pt x="15645" y="3946"/>
                  </a:lnTo>
                  <a:lnTo>
                    <a:pt x="15530" y="4152"/>
                  </a:lnTo>
                  <a:lnTo>
                    <a:pt x="15392" y="4336"/>
                  </a:lnTo>
                  <a:lnTo>
                    <a:pt x="15232" y="4519"/>
                  </a:lnTo>
                  <a:lnTo>
                    <a:pt x="15071" y="4657"/>
                  </a:lnTo>
                  <a:lnTo>
                    <a:pt x="14888" y="4818"/>
                  </a:lnTo>
                  <a:lnTo>
                    <a:pt x="14704" y="4932"/>
                  </a:lnTo>
                  <a:lnTo>
                    <a:pt x="14498" y="5047"/>
                  </a:lnTo>
                  <a:lnTo>
                    <a:pt x="14291" y="5139"/>
                  </a:lnTo>
                  <a:lnTo>
                    <a:pt x="14062" y="5231"/>
                  </a:lnTo>
                  <a:lnTo>
                    <a:pt x="13855" y="5276"/>
                  </a:lnTo>
                  <a:lnTo>
                    <a:pt x="13626" y="5322"/>
                  </a:lnTo>
                  <a:lnTo>
                    <a:pt x="13396" y="5345"/>
                  </a:lnTo>
                  <a:lnTo>
                    <a:pt x="13167" y="5345"/>
                  </a:lnTo>
                  <a:lnTo>
                    <a:pt x="12938" y="5322"/>
                  </a:lnTo>
                  <a:lnTo>
                    <a:pt x="12708" y="5254"/>
                  </a:lnTo>
                  <a:lnTo>
                    <a:pt x="12479" y="5185"/>
                  </a:lnTo>
                  <a:lnTo>
                    <a:pt x="12250" y="5093"/>
                  </a:lnTo>
                  <a:lnTo>
                    <a:pt x="12043" y="4955"/>
                  </a:lnTo>
                  <a:lnTo>
                    <a:pt x="11837" y="4818"/>
                  </a:lnTo>
                  <a:lnTo>
                    <a:pt x="11630" y="4634"/>
                  </a:lnTo>
                  <a:lnTo>
                    <a:pt x="11447" y="4428"/>
                  </a:lnTo>
                  <a:lnTo>
                    <a:pt x="11286" y="4175"/>
                  </a:lnTo>
                  <a:lnTo>
                    <a:pt x="11126" y="3900"/>
                  </a:lnTo>
                  <a:lnTo>
                    <a:pt x="11011" y="3648"/>
                  </a:lnTo>
                  <a:lnTo>
                    <a:pt x="10942" y="3373"/>
                  </a:lnTo>
                  <a:lnTo>
                    <a:pt x="10896" y="3120"/>
                  </a:lnTo>
                  <a:lnTo>
                    <a:pt x="10873" y="2868"/>
                  </a:lnTo>
                  <a:lnTo>
                    <a:pt x="10873" y="2616"/>
                  </a:lnTo>
                  <a:lnTo>
                    <a:pt x="10919" y="2386"/>
                  </a:lnTo>
                  <a:lnTo>
                    <a:pt x="10965" y="2157"/>
                  </a:lnTo>
                  <a:lnTo>
                    <a:pt x="11057" y="1927"/>
                  </a:lnTo>
                  <a:lnTo>
                    <a:pt x="11148" y="1721"/>
                  </a:lnTo>
                  <a:lnTo>
                    <a:pt x="11263" y="1514"/>
                  </a:lnTo>
                  <a:lnTo>
                    <a:pt x="11401" y="1331"/>
                  </a:lnTo>
                  <a:lnTo>
                    <a:pt x="11561" y="1147"/>
                  </a:lnTo>
                  <a:lnTo>
                    <a:pt x="11722" y="987"/>
                  </a:lnTo>
                  <a:lnTo>
                    <a:pt x="11905" y="849"/>
                  </a:lnTo>
                  <a:lnTo>
                    <a:pt x="12112" y="712"/>
                  </a:lnTo>
                  <a:lnTo>
                    <a:pt x="12318" y="597"/>
                  </a:lnTo>
                  <a:lnTo>
                    <a:pt x="12525" y="505"/>
                  </a:lnTo>
                  <a:lnTo>
                    <a:pt x="12754" y="413"/>
                  </a:lnTo>
                  <a:lnTo>
                    <a:pt x="12984" y="367"/>
                  </a:lnTo>
                  <a:lnTo>
                    <a:pt x="13213" y="322"/>
                  </a:lnTo>
                  <a:close/>
                  <a:moveTo>
                    <a:pt x="34179" y="3074"/>
                  </a:moveTo>
                  <a:lnTo>
                    <a:pt x="35969" y="6125"/>
                  </a:lnTo>
                  <a:lnTo>
                    <a:pt x="32436" y="6125"/>
                  </a:lnTo>
                  <a:lnTo>
                    <a:pt x="30647" y="3074"/>
                  </a:lnTo>
                  <a:close/>
                  <a:moveTo>
                    <a:pt x="105773" y="1285"/>
                  </a:moveTo>
                  <a:lnTo>
                    <a:pt x="106025" y="1331"/>
                  </a:lnTo>
                  <a:lnTo>
                    <a:pt x="106254" y="1377"/>
                  </a:lnTo>
                  <a:lnTo>
                    <a:pt x="106484" y="1469"/>
                  </a:lnTo>
                  <a:lnTo>
                    <a:pt x="106690" y="1560"/>
                  </a:lnTo>
                  <a:lnTo>
                    <a:pt x="106920" y="1698"/>
                  </a:lnTo>
                  <a:lnTo>
                    <a:pt x="107126" y="1859"/>
                  </a:lnTo>
                  <a:lnTo>
                    <a:pt x="107310" y="2042"/>
                  </a:lnTo>
                  <a:lnTo>
                    <a:pt x="107493" y="2271"/>
                  </a:lnTo>
                  <a:lnTo>
                    <a:pt x="107677" y="2524"/>
                  </a:lnTo>
                  <a:lnTo>
                    <a:pt x="107814" y="2799"/>
                  </a:lnTo>
                  <a:lnTo>
                    <a:pt x="107906" y="3051"/>
                  </a:lnTo>
                  <a:lnTo>
                    <a:pt x="107975" y="3304"/>
                  </a:lnTo>
                  <a:lnTo>
                    <a:pt x="108021" y="3556"/>
                  </a:lnTo>
                  <a:lnTo>
                    <a:pt x="108044" y="3808"/>
                  </a:lnTo>
                  <a:lnTo>
                    <a:pt x="108021" y="4061"/>
                  </a:lnTo>
                  <a:lnTo>
                    <a:pt x="107998" y="4290"/>
                  </a:lnTo>
                  <a:lnTo>
                    <a:pt x="107929" y="4519"/>
                  </a:lnTo>
                  <a:lnTo>
                    <a:pt x="107860" y="4726"/>
                  </a:lnTo>
                  <a:lnTo>
                    <a:pt x="107745" y="4932"/>
                  </a:lnTo>
                  <a:lnTo>
                    <a:pt x="107631" y="5139"/>
                  </a:lnTo>
                  <a:lnTo>
                    <a:pt x="107493" y="5322"/>
                  </a:lnTo>
                  <a:lnTo>
                    <a:pt x="107355" y="5483"/>
                  </a:lnTo>
                  <a:lnTo>
                    <a:pt x="107172" y="5644"/>
                  </a:lnTo>
                  <a:lnTo>
                    <a:pt x="106988" y="5781"/>
                  </a:lnTo>
                  <a:lnTo>
                    <a:pt x="106805" y="5919"/>
                  </a:lnTo>
                  <a:lnTo>
                    <a:pt x="106598" y="6033"/>
                  </a:lnTo>
                  <a:lnTo>
                    <a:pt x="106392" y="6125"/>
                  </a:lnTo>
                  <a:lnTo>
                    <a:pt x="106186" y="6217"/>
                  </a:lnTo>
                  <a:lnTo>
                    <a:pt x="105956" y="6263"/>
                  </a:lnTo>
                  <a:lnTo>
                    <a:pt x="105727" y="6309"/>
                  </a:lnTo>
                  <a:lnTo>
                    <a:pt x="105497" y="6332"/>
                  </a:lnTo>
                  <a:lnTo>
                    <a:pt x="105268" y="6309"/>
                  </a:lnTo>
                  <a:lnTo>
                    <a:pt x="105039" y="6286"/>
                  </a:lnTo>
                  <a:lnTo>
                    <a:pt x="104809" y="6240"/>
                  </a:lnTo>
                  <a:lnTo>
                    <a:pt x="104580" y="6171"/>
                  </a:lnTo>
                  <a:lnTo>
                    <a:pt x="104350" y="6056"/>
                  </a:lnTo>
                  <a:lnTo>
                    <a:pt x="104144" y="5942"/>
                  </a:lnTo>
                  <a:lnTo>
                    <a:pt x="103937" y="5781"/>
                  </a:lnTo>
                  <a:lnTo>
                    <a:pt x="103754" y="5598"/>
                  </a:lnTo>
                  <a:lnTo>
                    <a:pt x="103548" y="5391"/>
                  </a:lnTo>
                  <a:lnTo>
                    <a:pt x="103387" y="5162"/>
                  </a:lnTo>
                  <a:lnTo>
                    <a:pt x="103226" y="4887"/>
                  </a:lnTo>
                  <a:lnTo>
                    <a:pt x="103135" y="4611"/>
                  </a:lnTo>
                  <a:lnTo>
                    <a:pt x="103043" y="4359"/>
                  </a:lnTo>
                  <a:lnTo>
                    <a:pt x="102997" y="4107"/>
                  </a:lnTo>
                  <a:lnTo>
                    <a:pt x="102974" y="3854"/>
                  </a:lnTo>
                  <a:lnTo>
                    <a:pt x="102974" y="3602"/>
                  </a:lnTo>
                  <a:lnTo>
                    <a:pt x="103020" y="3373"/>
                  </a:lnTo>
                  <a:lnTo>
                    <a:pt x="103066" y="3120"/>
                  </a:lnTo>
                  <a:lnTo>
                    <a:pt x="103158" y="2914"/>
                  </a:lnTo>
                  <a:lnTo>
                    <a:pt x="103249" y="2707"/>
                  </a:lnTo>
                  <a:lnTo>
                    <a:pt x="103364" y="2501"/>
                  </a:lnTo>
                  <a:lnTo>
                    <a:pt x="103502" y="2317"/>
                  </a:lnTo>
                  <a:lnTo>
                    <a:pt x="103662" y="2134"/>
                  </a:lnTo>
                  <a:lnTo>
                    <a:pt x="103846" y="1973"/>
                  </a:lnTo>
                  <a:lnTo>
                    <a:pt x="104029" y="1813"/>
                  </a:lnTo>
                  <a:lnTo>
                    <a:pt x="104213" y="1698"/>
                  </a:lnTo>
                  <a:lnTo>
                    <a:pt x="104419" y="1583"/>
                  </a:lnTo>
                  <a:lnTo>
                    <a:pt x="104626" y="1492"/>
                  </a:lnTo>
                  <a:lnTo>
                    <a:pt x="104855" y="1400"/>
                  </a:lnTo>
                  <a:lnTo>
                    <a:pt x="105084" y="1354"/>
                  </a:lnTo>
                  <a:lnTo>
                    <a:pt x="105314" y="1308"/>
                  </a:lnTo>
                  <a:lnTo>
                    <a:pt x="105543" y="1285"/>
                  </a:lnTo>
                  <a:close/>
                  <a:moveTo>
                    <a:pt x="125684" y="4244"/>
                  </a:moveTo>
                  <a:lnTo>
                    <a:pt x="127450" y="7295"/>
                  </a:lnTo>
                  <a:lnTo>
                    <a:pt x="123940" y="7295"/>
                  </a:lnTo>
                  <a:lnTo>
                    <a:pt x="122151" y="4244"/>
                  </a:lnTo>
                  <a:close/>
                  <a:moveTo>
                    <a:pt x="48906" y="3189"/>
                  </a:moveTo>
                  <a:lnTo>
                    <a:pt x="49136" y="3235"/>
                  </a:lnTo>
                  <a:lnTo>
                    <a:pt x="49365" y="3281"/>
                  </a:lnTo>
                  <a:lnTo>
                    <a:pt x="49595" y="3350"/>
                  </a:lnTo>
                  <a:lnTo>
                    <a:pt x="49801" y="3464"/>
                  </a:lnTo>
                  <a:lnTo>
                    <a:pt x="50030" y="3602"/>
                  </a:lnTo>
                  <a:lnTo>
                    <a:pt x="50237" y="3763"/>
                  </a:lnTo>
                  <a:lnTo>
                    <a:pt x="50420" y="3946"/>
                  </a:lnTo>
                  <a:lnTo>
                    <a:pt x="50627" y="4175"/>
                  </a:lnTo>
                  <a:lnTo>
                    <a:pt x="50787" y="4428"/>
                  </a:lnTo>
                  <a:lnTo>
                    <a:pt x="50925" y="4680"/>
                  </a:lnTo>
                  <a:lnTo>
                    <a:pt x="51017" y="4955"/>
                  </a:lnTo>
                  <a:lnTo>
                    <a:pt x="51109" y="5208"/>
                  </a:lnTo>
                  <a:lnTo>
                    <a:pt x="51154" y="5460"/>
                  </a:lnTo>
                  <a:lnTo>
                    <a:pt x="51154" y="5712"/>
                  </a:lnTo>
                  <a:lnTo>
                    <a:pt x="51154" y="5942"/>
                  </a:lnTo>
                  <a:lnTo>
                    <a:pt x="51109" y="6194"/>
                  </a:lnTo>
                  <a:lnTo>
                    <a:pt x="51063" y="6401"/>
                  </a:lnTo>
                  <a:lnTo>
                    <a:pt x="50971" y="6630"/>
                  </a:lnTo>
                  <a:lnTo>
                    <a:pt x="50879" y="6836"/>
                  </a:lnTo>
                  <a:lnTo>
                    <a:pt x="50741" y="7020"/>
                  </a:lnTo>
                  <a:lnTo>
                    <a:pt x="50604" y="7226"/>
                  </a:lnTo>
                  <a:lnTo>
                    <a:pt x="50466" y="7387"/>
                  </a:lnTo>
                  <a:lnTo>
                    <a:pt x="50283" y="7547"/>
                  </a:lnTo>
                  <a:lnTo>
                    <a:pt x="50122" y="7685"/>
                  </a:lnTo>
                  <a:lnTo>
                    <a:pt x="49916" y="7823"/>
                  </a:lnTo>
                  <a:lnTo>
                    <a:pt x="49709" y="7937"/>
                  </a:lnTo>
                  <a:lnTo>
                    <a:pt x="49503" y="8029"/>
                  </a:lnTo>
                  <a:lnTo>
                    <a:pt x="49296" y="8098"/>
                  </a:lnTo>
                  <a:lnTo>
                    <a:pt x="49067" y="8167"/>
                  </a:lnTo>
                  <a:lnTo>
                    <a:pt x="48838" y="8213"/>
                  </a:lnTo>
                  <a:lnTo>
                    <a:pt x="48379" y="8213"/>
                  </a:lnTo>
                  <a:lnTo>
                    <a:pt x="48149" y="8190"/>
                  </a:lnTo>
                  <a:lnTo>
                    <a:pt x="47920" y="8144"/>
                  </a:lnTo>
                  <a:lnTo>
                    <a:pt x="47691" y="8075"/>
                  </a:lnTo>
                  <a:lnTo>
                    <a:pt x="47484" y="7960"/>
                  </a:lnTo>
                  <a:lnTo>
                    <a:pt x="47255" y="7846"/>
                  </a:lnTo>
                  <a:lnTo>
                    <a:pt x="47048" y="7685"/>
                  </a:lnTo>
                  <a:lnTo>
                    <a:pt x="46865" y="7502"/>
                  </a:lnTo>
                  <a:lnTo>
                    <a:pt x="46681" y="7295"/>
                  </a:lnTo>
                  <a:lnTo>
                    <a:pt x="46498" y="7043"/>
                  </a:lnTo>
                  <a:lnTo>
                    <a:pt x="46360" y="6790"/>
                  </a:lnTo>
                  <a:lnTo>
                    <a:pt x="46245" y="6515"/>
                  </a:lnTo>
                  <a:lnTo>
                    <a:pt x="46154" y="6263"/>
                  </a:lnTo>
                  <a:lnTo>
                    <a:pt x="46108" y="6011"/>
                  </a:lnTo>
                  <a:lnTo>
                    <a:pt x="46085" y="5735"/>
                  </a:lnTo>
                  <a:lnTo>
                    <a:pt x="46108" y="5506"/>
                  </a:lnTo>
                  <a:lnTo>
                    <a:pt x="46131" y="5254"/>
                  </a:lnTo>
                  <a:lnTo>
                    <a:pt x="46200" y="5024"/>
                  </a:lnTo>
                  <a:lnTo>
                    <a:pt x="46268" y="4818"/>
                  </a:lnTo>
                  <a:lnTo>
                    <a:pt x="46360" y="4588"/>
                  </a:lnTo>
                  <a:lnTo>
                    <a:pt x="46498" y="4405"/>
                  </a:lnTo>
                  <a:lnTo>
                    <a:pt x="46635" y="4198"/>
                  </a:lnTo>
                  <a:lnTo>
                    <a:pt x="46773" y="4038"/>
                  </a:lnTo>
                  <a:lnTo>
                    <a:pt x="46957" y="3877"/>
                  </a:lnTo>
                  <a:lnTo>
                    <a:pt x="47140" y="3717"/>
                  </a:lnTo>
                  <a:lnTo>
                    <a:pt x="47324" y="3579"/>
                  </a:lnTo>
                  <a:lnTo>
                    <a:pt x="47530" y="3464"/>
                  </a:lnTo>
                  <a:lnTo>
                    <a:pt x="47759" y="3373"/>
                  </a:lnTo>
                  <a:lnTo>
                    <a:pt x="47966" y="3304"/>
                  </a:lnTo>
                  <a:lnTo>
                    <a:pt x="48195" y="3235"/>
                  </a:lnTo>
                  <a:lnTo>
                    <a:pt x="48425" y="3212"/>
                  </a:lnTo>
                  <a:lnTo>
                    <a:pt x="48654" y="3189"/>
                  </a:lnTo>
                  <a:close/>
                  <a:moveTo>
                    <a:pt x="68772" y="5942"/>
                  </a:moveTo>
                  <a:lnTo>
                    <a:pt x="70538" y="8993"/>
                  </a:lnTo>
                  <a:lnTo>
                    <a:pt x="67005" y="8993"/>
                  </a:lnTo>
                  <a:lnTo>
                    <a:pt x="65239" y="5942"/>
                  </a:lnTo>
                  <a:close/>
                  <a:moveTo>
                    <a:pt x="139310" y="4313"/>
                  </a:moveTo>
                  <a:lnTo>
                    <a:pt x="139562" y="4336"/>
                  </a:lnTo>
                  <a:lnTo>
                    <a:pt x="139791" y="4405"/>
                  </a:lnTo>
                  <a:lnTo>
                    <a:pt x="140021" y="4474"/>
                  </a:lnTo>
                  <a:lnTo>
                    <a:pt x="140227" y="4588"/>
                  </a:lnTo>
                  <a:lnTo>
                    <a:pt x="140457" y="4726"/>
                  </a:lnTo>
                  <a:lnTo>
                    <a:pt x="140663" y="4887"/>
                  </a:lnTo>
                  <a:lnTo>
                    <a:pt x="140847" y="5070"/>
                  </a:lnTo>
                  <a:lnTo>
                    <a:pt x="141030" y="5299"/>
                  </a:lnTo>
                  <a:lnTo>
                    <a:pt x="141214" y="5552"/>
                  </a:lnTo>
                  <a:lnTo>
                    <a:pt x="141351" y="5804"/>
                  </a:lnTo>
                  <a:lnTo>
                    <a:pt x="141443" y="6079"/>
                  </a:lnTo>
                  <a:lnTo>
                    <a:pt x="141512" y="6332"/>
                  </a:lnTo>
                  <a:lnTo>
                    <a:pt x="141558" y="6584"/>
                  </a:lnTo>
                  <a:lnTo>
                    <a:pt x="141581" y="6836"/>
                  </a:lnTo>
                  <a:lnTo>
                    <a:pt x="141558" y="7066"/>
                  </a:lnTo>
                  <a:lnTo>
                    <a:pt x="141535" y="7295"/>
                  </a:lnTo>
                  <a:lnTo>
                    <a:pt x="141466" y="7525"/>
                  </a:lnTo>
                  <a:lnTo>
                    <a:pt x="141397" y="7754"/>
                  </a:lnTo>
                  <a:lnTo>
                    <a:pt x="141282" y="7960"/>
                  </a:lnTo>
                  <a:lnTo>
                    <a:pt x="141168" y="8144"/>
                  </a:lnTo>
                  <a:lnTo>
                    <a:pt x="141030" y="8327"/>
                  </a:lnTo>
                  <a:lnTo>
                    <a:pt x="140893" y="8511"/>
                  </a:lnTo>
                  <a:lnTo>
                    <a:pt x="140709" y="8672"/>
                  </a:lnTo>
                  <a:lnTo>
                    <a:pt x="140526" y="8809"/>
                  </a:lnTo>
                  <a:lnTo>
                    <a:pt x="140342" y="8947"/>
                  </a:lnTo>
                  <a:lnTo>
                    <a:pt x="140136" y="9061"/>
                  </a:lnTo>
                  <a:lnTo>
                    <a:pt x="139929" y="9153"/>
                  </a:lnTo>
                  <a:lnTo>
                    <a:pt x="139723" y="9222"/>
                  </a:lnTo>
                  <a:lnTo>
                    <a:pt x="139493" y="9291"/>
                  </a:lnTo>
                  <a:lnTo>
                    <a:pt x="139264" y="9314"/>
                  </a:lnTo>
                  <a:lnTo>
                    <a:pt x="139034" y="9337"/>
                  </a:lnTo>
                  <a:lnTo>
                    <a:pt x="138805" y="9337"/>
                  </a:lnTo>
                  <a:lnTo>
                    <a:pt x="138576" y="9314"/>
                  </a:lnTo>
                  <a:lnTo>
                    <a:pt x="138346" y="9268"/>
                  </a:lnTo>
                  <a:lnTo>
                    <a:pt x="138117" y="9176"/>
                  </a:lnTo>
                  <a:lnTo>
                    <a:pt x="137887" y="9084"/>
                  </a:lnTo>
                  <a:lnTo>
                    <a:pt x="137681" y="8970"/>
                  </a:lnTo>
                  <a:lnTo>
                    <a:pt x="137475" y="8809"/>
                  </a:lnTo>
                  <a:lnTo>
                    <a:pt x="137291" y="8626"/>
                  </a:lnTo>
                  <a:lnTo>
                    <a:pt x="137085" y="8419"/>
                  </a:lnTo>
                  <a:lnTo>
                    <a:pt x="136924" y="8167"/>
                  </a:lnTo>
                  <a:lnTo>
                    <a:pt x="136763" y="7915"/>
                  </a:lnTo>
                  <a:lnTo>
                    <a:pt x="136672" y="7639"/>
                  </a:lnTo>
                  <a:lnTo>
                    <a:pt x="136580" y="7387"/>
                  </a:lnTo>
                  <a:lnTo>
                    <a:pt x="136534" y="7112"/>
                  </a:lnTo>
                  <a:lnTo>
                    <a:pt x="136511" y="6859"/>
                  </a:lnTo>
                  <a:lnTo>
                    <a:pt x="136511" y="6630"/>
                  </a:lnTo>
                  <a:lnTo>
                    <a:pt x="136557" y="6378"/>
                  </a:lnTo>
                  <a:lnTo>
                    <a:pt x="136603" y="6148"/>
                  </a:lnTo>
                  <a:lnTo>
                    <a:pt x="136695" y="5919"/>
                  </a:lnTo>
                  <a:lnTo>
                    <a:pt x="136786" y="5712"/>
                  </a:lnTo>
                  <a:lnTo>
                    <a:pt x="136901" y="5506"/>
                  </a:lnTo>
                  <a:lnTo>
                    <a:pt x="137039" y="5322"/>
                  </a:lnTo>
                  <a:lnTo>
                    <a:pt x="137199" y="5162"/>
                  </a:lnTo>
                  <a:lnTo>
                    <a:pt x="137383" y="4978"/>
                  </a:lnTo>
                  <a:lnTo>
                    <a:pt x="137566" y="4841"/>
                  </a:lnTo>
                  <a:lnTo>
                    <a:pt x="137750" y="4703"/>
                  </a:lnTo>
                  <a:lnTo>
                    <a:pt x="137956" y="4588"/>
                  </a:lnTo>
                  <a:lnTo>
                    <a:pt x="138163" y="4497"/>
                  </a:lnTo>
                  <a:lnTo>
                    <a:pt x="138392" y="4428"/>
                  </a:lnTo>
                  <a:lnTo>
                    <a:pt x="138622" y="4359"/>
                  </a:lnTo>
                  <a:lnTo>
                    <a:pt x="138851" y="4336"/>
                  </a:lnTo>
                  <a:lnTo>
                    <a:pt x="139080" y="4313"/>
                  </a:lnTo>
                  <a:close/>
                  <a:moveTo>
                    <a:pt x="159404" y="7203"/>
                  </a:moveTo>
                  <a:lnTo>
                    <a:pt x="161171" y="10277"/>
                  </a:lnTo>
                  <a:lnTo>
                    <a:pt x="157638" y="10277"/>
                  </a:lnTo>
                  <a:lnTo>
                    <a:pt x="155872" y="7226"/>
                  </a:lnTo>
                  <a:lnTo>
                    <a:pt x="159404" y="7203"/>
                  </a:lnTo>
                  <a:close/>
                  <a:moveTo>
                    <a:pt x="11080" y="7708"/>
                  </a:moveTo>
                  <a:lnTo>
                    <a:pt x="12846" y="10759"/>
                  </a:lnTo>
                  <a:lnTo>
                    <a:pt x="9313" y="10759"/>
                  </a:lnTo>
                  <a:lnTo>
                    <a:pt x="7547" y="7708"/>
                  </a:lnTo>
                  <a:close/>
                  <a:moveTo>
                    <a:pt x="82902" y="6102"/>
                  </a:moveTo>
                  <a:lnTo>
                    <a:pt x="83132" y="6125"/>
                  </a:lnTo>
                  <a:lnTo>
                    <a:pt x="83361" y="6194"/>
                  </a:lnTo>
                  <a:lnTo>
                    <a:pt x="83590" y="6263"/>
                  </a:lnTo>
                  <a:lnTo>
                    <a:pt x="83820" y="6378"/>
                  </a:lnTo>
                  <a:lnTo>
                    <a:pt x="84026" y="6515"/>
                  </a:lnTo>
                  <a:lnTo>
                    <a:pt x="84233" y="6676"/>
                  </a:lnTo>
                  <a:lnTo>
                    <a:pt x="84439" y="6859"/>
                  </a:lnTo>
                  <a:lnTo>
                    <a:pt x="84623" y="7089"/>
                  </a:lnTo>
                  <a:lnTo>
                    <a:pt x="84783" y="7341"/>
                  </a:lnTo>
                  <a:lnTo>
                    <a:pt x="84921" y="7593"/>
                  </a:lnTo>
                  <a:lnTo>
                    <a:pt x="85036" y="7846"/>
                  </a:lnTo>
                  <a:lnTo>
                    <a:pt x="85104" y="8121"/>
                  </a:lnTo>
                  <a:lnTo>
                    <a:pt x="85150" y="8373"/>
                  </a:lnTo>
                  <a:lnTo>
                    <a:pt x="85173" y="8603"/>
                  </a:lnTo>
                  <a:lnTo>
                    <a:pt x="85150" y="8855"/>
                  </a:lnTo>
                  <a:lnTo>
                    <a:pt x="85104" y="9084"/>
                  </a:lnTo>
                  <a:lnTo>
                    <a:pt x="85059" y="9314"/>
                  </a:lnTo>
                  <a:lnTo>
                    <a:pt x="84967" y="9543"/>
                  </a:lnTo>
                  <a:lnTo>
                    <a:pt x="84875" y="9750"/>
                  </a:lnTo>
                  <a:lnTo>
                    <a:pt x="84760" y="9933"/>
                  </a:lnTo>
                  <a:lnTo>
                    <a:pt x="84623" y="10117"/>
                  </a:lnTo>
                  <a:lnTo>
                    <a:pt x="84462" y="10300"/>
                  </a:lnTo>
                  <a:lnTo>
                    <a:pt x="84302" y="10461"/>
                  </a:lnTo>
                  <a:lnTo>
                    <a:pt x="84118" y="10598"/>
                  </a:lnTo>
                  <a:lnTo>
                    <a:pt x="83935" y="10736"/>
                  </a:lnTo>
                  <a:lnTo>
                    <a:pt x="83728" y="10851"/>
                  </a:lnTo>
                  <a:lnTo>
                    <a:pt x="83522" y="10942"/>
                  </a:lnTo>
                  <a:lnTo>
                    <a:pt x="83292" y="11011"/>
                  </a:lnTo>
                  <a:lnTo>
                    <a:pt x="83063" y="11080"/>
                  </a:lnTo>
                  <a:lnTo>
                    <a:pt x="82856" y="11103"/>
                  </a:lnTo>
                  <a:lnTo>
                    <a:pt x="82627" y="11126"/>
                  </a:lnTo>
                  <a:lnTo>
                    <a:pt x="82375" y="11126"/>
                  </a:lnTo>
                  <a:lnTo>
                    <a:pt x="82145" y="11103"/>
                  </a:lnTo>
                  <a:lnTo>
                    <a:pt x="81916" y="11057"/>
                  </a:lnTo>
                  <a:lnTo>
                    <a:pt x="81709" y="10965"/>
                  </a:lnTo>
                  <a:lnTo>
                    <a:pt x="81480" y="10874"/>
                  </a:lnTo>
                  <a:lnTo>
                    <a:pt x="81274" y="10736"/>
                  </a:lnTo>
                  <a:lnTo>
                    <a:pt x="81067" y="10598"/>
                  </a:lnTo>
                  <a:lnTo>
                    <a:pt x="80861" y="10415"/>
                  </a:lnTo>
                  <a:lnTo>
                    <a:pt x="80677" y="10208"/>
                  </a:lnTo>
                  <a:lnTo>
                    <a:pt x="80494" y="9956"/>
                  </a:lnTo>
                  <a:lnTo>
                    <a:pt x="80356" y="9704"/>
                  </a:lnTo>
                  <a:lnTo>
                    <a:pt x="80241" y="9428"/>
                  </a:lnTo>
                  <a:lnTo>
                    <a:pt x="80172" y="9153"/>
                  </a:lnTo>
                  <a:lnTo>
                    <a:pt x="80127" y="8901"/>
                  </a:lnTo>
                  <a:lnTo>
                    <a:pt x="80104" y="8649"/>
                  </a:lnTo>
                  <a:lnTo>
                    <a:pt x="80104" y="8396"/>
                  </a:lnTo>
                  <a:lnTo>
                    <a:pt x="80127" y="8167"/>
                  </a:lnTo>
                  <a:lnTo>
                    <a:pt x="80195" y="7937"/>
                  </a:lnTo>
                  <a:lnTo>
                    <a:pt x="80264" y="7708"/>
                  </a:lnTo>
                  <a:lnTo>
                    <a:pt x="80379" y="7502"/>
                  </a:lnTo>
                  <a:lnTo>
                    <a:pt x="80494" y="7295"/>
                  </a:lnTo>
                  <a:lnTo>
                    <a:pt x="80631" y="7112"/>
                  </a:lnTo>
                  <a:lnTo>
                    <a:pt x="80792" y="6928"/>
                  </a:lnTo>
                  <a:lnTo>
                    <a:pt x="80952" y="6768"/>
                  </a:lnTo>
                  <a:lnTo>
                    <a:pt x="81136" y="6630"/>
                  </a:lnTo>
                  <a:lnTo>
                    <a:pt x="81342" y="6492"/>
                  </a:lnTo>
                  <a:lnTo>
                    <a:pt x="81549" y="6378"/>
                  </a:lnTo>
                  <a:lnTo>
                    <a:pt x="81755" y="6286"/>
                  </a:lnTo>
                  <a:lnTo>
                    <a:pt x="81985" y="6217"/>
                  </a:lnTo>
                  <a:lnTo>
                    <a:pt x="82191" y="6148"/>
                  </a:lnTo>
                  <a:lnTo>
                    <a:pt x="82443" y="6102"/>
                  </a:lnTo>
                  <a:close/>
                  <a:moveTo>
                    <a:pt x="102768" y="8855"/>
                  </a:moveTo>
                  <a:lnTo>
                    <a:pt x="104534" y="11906"/>
                  </a:lnTo>
                  <a:lnTo>
                    <a:pt x="101001" y="11906"/>
                  </a:lnTo>
                  <a:lnTo>
                    <a:pt x="99235" y="8855"/>
                  </a:lnTo>
                  <a:close/>
                  <a:moveTo>
                    <a:pt x="86962" y="1514"/>
                  </a:moveTo>
                  <a:lnTo>
                    <a:pt x="88958" y="5001"/>
                  </a:lnTo>
                  <a:lnTo>
                    <a:pt x="91000" y="8511"/>
                  </a:lnTo>
                  <a:lnTo>
                    <a:pt x="88981" y="12021"/>
                  </a:lnTo>
                  <a:lnTo>
                    <a:pt x="85449" y="12021"/>
                  </a:lnTo>
                  <a:lnTo>
                    <a:pt x="87467" y="8511"/>
                  </a:lnTo>
                  <a:lnTo>
                    <a:pt x="85173" y="4611"/>
                  </a:lnTo>
                  <a:lnTo>
                    <a:pt x="86962" y="1514"/>
                  </a:lnTo>
                  <a:close/>
                  <a:moveTo>
                    <a:pt x="100772" y="1056"/>
                  </a:moveTo>
                  <a:lnTo>
                    <a:pt x="94464" y="12021"/>
                  </a:lnTo>
                  <a:lnTo>
                    <a:pt x="90931" y="12021"/>
                  </a:lnTo>
                  <a:lnTo>
                    <a:pt x="97262" y="1056"/>
                  </a:lnTo>
                  <a:close/>
                  <a:moveTo>
                    <a:pt x="173306" y="7203"/>
                  </a:moveTo>
                  <a:lnTo>
                    <a:pt x="173558" y="7249"/>
                  </a:lnTo>
                  <a:lnTo>
                    <a:pt x="173787" y="7295"/>
                  </a:lnTo>
                  <a:lnTo>
                    <a:pt x="174017" y="7364"/>
                  </a:lnTo>
                  <a:lnTo>
                    <a:pt x="174223" y="7479"/>
                  </a:lnTo>
                  <a:lnTo>
                    <a:pt x="174453" y="7616"/>
                  </a:lnTo>
                  <a:lnTo>
                    <a:pt x="174659" y="7777"/>
                  </a:lnTo>
                  <a:lnTo>
                    <a:pt x="174843" y="7960"/>
                  </a:lnTo>
                  <a:lnTo>
                    <a:pt x="175026" y="8190"/>
                  </a:lnTo>
                  <a:lnTo>
                    <a:pt x="175210" y="8442"/>
                  </a:lnTo>
                  <a:lnTo>
                    <a:pt x="175347" y="8694"/>
                  </a:lnTo>
                  <a:lnTo>
                    <a:pt x="175439" y="8970"/>
                  </a:lnTo>
                  <a:lnTo>
                    <a:pt x="175508" y="9222"/>
                  </a:lnTo>
                  <a:lnTo>
                    <a:pt x="175554" y="9474"/>
                  </a:lnTo>
                  <a:lnTo>
                    <a:pt x="175577" y="9727"/>
                  </a:lnTo>
                  <a:lnTo>
                    <a:pt x="175554" y="9956"/>
                  </a:lnTo>
                  <a:lnTo>
                    <a:pt x="175531" y="10208"/>
                  </a:lnTo>
                  <a:lnTo>
                    <a:pt x="175462" y="10415"/>
                  </a:lnTo>
                  <a:lnTo>
                    <a:pt x="175393" y="10644"/>
                  </a:lnTo>
                  <a:lnTo>
                    <a:pt x="175278" y="10851"/>
                  </a:lnTo>
                  <a:lnTo>
                    <a:pt x="175164" y="11057"/>
                  </a:lnTo>
                  <a:lnTo>
                    <a:pt x="175026" y="11241"/>
                  </a:lnTo>
                  <a:lnTo>
                    <a:pt x="174888" y="11401"/>
                  </a:lnTo>
                  <a:lnTo>
                    <a:pt x="174705" y="11562"/>
                  </a:lnTo>
                  <a:lnTo>
                    <a:pt x="174521" y="11699"/>
                  </a:lnTo>
                  <a:lnTo>
                    <a:pt x="174338" y="11837"/>
                  </a:lnTo>
                  <a:lnTo>
                    <a:pt x="174131" y="11952"/>
                  </a:lnTo>
                  <a:lnTo>
                    <a:pt x="173925" y="12044"/>
                  </a:lnTo>
                  <a:lnTo>
                    <a:pt x="173719" y="12112"/>
                  </a:lnTo>
                  <a:lnTo>
                    <a:pt x="173489" y="12181"/>
                  </a:lnTo>
                  <a:lnTo>
                    <a:pt x="173260" y="12227"/>
                  </a:lnTo>
                  <a:lnTo>
                    <a:pt x="172801" y="12227"/>
                  </a:lnTo>
                  <a:lnTo>
                    <a:pt x="172572" y="12204"/>
                  </a:lnTo>
                  <a:lnTo>
                    <a:pt x="172342" y="12158"/>
                  </a:lnTo>
                  <a:lnTo>
                    <a:pt x="172113" y="12089"/>
                  </a:lnTo>
                  <a:lnTo>
                    <a:pt x="171906" y="11975"/>
                  </a:lnTo>
                  <a:lnTo>
                    <a:pt x="171677" y="11860"/>
                  </a:lnTo>
                  <a:lnTo>
                    <a:pt x="171470" y="11699"/>
                  </a:lnTo>
                  <a:lnTo>
                    <a:pt x="171287" y="11516"/>
                  </a:lnTo>
                  <a:lnTo>
                    <a:pt x="171081" y="11310"/>
                  </a:lnTo>
                  <a:lnTo>
                    <a:pt x="170920" y="11080"/>
                  </a:lnTo>
                  <a:lnTo>
                    <a:pt x="170759" y="10805"/>
                  </a:lnTo>
                  <a:lnTo>
                    <a:pt x="170668" y="10530"/>
                  </a:lnTo>
                  <a:lnTo>
                    <a:pt x="170576" y="10277"/>
                  </a:lnTo>
                  <a:lnTo>
                    <a:pt x="170530" y="10025"/>
                  </a:lnTo>
                  <a:lnTo>
                    <a:pt x="170507" y="9773"/>
                  </a:lnTo>
                  <a:lnTo>
                    <a:pt x="170507" y="9520"/>
                  </a:lnTo>
                  <a:lnTo>
                    <a:pt x="170553" y="9268"/>
                  </a:lnTo>
                  <a:lnTo>
                    <a:pt x="170599" y="9039"/>
                  </a:lnTo>
                  <a:lnTo>
                    <a:pt x="170691" y="8832"/>
                  </a:lnTo>
                  <a:lnTo>
                    <a:pt x="170782" y="8603"/>
                  </a:lnTo>
                  <a:lnTo>
                    <a:pt x="170897" y="8419"/>
                  </a:lnTo>
                  <a:lnTo>
                    <a:pt x="171035" y="8213"/>
                  </a:lnTo>
                  <a:lnTo>
                    <a:pt x="171195" y="8052"/>
                  </a:lnTo>
                  <a:lnTo>
                    <a:pt x="171379" y="7892"/>
                  </a:lnTo>
                  <a:lnTo>
                    <a:pt x="171562" y="7731"/>
                  </a:lnTo>
                  <a:lnTo>
                    <a:pt x="171746" y="7616"/>
                  </a:lnTo>
                  <a:lnTo>
                    <a:pt x="171952" y="7502"/>
                  </a:lnTo>
                  <a:lnTo>
                    <a:pt x="172159" y="7387"/>
                  </a:lnTo>
                  <a:lnTo>
                    <a:pt x="172388" y="7318"/>
                  </a:lnTo>
                  <a:lnTo>
                    <a:pt x="172617" y="7249"/>
                  </a:lnTo>
                  <a:lnTo>
                    <a:pt x="172847" y="7226"/>
                  </a:lnTo>
                  <a:lnTo>
                    <a:pt x="173076" y="7203"/>
                  </a:lnTo>
                  <a:close/>
                  <a:moveTo>
                    <a:pt x="25210" y="7869"/>
                  </a:moveTo>
                  <a:lnTo>
                    <a:pt x="25463" y="7892"/>
                  </a:lnTo>
                  <a:lnTo>
                    <a:pt x="25692" y="7960"/>
                  </a:lnTo>
                  <a:lnTo>
                    <a:pt x="25921" y="8029"/>
                  </a:lnTo>
                  <a:lnTo>
                    <a:pt x="26128" y="8144"/>
                  </a:lnTo>
                  <a:lnTo>
                    <a:pt x="26357" y="8282"/>
                  </a:lnTo>
                  <a:lnTo>
                    <a:pt x="26564" y="8442"/>
                  </a:lnTo>
                  <a:lnTo>
                    <a:pt x="26747" y="8626"/>
                  </a:lnTo>
                  <a:lnTo>
                    <a:pt x="26931" y="8855"/>
                  </a:lnTo>
                  <a:lnTo>
                    <a:pt x="27114" y="9107"/>
                  </a:lnTo>
                  <a:lnTo>
                    <a:pt x="27252" y="9360"/>
                  </a:lnTo>
                  <a:lnTo>
                    <a:pt x="27344" y="9612"/>
                  </a:lnTo>
                  <a:lnTo>
                    <a:pt x="27412" y="9887"/>
                  </a:lnTo>
                  <a:lnTo>
                    <a:pt x="27458" y="10140"/>
                  </a:lnTo>
                  <a:lnTo>
                    <a:pt x="27481" y="10392"/>
                  </a:lnTo>
                  <a:lnTo>
                    <a:pt x="27458" y="10621"/>
                  </a:lnTo>
                  <a:lnTo>
                    <a:pt x="27435" y="10851"/>
                  </a:lnTo>
                  <a:lnTo>
                    <a:pt x="27366" y="11080"/>
                  </a:lnTo>
                  <a:lnTo>
                    <a:pt x="27298" y="11310"/>
                  </a:lnTo>
                  <a:lnTo>
                    <a:pt x="27183" y="11516"/>
                  </a:lnTo>
                  <a:lnTo>
                    <a:pt x="27068" y="11699"/>
                  </a:lnTo>
                  <a:lnTo>
                    <a:pt x="26931" y="11883"/>
                  </a:lnTo>
                  <a:lnTo>
                    <a:pt x="26793" y="12067"/>
                  </a:lnTo>
                  <a:lnTo>
                    <a:pt x="26609" y="12227"/>
                  </a:lnTo>
                  <a:lnTo>
                    <a:pt x="26426" y="12365"/>
                  </a:lnTo>
                  <a:lnTo>
                    <a:pt x="26242" y="12502"/>
                  </a:lnTo>
                  <a:lnTo>
                    <a:pt x="26036" y="12617"/>
                  </a:lnTo>
                  <a:lnTo>
                    <a:pt x="25830" y="12709"/>
                  </a:lnTo>
                  <a:lnTo>
                    <a:pt x="25623" y="12778"/>
                  </a:lnTo>
                  <a:lnTo>
                    <a:pt x="25394" y="12846"/>
                  </a:lnTo>
                  <a:lnTo>
                    <a:pt x="25164" y="12869"/>
                  </a:lnTo>
                  <a:lnTo>
                    <a:pt x="24935" y="12892"/>
                  </a:lnTo>
                  <a:lnTo>
                    <a:pt x="24706" y="12892"/>
                  </a:lnTo>
                  <a:lnTo>
                    <a:pt x="24476" y="12869"/>
                  </a:lnTo>
                  <a:lnTo>
                    <a:pt x="24247" y="12824"/>
                  </a:lnTo>
                  <a:lnTo>
                    <a:pt x="24017" y="12732"/>
                  </a:lnTo>
                  <a:lnTo>
                    <a:pt x="23788" y="12640"/>
                  </a:lnTo>
                  <a:lnTo>
                    <a:pt x="23581" y="12502"/>
                  </a:lnTo>
                  <a:lnTo>
                    <a:pt x="23375" y="12365"/>
                  </a:lnTo>
                  <a:lnTo>
                    <a:pt x="23192" y="12181"/>
                  </a:lnTo>
                  <a:lnTo>
                    <a:pt x="22985" y="11975"/>
                  </a:lnTo>
                  <a:lnTo>
                    <a:pt x="22825" y="11722"/>
                  </a:lnTo>
                  <a:lnTo>
                    <a:pt x="22664" y="11470"/>
                  </a:lnTo>
                  <a:lnTo>
                    <a:pt x="22572" y="11195"/>
                  </a:lnTo>
                  <a:lnTo>
                    <a:pt x="22480" y="10942"/>
                  </a:lnTo>
                  <a:lnTo>
                    <a:pt x="22435" y="10667"/>
                  </a:lnTo>
                  <a:lnTo>
                    <a:pt x="22412" y="10415"/>
                  </a:lnTo>
                  <a:lnTo>
                    <a:pt x="22412" y="10163"/>
                  </a:lnTo>
                  <a:lnTo>
                    <a:pt x="22457" y="9933"/>
                  </a:lnTo>
                  <a:lnTo>
                    <a:pt x="22503" y="9704"/>
                  </a:lnTo>
                  <a:lnTo>
                    <a:pt x="22595" y="9474"/>
                  </a:lnTo>
                  <a:lnTo>
                    <a:pt x="22687" y="9268"/>
                  </a:lnTo>
                  <a:lnTo>
                    <a:pt x="22802" y="9061"/>
                  </a:lnTo>
                  <a:lnTo>
                    <a:pt x="22939" y="8878"/>
                  </a:lnTo>
                  <a:lnTo>
                    <a:pt x="23100" y="8694"/>
                  </a:lnTo>
                  <a:lnTo>
                    <a:pt x="23283" y="8534"/>
                  </a:lnTo>
                  <a:lnTo>
                    <a:pt x="23467" y="8396"/>
                  </a:lnTo>
                  <a:lnTo>
                    <a:pt x="23650" y="8259"/>
                  </a:lnTo>
                  <a:lnTo>
                    <a:pt x="23857" y="8144"/>
                  </a:lnTo>
                  <a:lnTo>
                    <a:pt x="24063" y="8052"/>
                  </a:lnTo>
                  <a:lnTo>
                    <a:pt x="24293" y="7983"/>
                  </a:lnTo>
                  <a:lnTo>
                    <a:pt x="24522" y="7915"/>
                  </a:lnTo>
                  <a:lnTo>
                    <a:pt x="24751" y="7869"/>
                  </a:lnTo>
                  <a:close/>
                  <a:moveTo>
                    <a:pt x="45076" y="10621"/>
                  </a:moveTo>
                  <a:lnTo>
                    <a:pt x="46865" y="13672"/>
                  </a:lnTo>
                  <a:lnTo>
                    <a:pt x="43332" y="13672"/>
                  </a:lnTo>
                  <a:lnTo>
                    <a:pt x="41543" y="10621"/>
                  </a:lnTo>
                  <a:close/>
                  <a:moveTo>
                    <a:pt x="29270" y="3281"/>
                  </a:moveTo>
                  <a:lnTo>
                    <a:pt x="31289" y="6768"/>
                  </a:lnTo>
                  <a:lnTo>
                    <a:pt x="33308" y="10277"/>
                  </a:lnTo>
                  <a:lnTo>
                    <a:pt x="31289" y="13787"/>
                  </a:lnTo>
                  <a:lnTo>
                    <a:pt x="27756" y="13787"/>
                  </a:lnTo>
                  <a:lnTo>
                    <a:pt x="29798" y="10277"/>
                  </a:lnTo>
                  <a:lnTo>
                    <a:pt x="27481" y="6378"/>
                  </a:lnTo>
                  <a:lnTo>
                    <a:pt x="29270" y="3281"/>
                  </a:lnTo>
                  <a:close/>
                  <a:moveTo>
                    <a:pt x="43103" y="2822"/>
                  </a:moveTo>
                  <a:lnTo>
                    <a:pt x="36772" y="13787"/>
                  </a:lnTo>
                  <a:lnTo>
                    <a:pt x="33262" y="13787"/>
                  </a:lnTo>
                  <a:lnTo>
                    <a:pt x="39570" y="2822"/>
                  </a:lnTo>
                  <a:close/>
                  <a:moveTo>
                    <a:pt x="116715" y="9039"/>
                  </a:moveTo>
                  <a:lnTo>
                    <a:pt x="116944" y="9084"/>
                  </a:lnTo>
                  <a:lnTo>
                    <a:pt x="117196" y="9130"/>
                  </a:lnTo>
                  <a:lnTo>
                    <a:pt x="117403" y="9222"/>
                  </a:lnTo>
                  <a:lnTo>
                    <a:pt x="117632" y="9314"/>
                  </a:lnTo>
                  <a:lnTo>
                    <a:pt x="117862" y="9451"/>
                  </a:lnTo>
                  <a:lnTo>
                    <a:pt x="118068" y="9612"/>
                  </a:lnTo>
                  <a:lnTo>
                    <a:pt x="118252" y="9796"/>
                  </a:lnTo>
                  <a:lnTo>
                    <a:pt x="118435" y="10025"/>
                  </a:lnTo>
                  <a:lnTo>
                    <a:pt x="118619" y="10277"/>
                  </a:lnTo>
                  <a:lnTo>
                    <a:pt x="118756" y="10530"/>
                  </a:lnTo>
                  <a:lnTo>
                    <a:pt x="118848" y="10805"/>
                  </a:lnTo>
                  <a:lnTo>
                    <a:pt x="118917" y="11057"/>
                  </a:lnTo>
                  <a:lnTo>
                    <a:pt x="118963" y="11310"/>
                  </a:lnTo>
                  <a:lnTo>
                    <a:pt x="118986" y="11562"/>
                  </a:lnTo>
                  <a:lnTo>
                    <a:pt x="118963" y="11791"/>
                  </a:lnTo>
                  <a:lnTo>
                    <a:pt x="118940" y="12044"/>
                  </a:lnTo>
                  <a:lnTo>
                    <a:pt x="118871" y="12273"/>
                  </a:lnTo>
                  <a:lnTo>
                    <a:pt x="118802" y="12479"/>
                  </a:lnTo>
                  <a:lnTo>
                    <a:pt x="118687" y="12686"/>
                  </a:lnTo>
                  <a:lnTo>
                    <a:pt x="118573" y="12892"/>
                  </a:lnTo>
                  <a:lnTo>
                    <a:pt x="118435" y="13076"/>
                  </a:lnTo>
                  <a:lnTo>
                    <a:pt x="118274" y="13236"/>
                  </a:lnTo>
                  <a:lnTo>
                    <a:pt x="118114" y="13397"/>
                  </a:lnTo>
                  <a:lnTo>
                    <a:pt x="117930" y="13535"/>
                  </a:lnTo>
                  <a:lnTo>
                    <a:pt x="117747" y="13672"/>
                  </a:lnTo>
                  <a:lnTo>
                    <a:pt x="117540" y="13787"/>
                  </a:lnTo>
                  <a:lnTo>
                    <a:pt x="117334" y="13879"/>
                  </a:lnTo>
                  <a:lnTo>
                    <a:pt x="117105" y="13948"/>
                  </a:lnTo>
                  <a:lnTo>
                    <a:pt x="116898" y="14016"/>
                  </a:lnTo>
                  <a:lnTo>
                    <a:pt x="116669" y="14062"/>
                  </a:lnTo>
                  <a:lnTo>
                    <a:pt x="116210" y="14062"/>
                  </a:lnTo>
                  <a:lnTo>
                    <a:pt x="115981" y="14039"/>
                  </a:lnTo>
                  <a:lnTo>
                    <a:pt x="115751" y="13993"/>
                  </a:lnTo>
                  <a:lnTo>
                    <a:pt x="115522" y="13925"/>
                  </a:lnTo>
                  <a:lnTo>
                    <a:pt x="115292" y="13810"/>
                  </a:lnTo>
                  <a:lnTo>
                    <a:pt x="115086" y="13695"/>
                  </a:lnTo>
                  <a:lnTo>
                    <a:pt x="114879" y="13535"/>
                  </a:lnTo>
                  <a:lnTo>
                    <a:pt x="114673" y="13351"/>
                  </a:lnTo>
                  <a:lnTo>
                    <a:pt x="114490" y="13145"/>
                  </a:lnTo>
                  <a:lnTo>
                    <a:pt x="114329" y="12915"/>
                  </a:lnTo>
                  <a:lnTo>
                    <a:pt x="114168" y="12640"/>
                  </a:lnTo>
                  <a:lnTo>
                    <a:pt x="114054" y="12365"/>
                  </a:lnTo>
                  <a:lnTo>
                    <a:pt x="113985" y="12112"/>
                  </a:lnTo>
                  <a:lnTo>
                    <a:pt x="113939" y="11860"/>
                  </a:lnTo>
                  <a:lnTo>
                    <a:pt x="113916" y="11608"/>
                  </a:lnTo>
                  <a:lnTo>
                    <a:pt x="113916" y="11355"/>
                  </a:lnTo>
                  <a:lnTo>
                    <a:pt x="113962" y="11103"/>
                  </a:lnTo>
                  <a:lnTo>
                    <a:pt x="114008" y="10874"/>
                  </a:lnTo>
                  <a:lnTo>
                    <a:pt x="114100" y="10667"/>
                  </a:lnTo>
                  <a:lnTo>
                    <a:pt x="114191" y="10438"/>
                  </a:lnTo>
                  <a:lnTo>
                    <a:pt x="114306" y="10254"/>
                  </a:lnTo>
                  <a:lnTo>
                    <a:pt x="114444" y="10048"/>
                  </a:lnTo>
                  <a:lnTo>
                    <a:pt x="114604" y="9887"/>
                  </a:lnTo>
                  <a:lnTo>
                    <a:pt x="114788" y="9727"/>
                  </a:lnTo>
                  <a:lnTo>
                    <a:pt x="114971" y="9566"/>
                  </a:lnTo>
                  <a:lnTo>
                    <a:pt x="115155" y="9451"/>
                  </a:lnTo>
                  <a:lnTo>
                    <a:pt x="115361" y="9337"/>
                  </a:lnTo>
                  <a:lnTo>
                    <a:pt x="115568" y="9222"/>
                  </a:lnTo>
                  <a:lnTo>
                    <a:pt x="115797" y="9153"/>
                  </a:lnTo>
                  <a:lnTo>
                    <a:pt x="116026" y="9084"/>
                  </a:lnTo>
                  <a:lnTo>
                    <a:pt x="116256" y="9061"/>
                  </a:lnTo>
                  <a:lnTo>
                    <a:pt x="116485" y="9039"/>
                  </a:lnTo>
                  <a:close/>
                  <a:moveTo>
                    <a:pt x="136305" y="11860"/>
                  </a:moveTo>
                  <a:lnTo>
                    <a:pt x="138071" y="14911"/>
                  </a:lnTo>
                  <a:lnTo>
                    <a:pt x="134538" y="14911"/>
                  </a:lnTo>
                  <a:lnTo>
                    <a:pt x="132772" y="11860"/>
                  </a:lnTo>
                  <a:close/>
                  <a:moveTo>
                    <a:pt x="120775" y="4451"/>
                  </a:moveTo>
                  <a:lnTo>
                    <a:pt x="122771" y="7937"/>
                  </a:lnTo>
                  <a:lnTo>
                    <a:pt x="124812" y="11470"/>
                  </a:lnTo>
                  <a:lnTo>
                    <a:pt x="122794" y="14957"/>
                  </a:lnTo>
                  <a:lnTo>
                    <a:pt x="119261" y="14957"/>
                  </a:lnTo>
                  <a:lnTo>
                    <a:pt x="121302" y="11447"/>
                  </a:lnTo>
                  <a:lnTo>
                    <a:pt x="118986" y="7547"/>
                  </a:lnTo>
                  <a:lnTo>
                    <a:pt x="120775" y="4451"/>
                  </a:lnTo>
                  <a:close/>
                  <a:moveTo>
                    <a:pt x="134607" y="4015"/>
                  </a:moveTo>
                  <a:lnTo>
                    <a:pt x="128276" y="14957"/>
                  </a:lnTo>
                  <a:lnTo>
                    <a:pt x="124766" y="14957"/>
                  </a:lnTo>
                  <a:lnTo>
                    <a:pt x="131075" y="4015"/>
                  </a:lnTo>
                  <a:close/>
                  <a:moveTo>
                    <a:pt x="59802" y="10736"/>
                  </a:moveTo>
                  <a:lnTo>
                    <a:pt x="60032" y="10782"/>
                  </a:lnTo>
                  <a:lnTo>
                    <a:pt x="60261" y="10828"/>
                  </a:lnTo>
                  <a:lnTo>
                    <a:pt x="60491" y="10920"/>
                  </a:lnTo>
                  <a:lnTo>
                    <a:pt x="60697" y="11011"/>
                  </a:lnTo>
                  <a:lnTo>
                    <a:pt x="60926" y="11149"/>
                  </a:lnTo>
                  <a:lnTo>
                    <a:pt x="61133" y="11310"/>
                  </a:lnTo>
                  <a:lnTo>
                    <a:pt x="61316" y="11493"/>
                  </a:lnTo>
                  <a:lnTo>
                    <a:pt x="61523" y="11722"/>
                  </a:lnTo>
                  <a:lnTo>
                    <a:pt x="61683" y="11975"/>
                  </a:lnTo>
                  <a:lnTo>
                    <a:pt x="61821" y="12227"/>
                  </a:lnTo>
                  <a:lnTo>
                    <a:pt x="61913" y="12502"/>
                  </a:lnTo>
                  <a:lnTo>
                    <a:pt x="62005" y="12755"/>
                  </a:lnTo>
                  <a:lnTo>
                    <a:pt x="62028" y="13007"/>
                  </a:lnTo>
                  <a:lnTo>
                    <a:pt x="62051" y="13259"/>
                  </a:lnTo>
                  <a:lnTo>
                    <a:pt x="62051" y="13489"/>
                  </a:lnTo>
                  <a:lnTo>
                    <a:pt x="62005" y="13741"/>
                  </a:lnTo>
                  <a:lnTo>
                    <a:pt x="61959" y="13970"/>
                  </a:lnTo>
                  <a:lnTo>
                    <a:pt x="61867" y="14177"/>
                  </a:lnTo>
                  <a:lnTo>
                    <a:pt x="61775" y="14383"/>
                  </a:lnTo>
                  <a:lnTo>
                    <a:pt x="61638" y="14590"/>
                  </a:lnTo>
                  <a:lnTo>
                    <a:pt x="61500" y="14773"/>
                  </a:lnTo>
                  <a:lnTo>
                    <a:pt x="61362" y="14934"/>
                  </a:lnTo>
                  <a:lnTo>
                    <a:pt x="61179" y="15094"/>
                  </a:lnTo>
                  <a:lnTo>
                    <a:pt x="61018" y="15232"/>
                  </a:lnTo>
                  <a:lnTo>
                    <a:pt x="60812" y="15370"/>
                  </a:lnTo>
                  <a:lnTo>
                    <a:pt x="60605" y="15484"/>
                  </a:lnTo>
                  <a:lnTo>
                    <a:pt x="60399" y="15576"/>
                  </a:lnTo>
                  <a:lnTo>
                    <a:pt x="60192" y="15668"/>
                  </a:lnTo>
                  <a:lnTo>
                    <a:pt x="59963" y="15714"/>
                  </a:lnTo>
                  <a:lnTo>
                    <a:pt x="59734" y="15760"/>
                  </a:lnTo>
                  <a:lnTo>
                    <a:pt x="59504" y="15783"/>
                  </a:lnTo>
                  <a:lnTo>
                    <a:pt x="59275" y="15760"/>
                  </a:lnTo>
                  <a:lnTo>
                    <a:pt x="59045" y="15737"/>
                  </a:lnTo>
                  <a:lnTo>
                    <a:pt x="58816" y="15691"/>
                  </a:lnTo>
                  <a:lnTo>
                    <a:pt x="58587" y="15622"/>
                  </a:lnTo>
                  <a:lnTo>
                    <a:pt x="58380" y="15507"/>
                  </a:lnTo>
                  <a:lnTo>
                    <a:pt x="58151" y="15393"/>
                  </a:lnTo>
                  <a:lnTo>
                    <a:pt x="57944" y="15232"/>
                  </a:lnTo>
                  <a:lnTo>
                    <a:pt x="57761" y="15049"/>
                  </a:lnTo>
                  <a:lnTo>
                    <a:pt x="57577" y="14842"/>
                  </a:lnTo>
                  <a:lnTo>
                    <a:pt x="57394" y="14613"/>
                  </a:lnTo>
                  <a:lnTo>
                    <a:pt x="57256" y="14337"/>
                  </a:lnTo>
                  <a:lnTo>
                    <a:pt x="57142" y="14062"/>
                  </a:lnTo>
                  <a:lnTo>
                    <a:pt x="57050" y="13810"/>
                  </a:lnTo>
                  <a:lnTo>
                    <a:pt x="57004" y="13558"/>
                  </a:lnTo>
                  <a:lnTo>
                    <a:pt x="56981" y="13305"/>
                  </a:lnTo>
                  <a:lnTo>
                    <a:pt x="57004" y="13053"/>
                  </a:lnTo>
                  <a:lnTo>
                    <a:pt x="57027" y="12824"/>
                  </a:lnTo>
                  <a:lnTo>
                    <a:pt x="57096" y="12571"/>
                  </a:lnTo>
                  <a:lnTo>
                    <a:pt x="57164" y="12365"/>
                  </a:lnTo>
                  <a:lnTo>
                    <a:pt x="57256" y="12158"/>
                  </a:lnTo>
                  <a:lnTo>
                    <a:pt x="57394" y="11952"/>
                  </a:lnTo>
                  <a:lnTo>
                    <a:pt x="57531" y="11768"/>
                  </a:lnTo>
                  <a:lnTo>
                    <a:pt x="57669" y="11585"/>
                  </a:lnTo>
                  <a:lnTo>
                    <a:pt x="57853" y="11424"/>
                  </a:lnTo>
                  <a:lnTo>
                    <a:pt x="58036" y="11264"/>
                  </a:lnTo>
                  <a:lnTo>
                    <a:pt x="58220" y="11149"/>
                  </a:lnTo>
                  <a:lnTo>
                    <a:pt x="58426" y="11034"/>
                  </a:lnTo>
                  <a:lnTo>
                    <a:pt x="58656" y="10920"/>
                  </a:lnTo>
                  <a:lnTo>
                    <a:pt x="58862" y="10851"/>
                  </a:lnTo>
                  <a:lnTo>
                    <a:pt x="59091" y="10805"/>
                  </a:lnTo>
                  <a:lnTo>
                    <a:pt x="59321" y="10759"/>
                  </a:lnTo>
                  <a:lnTo>
                    <a:pt x="59550" y="10736"/>
                  </a:lnTo>
                  <a:close/>
                  <a:moveTo>
                    <a:pt x="79668" y="13489"/>
                  </a:moveTo>
                  <a:lnTo>
                    <a:pt x="81434" y="16563"/>
                  </a:lnTo>
                  <a:lnTo>
                    <a:pt x="77902" y="16563"/>
                  </a:lnTo>
                  <a:lnTo>
                    <a:pt x="76135" y="13512"/>
                  </a:lnTo>
                  <a:lnTo>
                    <a:pt x="79668" y="13489"/>
                  </a:lnTo>
                  <a:close/>
                  <a:moveTo>
                    <a:pt x="63840" y="6148"/>
                  </a:moveTo>
                  <a:lnTo>
                    <a:pt x="65858" y="9635"/>
                  </a:lnTo>
                  <a:lnTo>
                    <a:pt x="67877" y="13168"/>
                  </a:lnTo>
                  <a:lnTo>
                    <a:pt x="65858" y="16654"/>
                  </a:lnTo>
                  <a:lnTo>
                    <a:pt x="62326" y="16654"/>
                  </a:lnTo>
                  <a:lnTo>
                    <a:pt x="64367" y="13145"/>
                  </a:lnTo>
                  <a:lnTo>
                    <a:pt x="62051" y="9268"/>
                  </a:lnTo>
                  <a:lnTo>
                    <a:pt x="63840" y="6148"/>
                  </a:lnTo>
                  <a:close/>
                  <a:moveTo>
                    <a:pt x="77672" y="5712"/>
                  </a:moveTo>
                  <a:lnTo>
                    <a:pt x="71341" y="16654"/>
                  </a:lnTo>
                  <a:lnTo>
                    <a:pt x="67831" y="16654"/>
                  </a:lnTo>
                  <a:lnTo>
                    <a:pt x="74139" y="5712"/>
                  </a:lnTo>
                  <a:close/>
                  <a:moveTo>
                    <a:pt x="150435" y="12021"/>
                  </a:moveTo>
                  <a:lnTo>
                    <a:pt x="150665" y="12044"/>
                  </a:lnTo>
                  <a:lnTo>
                    <a:pt x="150894" y="12089"/>
                  </a:lnTo>
                  <a:lnTo>
                    <a:pt x="151123" y="12181"/>
                  </a:lnTo>
                  <a:lnTo>
                    <a:pt x="151353" y="12296"/>
                  </a:lnTo>
                  <a:lnTo>
                    <a:pt x="151559" y="12411"/>
                  </a:lnTo>
                  <a:lnTo>
                    <a:pt x="151766" y="12571"/>
                  </a:lnTo>
                  <a:lnTo>
                    <a:pt x="151972" y="12778"/>
                  </a:lnTo>
                  <a:lnTo>
                    <a:pt x="152156" y="12984"/>
                  </a:lnTo>
                  <a:lnTo>
                    <a:pt x="152316" y="13236"/>
                  </a:lnTo>
                  <a:lnTo>
                    <a:pt x="152454" y="13512"/>
                  </a:lnTo>
                  <a:lnTo>
                    <a:pt x="152569" y="13764"/>
                  </a:lnTo>
                  <a:lnTo>
                    <a:pt x="152637" y="14016"/>
                  </a:lnTo>
                  <a:lnTo>
                    <a:pt x="152683" y="14292"/>
                  </a:lnTo>
                  <a:lnTo>
                    <a:pt x="152706" y="14521"/>
                  </a:lnTo>
                  <a:lnTo>
                    <a:pt x="152683" y="14773"/>
                  </a:lnTo>
                  <a:lnTo>
                    <a:pt x="152660" y="15003"/>
                  </a:lnTo>
                  <a:lnTo>
                    <a:pt x="152592" y="15232"/>
                  </a:lnTo>
                  <a:lnTo>
                    <a:pt x="152500" y="15439"/>
                  </a:lnTo>
                  <a:lnTo>
                    <a:pt x="152408" y="15645"/>
                  </a:lnTo>
                  <a:lnTo>
                    <a:pt x="152293" y="15851"/>
                  </a:lnTo>
                  <a:lnTo>
                    <a:pt x="152156" y="16035"/>
                  </a:lnTo>
                  <a:lnTo>
                    <a:pt x="151995" y="16219"/>
                  </a:lnTo>
                  <a:lnTo>
                    <a:pt x="151835" y="16379"/>
                  </a:lnTo>
                  <a:lnTo>
                    <a:pt x="151651" y="16517"/>
                  </a:lnTo>
                  <a:lnTo>
                    <a:pt x="151467" y="16631"/>
                  </a:lnTo>
                  <a:lnTo>
                    <a:pt x="151261" y="16746"/>
                  </a:lnTo>
                  <a:lnTo>
                    <a:pt x="151055" y="16861"/>
                  </a:lnTo>
                  <a:lnTo>
                    <a:pt x="150825" y="16930"/>
                  </a:lnTo>
                  <a:lnTo>
                    <a:pt x="150596" y="16976"/>
                  </a:lnTo>
                  <a:lnTo>
                    <a:pt x="150389" y="17021"/>
                  </a:lnTo>
                  <a:lnTo>
                    <a:pt x="150160" y="17044"/>
                  </a:lnTo>
                  <a:lnTo>
                    <a:pt x="149908" y="17044"/>
                  </a:lnTo>
                  <a:lnTo>
                    <a:pt x="149678" y="17021"/>
                  </a:lnTo>
                  <a:lnTo>
                    <a:pt x="149449" y="16953"/>
                  </a:lnTo>
                  <a:lnTo>
                    <a:pt x="149242" y="16884"/>
                  </a:lnTo>
                  <a:lnTo>
                    <a:pt x="149013" y="16792"/>
                  </a:lnTo>
                  <a:lnTo>
                    <a:pt x="148807" y="16654"/>
                  </a:lnTo>
                  <a:lnTo>
                    <a:pt x="148600" y="16517"/>
                  </a:lnTo>
                  <a:lnTo>
                    <a:pt x="148394" y="16333"/>
                  </a:lnTo>
                  <a:lnTo>
                    <a:pt x="148210" y="16127"/>
                  </a:lnTo>
                  <a:lnTo>
                    <a:pt x="148027" y="15874"/>
                  </a:lnTo>
                  <a:lnTo>
                    <a:pt x="147889" y="15599"/>
                  </a:lnTo>
                  <a:lnTo>
                    <a:pt x="147774" y="15347"/>
                  </a:lnTo>
                  <a:lnTo>
                    <a:pt x="147705" y="15072"/>
                  </a:lnTo>
                  <a:lnTo>
                    <a:pt x="147660" y="14819"/>
                  </a:lnTo>
                  <a:lnTo>
                    <a:pt x="147637" y="14567"/>
                  </a:lnTo>
                  <a:lnTo>
                    <a:pt x="147637" y="14315"/>
                  </a:lnTo>
                  <a:lnTo>
                    <a:pt x="147660" y="14085"/>
                  </a:lnTo>
                  <a:lnTo>
                    <a:pt x="147728" y="13856"/>
                  </a:lnTo>
                  <a:lnTo>
                    <a:pt x="147797" y="13626"/>
                  </a:lnTo>
                  <a:lnTo>
                    <a:pt x="147912" y="13420"/>
                  </a:lnTo>
                  <a:lnTo>
                    <a:pt x="148027" y="13213"/>
                  </a:lnTo>
                  <a:lnTo>
                    <a:pt x="148164" y="13030"/>
                  </a:lnTo>
                  <a:lnTo>
                    <a:pt x="148325" y="12846"/>
                  </a:lnTo>
                  <a:lnTo>
                    <a:pt x="148485" y="12686"/>
                  </a:lnTo>
                  <a:lnTo>
                    <a:pt x="148669" y="12548"/>
                  </a:lnTo>
                  <a:lnTo>
                    <a:pt x="148875" y="12411"/>
                  </a:lnTo>
                  <a:lnTo>
                    <a:pt x="149082" y="12296"/>
                  </a:lnTo>
                  <a:lnTo>
                    <a:pt x="149288" y="12204"/>
                  </a:lnTo>
                  <a:lnTo>
                    <a:pt x="149518" y="12112"/>
                  </a:lnTo>
                  <a:lnTo>
                    <a:pt x="149747" y="12067"/>
                  </a:lnTo>
                  <a:lnTo>
                    <a:pt x="149976" y="12021"/>
                  </a:lnTo>
                  <a:close/>
                  <a:moveTo>
                    <a:pt x="170301" y="14773"/>
                  </a:moveTo>
                  <a:lnTo>
                    <a:pt x="172067" y="17824"/>
                  </a:lnTo>
                  <a:lnTo>
                    <a:pt x="168534" y="17824"/>
                  </a:lnTo>
                  <a:lnTo>
                    <a:pt x="166768" y="14773"/>
                  </a:lnTo>
                  <a:close/>
                  <a:moveTo>
                    <a:pt x="168305" y="6974"/>
                  </a:moveTo>
                  <a:lnTo>
                    <a:pt x="161997" y="17916"/>
                  </a:lnTo>
                  <a:lnTo>
                    <a:pt x="158464" y="17939"/>
                  </a:lnTo>
                  <a:lnTo>
                    <a:pt x="158464" y="17939"/>
                  </a:lnTo>
                  <a:lnTo>
                    <a:pt x="164795" y="6974"/>
                  </a:lnTo>
                  <a:close/>
                  <a:moveTo>
                    <a:pt x="154495" y="7410"/>
                  </a:moveTo>
                  <a:lnTo>
                    <a:pt x="156491" y="10920"/>
                  </a:lnTo>
                  <a:lnTo>
                    <a:pt x="158533" y="14429"/>
                  </a:lnTo>
                  <a:lnTo>
                    <a:pt x="156514" y="17939"/>
                  </a:lnTo>
                  <a:lnTo>
                    <a:pt x="152981" y="17939"/>
                  </a:lnTo>
                  <a:lnTo>
                    <a:pt x="155000" y="14429"/>
                  </a:lnTo>
                  <a:lnTo>
                    <a:pt x="152706" y="10530"/>
                  </a:lnTo>
                  <a:lnTo>
                    <a:pt x="154495" y="7410"/>
                  </a:lnTo>
                  <a:close/>
                  <a:moveTo>
                    <a:pt x="21976" y="15255"/>
                  </a:moveTo>
                  <a:lnTo>
                    <a:pt x="23742" y="18329"/>
                  </a:lnTo>
                  <a:lnTo>
                    <a:pt x="20209" y="18329"/>
                  </a:lnTo>
                  <a:lnTo>
                    <a:pt x="18443" y="15278"/>
                  </a:lnTo>
                  <a:lnTo>
                    <a:pt x="21976" y="15255"/>
                  </a:lnTo>
                  <a:close/>
                  <a:moveTo>
                    <a:pt x="6171" y="7915"/>
                  </a:moveTo>
                  <a:lnTo>
                    <a:pt x="8166" y="11401"/>
                  </a:lnTo>
                  <a:lnTo>
                    <a:pt x="10208" y="14934"/>
                  </a:lnTo>
                  <a:lnTo>
                    <a:pt x="8189" y="18421"/>
                  </a:lnTo>
                  <a:lnTo>
                    <a:pt x="4657" y="18421"/>
                  </a:lnTo>
                  <a:lnTo>
                    <a:pt x="6675" y="14911"/>
                  </a:lnTo>
                  <a:lnTo>
                    <a:pt x="4381" y="11034"/>
                  </a:lnTo>
                  <a:lnTo>
                    <a:pt x="6171" y="7915"/>
                  </a:lnTo>
                  <a:close/>
                  <a:moveTo>
                    <a:pt x="19980" y="7479"/>
                  </a:moveTo>
                  <a:lnTo>
                    <a:pt x="13672" y="18421"/>
                  </a:lnTo>
                  <a:lnTo>
                    <a:pt x="10139" y="18421"/>
                  </a:lnTo>
                  <a:lnTo>
                    <a:pt x="16470" y="7479"/>
                  </a:lnTo>
                  <a:close/>
                  <a:moveTo>
                    <a:pt x="93798" y="13649"/>
                  </a:moveTo>
                  <a:lnTo>
                    <a:pt x="94028" y="13672"/>
                  </a:lnTo>
                  <a:lnTo>
                    <a:pt x="94257" y="13741"/>
                  </a:lnTo>
                  <a:lnTo>
                    <a:pt x="94487" y="13810"/>
                  </a:lnTo>
                  <a:lnTo>
                    <a:pt x="94716" y="13925"/>
                  </a:lnTo>
                  <a:lnTo>
                    <a:pt x="94922" y="14062"/>
                  </a:lnTo>
                  <a:lnTo>
                    <a:pt x="95129" y="14223"/>
                  </a:lnTo>
                  <a:lnTo>
                    <a:pt x="95335" y="14406"/>
                  </a:lnTo>
                  <a:lnTo>
                    <a:pt x="95519" y="14636"/>
                  </a:lnTo>
                  <a:lnTo>
                    <a:pt x="95679" y="14888"/>
                  </a:lnTo>
                  <a:lnTo>
                    <a:pt x="95817" y="15140"/>
                  </a:lnTo>
                  <a:lnTo>
                    <a:pt x="95932" y="15416"/>
                  </a:lnTo>
                  <a:lnTo>
                    <a:pt x="96001" y="15668"/>
                  </a:lnTo>
                  <a:lnTo>
                    <a:pt x="96046" y="15920"/>
                  </a:lnTo>
                  <a:lnTo>
                    <a:pt x="96069" y="16173"/>
                  </a:lnTo>
                  <a:lnTo>
                    <a:pt x="96046" y="16402"/>
                  </a:lnTo>
                  <a:lnTo>
                    <a:pt x="96001" y="16631"/>
                  </a:lnTo>
                  <a:lnTo>
                    <a:pt x="95955" y="16861"/>
                  </a:lnTo>
                  <a:lnTo>
                    <a:pt x="95863" y="17090"/>
                  </a:lnTo>
                  <a:lnTo>
                    <a:pt x="95771" y="17297"/>
                  </a:lnTo>
                  <a:lnTo>
                    <a:pt x="95656" y="17480"/>
                  </a:lnTo>
                  <a:lnTo>
                    <a:pt x="95519" y="17664"/>
                  </a:lnTo>
                  <a:lnTo>
                    <a:pt x="95358" y="17847"/>
                  </a:lnTo>
                  <a:lnTo>
                    <a:pt x="95198" y="18008"/>
                  </a:lnTo>
                  <a:lnTo>
                    <a:pt x="95014" y="18145"/>
                  </a:lnTo>
                  <a:lnTo>
                    <a:pt x="94831" y="18283"/>
                  </a:lnTo>
                  <a:lnTo>
                    <a:pt x="94624" y="18398"/>
                  </a:lnTo>
                  <a:lnTo>
                    <a:pt x="94418" y="18490"/>
                  </a:lnTo>
                  <a:lnTo>
                    <a:pt x="94188" y="18558"/>
                  </a:lnTo>
                  <a:lnTo>
                    <a:pt x="93959" y="18627"/>
                  </a:lnTo>
                  <a:lnTo>
                    <a:pt x="93752" y="18650"/>
                  </a:lnTo>
                  <a:lnTo>
                    <a:pt x="93523" y="18673"/>
                  </a:lnTo>
                  <a:lnTo>
                    <a:pt x="93271" y="18673"/>
                  </a:lnTo>
                  <a:lnTo>
                    <a:pt x="93041" y="18650"/>
                  </a:lnTo>
                  <a:lnTo>
                    <a:pt x="92812" y="18604"/>
                  </a:lnTo>
                  <a:lnTo>
                    <a:pt x="92606" y="18512"/>
                  </a:lnTo>
                  <a:lnTo>
                    <a:pt x="92376" y="18421"/>
                  </a:lnTo>
                  <a:lnTo>
                    <a:pt x="92170" y="18306"/>
                  </a:lnTo>
                  <a:lnTo>
                    <a:pt x="91963" y="18145"/>
                  </a:lnTo>
                  <a:lnTo>
                    <a:pt x="91757" y="17962"/>
                  </a:lnTo>
                  <a:lnTo>
                    <a:pt x="91573" y="17755"/>
                  </a:lnTo>
                  <a:lnTo>
                    <a:pt x="91390" y="17503"/>
                  </a:lnTo>
                  <a:lnTo>
                    <a:pt x="91252" y="17251"/>
                  </a:lnTo>
                  <a:lnTo>
                    <a:pt x="91137" y="16976"/>
                  </a:lnTo>
                  <a:lnTo>
                    <a:pt x="91069" y="16723"/>
                  </a:lnTo>
                  <a:lnTo>
                    <a:pt x="91023" y="16448"/>
                  </a:lnTo>
                  <a:lnTo>
                    <a:pt x="91000" y="16196"/>
                  </a:lnTo>
                  <a:lnTo>
                    <a:pt x="91000" y="15966"/>
                  </a:lnTo>
                  <a:lnTo>
                    <a:pt x="91023" y="15714"/>
                  </a:lnTo>
                  <a:lnTo>
                    <a:pt x="91092" y="15484"/>
                  </a:lnTo>
                  <a:lnTo>
                    <a:pt x="91160" y="15255"/>
                  </a:lnTo>
                  <a:lnTo>
                    <a:pt x="91275" y="15049"/>
                  </a:lnTo>
                  <a:lnTo>
                    <a:pt x="91390" y="14842"/>
                  </a:lnTo>
                  <a:lnTo>
                    <a:pt x="91527" y="14659"/>
                  </a:lnTo>
                  <a:lnTo>
                    <a:pt x="91688" y="14498"/>
                  </a:lnTo>
                  <a:lnTo>
                    <a:pt x="91849" y="14337"/>
                  </a:lnTo>
                  <a:lnTo>
                    <a:pt x="92032" y="14177"/>
                  </a:lnTo>
                  <a:lnTo>
                    <a:pt x="92239" y="14039"/>
                  </a:lnTo>
                  <a:lnTo>
                    <a:pt x="92445" y="13925"/>
                  </a:lnTo>
                  <a:lnTo>
                    <a:pt x="92651" y="13833"/>
                  </a:lnTo>
                  <a:lnTo>
                    <a:pt x="92881" y="13764"/>
                  </a:lnTo>
                  <a:lnTo>
                    <a:pt x="93087" y="13695"/>
                  </a:lnTo>
                  <a:lnTo>
                    <a:pt x="93340" y="13672"/>
                  </a:lnTo>
                  <a:lnTo>
                    <a:pt x="93569" y="13649"/>
                  </a:lnTo>
                  <a:close/>
                  <a:moveTo>
                    <a:pt x="113664" y="16402"/>
                  </a:moveTo>
                  <a:lnTo>
                    <a:pt x="115430" y="19453"/>
                  </a:lnTo>
                  <a:lnTo>
                    <a:pt x="111897" y="19453"/>
                  </a:lnTo>
                  <a:lnTo>
                    <a:pt x="110131" y="16402"/>
                  </a:lnTo>
                  <a:close/>
                  <a:moveTo>
                    <a:pt x="97859" y="9061"/>
                  </a:moveTo>
                  <a:lnTo>
                    <a:pt x="99854" y="12548"/>
                  </a:lnTo>
                  <a:lnTo>
                    <a:pt x="101896" y="16081"/>
                  </a:lnTo>
                  <a:lnTo>
                    <a:pt x="99877" y="19568"/>
                  </a:lnTo>
                  <a:lnTo>
                    <a:pt x="96345" y="19568"/>
                  </a:lnTo>
                  <a:lnTo>
                    <a:pt x="98363" y="16058"/>
                  </a:lnTo>
                  <a:lnTo>
                    <a:pt x="96069" y="12158"/>
                  </a:lnTo>
                  <a:lnTo>
                    <a:pt x="97859" y="9061"/>
                  </a:lnTo>
                  <a:close/>
                  <a:moveTo>
                    <a:pt x="111668" y="8603"/>
                  </a:moveTo>
                  <a:lnTo>
                    <a:pt x="105360" y="19568"/>
                  </a:lnTo>
                  <a:lnTo>
                    <a:pt x="101827" y="19568"/>
                  </a:lnTo>
                  <a:lnTo>
                    <a:pt x="108158" y="8603"/>
                  </a:lnTo>
                  <a:close/>
                  <a:moveTo>
                    <a:pt x="36106" y="15416"/>
                  </a:moveTo>
                  <a:lnTo>
                    <a:pt x="36359" y="15439"/>
                  </a:lnTo>
                  <a:lnTo>
                    <a:pt x="36588" y="15507"/>
                  </a:lnTo>
                  <a:lnTo>
                    <a:pt x="36817" y="15576"/>
                  </a:lnTo>
                  <a:lnTo>
                    <a:pt x="37024" y="15691"/>
                  </a:lnTo>
                  <a:lnTo>
                    <a:pt x="37253" y="15829"/>
                  </a:lnTo>
                  <a:lnTo>
                    <a:pt x="37460" y="15989"/>
                  </a:lnTo>
                  <a:lnTo>
                    <a:pt x="37643" y="16173"/>
                  </a:lnTo>
                  <a:lnTo>
                    <a:pt x="37827" y="16402"/>
                  </a:lnTo>
                  <a:lnTo>
                    <a:pt x="38010" y="16654"/>
                  </a:lnTo>
                  <a:lnTo>
                    <a:pt x="38148" y="16907"/>
                  </a:lnTo>
                  <a:lnTo>
                    <a:pt x="38240" y="17182"/>
                  </a:lnTo>
                  <a:lnTo>
                    <a:pt x="38308" y="17434"/>
                  </a:lnTo>
                  <a:lnTo>
                    <a:pt x="38354" y="17687"/>
                  </a:lnTo>
                  <a:lnTo>
                    <a:pt x="38377" y="17939"/>
                  </a:lnTo>
                  <a:lnTo>
                    <a:pt x="38354" y="18168"/>
                  </a:lnTo>
                  <a:lnTo>
                    <a:pt x="38331" y="18398"/>
                  </a:lnTo>
                  <a:lnTo>
                    <a:pt x="38263" y="18627"/>
                  </a:lnTo>
                  <a:lnTo>
                    <a:pt x="38194" y="18857"/>
                  </a:lnTo>
                  <a:lnTo>
                    <a:pt x="38079" y="19063"/>
                  </a:lnTo>
                  <a:lnTo>
                    <a:pt x="37964" y="19246"/>
                  </a:lnTo>
                  <a:lnTo>
                    <a:pt x="37827" y="19430"/>
                  </a:lnTo>
                  <a:lnTo>
                    <a:pt x="37689" y="19614"/>
                  </a:lnTo>
                  <a:lnTo>
                    <a:pt x="37506" y="19774"/>
                  </a:lnTo>
                  <a:lnTo>
                    <a:pt x="37322" y="19912"/>
                  </a:lnTo>
                  <a:lnTo>
                    <a:pt x="37139" y="20049"/>
                  </a:lnTo>
                  <a:lnTo>
                    <a:pt x="36932" y="20164"/>
                  </a:lnTo>
                  <a:lnTo>
                    <a:pt x="36726" y="20256"/>
                  </a:lnTo>
                  <a:lnTo>
                    <a:pt x="36519" y="20325"/>
                  </a:lnTo>
                  <a:lnTo>
                    <a:pt x="36290" y="20393"/>
                  </a:lnTo>
                  <a:lnTo>
                    <a:pt x="36060" y="20439"/>
                  </a:lnTo>
                  <a:lnTo>
                    <a:pt x="35602" y="20439"/>
                  </a:lnTo>
                  <a:lnTo>
                    <a:pt x="35372" y="20416"/>
                  </a:lnTo>
                  <a:lnTo>
                    <a:pt x="35143" y="20371"/>
                  </a:lnTo>
                  <a:lnTo>
                    <a:pt x="34913" y="20302"/>
                  </a:lnTo>
                  <a:lnTo>
                    <a:pt x="34684" y="20187"/>
                  </a:lnTo>
                  <a:lnTo>
                    <a:pt x="34478" y="20072"/>
                  </a:lnTo>
                  <a:lnTo>
                    <a:pt x="34271" y="19912"/>
                  </a:lnTo>
                  <a:lnTo>
                    <a:pt x="34088" y="19728"/>
                  </a:lnTo>
                  <a:lnTo>
                    <a:pt x="33881" y="19522"/>
                  </a:lnTo>
                  <a:lnTo>
                    <a:pt x="33721" y="19269"/>
                  </a:lnTo>
                  <a:lnTo>
                    <a:pt x="33560" y="19017"/>
                  </a:lnTo>
                  <a:lnTo>
                    <a:pt x="33468" y="18742"/>
                  </a:lnTo>
                  <a:lnTo>
                    <a:pt x="33377" y="18490"/>
                  </a:lnTo>
                  <a:lnTo>
                    <a:pt x="33331" y="18214"/>
                  </a:lnTo>
                  <a:lnTo>
                    <a:pt x="33308" y="17962"/>
                  </a:lnTo>
                  <a:lnTo>
                    <a:pt x="33308" y="17733"/>
                  </a:lnTo>
                  <a:lnTo>
                    <a:pt x="33354" y="17480"/>
                  </a:lnTo>
                  <a:lnTo>
                    <a:pt x="33399" y="17251"/>
                  </a:lnTo>
                  <a:lnTo>
                    <a:pt x="33491" y="17044"/>
                  </a:lnTo>
                  <a:lnTo>
                    <a:pt x="33583" y="16815"/>
                  </a:lnTo>
                  <a:lnTo>
                    <a:pt x="33698" y="16631"/>
                  </a:lnTo>
                  <a:lnTo>
                    <a:pt x="33835" y="16425"/>
                  </a:lnTo>
                  <a:lnTo>
                    <a:pt x="33996" y="16264"/>
                  </a:lnTo>
                  <a:lnTo>
                    <a:pt x="34179" y="16104"/>
                  </a:lnTo>
                  <a:lnTo>
                    <a:pt x="34363" y="15943"/>
                  </a:lnTo>
                  <a:lnTo>
                    <a:pt x="34546" y="15806"/>
                  </a:lnTo>
                  <a:lnTo>
                    <a:pt x="34753" y="15691"/>
                  </a:lnTo>
                  <a:lnTo>
                    <a:pt x="34959" y="15599"/>
                  </a:lnTo>
                  <a:lnTo>
                    <a:pt x="35189" y="15530"/>
                  </a:lnTo>
                  <a:lnTo>
                    <a:pt x="35418" y="15462"/>
                  </a:lnTo>
                  <a:lnTo>
                    <a:pt x="35648" y="15439"/>
                  </a:lnTo>
                  <a:lnTo>
                    <a:pt x="35877" y="15416"/>
                  </a:lnTo>
                  <a:close/>
                  <a:moveTo>
                    <a:pt x="55926" y="18168"/>
                  </a:moveTo>
                  <a:lnTo>
                    <a:pt x="57692" y="21219"/>
                  </a:lnTo>
                  <a:lnTo>
                    <a:pt x="54159" y="21219"/>
                  </a:lnTo>
                  <a:lnTo>
                    <a:pt x="52393" y="18168"/>
                  </a:lnTo>
                  <a:close/>
                  <a:moveTo>
                    <a:pt x="40167" y="10828"/>
                  </a:moveTo>
                  <a:lnTo>
                    <a:pt x="42185" y="14315"/>
                  </a:lnTo>
                  <a:lnTo>
                    <a:pt x="44204" y="17847"/>
                  </a:lnTo>
                  <a:lnTo>
                    <a:pt x="42185" y="21334"/>
                  </a:lnTo>
                  <a:lnTo>
                    <a:pt x="38653" y="21334"/>
                  </a:lnTo>
                  <a:lnTo>
                    <a:pt x="40694" y="17824"/>
                  </a:lnTo>
                  <a:lnTo>
                    <a:pt x="38377" y="13925"/>
                  </a:lnTo>
                  <a:lnTo>
                    <a:pt x="40167" y="10828"/>
                  </a:lnTo>
                  <a:close/>
                  <a:moveTo>
                    <a:pt x="53999" y="10369"/>
                  </a:moveTo>
                  <a:lnTo>
                    <a:pt x="47668" y="21334"/>
                  </a:lnTo>
                  <a:lnTo>
                    <a:pt x="44158" y="21334"/>
                  </a:lnTo>
                  <a:lnTo>
                    <a:pt x="50466" y="10369"/>
                  </a:lnTo>
                  <a:close/>
                  <a:moveTo>
                    <a:pt x="127335" y="16654"/>
                  </a:moveTo>
                  <a:lnTo>
                    <a:pt x="127565" y="16700"/>
                  </a:lnTo>
                  <a:lnTo>
                    <a:pt x="127794" y="16746"/>
                  </a:lnTo>
                  <a:lnTo>
                    <a:pt x="128024" y="16815"/>
                  </a:lnTo>
                  <a:lnTo>
                    <a:pt x="128230" y="16930"/>
                  </a:lnTo>
                  <a:lnTo>
                    <a:pt x="128459" y="17067"/>
                  </a:lnTo>
                  <a:lnTo>
                    <a:pt x="128666" y="17228"/>
                  </a:lnTo>
                  <a:lnTo>
                    <a:pt x="128872" y="17411"/>
                  </a:lnTo>
                  <a:lnTo>
                    <a:pt x="129056" y="17641"/>
                  </a:lnTo>
                  <a:lnTo>
                    <a:pt x="129216" y="17893"/>
                  </a:lnTo>
                  <a:lnTo>
                    <a:pt x="129354" y="18145"/>
                  </a:lnTo>
                  <a:lnTo>
                    <a:pt x="129446" y="18421"/>
                  </a:lnTo>
                  <a:lnTo>
                    <a:pt x="129538" y="18673"/>
                  </a:lnTo>
                  <a:lnTo>
                    <a:pt x="129584" y="18925"/>
                  </a:lnTo>
                  <a:lnTo>
                    <a:pt x="129584" y="19178"/>
                  </a:lnTo>
                  <a:lnTo>
                    <a:pt x="129584" y="19407"/>
                  </a:lnTo>
                  <a:lnTo>
                    <a:pt x="129538" y="19659"/>
                  </a:lnTo>
                  <a:lnTo>
                    <a:pt x="129492" y="19866"/>
                  </a:lnTo>
                  <a:lnTo>
                    <a:pt x="129400" y="20095"/>
                  </a:lnTo>
                  <a:lnTo>
                    <a:pt x="129308" y="20302"/>
                  </a:lnTo>
                  <a:lnTo>
                    <a:pt x="129171" y="20485"/>
                  </a:lnTo>
                  <a:lnTo>
                    <a:pt x="129033" y="20692"/>
                  </a:lnTo>
                  <a:lnTo>
                    <a:pt x="128895" y="20852"/>
                  </a:lnTo>
                  <a:lnTo>
                    <a:pt x="128735" y="21013"/>
                  </a:lnTo>
                  <a:lnTo>
                    <a:pt x="128551" y="21150"/>
                  </a:lnTo>
                  <a:lnTo>
                    <a:pt x="128345" y="21288"/>
                  </a:lnTo>
                  <a:lnTo>
                    <a:pt x="128138" y="21403"/>
                  </a:lnTo>
                  <a:lnTo>
                    <a:pt x="127932" y="21495"/>
                  </a:lnTo>
                  <a:lnTo>
                    <a:pt x="127725" y="21563"/>
                  </a:lnTo>
                  <a:lnTo>
                    <a:pt x="127496" y="21632"/>
                  </a:lnTo>
                  <a:lnTo>
                    <a:pt x="127267" y="21678"/>
                  </a:lnTo>
                  <a:lnTo>
                    <a:pt x="126808" y="21678"/>
                  </a:lnTo>
                  <a:lnTo>
                    <a:pt x="126578" y="21655"/>
                  </a:lnTo>
                  <a:lnTo>
                    <a:pt x="126349" y="21609"/>
                  </a:lnTo>
                  <a:lnTo>
                    <a:pt x="126120" y="21540"/>
                  </a:lnTo>
                  <a:lnTo>
                    <a:pt x="125913" y="21426"/>
                  </a:lnTo>
                  <a:lnTo>
                    <a:pt x="125684" y="21311"/>
                  </a:lnTo>
                  <a:lnTo>
                    <a:pt x="125477" y="21150"/>
                  </a:lnTo>
                  <a:lnTo>
                    <a:pt x="125294" y="20967"/>
                  </a:lnTo>
                  <a:lnTo>
                    <a:pt x="125110" y="20760"/>
                  </a:lnTo>
                  <a:lnTo>
                    <a:pt x="124927" y="20531"/>
                  </a:lnTo>
                  <a:lnTo>
                    <a:pt x="124789" y="20256"/>
                  </a:lnTo>
                  <a:lnTo>
                    <a:pt x="124675" y="19981"/>
                  </a:lnTo>
                  <a:lnTo>
                    <a:pt x="124583" y="19728"/>
                  </a:lnTo>
                  <a:lnTo>
                    <a:pt x="124537" y="19476"/>
                  </a:lnTo>
                  <a:lnTo>
                    <a:pt x="124514" y="19224"/>
                  </a:lnTo>
                  <a:lnTo>
                    <a:pt x="124537" y="18971"/>
                  </a:lnTo>
                  <a:lnTo>
                    <a:pt x="124560" y="18719"/>
                  </a:lnTo>
                  <a:lnTo>
                    <a:pt x="124629" y="18490"/>
                  </a:lnTo>
                  <a:lnTo>
                    <a:pt x="124697" y="18283"/>
                  </a:lnTo>
                  <a:lnTo>
                    <a:pt x="124789" y="18054"/>
                  </a:lnTo>
                  <a:lnTo>
                    <a:pt x="124927" y="17870"/>
                  </a:lnTo>
                  <a:lnTo>
                    <a:pt x="125064" y="17664"/>
                  </a:lnTo>
                  <a:lnTo>
                    <a:pt x="125202" y="17503"/>
                  </a:lnTo>
                  <a:lnTo>
                    <a:pt x="125386" y="17343"/>
                  </a:lnTo>
                  <a:lnTo>
                    <a:pt x="125569" y="17182"/>
                  </a:lnTo>
                  <a:lnTo>
                    <a:pt x="125753" y="17067"/>
                  </a:lnTo>
                  <a:lnTo>
                    <a:pt x="125959" y="16953"/>
                  </a:lnTo>
                  <a:lnTo>
                    <a:pt x="126189" y="16838"/>
                  </a:lnTo>
                  <a:lnTo>
                    <a:pt x="126395" y="16769"/>
                  </a:lnTo>
                  <a:lnTo>
                    <a:pt x="126624" y="16700"/>
                  </a:lnTo>
                  <a:lnTo>
                    <a:pt x="126854" y="16677"/>
                  </a:lnTo>
                  <a:lnTo>
                    <a:pt x="127083" y="16654"/>
                  </a:lnTo>
                  <a:close/>
                  <a:moveTo>
                    <a:pt x="147201" y="19407"/>
                  </a:moveTo>
                  <a:lnTo>
                    <a:pt x="148967" y="22458"/>
                  </a:lnTo>
                  <a:lnTo>
                    <a:pt x="145434" y="22458"/>
                  </a:lnTo>
                  <a:lnTo>
                    <a:pt x="143668" y="19407"/>
                  </a:lnTo>
                  <a:close/>
                  <a:moveTo>
                    <a:pt x="131373" y="12067"/>
                  </a:moveTo>
                  <a:lnTo>
                    <a:pt x="133391" y="15553"/>
                  </a:lnTo>
                  <a:lnTo>
                    <a:pt x="135410" y="19086"/>
                  </a:lnTo>
                  <a:lnTo>
                    <a:pt x="133391" y="22573"/>
                  </a:lnTo>
                  <a:lnTo>
                    <a:pt x="129859" y="22573"/>
                  </a:lnTo>
                  <a:lnTo>
                    <a:pt x="131900" y="19063"/>
                  </a:lnTo>
                  <a:lnTo>
                    <a:pt x="129584" y="15163"/>
                  </a:lnTo>
                  <a:lnTo>
                    <a:pt x="131373" y="12067"/>
                  </a:lnTo>
                  <a:close/>
                  <a:moveTo>
                    <a:pt x="145205" y="11608"/>
                  </a:moveTo>
                  <a:lnTo>
                    <a:pt x="138874" y="22573"/>
                  </a:lnTo>
                  <a:lnTo>
                    <a:pt x="135364" y="22573"/>
                  </a:lnTo>
                  <a:lnTo>
                    <a:pt x="141672" y="11608"/>
                  </a:lnTo>
                  <a:close/>
                  <a:moveTo>
                    <a:pt x="70446" y="18283"/>
                  </a:moveTo>
                  <a:lnTo>
                    <a:pt x="70699" y="18306"/>
                  </a:lnTo>
                  <a:lnTo>
                    <a:pt x="70928" y="18329"/>
                  </a:lnTo>
                  <a:lnTo>
                    <a:pt x="71157" y="18375"/>
                  </a:lnTo>
                  <a:lnTo>
                    <a:pt x="71387" y="18467"/>
                  </a:lnTo>
                  <a:lnTo>
                    <a:pt x="71593" y="18558"/>
                  </a:lnTo>
                  <a:lnTo>
                    <a:pt x="71823" y="18696"/>
                  </a:lnTo>
                  <a:lnTo>
                    <a:pt x="72029" y="18857"/>
                  </a:lnTo>
                  <a:lnTo>
                    <a:pt x="72213" y="19063"/>
                  </a:lnTo>
                  <a:lnTo>
                    <a:pt x="72419" y="19269"/>
                  </a:lnTo>
                  <a:lnTo>
                    <a:pt x="72580" y="19522"/>
                  </a:lnTo>
                  <a:lnTo>
                    <a:pt x="72717" y="19797"/>
                  </a:lnTo>
                  <a:lnTo>
                    <a:pt x="72809" y="20049"/>
                  </a:lnTo>
                  <a:lnTo>
                    <a:pt x="72901" y="20302"/>
                  </a:lnTo>
                  <a:lnTo>
                    <a:pt x="72924" y="20554"/>
                  </a:lnTo>
                  <a:lnTo>
                    <a:pt x="72947" y="20806"/>
                  </a:lnTo>
                  <a:lnTo>
                    <a:pt x="72947" y="21059"/>
                  </a:lnTo>
                  <a:lnTo>
                    <a:pt x="72901" y="21288"/>
                  </a:lnTo>
                  <a:lnTo>
                    <a:pt x="72855" y="21517"/>
                  </a:lnTo>
                  <a:lnTo>
                    <a:pt x="72763" y="21724"/>
                  </a:lnTo>
                  <a:lnTo>
                    <a:pt x="72671" y="21930"/>
                  </a:lnTo>
                  <a:lnTo>
                    <a:pt x="72534" y="22137"/>
                  </a:lnTo>
                  <a:lnTo>
                    <a:pt x="72396" y="22320"/>
                  </a:lnTo>
                  <a:lnTo>
                    <a:pt x="72258" y="22481"/>
                  </a:lnTo>
                  <a:lnTo>
                    <a:pt x="72075" y="22642"/>
                  </a:lnTo>
                  <a:lnTo>
                    <a:pt x="71914" y="22802"/>
                  </a:lnTo>
                  <a:lnTo>
                    <a:pt x="71708" y="22917"/>
                  </a:lnTo>
                  <a:lnTo>
                    <a:pt x="71501" y="23031"/>
                  </a:lnTo>
                  <a:lnTo>
                    <a:pt x="71295" y="23123"/>
                  </a:lnTo>
                  <a:lnTo>
                    <a:pt x="71089" y="23215"/>
                  </a:lnTo>
                  <a:lnTo>
                    <a:pt x="70859" y="23261"/>
                  </a:lnTo>
                  <a:lnTo>
                    <a:pt x="70630" y="23307"/>
                  </a:lnTo>
                  <a:lnTo>
                    <a:pt x="70400" y="23330"/>
                  </a:lnTo>
                  <a:lnTo>
                    <a:pt x="70171" y="23330"/>
                  </a:lnTo>
                  <a:lnTo>
                    <a:pt x="69942" y="23284"/>
                  </a:lnTo>
                  <a:lnTo>
                    <a:pt x="69712" y="23238"/>
                  </a:lnTo>
                  <a:lnTo>
                    <a:pt x="69483" y="23169"/>
                  </a:lnTo>
                  <a:lnTo>
                    <a:pt x="69276" y="23077"/>
                  </a:lnTo>
                  <a:lnTo>
                    <a:pt x="69047" y="22940"/>
                  </a:lnTo>
                  <a:lnTo>
                    <a:pt x="68841" y="22779"/>
                  </a:lnTo>
                  <a:lnTo>
                    <a:pt x="68657" y="22619"/>
                  </a:lnTo>
                  <a:lnTo>
                    <a:pt x="68473" y="22389"/>
                  </a:lnTo>
                  <a:lnTo>
                    <a:pt x="68290" y="22160"/>
                  </a:lnTo>
                  <a:lnTo>
                    <a:pt x="68152" y="21885"/>
                  </a:lnTo>
                  <a:lnTo>
                    <a:pt x="68038" y="21632"/>
                  </a:lnTo>
                  <a:lnTo>
                    <a:pt x="67946" y="21357"/>
                  </a:lnTo>
                  <a:lnTo>
                    <a:pt x="67900" y="21105"/>
                  </a:lnTo>
                  <a:lnTo>
                    <a:pt x="67877" y="20852"/>
                  </a:lnTo>
                  <a:lnTo>
                    <a:pt x="67900" y="20600"/>
                  </a:lnTo>
                  <a:lnTo>
                    <a:pt x="67923" y="20371"/>
                  </a:lnTo>
                  <a:lnTo>
                    <a:pt x="67969" y="20141"/>
                  </a:lnTo>
                  <a:lnTo>
                    <a:pt x="68061" y="19912"/>
                  </a:lnTo>
                  <a:lnTo>
                    <a:pt x="68152" y="19705"/>
                  </a:lnTo>
                  <a:lnTo>
                    <a:pt x="68290" y="19499"/>
                  </a:lnTo>
                  <a:lnTo>
                    <a:pt x="68428" y="19315"/>
                  </a:lnTo>
                  <a:lnTo>
                    <a:pt x="68565" y="19132"/>
                  </a:lnTo>
                  <a:lnTo>
                    <a:pt x="68749" y="18971"/>
                  </a:lnTo>
                  <a:lnTo>
                    <a:pt x="68932" y="18834"/>
                  </a:lnTo>
                  <a:lnTo>
                    <a:pt x="69116" y="18696"/>
                  </a:lnTo>
                  <a:lnTo>
                    <a:pt x="69322" y="18581"/>
                  </a:lnTo>
                  <a:lnTo>
                    <a:pt x="69552" y="18490"/>
                  </a:lnTo>
                  <a:lnTo>
                    <a:pt x="69758" y="18398"/>
                  </a:lnTo>
                  <a:lnTo>
                    <a:pt x="69987" y="18352"/>
                  </a:lnTo>
                  <a:lnTo>
                    <a:pt x="70217" y="18306"/>
                  </a:lnTo>
                  <a:lnTo>
                    <a:pt x="70446" y="18283"/>
                  </a:lnTo>
                  <a:close/>
                  <a:moveTo>
                    <a:pt x="90564" y="21036"/>
                  </a:moveTo>
                  <a:lnTo>
                    <a:pt x="92330" y="24110"/>
                  </a:lnTo>
                  <a:lnTo>
                    <a:pt x="88798" y="24110"/>
                  </a:lnTo>
                  <a:lnTo>
                    <a:pt x="87031" y="21059"/>
                  </a:lnTo>
                  <a:lnTo>
                    <a:pt x="90564" y="21036"/>
                  </a:lnTo>
                  <a:close/>
                  <a:moveTo>
                    <a:pt x="74736" y="13695"/>
                  </a:moveTo>
                  <a:lnTo>
                    <a:pt x="76755" y="17205"/>
                  </a:lnTo>
                  <a:lnTo>
                    <a:pt x="78773" y="20715"/>
                  </a:lnTo>
                  <a:lnTo>
                    <a:pt x="76755" y="24201"/>
                  </a:lnTo>
                  <a:lnTo>
                    <a:pt x="73222" y="24224"/>
                  </a:lnTo>
                  <a:lnTo>
                    <a:pt x="75263" y="20715"/>
                  </a:lnTo>
                  <a:lnTo>
                    <a:pt x="72947" y="16815"/>
                  </a:lnTo>
                  <a:lnTo>
                    <a:pt x="74736" y="13695"/>
                  </a:lnTo>
                  <a:close/>
                  <a:moveTo>
                    <a:pt x="88568" y="13259"/>
                  </a:moveTo>
                  <a:lnTo>
                    <a:pt x="82237" y="24201"/>
                  </a:lnTo>
                  <a:lnTo>
                    <a:pt x="78727" y="24224"/>
                  </a:lnTo>
                  <a:lnTo>
                    <a:pt x="85036" y="13259"/>
                  </a:lnTo>
                  <a:close/>
                  <a:moveTo>
                    <a:pt x="161331" y="19568"/>
                  </a:moveTo>
                  <a:lnTo>
                    <a:pt x="161561" y="19591"/>
                  </a:lnTo>
                  <a:lnTo>
                    <a:pt x="161790" y="19659"/>
                  </a:lnTo>
                  <a:lnTo>
                    <a:pt x="162020" y="19728"/>
                  </a:lnTo>
                  <a:lnTo>
                    <a:pt x="162249" y="19843"/>
                  </a:lnTo>
                  <a:lnTo>
                    <a:pt x="162455" y="19981"/>
                  </a:lnTo>
                  <a:lnTo>
                    <a:pt x="162662" y="20141"/>
                  </a:lnTo>
                  <a:lnTo>
                    <a:pt x="162868" y="20325"/>
                  </a:lnTo>
                  <a:lnTo>
                    <a:pt x="163052" y="20554"/>
                  </a:lnTo>
                  <a:lnTo>
                    <a:pt x="163212" y="20806"/>
                  </a:lnTo>
                  <a:lnTo>
                    <a:pt x="163350" y="21059"/>
                  </a:lnTo>
                  <a:lnTo>
                    <a:pt x="163465" y="21311"/>
                  </a:lnTo>
                  <a:lnTo>
                    <a:pt x="163534" y="21586"/>
                  </a:lnTo>
                  <a:lnTo>
                    <a:pt x="163579" y="21839"/>
                  </a:lnTo>
                  <a:lnTo>
                    <a:pt x="163602" y="22091"/>
                  </a:lnTo>
                  <a:lnTo>
                    <a:pt x="163579" y="22320"/>
                  </a:lnTo>
                  <a:lnTo>
                    <a:pt x="163556" y="22550"/>
                  </a:lnTo>
                  <a:lnTo>
                    <a:pt x="163488" y="22779"/>
                  </a:lnTo>
                  <a:lnTo>
                    <a:pt x="163396" y="23009"/>
                  </a:lnTo>
                  <a:lnTo>
                    <a:pt x="163304" y="23215"/>
                  </a:lnTo>
                  <a:lnTo>
                    <a:pt x="163189" y="23399"/>
                  </a:lnTo>
                  <a:lnTo>
                    <a:pt x="163052" y="23582"/>
                  </a:lnTo>
                  <a:lnTo>
                    <a:pt x="162891" y="23766"/>
                  </a:lnTo>
                  <a:lnTo>
                    <a:pt x="162731" y="23926"/>
                  </a:lnTo>
                  <a:lnTo>
                    <a:pt x="162547" y="24064"/>
                  </a:lnTo>
                  <a:lnTo>
                    <a:pt x="162364" y="24201"/>
                  </a:lnTo>
                  <a:lnTo>
                    <a:pt x="162157" y="24316"/>
                  </a:lnTo>
                  <a:lnTo>
                    <a:pt x="161951" y="24408"/>
                  </a:lnTo>
                  <a:lnTo>
                    <a:pt x="161721" y="24477"/>
                  </a:lnTo>
                  <a:lnTo>
                    <a:pt x="161492" y="24545"/>
                  </a:lnTo>
                  <a:lnTo>
                    <a:pt x="161285" y="24568"/>
                  </a:lnTo>
                  <a:lnTo>
                    <a:pt x="161056" y="24591"/>
                  </a:lnTo>
                  <a:lnTo>
                    <a:pt x="160804" y="24591"/>
                  </a:lnTo>
                  <a:lnTo>
                    <a:pt x="160574" y="24568"/>
                  </a:lnTo>
                  <a:lnTo>
                    <a:pt x="160345" y="24523"/>
                  </a:lnTo>
                  <a:lnTo>
                    <a:pt x="160139" y="24431"/>
                  </a:lnTo>
                  <a:lnTo>
                    <a:pt x="159909" y="24339"/>
                  </a:lnTo>
                  <a:lnTo>
                    <a:pt x="159703" y="24201"/>
                  </a:lnTo>
                  <a:lnTo>
                    <a:pt x="159496" y="24064"/>
                  </a:lnTo>
                  <a:lnTo>
                    <a:pt x="159290" y="23880"/>
                  </a:lnTo>
                  <a:lnTo>
                    <a:pt x="159106" y="23674"/>
                  </a:lnTo>
                  <a:lnTo>
                    <a:pt x="158923" y="23421"/>
                  </a:lnTo>
                  <a:lnTo>
                    <a:pt x="158785" y="23169"/>
                  </a:lnTo>
                  <a:lnTo>
                    <a:pt x="158670" y="22894"/>
                  </a:lnTo>
                  <a:lnTo>
                    <a:pt x="158602" y="22642"/>
                  </a:lnTo>
                  <a:lnTo>
                    <a:pt x="158556" y="22366"/>
                  </a:lnTo>
                  <a:lnTo>
                    <a:pt x="158533" y="22114"/>
                  </a:lnTo>
                  <a:lnTo>
                    <a:pt x="158533" y="21885"/>
                  </a:lnTo>
                  <a:lnTo>
                    <a:pt x="158556" y="21632"/>
                  </a:lnTo>
                  <a:lnTo>
                    <a:pt x="158625" y="21403"/>
                  </a:lnTo>
                  <a:lnTo>
                    <a:pt x="158693" y="21173"/>
                  </a:lnTo>
                  <a:lnTo>
                    <a:pt x="158808" y="20967"/>
                  </a:lnTo>
                  <a:lnTo>
                    <a:pt x="158923" y="20760"/>
                  </a:lnTo>
                  <a:lnTo>
                    <a:pt x="159060" y="20577"/>
                  </a:lnTo>
                  <a:lnTo>
                    <a:pt x="159221" y="20393"/>
                  </a:lnTo>
                  <a:lnTo>
                    <a:pt x="159382" y="20233"/>
                  </a:lnTo>
                  <a:lnTo>
                    <a:pt x="159565" y="20095"/>
                  </a:lnTo>
                  <a:lnTo>
                    <a:pt x="159771" y="19958"/>
                  </a:lnTo>
                  <a:lnTo>
                    <a:pt x="159978" y="19843"/>
                  </a:lnTo>
                  <a:lnTo>
                    <a:pt x="160184" y="19751"/>
                  </a:lnTo>
                  <a:lnTo>
                    <a:pt x="160414" y="19682"/>
                  </a:lnTo>
                  <a:lnTo>
                    <a:pt x="160643" y="19614"/>
                  </a:lnTo>
                  <a:lnTo>
                    <a:pt x="160873" y="19568"/>
                  </a:lnTo>
                  <a:close/>
                  <a:moveTo>
                    <a:pt x="12777" y="20049"/>
                  </a:moveTo>
                  <a:lnTo>
                    <a:pt x="13007" y="20072"/>
                  </a:lnTo>
                  <a:lnTo>
                    <a:pt x="13236" y="20095"/>
                  </a:lnTo>
                  <a:lnTo>
                    <a:pt x="13465" y="20141"/>
                  </a:lnTo>
                  <a:lnTo>
                    <a:pt x="13695" y="20233"/>
                  </a:lnTo>
                  <a:lnTo>
                    <a:pt x="13924" y="20325"/>
                  </a:lnTo>
                  <a:lnTo>
                    <a:pt x="14131" y="20462"/>
                  </a:lnTo>
                  <a:lnTo>
                    <a:pt x="14337" y="20623"/>
                  </a:lnTo>
                  <a:lnTo>
                    <a:pt x="14543" y="20829"/>
                  </a:lnTo>
                  <a:lnTo>
                    <a:pt x="14727" y="21036"/>
                  </a:lnTo>
                  <a:lnTo>
                    <a:pt x="14910" y="21288"/>
                  </a:lnTo>
                  <a:lnTo>
                    <a:pt x="15025" y="21563"/>
                  </a:lnTo>
                  <a:lnTo>
                    <a:pt x="15140" y="21816"/>
                  </a:lnTo>
                  <a:lnTo>
                    <a:pt x="15209" y="22068"/>
                  </a:lnTo>
                  <a:lnTo>
                    <a:pt x="15255" y="22320"/>
                  </a:lnTo>
                  <a:lnTo>
                    <a:pt x="15278" y="22573"/>
                  </a:lnTo>
                  <a:lnTo>
                    <a:pt x="15255" y="22825"/>
                  </a:lnTo>
                  <a:lnTo>
                    <a:pt x="15232" y="23054"/>
                  </a:lnTo>
                  <a:lnTo>
                    <a:pt x="15163" y="23284"/>
                  </a:lnTo>
                  <a:lnTo>
                    <a:pt x="15071" y="23490"/>
                  </a:lnTo>
                  <a:lnTo>
                    <a:pt x="14979" y="23697"/>
                  </a:lnTo>
                  <a:lnTo>
                    <a:pt x="14865" y="23903"/>
                  </a:lnTo>
                  <a:lnTo>
                    <a:pt x="14727" y="24087"/>
                  </a:lnTo>
                  <a:lnTo>
                    <a:pt x="14566" y="24247"/>
                  </a:lnTo>
                  <a:lnTo>
                    <a:pt x="14406" y="24408"/>
                  </a:lnTo>
                  <a:lnTo>
                    <a:pt x="14222" y="24568"/>
                  </a:lnTo>
                  <a:lnTo>
                    <a:pt x="14039" y="24683"/>
                  </a:lnTo>
                  <a:lnTo>
                    <a:pt x="13832" y="24798"/>
                  </a:lnTo>
                  <a:lnTo>
                    <a:pt x="13626" y="24890"/>
                  </a:lnTo>
                  <a:lnTo>
                    <a:pt x="13396" y="24981"/>
                  </a:lnTo>
                  <a:lnTo>
                    <a:pt x="13190" y="25027"/>
                  </a:lnTo>
                  <a:lnTo>
                    <a:pt x="12961" y="25073"/>
                  </a:lnTo>
                  <a:lnTo>
                    <a:pt x="12731" y="25096"/>
                  </a:lnTo>
                  <a:lnTo>
                    <a:pt x="12502" y="25096"/>
                  </a:lnTo>
                  <a:lnTo>
                    <a:pt x="12272" y="25050"/>
                  </a:lnTo>
                  <a:lnTo>
                    <a:pt x="12043" y="25004"/>
                  </a:lnTo>
                  <a:lnTo>
                    <a:pt x="11814" y="24935"/>
                  </a:lnTo>
                  <a:lnTo>
                    <a:pt x="11584" y="24844"/>
                  </a:lnTo>
                  <a:lnTo>
                    <a:pt x="11378" y="24706"/>
                  </a:lnTo>
                  <a:lnTo>
                    <a:pt x="11171" y="24545"/>
                  </a:lnTo>
                  <a:lnTo>
                    <a:pt x="10965" y="24385"/>
                  </a:lnTo>
                  <a:lnTo>
                    <a:pt x="10781" y="24155"/>
                  </a:lnTo>
                  <a:lnTo>
                    <a:pt x="10598" y="23926"/>
                  </a:lnTo>
                  <a:lnTo>
                    <a:pt x="10460" y="23651"/>
                  </a:lnTo>
                  <a:lnTo>
                    <a:pt x="10346" y="23399"/>
                  </a:lnTo>
                  <a:lnTo>
                    <a:pt x="10277" y="23123"/>
                  </a:lnTo>
                  <a:lnTo>
                    <a:pt x="10231" y="22871"/>
                  </a:lnTo>
                  <a:lnTo>
                    <a:pt x="10208" y="22619"/>
                  </a:lnTo>
                  <a:lnTo>
                    <a:pt x="10208" y="22366"/>
                  </a:lnTo>
                  <a:lnTo>
                    <a:pt x="10231" y="22137"/>
                  </a:lnTo>
                  <a:lnTo>
                    <a:pt x="10300" y="21907"/>
                  </a:lnTo>
                  <a:lnTo>
                    <a:pt x="10369" y="21678"/>
                  </a:lnTo>
                  <a:lnTo>
                    <a:pt x="10483" y="21472"/>
                  </a:lnTo>
                  <a:lnTo>
                    <a:pt x="10598" y="21265"/>
                  </a:lnTo>
                  <a:lnTo>
                    <a:pt x="10736" y="21082"/>
                  </a:lnTo>
                  <a:lnTo>
                    <a:pt x="10896" y="20898"/>
                  </a:lnTo>
                  <a:lnTo>
                    <a:pt x="11057" y="20738"/>
                  </a:lnTo>
                  <a:lnTo>
                    <a:pt x="11240" y="20600"/>
                  </a:lnTo>
                  <a:lnTo>
                    <a:pt x="11447" y="20462"/>
                  </a:lnTo>
                  <a:lnTo>
                    <a:pt x="11653" y="20348"/>
                  </a:lnTo>
                  <a:lnTo>
                    <a:pt x="11860" y="20256"/>
                  </a:lnTo>
                  <a:lnTo>
                    <a:pt x="12089" y="20164"/>
                  </a:lnTo>
                  <a:lnTo>
                    <a:pt x="12318" y="20118"/>
                  </a:lnTo>
                  <a:lnTo>
                    <a:pt x="12548" y="20072"/>
                  </a:lnTo>
                  <a:lnTo>
                    <a:pt x="12777" y="20049"/>
                  </a:lnTo>
                  <a:close/>
                  <a:moveTo>
                    <a:pt x="165392" y="14980"/>
                  </a:moveTo>
                  <a:lnTo>
                    <a:pt x="167387" y="18467"/>
                  </a:lnTo>
                  <a:lnTo>
                    <a:pt x="169429" y="21976"/>
                  </a:lnTo>
                  <a:lnTo>
                    <a:pt x="167410" y="25486"/>
                  </a:lnTo>
                  <a:lnTo>
                    <a:pt x="163878" y="25486"/>
                  </a:lnTo>
                  <a:lnTo>
                    <a:pt x="165896" y="21976"/>
                  </a:lnTo>
                  <a:lnTo>
                    <a:pt x="163602" y="18077"/>
                  </a:lnTo>
                  <a:lnTo>
                    <a:pt x="165392" y="14980"/>
                  </a:lnTo>
                  <a:close/>
                  <a:moveTo>
                    <a:pt x="32826" y="22802"/>
                  </a:moveTo>
                  <a:lnTo>
                    <a:pt x="34592" y="25876"/>
                  </a:lnTo>
                  <a:lnTo>
                    <a:pt x="31060" y="25876"/>
                  </a:lnTo>
                  <a:lnTo>
                    <a:pt x="29293" y="22825"/>
                  </a:lnTo>
                  <a:lnTo>
                    <a:pt x="32826" y="22802"/>
                  </a:lnTo>
                  <a:close/>
                  <a:moveTo>
                    <a:pt x="30876" y="15026"/>
                  </a:moveTo>
                  <a:lnTo>
                    <a:pt x="24568" y="25968"/>
                  </a:lnTo>
                  <a:lnTo>
                    <a:pt x="21035" y="25991"/>
                  </a:lnTo>
                  <a:lnTo>
                    <a:pt x="21035" y="25991"/>
                  </a:lnTo>
                  <a:lnTo>
                    <a:pt x="27366" y="15026"/>
                  </a:lnTo>
                  <a:close/>
                  <a:moveTo>
                    <a:pt x="17067" y="15462"/>
                  </a:moveTo>
                  <a:lnTo>
                    <a:pt x="19062" y="18971"/>
                  </a:lnTo>
                  <a:lnTo>
                    <a:pt x="21104" y="22481"/>
                  </a:lnTo>
                  <a:lnTo>
                    <a:pt x="19085" y="25968"/>
                  </a:lnTo>
                  <a:lnTo>
                    <a:pt x="15553" y="25991"/>
                  </a:lnTo>
                  <a:lnTo>
                    <a:pt x="17571" y="22481"/>
                  </a:lnTo>
                  <a:lnTo>
                    <a:pt x="15278" y="18581"/>
                  </a:lnTo>
                  <a:lnTo>
                    <a:pt x="17067" y="15462"/>
                  </a:lnTo>
                  <a:close/>
                  <a:moveTo>
                    <a:pt x="104694" y="21196"/>
                  </a:moveTo>
                  <a:lnTo>
                    <a:pt x="104924" y="21242"/>
                  </a:lnTo>
                  <a:lnTo>
                    <a:pt x="105153" y="21288"/>
                  </a:lnTo>
                  <a:lnTo>
                    <a:pt x="105383" y="21380"/>
                  </a:lnTo>
                  <a:lnTo>
                    <a:pt x="105612" y="21472"/>
                  </a:lnTo>
                  <a:lnTo>
                    <a:pt x="105819" y="21609"/>
                  </a:lnTo>
                  <a:lnTo>
                    <a:pt x="106025" y="21770"/>
                  </a:lnTo>
                  <a:lnTo>
                    <a:pt x="106231" y="21953"/>
                  </a:lnTo>
                  <a:lnTo>
                    <a:pt x="106415" y="22183"/>
                  </a:lnTo>
                  <a:lnTo>
                    <a:pt x="106575" y="22435"/>
                  </a:lnTo>
                  <a:lnTo>
                    <a:pt x="106713" y="22687"/>
                  </a:lnTo>
                  <a:lnTo>
                    <a:pt x="106828" y="22963"/>
                  </a:lnTo>
                  <a:lnTo>
                    <a:pt x="106897" y="23215"/>
                  </a:lnTo>
                  <a:lnTo>
                    <a:pt x="106943" y="23467"/>
                  </a:lnTo>
                  <a:lnTo>
                    <a:pt x="106943" y="23720"/>
                  </a:lnTo>
                  <a:lnTo>
                    <a:pt x="106943" y="23949"/>
                  </a:lnTo>
                  <a:lnTo>
                    <a:pt x="106897" y="24201"/>
                  </a:lnTo>
                  <a:lnTo>
                    <a:pt x="106851" y="24431"/>
                  </a:lnTo>
                  <a:lnTo>
                    <a:pt x="106759" y="24637"/>
                  </a:lnTo>
                  <a:lnTo>
                    <a:pt x="106667" y="24844"/>
                  </a:lnTo>
                  <a:lnTo>
                    <a:pt x="106553" y="25050"/>
                  </a:lnTo>
                  <a:lnTo>
                    <a:pt x="106415" y="25234"/>
                  </a:lnTo>
                  <a:lnTo>
                    <a:pt x="106254" y="25394"/>
                  </a:lnTo>
                  <a:lnTo>
                    <a:pt x="106094" y="25555"/>
                  </a:lnTo>
                  <a:lnTo>
                    <a:pt x="105910" y="25692"/>
                  </a:lnTo>
                  <a:lnTo>
                    <a:pt x="105727" y="25830"/>
                  </a:lnTo>
                  <a:lnTo>
                    <a:pt x="105520" y="25945"/>
                  </a:lnTo>
                  <a:lnTo>
                    <a:pt x="105314" y="26037"/>
                  </a:lnTo>
                  <a:lnTo>
                    <a:pt x="105084" y="26105"/>
                  </a:lnTo>
                  <a:lnTo>
                    <a:pt x="104855" y="26174"/>
                  </a:lnTo>
                  <a:lnTo>
                    <a:pt x="104649" y="26220"/>
                  </a:lnTo>
                  <a:lnTo>
                    <a:pt x="104167" y="26220"/>
                  </a:lnTo>
                  <a:lnTo>
                    <a:pt x="103937" y="26197"/>
                  </a:lnTo>
                  <a:lnTo>
                    <a:pt x="103708" y="26151"/>
                  </a:lnTo>
                  <a:lnTo>
                    <a:pt x="103502" y="26082"/>
                  </a:lnTo>
                  <a:lnTo>
                    <a:pt x="103272" y="25968"/>
                  </a:lnTo>
                  <a:lnTo>
                    <a:pt x="103066" y="25853"/>
                  </a:lnTo>
                  <a:lnTo>
                    <a:pt x="102859" y="25692"/>
                  </a:lnTo>
                  <a:lnTo>
                    <a:pt x="102653" y="25509"/>
                  </a:lnTo>
                  <a:lnTo>
                    <a:pt x="102469" y="25302"/>
                  </a:lnTo>
                  <a:lnTo>
                    <a:pt x="102286" y="25073"/>
                  </a:lnTo>
                  <a:lnTo>
                    <a:pt x="102148" y="24798"/>
                  </a:lnTo>
                  <a:lnTo>
                    <a:pt x="102034" y="24523"/>
                  </a:lnTo>
                  <a:lnTo>
                    <a:pt x="101965" y="24270"/>
                  </a:lnTo>
                  <a:lnTo>
                    <a:pt x="101919" y="24018"/>
                  </a:lnTo>
                  <a:lnTo>
                    <a:pt x="101896" y="23766"/>
                  </a:lnTo>
                  <a:lnTo>
                    <a:pt x="101896" y="23513"/>
                  </a:lnTo>
                  <a:lnTo>
                    <a:pt x="101919" y="23261"/>
                  </a:lnTo>
                  <a:lnTo>
                    <a:pt x="101988" y="23031"/>
                  </a:lnTo>
                  <a:lnTo>
                    <a:pt x="102056" y="22825"/>
                  </a:lnTo>
                  <a:lnTo>
                    <a:pt x="102171" y="22596"/>
                  </a:lnTo>
                  <a:lnTo>
                    <a:pt x="102286" y="22412"/>
                  </a:lnTo>
                  <a:lnTo>
                    <a:pt x="102424" y="22206"/>
                  </a:lnTo>
                  <a:lnTo>
                    <a:pt x="102584" y="22045"/>
                  </a:lnTo>
                  <a:lnTo>
                    <a:pt x="102745" y="21885"/>
                  </a:lnTo>
                  <a:lnTo>
                    <a:pt x="102928" y="21724"/>
                  </a:lnTo>
                  <a:lnTo>
                    <a:pt x="103135" y="21609"/>
                  </a:lnTo>
                  <a:lnTo>
                    <a:pt x="103341" y="21495"/>
                  </a:lnTo>
                  <a:lnTo>
                    <a:pt x="103548" y="21380"/>
                  </a:lnTo>
                  <a:lnTo>
                    <a:pt x="103777" y="21311"/>
                  </a:lnTo>
                  <a:lnTo>
                    <a:pt x="103983" y="21242"/>
                  </a:lnTo>
                  <a:lnTo>
                    <a:pt x="104236" y="21219"/>
                  </a:lnTo>
                  <a:lnTo>
                    <a:pt x="104465" y="21196"/>
                  </a:lnTo>
                  <a:close/>
                  <a:moveTo>
                    <a:pt x="108755" y="16608"/>
                  </a:moveTo>
                  <a:lnTo>
                    <a:pt x="110750" y="20095"/>
                  </a:lnTo>
                  <a:lnTo>
                    <a:pt x="112792" y="23628"/>
                  </a:lnTo>
                  <a:lnTo>
                    <a:pt x="110773" y="27115"/>
                  </a:lnTo>
                  <a:lnTo>
                    <a:pt x="107241" y="27115"/>
                  </a:lnTo>
                  <a:lnTo>
                    <a:pt x="109259" y="23605"/>
                  </a:lnTo>
                  <a:lnTo>
                    <a:pt x="106943" y="19705"/>
                  </a:lnTo>
                  <a:lnTo>
                    <a:pt x="108755" y="16608"/>
                  </a:lnTo>
                  <a:close/>
                  <a:moveTo>
                    <a:pt x="122564" y="16173"/>
                  </a:moveTo>
                  <a:lnTo>
                    <a:pt x="116256" y="27115"/>
                  </a:lnTo>
                  <a:lnTo>
                    <a:pt x="112723" y="27115"/>
                  </a:lnTo>
                  <a:lnTo>
                    <a:pt x="119054" y="16173"/>
                  </a:lnTo>
                  <a:close/>
                  <a:moveTo>
                    <a:pt x="124307" y="24133"/>
                  </a:moveTo>
                  <a:lnTo>
                    <a:pt x="126074" y="27183"/>
                  </a:lnTo>
                  <a:lnTo>
                    <a:pt x="122541" y="27183"/>
                  </a:lnTo>
                  <a:lnTo>
                    <a:pt x="120775" y="24133"/>
                  </a:lnTo>
                  <a:close/>
                  <a:moveTo>
                    <a:pt x="46590" y="23100"/>
                  </a:moveTo>
                  <a:lnTo>
                    <a:pt x="46819" y="23123"/>
                  </a:lnTo>
                  <a:lnTo>
                    <a:pt x="47048" y="23192"/>
                  </a:lnTo>
                  <a:lnTo>
                    <a:pt x="47278" y="23261"/>
                  </a:lnTo>
                  <a:lnTo>
                    <a:pt x="47507" y="23376"/>
                  </a:lnTo>
                  <a:lnTo>
                    <a:pt x="47714" y="23513"/>
                  </a:lnTo>
                  <a:lnTo>
                    <a:pt x="47920" y="23674"/>
                  </a:lnTo>
                  <a:lnTo>
                    <a:pt x="48126" y="23857"/>
                  </a:lnTo>
                  <a:lnTo>
                    <a:pt x="48310" y="24087"/>
                  </a:lnTo>
                  <a:lnTo>
                    <a:pt x="48471" y="24339"/>
                  </a:lnTo>
                  <a:lnTo>
                    <a:pt x="48608" y="24591"/>
                  </a:lnTo>
                  <a:lnTo>
                    <a:pt x="48723" y="24867"/>
                  </a:lnTo>
                  <a:lnTo>
                    <a:pt x="48792" y="25119"/>
                  </a:lnTo>
                  <a:lnTo>
                    <a:pt x="48838" y="25371"/>
                  </a:lnTo>
                  <a:lnTo>
                    <a:pt x="48838" y="25624"/>
                  </a:lnTo>
                  <a:lnTo>
                    <a:pt x="48838" y="25853"/>
                  </a:lnTo>
                  <a:lnTo>
                    <a:pt x="48792" y="26082"/>
                  </a:lnTo>
                  <a:lnTo>
                    <a:pt x="48746" y="26312"/>
                  </a:lnTo>
                  <a:lnTo>
                    <a:pt x="48654" y="26541"/>
                  </a:lnTo>
                  <a:lnTo>
                    <a:pt x="48562" y="26748"/>
                  </a:lnTo>
                  <a:lnTo>
                    <a:pt x="48425" y="26931"/>
                  </a:lnTo>
                  <a:lnTo>
                    <a:pt x="48287" y="27115"/>
                  </a:lnTo>
                  <a:lnTo>
                    <a:pt x="48149" y="27298"/>
                  </a:lnTo>
                  <a:lnTo>
                    <a:pt x="47989" y="27459"/>
                  </a:lnTo>
                  <a:lnTo>
                    <a:pt x="47805" y="27596"/>
                  </a:lnTo>
                  <a:lnTo>
                    <a:pt x="47599" y="27734"/>
                  </a:lnTo>
                  <a:lnTo>
                    <a:pt x="47392" y="27849"/>
                  </a:lnTo>
                  <a:lnTo>
                    <a:pt x="47186" y="27940"/>
                  </a:lnTo>
                  <a:lnTo>
                    <a:pt x="46979" y="28009"/>
                  </a:lnTo>
                  <a:lnTo>
                    <a:pt x="46750" y="28078"/>
                  </a:lnTo>
                  <a:lnTo>
                    <a:pt x="46521" y="28101"/>
                  </a:lnTo>
                  <a:lnTo>
                    <a:pt x="46291" y="28124"/>
                  </a:lnTo>
                  <a:lnTo>
                    <a:pt x="46062" y="28124"/>
                  </a:lnTo>
                  <a:lnTo>
                    <a:pt x="45833" y="28101"/>
                  </a:lnTo>
                  <a:lnTo>
                    <a:pt x="45603" y="28055"/>
                  </a:lnTo>
                  <a:lnTo>
                    <a:pt x="45374" y="27963"/>
                  </a:lnTo>
                  <a:lnTo>
                    <a:pt x="45167" y="27872"/>
                  </a:lnTo>
                  <a:lnTo>
                    <a:pt x="44938" y="27757"/>
                  </a:lnTo>
                  <a:lnTo>
                    <a:pt x="44731" y="27596"/>
                  </a:lnTo>
                  <a:lnTo>
                    <a:pt x="44548" y="27413"/>
                  </a:lnTo>
                  <a:lnTo>
                    <a:pt x="44364" y="27206"/>
                  </a:lnTo>
                  <a:lnTo>
                    <a:pt x="44181" y="26954"/>
                  </a:lnTo>
                  <a:lnTo>
                    <a:pt x="44043" y="26702"/>
                  </a:lnTo>
                  <a:lnTo>
                    <a:pt x="43929" y="26426"/>
                  </a:lnTo>
                  <a:lnTo>
                    <a:pt x="43837" y="26174"/>
                  </a:lnTo>
                  <a:lnTo>
                    <a:pt x="43791" y="25899"/>
                  </a:lnTo>
                  <a:lnTo>
                    <a:pt x="43768" y="25647"/>
                  </a:lnTo>
                  <a:lnTo>
                    <a:pt x="43791" y="25417"/>
                  </a:lnTo>
                  <a:lnTo>
                    <a:pt x="43814" y="25165"/>
                  </a:lnTo>
                  <a:lnTo>
                    <a:pt x="43883" y="24935"/>
                  </a:lnTo>
                  <a:lnTo>
                    <a:pt x="43951" y="24706"/>
                  </a:lnTo>
                  <a:lnTo>
                    <a:pt x="44043" y="24500"/>
                  </a:lnTo>
                  <a:lnTo>
                    <a:pt x="44181" y="24293"/>
                  </a:lnTo>
                  <a:lnTo>
                    <a:pt x="44319" y="24110"/>
                  </a:lnTo>
                  <a:lnTo>
                    <a:pt x="44456" y="23949"/>
                  </a:lnTo>
                  <a:lnTo>
                    <a:pt x="44640" y="23766"/>
                  </a:lnTo>
                  <a:lnTo>
                    <a:pt x="44823" y="23628"/>
                  </a:lnTo>
                  <a:lnTo>
                    <a:pt x="45007" y="23490"/>
                  </a:lnTo>
                  <a:lnTo>
                    <a:pt x="45213" y="23376"/>
                  </a:lnTo>
                  <a:lnTo>
                    <a:pt x="45443" y="23284"/>
                  </a:lnTo>
                  <a:lnTo>
                    <a:pt x="45649" y="23215"/>
                  </a:lnTo>
                  <a:lnTo>
                    <a:pt x="45878" y="23146"/>
                  </a:lnTo>
                  <a:lnTo>
                    <a:pt x="46108" y="23123"/>
                  </a:lnTo>
                  <a:lnTo>
                    <a:pt x="46337" y="23100"/>
                  </a:lnTo>
                  <a:close/>
                  <a:moveTo>
                    <a:pt x="66822" y="25715"/>
                  </a:moveTo>
                  <a:lnTo>
                    <a:pt x="68588" y="28766"/>
                  </a:lnTo>
                  <a:lnTo>
                    <a:pt x="65056" y="28766"/>
                  </a:lnTo>
                  <a:lnTo>
                    <a:pt x="63289" y="25738"/>
                  </a:lnTo>
                  <a:lnTo>
                    <a:pt x="66822" y="25715"/>
                  </a:lnTo>
                  <a:close/>
                  <a:moveTo>
                    <a:pt x="51017" y="18375"/>
                  </a:moveTo>
                  <a:lnTo>
                    <a:pt x="53012" y="21862"/>
                  </a:lnTo>
                  <a:lnTo>
                    <a:pt x="55054" y="25394"/>
                  </a:lnTo>
                  <a:lnTo>
                    <a:pt x="53035" y="28881"/>
                  </a:lnTo>
                  <a:lnTo>
                    <a:pt x="49503" y="28881"/>
                  </a:lnTo>
                  <a:lnTo>
                    <a:pt x="51521" y="25371"/>
                  </a:lnTo>
                  <a:lnTo>
                    <a:pt x="49228" y="21472"/>
                  </a:lnTo>
                  <a:lnTo>
                    <a:pt x="51017" y="18375"/>
                  </a:lnTo>
                  <a:close/>
                  <a:moveTo>
                    <a:pt x="64849" y="17939"/>
                  </a:moveTo>
                  <a:lnTo>
                    <a:pt x="58518" y="28881"/>
                  </a:lnTo>
                  <a:lnTo>
                    <a:pt x="55008" y="28881"/>
                  </a:lnTo>
                  <a:lnTo>
                    <a:pt x="61316" y="17939"/>
                  </a:lnTo>
                  <a:close/>
                  <a:moveTo>
                    <a:pt x="138232" y="24201"/>
                  </a:moveTo>
                  <a:lnTo>
                    <a:pt x="138461" y="24247"/>
                  </a:lnTo>
                  <a:lnTo>
                    <a:pt x="138690" y="24293"/>
                  </a:lnTo>
                  <a:lnTo>
                    <a:pt x="138920" y="24385"/>
                  </a:lnTo>
                  <a:lnTo>
                    <a:pt x="139126" y="24477"/>
                  </a:lnTo>
                  <a:lnTo>
                    <a:pt x="139356" y="24614"/>
                  </a:lnTo>
                  <a:lnTo>
                    <a:pt x="139562" y="24775"/>
                  </a:lnTo>
                  <a:lnTo>
                    <a:pt x="139746" y="24958"/>
                  </a:lnTo>
                  <a:lnTo>
                    <a:pt x="139952" y="25188"/>
                  </a:lnTo>
                  <a:lnTo>
                    <a:pt x="140113" y="25440"/>
                  </a:lnTo>
                  <a:lnTo>
                    <a:pt x="140250" y="25715"/>
                  </a:lnTo>
                  <a:lnTo>
                    <a:pt x="140342" y="25968"/>
                  </a:lnTo>
                  <a:lnTo>
                    <a:pt x="140434" y="26220"/>
                  </a:lnTo>
                  <a:lnTo>
                    <a:pt x="140480" y="26472"/>
                  </a:lnTo>
                  <a:lnTo>
                    <a:pt x="140480" y="26725"/>
                  </a:lnTo>
                  <a:lnTo>
                    <a:pt x="140480" y="26977"/>
                  </a:lnTo>
                  <a:lnTo>
                    <a:pt x="140434" y="27206"/>
                  </a:lnTo>
                  <a:lnTo>
                    <a:pt x="140388" y="27436"/>
                  </a:lnTo>
                  <a:lnTo>
                    <a:pt x="140296" y="27642"/>
                  </a:lnTo>
                  <a:lnTo>
                    <a:pt x="140204" y="27849"/>
                  </a:lnTo>
                  <a:lnTo>
                    <a:pt x="140067" y="28055"/>
                  </a:lnTo>
                  <a:lnTo>
                    <a:pt x="139929" y="28239"/>
                  </a:lnTo>
                  <a:lnTo>
                    <a:pt x="139791" y="28399"/>
                  </a:lnTo>
                  <a:lnTo>
                    <a:pt x="139631" y="28560"/>
                  </a:lnTo>
                  <a:lnTo>
                    <a:pt x="139447" y="28697"/>
                  </a:lnTo>
                  <a:lnTo>
                    <a:pt x="139241" y="28835"/>
                  </a:lnTo>
                  <a:lnTo>
                    <a:pt x="139034" y="28950"/>
                  </a:lnTo>
                  <a:lnTo>
                    <a:pt x="138828" y="29042"/>
                  </a:lnTo>
                  <a:lnTo>
                    <a:pt x="138622" y="29133"/>
                  </a:lnTo>
                  <a:lnTo>
                    <a:pt x="138392" y="29179"/>
                  </a:lnTo>
                  <a:lnTo>
                    <a:pt x="138163" y="29225"/>
                  </a:lnTo>
                  <a:lnTo>
                    <a:pt x="137933" y="29248"/>
                  </a:lnTo>
                  <a:lnTo>
                    <a:pt x="137704" y="29225"/>
                  </a:lnTo>
                  <a:lnTo>
                    <a:pt x="137475" y="29202"/>
                  </a:lnTo>
                  <a:lnTo>
                    <a:pt x="137245" y="29156"/>
                  </a:lnTo>
                  <a:lnTo>
                    <a:pt x="137016" y="29087"/>
                  </a:lnTo>
                  <a:lnTo>
                    <a:pt x="136809" y="28973"/>
                  </a:lnTo>
                  <a:lnTo>
                    <a:pt x="136580" y="28858"/>
                  </a:lnTo>
                  <a:lnTo>
                    <a:pt x="136374" y="28697"/>
                  </a:lnTo>
                  <a:lnTo>
                    <a:pt x="136190" y="28514"/>
                  </a:lnTo>
                  <a:lnTo>
                    <a:pt x="136006" y="28307"/>
                  </a:lnTo>
                  <a:lnTo>
                    <a:pt x="135823" y="28078"/>
                  </a:lnTo>
                  <a:lnTo>
                    <a:pt x="135685" y="27803"/>
                  </a:lnTo>
                  <a:lnTo>
                    <a:pt x="135571" y="27528"/>
                  </a:lnTo>
                  <a:lnTo>
                    <a:pt x="135479" y="27275"/>
                  </a:lnTo>
                  <a:lnTo>
                    <a:pt x="135433" y="27023"/>
                  </a:lnTo>
                  <a:lnTo>
                    <a:pt x="135410" y="26771"/>
                  </a:lnTo>
                  <a:lnTo>
                    <a:pt x="135433" y="26518"/>
                  </a:lnTo>
                  <a:lnTo>
                    <a:pt x="135456" y="26289"/>
                  </a:lnTo>
                  <a:lnTo>
                    <a:pt x="135525" y="26037"/>
                  </a:lnTo>
                  <a:lnTo>
                    <a:pt x="135594" y="25830"/>
                  </a:lnTo>
                  <a:lnTo>
                    <a:pt x="135685" y="25624"/>
                  </a:lnTo>
                  <a:lnTo>
                    <a:pt x="135823" y="25417"/>
                  </a:lnTo>
                  <a:lnTo>
                    <a:pt x="135961" y="25234"/>
                  </a:lnTo>
                  <a:lnTo>
                    <a:pt x="136098" y="25050"/>
                  </a:lnTo>
                  <a:lnTo>
                    <a:pt x="136282" y="24890"/>
                  </a:lnTo>
                  <a:lnTo>
                    <a:pt x="136465" y="24729"/>
                  </a:lnTo>
                  <a:lnTo>
                    <a:pt x="136649" y="24614"/>
                  </a:lnTo>
                  <a:lnTo>
                    <a:pt x="136855" y="24500"/>
                  </a:lnTo>
                  <a:lnTo>
                    <a:pt x="137085" y="24408"/>
                  </a:lnTo>
                  <a:lnTo>
                    <a:pt x="137291" y="24316"/>
                  </a:lnTo>
                  <a:lnTo>
                    <a:pt x="137520" y="24270"/>
                  </a:lnTo>
                  <a:lnTo>
                    <a:pt x="137750" y="24224"/>
                  </a:lnTo>
                  <a:lnTo>
                    <a:pt x="137979" y="24201"/>
                  </a:lnTo>
                  <a:close/>
                  <a:moveTo>
                    <a:pt x="158097" y="26954"/>
                  </a:moveTo>
                  <a:lnTo>
                    <a:pt x="159863" y="30028"/>
                  </a:lnTo>
                  <a:lnTo>
                    <a:pt x="156331" y="30028"/>
                  </a:lnTo>
                  <a:lnTo>
                    <a:pt x="154564" y="26977"/>
                  </a:lnTo>
                  <a:lnTo>
                    <a:pt x="158097" y="26954"/>
                  </a:lnTo>
                  <a:close/>
                  <a:moveTo>
                    <a:pt x="142269" y="19614"/>
                  </a:moveTo>
                  <a:lnTo>
                    <a:pt x="144288" y="23100"/>
                  </a:lnTo>
                  <a:lnTo>
                    <a:pt x="146306" y="26633"/>
                  </a:lnTo>
                  <a:lnTo>
                    <a:pt x="144288" y="30120"/>
                  </a:lnTo>
                  <a:lnTo>
                    <a:pt x="140755" y="30120"/>
                  </a:lnTo>
                  <a:lnTo>
                    <a:pt x="142796" y="26610"/>
                  </a:lnTo>
                  <a:lnTo>
                    <a:pt x="140480" y="22733"/>
                  </a:lnTo>
                  <a:lnTo>
                    <a:pt x="142269" y="19614"/>
                  </a:lnTo>
                  <a:close/>
                  <a:moveTo>
                    <a:pt x="156101" y="19178"/>
                  </a:moveTo>
                  <a:lnTo>
                    <a:pt x="149770" y="30120"/>
                  </a:lnTo>
                  <a:lnTo>
                    <a:pt x="146260" y="30120"/>
                  </a:lnTo>
                  <a:lnTo>
                    <a:pt x="152569" y="19178"/>
                  </a:lnTo>
                  <a:close/>
                  <a:moveTo>
                    <a:pt x="10001" y="27619"/>
                  </a:moveTo>
                  <a:lnTo>
                    <a:pt x="11768" y="30670"/>
                  </a:lnTo>
                  <a:lnTo>
                    <a:pt x="8235" y="30670"/>
                  </a:lnTo>
                  <a:lnTo>
                    <a:pt x="6469" y="27619"/>
                  </a:lnTo>
                  <a:close/>
                  <a:moveTo>
                    <a:pt x="81595" y="25853"/>
                  </a:moveTo>
                  <a:lnTo>
                    <a:pt x="81824" y="25876"/>
                  </a:lnTo>
                  <a:lnTo>
                    <a:pt x="82054" y="25945"/>
                  </a:lnTo>
                  <a:lnTo>
                    <a:pt x="82283" y="26014"/>
                  </a:lnTo>
                  <a:lnTo>
                    <a:pt x="82489" y="26128"/>
                  </a:lnTo>
                  <a:lnTo>
                    <a:pt x="82719" y="26243"/>
                  </a:lnTo>
                  <a:lnTo>
                    <a:pt x="82925" y="26404"/>
                  </a:lnTo>
                  <a:lnTo>
                    <a:pt x="83109" y="26610"/>
                  </a:lnTo>
                  <a:lnTo>
                    <a:pt x="83315" y="26816"/>
                  </a:lnTo>
                  <a:lnTo>
                    <a:pt x="83476" y="27069"/>
                  </a:lnTo>
                  <a:lnTo>
                    <a:pt x="83613" y="27344"/>
                  </a:lnTo>
                  <a:lnTo>
                    <a:pt x="83705" y="27596"/>
                  </a:lnTo>
                  <a:lnTo>
                    <a:pt x="83797" y="27872"/>
                  </a:lnTo>
                  <a:lnTo>
                    <a:pt x="83820" y="28124"/>
                  </a:lnTo>
                  <a:lnTo>
                    <a:pt x="83843" y="28353"/>
                  </a:lnTo>
                  <a:lnTo>
                    <a:pt x="83843" y="28606"/>
                  </a:lnTo>
                  <a:lnTo>
                    <a:pt x="83797" y="28835"/>
                  </a:lnTo>
                  <a:lnTo>
                    <a:pt x="83751" y="29064"/>
                  </a:lnTo>
                  <a:lnTo>
                    <a:pt x="83659" y="29271"/>
                  </a:lnTo>
                  <a:lnTo>
                    <a:pt x="83567" y="29477"/>
                  </a:lnTo>
                  <a:lnTo>
                    <a:pt x="83430" y="29684"/>
                  </a:lnTo>
                  <a:lnTo>
                    <a:pt x="83292" y="29867"/>
                  </a:lnTo>
                  <a:lnTo>
                    <a:pt x="83155" y="30051"/>
                  </a:lnTo>
                  <a:lnTo>
                    <a:pt x="82971" y="30211"/>
                  </a:lnTo>
                  <a:lnTo>
                    <a:pt x="82810" y="30349"/>
                  </a:lnTo>
                  <a:lnTo>
                    <a:pt x="82604" y="30464"/>
                  </a:lnTo>
                  <a:lnTo>
                    <a:pt x="82398" y="30578"/>
                  </a:lnTo>
                  <a:lnTo>
                    <a:pt x="82191" y="30693"/>
                  </a:lnTo>
                  <a:lnTo>
                    <a:pt x="81985" y="30762"/>
                  </a:lnTo>
                  <a:lnTo>
                    <a:pt x="81755" y="30808"/>
                  </a:lnTo>
                  <a:lnTo>
                    <a:pt x="81526" y="30854"/>
                  </a:lnTo>
                  <a:lnTo>
                    <a:pt x="81297" y="30877"/>
                  </a:lnTo>
                  <a:lnTo>
                    <a:pt x="81067" y="30877"/>
                  </a:lnTo>
                  <a:lnTo>
                    <a:pt x="80838" y="30854"/>
                  </a:lnTo>
                  <a:lnTo>
                    <a:pt x="80608" y="30785"/>
                  </a:lnTo>
                  <a:lnTo>
                    <a:pt x="80379" y="30716"/>
                  </a:lnTo>
                  <a:lnTo>
                    <a:pt x="80172" y="30624"/>
                  </a:lnTo>
                  <a:lnTo>
                    <a:pt x="79943" y="30487"/>
                  </a:lnTo>
                  <a:lnTo>
                    <a:pt x="79737" y="30349"/>
                  </a:lnTo>
                  <a:lnTo>
                    <a:pt x="79553" y="30166"/>
                  </a:lnTo>
                  <a:lnTo>
                    <a:pt x="79370" y="29959"/>
                  </a:lnTo>
                  <a:lnTo>
                    <a:pt x="79186" y="29707"/>
                  </a:lnTo>
                  <a:lnTo>
                    <a:pt x="79048" y="29432"/>
                  </a:lnTo>
                  <a:lnTo>
                    <a:pt x="78934" y="29179"/>
                  </a:lnTo>
                  <a:lnTo>
                    <a:pt x="78842" y="28904"/>
                  </a:lnTo>
                  <a:lnTo>
                    <a:pt x="78796" y="28652"/>
                  </a:lnTo>
                  <a:lnTo>
                    <a:pt x="78773" y="28399"/>
                  </a:lnTo>
                  <a:lnTo>
                    <a:pt x="78796" y="28147"/>
                  </a:lnTo>
                  <a:lnTo>
                    <a:pt x="78819" y="27918"/>
                  </a:lnTo>
                  <a:lnTo>
                    <a:pt x="78865" y="27688"/>
                  </a:lnTo>
                  <a:lnTo>
                    <a:pt x="78957" y="27459"/>
                  </a:lnTo>
                  <a:lnTo>
                    <a:pt x="79048" y="27252"/>
                  </a:lnTo>
                  <a:lnTo>
                    <a:pt x="79186" y="27046"/>
                  </a:lnTo>
                  <a:lnTo>
                    <a:pt x="79324" y="26862"/>
                  </a:lnTo>
                  <a:lnTo>
                    <a:pt x="79461" y="26679"/>
                  </a:lnTo>
                  <a:lnTo>
                    <a:pt x="79645" y="26518"/>
                  </a:lnTo>
                  <a:lnTo>
                    <a:pt x="79828" y="26381"/>
                  </a:lnTo>
                  <a:lnTo>
                    <a:pt x="80012" y="26243"/>
                  </a:lnTo>
                  <a:lnTo>
                    <a:pt x="80218" y="26128"/>
                  </a:lnTo>
                  <a:lnTo>
                    <a:pt x="80448" y="26037"/>
                  </a:lnTo>
                  <a:lnTo>
                    <a:pt x="80654" y="25945"/>
                  </a:lnTo>
                  <a:lnTo>
                    <a:pt x="80884" y="25899"/>
                  </a:lnTo>
                  <a:lnTo>
                    <a:pt x="81113" y="25853"/>
                  </a:lnTo>
                  <a:close/>
                  <a:moveTo>
                    <a:pt x="85632" y="21242"/>
                  </a:moveTo>
                  <a:lnTo>
                    <a:pt x="87651" y="24752"/>
                  </a:lnTo>
                  <a:lnTo>
                    <a:pt x="89669" y="28262"/>
                  </a:lnTo>
                  <a:lnTo>
                    <a:pt x="87651" y="31771"/>
                  </a:lnTo>
                  <a:lnTo>
                    <a:pt x="84118" y="31771"/>
                  </a:lnTo>
                  <a:lnTo>
                    <a:pt x="86160" y="28262"/>
                  </a:lnTo>
                  <a:lnTo>
                    <a:pt x="83843" y="24362"/>
                  </a:lnTo>
                  <a:lnTo>
                    <a:pt x="85632" y="21242"/>
                  </a:lnTo>
                  <a:close/>
                  <a:moveTo>
                    <a:pt x="99464" y="20806"/>
                  </a:moveTo>
                  <a:lnTo>
                    <a:pt x="93133" y="31748"/>
                  </a:lnTo>
                  <a:lnTo>
                    <a:pt x="89623" y="31771"/>
                  </a:lnTo>
                  <a:lnTo>
                    <a:pt x="95932" y="20806"/>
                  </a:lnTo>
                  <a:close/>
                  <a:moveTo>
                    <a:pt x="101506" y="28766"/>
                  </a:moveTo>
                  <a:lnTo>
                    <a:pt x="103272" y="31817"/>
                  </a:lnTo>
                  <a:lnTo>
                    <a:pt x="99740" y="31817"/>
                  </a:lnTo>
                  <a:lnTo>
                    <a:pt x="97973" y="28766"/>
                  </a:lnTo>
                  <a:close/>
                  <a:moveTo>
                    <a:pt x="171654" y="26862"/>
                  </a:moveTo>
                  <a:lnTo>
                    <a:pt x="171883" y="26908"/>
                  </a:lnTo>
                  <a:lnTo>
                    <a:pt x="172113" y="26954"/>
                  </a:lnTo>
                  <a:lnTo>
                    <a:pt x="172342" y="27023"/>
                  </a:lnTo>
                  <a:lnTo>
                    <a:pt x="172572" y="27138"/>
                  </a:lnTo>
                  <a:lnTo>
                    <a:pt x="172778" y="27275"/>
                  </a:lnTo>
                  <a:lnTo>
                    <a:pt x="172984" y="27436"/>
                  </a:lnTo>
                  <a:lnTo>
                    <a:pt x="173191" y="27619"/>
                  </a:lnTo>
                  <a:lnTo>
                    <a:pt x="173374" y="27849"/>
                  </a:lnTo>
                  <a:lnTo>
                    <a:pt x="173535" y="28101"/>
                  </a:lnTo>
                  <a:lnTo>
                    <a:pt x="173673" y="28353"/>
                  </a:lnTo>
                  <a:lnTo>
                    <a:pt x="173787" y="28629"/>
                  </a:lnTo>
                  <a:lnTo>
                    <a:pt x="173856" y="28881"/>
                  </a:lnTo>
                  <a:lnTo>
                    <a:pt x="173902" y="29133"/>
                  </a:lnTo>
                  <a:lnTo>
                    <a:pt x="173925" y="29386"/>
                  </a:lnTo>
                  <a:lnTo>
                    <a:pt x="173902" y="29615"/>
                  </a:lnTo>
                  <a:lnTo>
                    <a:pt x="173879" y="29867"/>
                  </a:lnTo>
                  <a:lnTo>
                    <a:pt x="173810" y="30074"/>
                  </a:lnTo>
                  <a:lnTo>
                    <a:pt x="173719" y="30303"/>
                  </a:lnTo>
                  <a:lnTo>
                    <a:pt x="173627" y="30510"/>
                  </a:lnTo>
                  <a:lnTo>
                    <a:pt x="173512" y="30716"/>
                  </a:lnTo>
                  <a:lnTo>
                    <a:pt x="173374" y="30900"/>
                  </a:lnTo>
                  <a:lnTo>
                    <a:pt x="173214" y="31060"/>
                  </a:lnTo>
                  <a:lnTo>
                    <a:pt x="173053" y="31221"/>
                  </a:lnTo>
                  <a:lnTo>
                    <a:pt x="172870" y="31358"/>
                  </a:lnTo>
                  <a:lnTo>
                    <a:pt x="172686" y="31496"/>
                  </a:lnTo>
                  <a:lnTo>
                    <a:pt x="172480" y="31611"/>
                  </a:lnTo>
                  <a:lnTo>
                    <a:pt x="172273" y="31703"/>
                  </a:lnTo>
                  <a:lnTo>
                    <a:pt x="172044" y="31771"/>
                  </a:lnTo>
                  <a:lnTo>
                    <a:pt x="171815" y="31840"/>
                  </a:lnTo>
                  <a:lnTo>
                    <a:pt x="171608" y="31886"/>
                  </a:lnTo>
                  <a:lnTo>
                    <a:pt x="171126" y="31886"/>
                  </a:lnTo>
                  <a:lnTo>
                    <a:pt x="170897" y="31863"/>
                  </a:lnTo>
                  <a:lnTo>
                    <a:pt x="170668" y="31817"/>
                  </a:lnTo>
                  <a:lnTo>
                    <a:pt x="170461" y="31748"/>
                  </a:lnTo>
                  <a:lnTo>
                    <a:pt x="170232" y="31634"/>
                  </a:lnTo>
                  <a:lnTo>
                    <a:pt x="170025" y="31519"/>
                  </a:lnTo>
                  <a:lnTo>
                    <a:pt x="169819" y="31358"/>
                  </a:lnTo>
                  <a:lnTo>
                    <a:pt x="169612" y="31175"/>
                  </a:lnTo>
                  <a:lnTo>
                    <a:pt x="169429" y="30968"/>
                  </a:lnTo>
                  <a:lnTo>
                    <a:pt x="169245" y="30739"/>
                  </a:lnTo>
                  <a:lnTo>
                    <a:pt x="169108" y="30464"/>
                  </a:lnTo>
                  <a:lnTo>
                    <a:pt x="168993" y="30189"/>
                  </a:lnTo>
                  <a:lnTo>
                    <a:pt x="168924" y="29936"/>
                  </a:lnTo>
                  <a:lnTo>
                    <a:pt x="168878" y="29684"/>
                  </a:lnTo>
                  <a:lnTo>
                    <a:pt x="168855" y="29432"/>
                  </a:lnTo>
                  <a:lnTo>
                    <a:pt x="168855" y="29179"/>
                  </a:lnTo>
                  <a:lnTo>
                    <a:pt x="168878" y="28927"/>
                  </a:lnTo>
                  <a:lnTo>
                    <a:pt x="168947" y="28697"/>
                  </a:lnTo>
                  <a:lnTo>
                    <a:pt x="169016" y="28491"/>
                  </a:lnTo>
                  <a:lnTo>
                    <a:pt x="169131" y="28262"/>
                  </a:lnTo>
                  <a:lnTo>
                    <a:pt x="169245" y="28078"/>
                  </a:lnTo>
                  <a:lnTo>
                    <a:pt x="169383" y="27872"/>
                  </a:lnTo>
                  <a:lnTo>
                    <a:pt x="169544" y="27711"/>
                  </a:lnTo>
                  <a:lnTo>
                    <a:pt x="169704" y="27551"/>
                  </a:lnTo>
                  <a:lnTo>
                    <a:pt x="169888" y="27390"/>
                  </a:lnTo>
                  <a:lnTo>
                    <a:pt x="170094" y="27275"/>
                  </a:lnTo>
                  <a:lnTo>
                    <a:pt x="170301" y="27161"/>
                  </a:lnTo>
                  <a:lnTo>
                    <a:pt x="170507" y="27046"/>
                  </a:lnTo>
                  <a:lnTo>
                    <a:pt x="170736" y="26977"/>
                  </a:lnTo>
                  <a:lnTo>
                    <a:pt x="170966" y="26908"/>
                  </a:lnTo>
                  <a:lnTo>
                    <a:pt x="171195" y="26885"/>
                  </a:lnTo>
                  <a:lnTo>
                    <a:pt x="171425" y="26862"/>
                  </a:lnTo>
                  <a:close/>
                  <a:moveTo>
                    <a:pt x="23490" y="27757"/>
                  </a:moveTo>
                  <a:lnTo>
                    <a:pt x="23719" y="27780"/>
                  </a:lnTo>
                  <a:lnTo>
                    <a:pt x="23949" y="27849"/>
                  </a:lnTo>
                  <a:lnTo>
                    <a:pt x="24178" y="27918"/>
                  </a:lnTo>
                  <a:lnTo>
                    <a:pt x="24407" y="28032"/>
                  </a:lnTo>
                  <a:lnTo>
                    <a:pt x="24614" y="28170"/>
                  </a:lnTo>
                  <a:lnTo>
                    <a:pt x="24820" y="28330"/>
                  </a:lnTo>
                  <a:lnTo>
                    <a:pt x="25027" y="28514"/>
                  </a:lnTo>
                  <a:lnTo>
                    <a:pt x="25210" y="28743"/>
                  </a:lnTo>
                  <a:lnTo>
                    <a:pt x="25371" y="28996"/>
                  </a:lnTo>
                  <a:lnTo>
                    <a:pt x="25508" y="29248"/>
                  </a:lnTo>
                  <a:lnTo>
                    <a:pt x="25600" y="29500"/>
                  </a:lnTo>
                  <a:lnTo>
                    <a:pt x="25692" y="29776"/>
                  </a:lnTo>
                  <a:lnTo>
                    <a:pt x="25738" y="30028"/>
                  </a:lnTo>
                  <a:lnTo>
                    <a:pt x="25738" y="30280"/>
                  </a:lnTo>
                  <a:lnTo>
                    <a:pt x="25738" y="30510"/>
                  </a:lnTo>
                  <a:lnTo>
                    <a:pt x="25692" y="30739"/>
                  </a:lnTo>
                  <a:lnTo>
                    <a:pt x="25646" y="30968"/>
                  </a:lnTo>
                  <a:lnTo>
                    <a:pt x="25554" y="31198"/>
                  </a:lnTo>
                  <a:lnTo>
                    <a:pt x="25463" y="31404"/>
                  </a:lnTo>
                  <a:lnTo>
                    <a:pt x="25325" y="31588"/>
                  </a:lnTo>
                  <a:lnTo>
                    <a:pt x="25187" y="31771"/>
                  </a:lnTo>
                  <a:lnTo>
                    <a:pt x="25050" y="31955"/>
                  </a:lnTo>
                  <a:lnTo>
                    <a:pt x="24889" y="32115"/>
                  </a:lnTo>
                  <a:lnTo>
                    <a:pt x="24706" y="32253"/>
                  </a:lnTo>
                  <a:lnTo>
                    <a:pt x="24499" y="32391"/>
                  </a:lnTo>
                  <a:lnTo>
                    <a:pt x="24293" y="32505"/>
                  </a:lnTo>
                  <a:lnTo>
                    <a:pt x="24086" y="32597"/>
                  </a:lnTo>
                  <a:lnTo>
                    <a:pt x="23880" y="32666"/>
                  </a:lnTo>
                  <a:lnTo>
                    <a:pt x="23650" y="32735"/>
                  </a:lnTo>
                  <a:lnTo>
                    <a:pt x="23421" y="32758"/>
                  </a:lnTo>
                  <a:lnTo>
                    <a:pt x="23192" y="32781"/>
                  </a:lnTo>
                  <a:lnTo>
                    <a:pt x="22962" y="32781"/>
                  </a:lnTo>
                  <a:lnTo>
                    <a:pt x="22733" y="32758"/>
                  </a:lnTo>
                  <a:lnTo>
                    <a:pt x="22503" y="32712"/>
                  </a:lnTo>
                  <a:lnTo>
                    <a:pt x="22274" y="32620"/>
                  </a:lnTo>
                  <a:lnTo>
                    <a:pt x="22068" y="32528"/>
                  </a:lnTo>
                  <a:lnTo>
                    <a:pt x="21838" y="32414"/>
                  </a:lnTo>
                  <a:lnTo>
                    <a:pt x="21632" y="32253"/>
                  </a:lnTo>
                  <a:lnTo>
                    <a:pt x="21448" y="32070"/>
                  </a:lnTo>
                  <a:lnTo>
                    <a:pt x="21265" y="31863"/>
                  </a:lnTo>
                  <a:lnTo>
                    <a:pt x="21081" y="31611"/>
                  </a:lnTo>
                  <a:lnTo>
                    <a:pt x="20943" y="31358"/>
                  </a:lnTo>
                  <a:lnTo>
                    <a:pt x="20829" y="31083"/>
                  </a:lnTo>
                  <a:lnTo>
                    <a:pt x="20737" y="30831"/>
                  </a:lnTo>
                  <a:lnTo>
                    <a:pt x="20691" y="30556"/>
                  </a:lnTo>
                  <a:lnTo>
                    <a:pt x="20668" y="30303"/>
                  </a:lnTo>
                  <a:lnTo>
                    <a:pt x="20691" y="30074"/>
                  </a:lnTo>
                  <a:lnTo>
                    <a:pt x="20714" y="29821"/>
                  </a:lnTo>
                  <a:lnTo>
                    <a:pt x="20783" y="29592"/>
                  </a:lnTo>
                  <a:lnTo>
                    <a:pt x="20852" y="29363"/>
                  </a:lnTo>
                  <a:lnTo>
                    <a:pt x="20943" y="29156"/>
                  </a:lnTo>
                  <a:lnTo>
                    <a:pt x="21081" y="28950"/>
                  </a:lnTo>
                  <a:lnTo>
                    <a:pt x="21219" y="28766"/>
                  </a:lnTo>
                  <a:lnTo>
                    <a:pt x="21356" y="28583"/>
                  </a:lnTo>
                  <a:lnTo>
                    <a:pt x="21540" y="28422"/>
                  </a:lnTo>
                  <a:lnTo>
                    <a:pt x="21723" y="28285"/>
                  </a:lnTo>
                  <a:lnTo>
                    <a:pt x="21907" y="28147"/>
                  </a:lnTo>
                  <a:lnTo>
                    <a:pt x="22113" y="28032"/>
                  </a:lnTo>
                  <a:lnTo>
                    <a:pt x="22343" y="27940"/>
                  </a:lnTo>
                  <a:lnTo>
                    <a:pt x="22549" y="27872"/>
                  </a:lnTo>
                  <a:lnTo>
                    <a:pt x="22779" y="27803"/>
                  </a:lnTo>
                  <a:lnTo>
                    <a:pt x="23008" y="27757"/>
                  </a:lnTo>
                  <a:close/>
                  <a:moveTo>
                    <a:pt x="43722" y="30372"/>
                  </a:moveTo>
                  <a:lnTo>
                    <a:pt x="45488" y="33423"/>
                  </a:lnTo>
                  <a:lnTo>
                    <a:pt x="41956" y="33423"/>
                  </a:lnTo>
                  <a:lnTo>
                    <a:pt x="40189" y="30372"/>
                  </a:lnTo>
                  <a:close/>
                  <a:moveTo>
                    <a:pt x="41726" y="22573"/>
                  </a:moveTo>
                  <a:lnTo>
                    <a:pt x="35418" y="33515"/>
                  </a:lnTo>
                  <a:lnTo>
                    <a:pt x="31885" y="33538"/>
                  </a:lnTo>
                  <a:lnTo>
                    <a:pt x="31885" y="33538"/>
                  </a:lnTo>
                  <a:lnTo>
                    <a:pt x="38217" y="22573"/>
                  </a:lnTo>
                  <a:close/>
                  <a:moveTo>
                    <a:pt x="27917" y="23009"/>
                  </a:moveTo>
                  <a:lnTo>
                    <a:pt x="29913" y="26518"/>
                  </a:lnTo>
                  <a:lnTo>
                    <a:pt x="31931" y="30028"/>
                  </a:lnTo>
                  <a:lnTo>
                    <a:pt x="29936" y="33538"/>
                  </a:lnTo>
                  <a:lnTo>
                    <a:pt x="26403" y="33538"/>
                  </a:lnTo>
                  <a:lnTo>
                    <a:pt x="28422" y="30028"/>
                  </a:lnTo>
                  <a:lnTo>
                    <a:pt x="26105" y="26128"/>
                  </a:lnTo>
                  <a:lnTo>
                    <a:pt x="27917" y="23009"/>
                  </a:lnTo>
                  <a:close/>
                  <a:moveTo>
                    <a:pt x="115315" y="28927"/>
                  </a:moveTo>
                  <a:lnTo>
                    <a:pt x="115568" y="28973"/>
                  </a:lnTo>
                  <a:lnTo>
                    <a:pt x="115797" y="29019"/>
                  </a:lnTo>
                  <a:lnTo>
                    <a:pt x="116026" y="29110"/>
                  </a:lnTo>
                  <a:lnTo>
                    <a:pt x="116233" y="29202"/>
                  </a:lnTo>
                  <a:lnTo>
                    <a:pt x="116462" y="29340"/>
                  </a:lnTo>
                  <a:lnTo>
                    <a:pt x="116669" y="29500"/>
                  </a:lnTo>
                  <a:lnTo>
                    <a:pt x="116852" y="29684"/>
                  </a:lnTo>
                  <a:lnTo>
                    <a:pt x="117036" y="29913"/>
                  </a:lnTo>
                  <a:lnTo>
                    <a:pt x="117219" y="30166"/>
                  </a:lnTo>
                  <a:lnTo>
                    <a:pt x="117357" y="30441"/>
                  </a:lnTo>
                  <a:lnTo>
                    <a:pt x="117449" y="30693"/>
                  </a:lnTo>
                  <a:lnTo>
                    <a:pt x="117540" y="30946"/>
                  </a:lnTo>
                  <a:lnTo>
                    <a:pt x="117563" y="31198"/>
                  </a:lnTo>
                  <a:lnTo>
                    <a:pt x="117586" y="31450"/>
                  </a:lnTo>
                  <a:lnTo>
                    <a:pt x="117586" y="31703"/>
                  </a:lnTo>
                  <a:lnTo>
                    <a:pt x="117540" y="31932"/>
                  </a:lnTo>
                  <a:lnTo>
                    <a:pt x="117472" y="32161"/>
                  </a:lnTo>
                  <a:lnTo>
                    <a:pt x="117403" y="32368"/>
                  </a:lnTo>
                  <a:lnTo>
                    <a:pt x="117311" y="32574"/>
                  </a:lnTo>
                  <a:lnTo>
                    <a:pt x="117173" y="32781"/>
                  </a:lnTo>
                  <a:lnTo>
                    <a:pt x="117036" y="32964"/>
                  </a:lnTo>
                  <a:lnTo>
                    <a:pt x="116898" y="33125"/>
                  </a:lnTo>
                  <a:lnTo>
                    <a:pt x="116715" y="33285"/>
                  </a:lnTo>
                  <a:lnTo>
                    <a:pt x="116554" y="33423"/>
                  </a:lnTo>
                  <a:lnTo>
                    <a:pt x="116348" y="33561"/>
                  </a:lnTo>
                  <a:lnTo>
                    <a:pt x="116141" y="33675"/>
                  </a:lnTo>
                  <a:lnTo>
                    <a:pt x="115935" y="33767"/>
                  </a:lnTo>
                  <a:lnTo>
                    <a:pt x="115728" y="33859"/>
                  </a:lnTo>
                  <a:lnTo>
                    <a:pt x="115499" y="33905"/>
                  </a:lnTo>
                  <a:lnTo>
                    <a:pt x="115269" y="33951"/>
                  </a:lnTo>
                  <a:lnTo>
                    <a:pt x="115040" y="33973"/>
                  </a:lnTo>
                  <a:lnTo>
                    <a:pt x="114811" y="33951"/>
                  </a:lnTo>
                  <a:lnTo>
                    <a:pt x="114581" y="33928"/>
                  </a:lnTo>
                  <a:lnTo>
                    <a:pt x="114352" y="33882"/>
                  </a:lnTo>
                  <a:lnTo>
                    <a:pt x="114122" y="33813"/>
                  </a:lnTo>
                  <a:lnTo>
                    <a:pt x="113916" y="33698"/>
                  </a:lnTo>
                  <a:lnTo>
                    <a:pt x="113687" y="33584"/>
                  </a:lnTo>
                  <a:lnTo>
                    <a:pt x="113480" y="33423"/>
                  </a:lnTo>
                  <a:lnTo>
                    <a:pt x="113297" y="33239"/>
                  </a:lnTo>
                  <a:lnTo>
                    <a:pt x="113113" y="33033"/>
                  </a:lnTo>
                  <a:lnTo>
                    <a:pt x="112930" y="32804"/>
                  </a:lnTo>
                  <a:lnTo>
                    <a:pt x="112792" y="32528"/>
                  </a:lnTo>
                  <a:lnTo>
                    <a:pt x="112677" y="32253"/>
                  </a:lnTo>
                  <a:lnTo>
                    <a:pt x="112586" y="32001"/>
                  </a:lnTo>
                  <a:lnTo>
                    <a:pt x="112540" y="31748"/>
                  </a:lnTo>
                  <a:lnTo>
                    <a:pt x="112517" y="31496"/>
                  </a:lnTo>
                  <a:lnTo>
                    <a:pt x="112517" y="31244"/>
                  </a:lnTo>
                  <a:lnTo>
                    <a:pt x="112563" y="31014"/>
                  </a:lnTo>
                  <a:lnTo>
                    <a:pt x="112609" y="30762"/>
                  </a:lnTo>
                  <a:lnTo>
                    <a:pt x="112700" y="30556"/>
                  </a:lnTo>
                  <a:lnTo>
                    <a:pt x="112792" y="30349"/>
                  </a:lnTo>
                  <a:lnTo>
                    <a:pt x="112930" y="30143"/>
                  </a:lnTo>
                  <a:lnTo>
                    <a:pt x="113067" y="29959"/>
                  </a:lnTo>
                  <a:lnTo>
                    <a:pt x="113205" y="29776"/>
                  </a:lnTo>
                  <a:lnTo>
                    <a:pt x="113388" y="29615"/>
                  </a:lnTo>
                  <a:lnTo>
                    <a:pt x="113572" y="29454"/>
                  </a:lnTo>
                  <a:lnTo>
                    <a:pt x="113755" y="29340"/>
                  </a:lnTo>
                  <a:lnTo>
                    <a:pt x="113962" y="29225"/>
                  </a:lnTo>
                  <a:lnTo>
                    <a:pt x="114191" y="29110"/>
                  </a:lnTo>
                  <a:lnTo>
                    <a:pt x="114398" y="29042"/>
                  </a:lnTo>
                  <a:lnTo>
                    <a:pt x="114627" y="28996"/>
                  </a:lnTo>
                  <a:lnTo>
                    <a:pt x="114857" y="28950"/>
                  </a:lnTo>
                  <a:lnTo>
                    <a:pt x="115086" y="28927"/>
                  </a:lnTo>
                  <a:close/>
                  <a:moveTo>
                    <a:pt x="135204" y="31771"/>
                  </a:moveTo>
                  <a:lnTo>
                    <a:pt x="136970" y="34822"/>
                  </a:lnTo>
                  <a:lnTo>
                    <a:pt x="133437" y="34822"/>
                  </a:lnTo>
                  <a:lnTo>
                    <a:pt x="131671" y="31771"/>
                  </a:lnTo>
                  <a:close/>
                  <a:moveTo>
                    <a:pt x="119376" y="24339"/>
                  </a:moveTo>
                  <a:lnTo>
                    <a:pt x="121394" y="27826"/>
                  </a:lnTo>
                  <a:lnTo>
                    <a:pt x="123413" y="31358"/>
                  </a:lnTo>
                  <a:lnTo>
                    <a:pt x="121394" y="34845"/>
                  </a:lnTo>
                  <a:lnTo>
                    <a:pt x="117862" y="34845"/>
                  </a:lnTo>
                  <a:lnTo>
                    <a:pt x="119903" y="31335"/>
                  </a:lnTo>
                  <a:lnTo>
                    <a:pt x="117586" y="27459"/>
                  </a:lnTo>
                  <a:lnTo>
                    <a:pt x="119376" y="24339"/>
                  </a:lnTo>
                  <a:close/>
                  <a:moveTo>
                    <a:pt x="133208" y="23903"/>
                  </a:moveTo>
                  <a:lnTo>
                    <a:pt x="126877" y="34845"/>
                  </a:lnTo>
                  <a:lnTo>
                    <a:pt x="123367" y="34845"/>
                  </a:lnTo>
                  <a:lnTo>
                    <a:pt x="129675" y="23903"/>
                  </a:lnTo>
                  <a:close/>
                  <a:moveTo>
                    <a:pt x="57623" y="30510"/>
                  </a:moveTo>
                  <a:lnTo>
                    <a:pt x="57853" y="30533"/>
                  </a:lnTo>
                  <a:lnTo>
                    <a:pt x="58082" y="30556"/>
                  </a:lnTo>
                  <a:lnTo>
                    <a:pt x="58311" y="30601"/>
                  </a:lnTo>
                  <a:lnTo>
                    <a:pt x="58541" y="30693"/>
                  </a:lnTo>
                  <a:lnTo>
                    <a:pt x="58770" y="30785"/>
                  </a:lnTo>
                  <a:lnTo>
                    <a:pt x="58977" y="30923"/>
                  </a:lnTo>
                  <a:lnTo>
                    <a:pt x="59183" y="31083"/>
                  </a:lnTo>
                  <a:lnTo>
                    <a:pt x="59390" y="31290"/>
                  </a:lnTo>
                  <a:lnTo>
                    <a:pt x="59573" y="31496"/>
                  </a:lnTo>
                  <a:lnTo>
                    <a:pt x="59757" y="31748"/>
                  </a:lnTo>
                  <a:lnTo>
                    <a:pt x="59894" y="32024"/>
                  </a:lnTo>
                  <a:lnTo>
                    <a:pt x="59986" y="32276"/>
                  </a:lnTo>
                  <a:lnTo>
                    <a:pt x="60055" y="32528"/>
                  </a:lnTo>
                  <a:lnTo>
                    <a:pt x="60101" y="32781"/>
                  </a:lnTo>
                  <a:lnTo>
                    <a:pt x="60124" y="33033"/>
                  </a:lnTo>
                  <a:lnTo>
                    <a:pt x="60101" y="33285"/>
                  </a:lnTo>
                  <a:lnTo>
                    <a:pt x="60078" y="33515"/>
                  </a:lnTo>
                  <a:lnTo>
                    <a:pt x="60009" y="33744"/>
                  </a:lnTo>
                  <a:lnTo>
                    <a:pt x="59940" y="33951"/>
                  </a:lnTo>
                  <a:lnTo>
                    <a:pt x="59825" y="34157"/>
                  </a:lnTo>
                  <a:lnTo>
                    <a:pt x="59711" y="34363"/>
                  </a:lnTo>
                  <a:lnTo>
                    <a:pt x="59573" y="34547"/>
                  </a:lnTo>
                  <a:lnTo>
                    <a:pt x="59413" y="34708"/>
                  </a:lnTo>
                  <a:lnTo>
                    <a:pt x="59252" y="34868"/>
                  </a:lnTo>
                  <a:lnTo>
                    <a:pt x="59068" y="35029"/>
                  </a:lnTo>
                  <a:lnTo>
                    <a:pt x="58885" y="35143"/>
                  </a:lnTo>
                  <a:lnTo>
                    <a:pt x="58678" y="35258"/>
                  </a:lnTo>
                  <a:lnTo>
                    <a:pt x="58472" y="35350"/>
                  </a:lnTo>
                  <a:lnTo>
                    <a:pt x="58243" y="35442"/>
                  </a:lnTo>
                  <a:lnTo>
                    <a:pt x="58036" y="35487"/>
                  </a:lnTo>
                  <a:lnTo>
                    <a:pt x="57807" y="35533"/>
                  </a:lnTo>
                  <a:lnTo>
                    <a:pt x="57577" y="35556"/>
                  </a:lnTo>
                  <a:lnTo>
                    <a:pt x="57348" y="35556"/>
                  </a:lnTo>
                  <a:lnTo>
                    <a:pt x="57119" y="35510"/>
                  </a:lnTo>
                  <a:lnTo>
                    <a:pt x="56889" y="35465"/>
                  </a:lnTo>
                  <a:lnTo>
                    <a:pt x="56660" y="35396"/>
                  </a:lnTo>
                  <a:lnTo>
                    <a:pt x="56430" y="35304"/>
                  </a:lnTo>
                  <a:lnTo>
                    <a:pt x="56224" y="35166"/>
                  </a:lnTo>
                  <a:lnTo>
                    <a:pt x="56018" y="35006"/>
                  </a:lnTo>
                  <a:lnTo>
                    <a:pt x="55811" y="34822"/>
                  </a:lnTo>
                  <a:lnTo>
                    <a:pt x="55628" y="34616"/>
                  </a:lnTo>
                  <a:lnTo>
                    <a:pt x="55467" y="34386"/>
                  </a:lnTo>
                  <a:lnTo>
                    <a:pt x="55306" y="34111"/>
                  </a:lnTo>
                  <a:lnTo>
                    <a:pt x="55192" y="33859"/>
                  </a:lnTo>
                  <a:lnTo>
                    <a:pt x="55123" y="33584"/>
                  </a:lnTo>
                  <a:lnTo>
                    <a:pt x="55077" y="33331"/>
                  </a:lnTo>
                  <a:lnTo>
                    <a:pt x="55054" y="33079"/>
                  </a:lnTo>
                  <a:lnTo>
                    <a:pt x="55054" y="32827"/>
                  </a:lnTo>
                  <a:lnTo>
                    <a:pt x="55100" y="32597"/>
                  </a:lnTo>
                  <a:lnTo>
                    <a:pt x="55146" y="32368"/>
                  </a:lnTo>
                  <a:lnTo>
                    <a:pt x="55238" y="32138"/>
                  </a:lnTo>
                  <a:lnTo>
                    <a:pt x="55329" y="31932"/>
                  </a:lnTo>
                  <a:lnTo>
                    <a:pt x="55444" y="31725"/>
                  </a:lnTo>
                  <a:lnTo>
                    <a:pt x="55582" y="31542"/>
                  </a:lnTo>
                  <a:lnTo>
                    <a:pt x="55742" y="31358"/>
                  </a:lnTo>
                  <a:lnTo>
                    <a:pt x="55903" y="31198"/>
                  </a:lnTo>
                  <a:lnTo>
                    <a:pt x="56086" y="31060"/>
                  </a:lnTo>
                  <a:lnTo>
                    <a:pt x="56293" y="30923"/>
                  </a:lnTo>
                  <a:lnTo>
                    <a:pt x="56499" y="30808"/>
                  </a:lnTo>
                  <a:lnTo>
                    <a:pt x="56706" y="30716"/>
                  </a:lnTo>
                  <a:lnTo>
                    <a:pt x="56935" y="30624"/>
                  </a:lnTo>
                  <a:lnTo>
                    <a:pt x="57164" y="30578"/>
                  </a:lnTo>
                  <a:lnTo>
                    <a:pt x="57394" y="30533"/>
                  </a:lnTo>
                  <a:lnTo>
                    <a:pt x="57623" y="30510"/>
                  </a:lnTo>
                  <a:close/>
                  <a:moveTo>
                    <a:pt x="77718" y="33262"/>
                  </a:moveTo>
                  <a:lnTo>
                    <a:pt x="79484" y="36336"/>
                  </a:lnTo>
                  <a:lnTo>
                    <a:pt x="75952" y="36336"/>
                  </a:lnTo>
                  <a:lnTo>
                    <a:pt x="74185" y="33285"/>
                  </a:lnTo>
                  <a:lnTo>
                    <a:pt x="77718" y="33262"/>
                  </a:lnTo>
                  <a:close/>
                  <a:moveTo>
                    <a:pt x="75722" y="25486"/>
                  </a:moveTo>
                  <a:lnTo>
                    <a:pt x="69414" y="36428"/>
                  </a:lnTo>
                  <a:lnTo>
                    <a:pt x="65904" y="36451"/>
                  </a:lnTo>
                  <a:lnTo>
                    <a:pt x="65904" y="36451"/>
                  </a:lnTo>
                  <a:lnTo>
                    <a:pt x="72213" y="25486"/>
                  </a:lnTo>
                  <a:close/>
                  <a:moveTo>
                    <a:pt x="61913" y="25922"/>
                  </a:moveTo>
                  <a:lnTo>
                    <a:pt x="63909" y="29432"/>
                  </a:lnTo>
                  <a:lnTo>
                    <a:pt x="65950" y="32941"/>
                  </a:lnTo>
                  <a:lnTo>
                    <a:pt x="63932" y="36428"/>
                  </a:lnTo>
                  <a:lnTo>
                    <a:pt x="60399" y="36451"/>
                  </a:lnTo>
                  <a:lnTo>
                    <a:pt x="62418" y="32941"/>
                  </a:lnTo>
                  <a:lnTo>
                    <a:pt x="60124" y="29042"/>
                  </a:lnTo>
                  <a:lnTo>
                    <a:pt x="61913" y="25922"/>
                  </a:lnTo>
                  <a:close/>
                  <a:moveTo>
                    <a:pt x="148554" y="31519"/>
                  </a:moveTo>
                  <a:lnTo>
                    <a:pt x="148784" y="31542"/>
                  </a:lnTo>
                  <a:lnTo>
                    <a:pt x="149013" y="31588"/>
                  </a:lnTo>
                  <a:lnTo>
                    <a:pt x="149242" y="31680"/>
                  </a:lnTo>
                  <a:lnTo>
                    <a:pt x="149449" y="31794"/>
                  </a:lnTo>
                  <a:lnTo>
                    <a:pt x="149678" y="31909"/>
                  </a:lnTo>
                  <a:lnTo>
                    <a:pt x="149885" y="32070"/>
                  </a:lnTo>
                  <a:lnTo>
                    <a:pt x="150091" y="32276"/>
                  </a:lnTo>
                  <a:lnTo>
                    <a:pt x="150275" y="32482"/>
                  </a:lnTo>
                  <a:lnTo>
                    <a:pt x="150435" y="32735"/>
                  </a:lnTo>
                  <a:lnTo>
                    <a:pt x="150573" y="33010"/>
                  </a:lnTo>
                  <a:lnTo>
                    <a:pt x="150665" y="33262"/>
                  </a:lnTo>
                  <a:lnTo>
                    <a:pt x="150756" y="33515"/>
                  </a:lnTo>
                  <a:lnTo>
                    <a:pt x="150802" y="33790"/>
                  </a:lnTo>
                  <a:lnTo>
                    <a:pt x="150802" y="34019"/>
                  </a:lnTo>
                  <a:lnTo>
                    <a:pt x="150802" y="34272"/>
                  </a:lnTo>
                  <a:lnTo>
                    <a:pt x="150756" y="34501"/>
                  </a:lnTo>
                  <a:lnTo>
                    <a:pt x="150711" y="34730"/>
                  </a:lnTo>
                  <a:lnTo>
                    <a:pt x="150619" y="34937"/>
                  </a:lnTo>
                  <a:lnTo>
                    <a:pt x="150527" y="35143"/>
                  </a:lnTo>
                  <a:lnTo>
                    <a:pt x="150389" y="35350"/>
                  </a:lnTo>
                  <a:lnTo>
                    <a:pt x="150252" y="35533"/>
                  </a:lnTo>
                  <a:lnTo>
                    <a:pt x="150114" y="35717"/>
                  </a:lnTo>
                  <a:lnTo>
                    <a:pt x="149954" y="35877"/>
                  </a:lnTo>
                  <a:lnTo>
                    <a:pt x="149770" y="36015"/>
                  </a:lnTo>
                  <a:lnTo>
                    <a:pt x="149564" y="36130"/>
                  </a:lnTo>
                  <a:lnTo>
                    <a:pt x="149357" y="36244"/>
                  </a:lnTo>
                  <a:lnTo>
                    <a:pt x="149151" y="36359"/>
                  </a:lnTo>
                  <a:lnTo>
                    <a:pt x="148944" y="36428"/>
                  </a:lnTo>
                  <a:lnTo>
                    <a:pt x="148715" y="36474"/>
                  </a:lnTo>
                  <a:lnTo>
                    <a:pt x="148485" y="36520"/>
                  </a:lnTo>
                  <a:lnTo>
                    <a:pt x="148256" y="36543"/>
                  </a:lnTo>
                  <a:lnTo>
                    <a:pt x="148027" y="36543"/>
                  </a:lnTo>
                  <a:lnTo>
                    <a:pt x="147797" y="36520"/>
                  </a:lnTo>
                  <a:lnTo>
                    <a:pt x="147568" y="36451"/>
                  </a:lnTo>
                  <a:lnTo>
                    <a:pt x="147338" y="36382"/>
                  </a:lnTo>
                  <a:lnTo>
                    <a:pt x="147132" y="36290"/>
                  </a:lnTo>
                  <a:lnTo>
                    <a:pt x="146903" y="36153"/>
                  </a:lnTo>
                  <a:lnTo>
                    <a:pt x="146696" y="36015"/>
                  </a:lnTo>
                  <a:lnTo>
                    <a:pt x="146513" y="35832"/>
                  </a:lnTo>
                  <a:lnTo>
                    <a:pt x="146329" y="35625"/>
                  </a:lnTo>
                  <a:lnTo>
                    <a:pt x="146146" y="35373"/>
                  </a:lnTo>
                  <a:lnTo>
                    <a:pt x="146008" y="35098"/>
                  </a:lnTo>
                  <a:lnTo>
                    <a:pt x="145893" y="34845"/>
                  </a:lnTo>
                  <a:lnTo>
                    <a:pt x="145802" y="34570"/>
                  </a:lnTo>
                  <a:lnTo>
                    <a:pt x="145756" y="34318"/>
                  </a:lnTo>
                  <a:lnTo>
                    <a:pt x="145733" y="34065"/>
                  </a:lnTo>
                  <a:lnTo>
                    <a:pt x="145756" y="33813"/>
                  </a:lnTo>
                  <a:lnTo>
                    <a:pt x="145779" y="33584"/>
                  </a:lnTo>
                  <a:lnTo>
                    <a:pt x="145847" y="33354"/>
                  </a:lnTo>
                  <a:lnTo>
                    <a:pt x="145916" y="33125"/>
                  </a:lnTo>
                  <a:lnTo>
                    <a:pt x="146008" y="32918"/>
                  </a:lnTo>
                  <a:lnTo>
                    <a:pt x="146146" y="32712"/>
                  </a:lnTo>
                  <a:lnTo>
                    <a:pt x="146283" y="32528"/>
                  </a:lnTo>
                  <a:lnTo>
                    <a:pt x="146421" y="32345"/>
                  </a:lnTo>
                  <a:lnTo>
                    <a:pt x="146604" y="32184"/>
                  </a:lnTo>
                  <a:lnTo>
                    <a:pt x="146788" y="32047"/>
                  </a:lnTo>
                  <a:lnTo>
                    <a:pt x="146971" y="31909"/>
                  </a:lnTo>
                  <a:lnTo>
                    <a:pt x="147178" y="31794"/>
                  </a:lnTo>
                  <a:lnTo>
                    <a:pt x="147407" y="31703"/>
                  </a:lnTo>
                  <a:lnTo>
                    <a:pt x="147614" y="31611"/>
                  </a:lnTo>
                  <a:lnTo>
                    <a:pt x="147843" y="31565"/>
                  </a:lnTo>
                  <a:lnTo>
                    <a:pt x="148072" y="31519"/>
                  </a:lnTo>
                  <a:close/>
                  <a:moveTo>
                    <a:pt x="168993" y="34501"/>
                  </a:moveTo>
                  <a:lnTo>
                    <a:pt x="170759" y="37575"/>
                  </a:lnTo>
                  <a:lnTo>
                    <a:pt x="167227" y="37575"/>
                  </a:lnTo>
                  <a:lnTo>
                    <a:pt x="165460" y="34524"/>
                  </a:lnTo>
                  <a:lnTo>
                    <a:pt x="168993" y="34501"/>
                  </a:lnTo>
                  <a:close/>
                  <a:moveTo>
                    <a:pt x="153165" y="27161"/>
                  </a:moveTo>
                  <a:lnTo>
                    <a:pt x="155184" y="30670"/>
                  </a:lnTo>
                  <a:lnTo>
                    <a:pt x="157202" y="34180"/>
                  </a:lnTo>
                  <a:lnTo>
                    <a:pt x="155184" y="37667"/>
                  </a:lnTo>
                  <a:lnTo>
                    <a:pt x="151651" y="37690"/>
                  </a:lnTo>
                  <a:lnTo>
                    <a:pt x="153693" y="34180"/>
                  </a:lnTo>
                  <a:lnTo>
                    <a:pt x="151376" y="30280"/>
                  </a:lnTo>
                  <a:lnTo>
                    <a:pt x="153165" y="27161"/>
                  </a:lnTo>
                  <a:close/>
                  <a:moveTo>
                    <a:pt x="166997" y="26725"/>
                  </a:moveTo>
                  <a:lnTo>
                    <a:pt x="160666" y="37667"/>
                  </a:lnTo>
                  <a:lnTo>
                    <a:pt x="157156" y="37690"/>
                  </a:lnTo>
                  <a:lnTo>
                    <a:pt x="163465" y="26725"/>
                  </a:lnTo>
                  <a:close/>
                  <a:moveTo>
                    <a:pt x="20898" y="35166"/>
                  </a:moveTo>
                  <a:lnTo>
                    <a:pt x="22664" y="38217"/>
                  </a:lnTo>
                  <a:lnTo>
                    <a:pt x="19131" y="38217"/>
                  </a:lnTo>
                  <a:lnTo>
                    <a:pt x="17365" y="35189"/>
                  </a:lnTo>
                  <a:lnTo>
                    <a:pt x="20898" y="35166"/>
                  </a:lnTo>
                  <a:close/>
                  <a:moveTo>
                    <a:pt x="5070" y="27826"/>
                  </a:moveTo>
                  <a:lnTo>
                    <a:pt x="7088" y="31313"/>
                  </a:lnTo>
                  <a:lnTo>
                    <a:pt x="9107" y="34845"/>
                  </a:lnTo>
                  <a:lnTo>
                    <a:pt x="7088" y="38332"/>
                  </a:lnTo>
                  <a:lnTo>
                    <a:pt x="3556" y="38332"/>
                  </a:lnTo>
                  <a:lnTo>
                    <a:pt x="5597" y="34822"/>
                  </a:lnTo>
                  <a:lnTo>
                    <a:pt x="3280" y="30923"/>
                  </a:lnTo>
                  <a:lnTo>
                    <a:pt x="5070" y="27826"/>
                  </a:lnTo>
                  <a:close/>
                  <a:moveTo>
                    <a:pt x="18902" y="27390"/>
                  </a:moveTo>
                  <a:lnTo>
                    <a:pt x="12571" y="38332"/>
                  </a:lnTo>
                  <a:lnTo>
                    <a:pt x="9061" y="38332"/>
                  </a:lnTo>
                  <a:lnTo>
                    <a:pt x="15369" y="27390"/>
                  </a:lnTo>
                  <a:close/>
                  <a:moveTo>
                    <a:pt x="92514" y="33561"/>
                  </a:moveTo>
                  <a:lnTo>
                    <a:pt x="92766" y="33584"/>
                  </a:lnTo>
                  <a:lnTo>
                    <a:pt x="92995" y="33652"/>
                  </a:lnTo>
                  <a:lnTo>
                    <a:pt x="93225" y="33721"/>
                  </a:lnTo>
                  <a:lnTo>
                    <a:pt x="93431" y="33836"/>
                  </a:lnTo>
                  <a:lnTo>
                    <a:pt x="93661" y="33973"/>
                  </a:lnTo>
                  <a:lnTo>
                    <a:pt x="93867" y="34134"/>
                  </a:lnTo>
                  <a:lnTo>
                    <a:pt x="94051" y="34318"/>
                  </a:lnTo>
                  <a:lnTo>
                    <a:pt x="94234" y="34547"/>
                  </a:lnTo>
                  <a:lnTo>
                    <a:pt x="94418" y="34799"/>
                  </a:lnTo>
                  <a:lnTo>
                    <a:pt x="94555" y="35052"/>
                  </a:lnTo>
                  <a:lnTo>
                    <a:pt x="94647" y="35304"/>
                  </a:lnTo>
                  <a:lnTo>
                    <a:pt x="94739" y="35579"/>
                  </a:lnTo>
                  <a:lnTo>
                    <a:pt x="94762" y="35832"/>
                  </a:lnTo>
                  <a:lnTo>
                    <a:pt x="94785" y="36084"/>
                  </a:lnTo>
                  <a:lnTo>
                    <a:pt x="94785" y="36313"/>
                  </a:lnTo>
                  <a:lnTo>
                    <a:pt x="94739" y="36543"/>
                  </a:lnTo>
                  <a:lnTo>
                    <a:pt x="94670" y="36772"/>
                  </a:lnTo>
                  <a:lnTo>
                    <a:pt x="94601" y="37001"/>
                  </a:lnTo>
                  <a:lnTo>
                    <a:pt x="94509" y="37208"/>
                  </a:lnTo>
                  <a:lnTo>
                    <a:pt x="94372" y="37391"/>
                  </a:lnTo>
                  <a:lnTo>
                    <a:pt x="94234" y="37575"/>
                  </a:lnTo>
                  <a:lnTo>
                    <a:pt x="94097" y="37758"/>
                  </a:lnTo>
                  <a:lnTo>
                    <a:pt x="93913" y="37919"/>
                  </a:lnTo>
                  <a:lnTo>
                    <a:pt x="93752" y="38057"/>
                  </a:lnTo>
                  <a:lnTo>
                    <a:pt x="93546" y="38194"/>
                  </a:lnTo>
                  <a:lnTo>
                    <a:pt x="93340" y="38309"/>
                  </a:lnTo>
                  <a:lnTo>
                    <a:pt x="93133" y="38401"/>
                  </a:lnTo>
                  <a:lnTo>
                    <a:pt x="92927" y="38470"/>
                  </a:lnTo>
                  <a:lnTo>
                    <a:pt x="92697" y="38538"/>
                  </a:lnTo>
                  <a:lnTo>
                    <a:pt x="92468" y="38561"/>
                  </a:lnTo>
                  <a:lnTo>
                    <a:pt x="92239" y="38584"/>
                  </a:lnTo>
                  <a:lnTo>
                    <a:pt x="92009" y="38584"/>
                  </a:lnTo>
                  <a:lnTo>
                    <a:pt x="91780" y="38561"/>
                  </a:lnTo>
                  <a:lnTo>
                    <a:pt x="91550" y="38515"/>
                  </a:lnTo>
                  <a:lnTo>
                    <a:pt x="91321" y="38424"/>
                  </a:lnTo>
                  <a:lnTo>
                    <a:pt x="91114" y="38332"/>
                  </a:lnTo>
                  <a:lnTo>
                    <a:pt x="90885" y="38217"/>
                  </a:lnTo>
                  <a:lnTo>
                    <a:pt x="90679" y="38057"/>
                  </a:lnTo>
                  <a:lnTo>
                    <a:pt x="90495" y="37873"/>
                  </a:lnTo>
                  <a:lnTo>
                    <a:pt x="90312" y="37667"/>
                  </a:lnTo>
                  <a:lnTo>
                    <a:pt x="90128" y="37414"/>
                  </a:lnTo>
                  <a:lnTo>
                    <a:pt x="89990" y="37162"/>
                  </a:lnTo>
                  <a:lnTo>
                    <a:pt x="89876" y="36887"/>
                  </a:lnTo>
                  <a:lnTo>
                    <a:pt x="89784" y="36634"/>
                  </a:lnTo>
                  <a:lnTo>
                    <a:pt x="89738" y="36359"/>
                  </a:lnTo>
                  <a:lnTo>
                    <a:pt x="89715" y="36107"/>
                  </a:lnTo>
                  <a:lnTo>
                    <a:pt x="89715" y="35877"/>
                  </a:lnTo>
                  <a:lnTo>
                    <a:pt x="89761" y="35625"/>
                  </a:lnTo>
                  <a:lnTo>
                    <a:pt x="89807" y="35396"/>
                  </a:lnTo>
                  <a:lnTo>
                    <a:pt x="89899" y="35166"/>
                  </a:lnTo>
                  <a:lnTo>
                    <a:pt x="89990" y="34960"/>
                  </a:lnTo>
                  <a:lnTo>
                    <a:pt x="90128" y="34753"/>
                  </a:lnTo>
                  <a:lnTo>
                    <a:pt x="90266" y="34570"/>
                  </a:lnTo>
                  <a:lnTo>
                    <a:pt x="90403" y="34386"/>
                  </a:lnTo>
                  <a:lnTo>
                    <a:pt x="90587" y="34226"/>
                  </a:lnTo>
                  <a:lnTo>
                    <a:pt x="90770" y="34088"/>
                  </a:lnTo>
                  <a:lnTo>
                    <a:pt x="90954" y="33951"/>
                  </a:lnTo>
                  <a:lnTo>
                    <a:pt x="91160" y="33836"/>
                  </a:lnTo>
                  <a:lnTo>
                    <a:pt x="91390" y="33744"/>
                  </a:lnTo>
                  <a:lnTo>
                    <a:pt x="91596" y="33675"/>
                  </a:lnTo>
                  <a:lnTo>
                    <a:pt x="91826" y="33606"/>
                  </a:lnTo>
                  <a:lnTo>
                    <a:pt x="92055" y="33561"/>
                  </a:lnTo>
                  <a:close/>
                  <a:moveTo>
                    <a:pt x="96574" y="28973"/>
                  </a:moveTo>
                  <a:lnTo>
                    <a:pt x="98593" y="32460"/>
                  </a:lnTo>
                  <a:lnTo>
                    <a:pt x="100611" y="35969"/>
                  </a:lnTo>
                  <a:lnTo>
                    <a:pt x="98593" y="39479"/>
                  </a:lnTo>
                  <a:lnTo>
                    <a:pt x="95060" y="39479"/>
                  </a:lnTo>
                  <a:lnTo>
                    <a:pt x="97102" y="35969"/>
                  </a:lnTo>
                  <a:lnTo>
                    <a:pt x="94785" y="32070"/>
                  </a:lnTo>
                  <a:lnTo>
                    <a:pt x="96574" y="28973"/>
                  </a:lnTo>
                  <a:close/>
                  <a:moveTo>
                    <a:pt x="110406" y="28514"/>
                  </a:moveTo>
                  <a:lnTo>
                    <a:pt x="104075" y="39479"/>
                  </a:lnTo>
                  <a:lnTo>
                    <a:pt x="100565" y="39479"/>
                  </a:lnTo>
                  <a:lnTo>
                    <a:pt x="106874" y="28514"/>
                  </a:lnTo>
                  <a:close/>
                  <a:moveTo>
                    <a:pt x="112104" y="36405"/>
                  </a:moveTo>
                  <a:lnTo>
                    <a:pt x="113870" y="39479"/>
                  </a:lnTo>
                  <a:lnTo>
                    <a:pt x="110338" y="39479"/>
                  </a:lnTo>
                  <a:lnTo>
                    <a:pt x="108571" y="36428"/>
                  </a:lnTo>
                  <a:lnTo>
                    <a:pt x="112104" y="36405"/>
                  </a:lnTo>
                  <a:close/>
                  <a:moveTo>
                    <a:pt x="34753" y="35166"/>
                  </a:moveTo>
                  <a:lnTo>
                    <a:pt x="34982" y="35189"/>
                  </a:lnTo>
                  <a:lnTo>
                    <a:pt x="35212" y="35258"/>
                  </a:lnTo>
                  <a:lnTo>
                    <a:pt x="35441" y="35327"/>
                  </a:lnTo>
                  <a:lnTo>
                    <a:pt x="35670" y="35442"/>
                  </a:lnTo>
                  <a:lnTo>
                    <a:pt x="35877" y="35579"/>
                  </a:lnTo>
                  <a:lnTo>
                    <a:pt x="36083" y="35740"/>
                  </a:lnTo>
                  <a:lnTo>
                    <a:pt x="36290" y="35923"/>
                  </a:lnTo>
                  <a:lnTo>
                    <a:pt x="36473" y="36153"/>
                  </a:lnTo>
                  <a:lnTo>
                    <a:pt x="36634" y="36405"/>
                  </a:lnTo>
                  <a:lnTo>
                    <a:pt x="36772" y="36657"/>
                  </a:lnTo>
                  <a:lnTo>
                    <a:pt x="36886" y="36933"/>
                  </a:lnTo>
                  <a:lnTo>
                    <a:pt x="36955" y="37185"/>
                  </a:lnTo>
                  <a:lnTo>
                    <a:pt x="37001" y="37437"/>
                  </a:lnTo>
                  <a:lnTo>
                    <a:pt x="37001" y="37690"/>
                  </a:lnTo>
                  <a:lnTo>
                    <a:pt x="37001" y="37919"/>
                  </a:lnTo>
                  <a:lnTo>
                    <a:pt x="36955" y="38148"/>
                  </a:lnTo>
                  <a:lnTo>
                    <a:pt x="36909" y="38378"/>
                  </a:lnTo>
                  <a:lnTo>
                    <a:pt x="36817" y="38607"/>
                  </a:lnTo>
                  <a:lnTo>
                    <a:pt x="36726" y="38814"/>
                  </a:lnTo>
                  <a:lnTo>
                    <a:pt x="36611" y="38997"/>
                  </a:lnTo>
                  <a:lnTo>
                    <a:pt x="36473" y="39181"/>
                  </a:lnTo>
                  <a:lnTo>
                    <a:pt x="36313" y="39364"/>
                  </a:lnTo>
                  <a:lnTo>
                    <a:pt x="36152" y="39525"/>
                  </a:lnTo>
                  <a:lnTo>
                    <a:pt x="35969" y="39662"/>
                  </a:lnTo>
                  <a:lnTo>
                    <a:pt x="35762" y="39800"/>
                  </a:lnTo>
                  <a:lnTo>
                    <a:pt x="35579" y="39915"/>
                  </a:lnTo>
                  <a:lnTo>
                    <a:pt x="35349" y="40007"/>
                  </a:lnTo>
                  <a:lnTo>
                    <a:pt x="35143" y="40075"/>
                  </a:lnTo>
                  <a:lnTo>
                    <a:pt x="34913" y="40144"/>
                  </a:lnTo>
                  <a:lnTo>
                    <a:pt x="34684" y="40167"/>
                  </a:lnTo>
                  <a:lnTo>
                    <a:pt x="34455" y="40190"/>
                  </a:lnTo>
                  <a:lnTo>
                    <a:pt x="34225" y="40190"/>
                  </a:lnTo>
                  <a:lnTo>
                    <a:pt x="33996" y="40167"/>
                  </a:lnTo>
                  <a:lnTo>
                    <a:pt x="33766" y="40121"/>
                  </a:lnTo>
                  <a:lnTo>
                    <a:pt x="33537" y="40029"/>
                  </a:lnTo>
                  <a:lnTo>
                    <a:pt x="33331" y="39938"/>
                  </a:lnTo>
                  <a:lnTo>
                    <a:pt x="33124" y="39823"/>
                  </a:lnTo>
                  <a:lnTo>
                    <a:pt x="32918" y="39662"/>
                  </a:lnTo>
                  <a:lnTo>
                    <a:pt x="32711" y="39479"/>
                  </a:lnTo>
                  <a:lnTo>
                    <a:pt x="32528" y="39272"/>
                  </a:lnTo>
                  <a:lnTo>
                    <a:pt x="32344" y="39020"/>
                  </a:lnTo>
                  <a:lnTo>
                    <a:pt x="32207" y="38768"/>
                  </a:lnTo>
                  <a:lnTo>
                    <a:pt x="32092" y="38493"/>
                  </a:lnTo>
                  <a:lnTo>
                    <a:pt x="32023" y="38240"/>
                  </a:lnTo>
                  <a:lnTo>
                    <a:pt x="31954" y="37965"/>
                  </a:lnTo>
                  <a:lnTo>
                    <a:pt x="31931" y="37713"/>
                  </a:lnTo>
                  <a:lnTo>
                    <a:pt x="31954" y="37483"/>
                  </a:lnTo>
                  <a:lnTo>
                    <a:pt x="31977" y="37231"/>
                  </a:lnTo>
                  <a:lnTo>
                    <a:pt x="32046" y="37001"/>
                  </a:lnTo>
                  <a:lnTo>
                    <a:pt x="32115" y="36772"/>
                  </a:lnTo>
                  <a:lnTo>
                    <a:pt x="32230" y="36566"/>
                  </a:lnTo>
                  <a:lnTo>
                    <a:pt x="32344" y="36359"/>
                  </a:lnTo>
                  <a:lnTo>
                    <a:pt x="32482" y="36176"/>
                  </a:lnTo>
                  <a:lnTo>
                    <a:pt x="32642" y="36015"/>
                  </a:lnTo>
                  <a:lnTo>
                    <a:pt x="32803" y="35832"/>
                  </a:lnTo>
                  <a:lnTo>
                    <a:pt x="32987" y="35694"/>
                  </a:lnTo>
                  <a:lnTo>
                    <a:pt x="33193" y="35556"/>
                  </a:lnTo>
                  <a:lnTo>
                    <a:pt x="33377" y="35442"/>
                  </a:lnTo>
                  <a:lnTo>
                    <a:pt x="33606" y="35350"/>
                  </a:lnTo>
                  <a:lnTo>
                    <a:pt x="33812" y="35281"/>
                  </a:lnTo>
                  <a:lnTo>
                    <a:pt x="34042" y="35212"/>
                  </a:lnTo>
                  <a:lnTo>
                    <a:pt x="34271" y="35189"/>
                  </a:lnTo>
                  <a:lnTo>
                    <a:pt x="34523" y="35166"/>
                  </a:lnTo>
                  <a:close/>
                  <a:moveTo>
                    <a:pt x="54618" y="37919"/>
                  </a:moveTo>
                  <a:lnTo>
                    <a:pt x="56385" y="40970"/>
                  </a:lnTo>
                  <a:lnTo>
                    <a:pt x="52852" y="40970"/>
                  </a:lnTo>
                  <a:lnTo>
                    <a:pt x="51086" y="37919"/>
                  </a:lnTo>
                  <a:close/>
                  <a:moveTo>
                    <a:pt x="38813" y="30578"/>
                  </a:moveTo>
                  <a:lnTo>
                    <a:pt x="40809" y="34065"/>
                  </a:lnTo>
                  <a:lnTo>
                    <a:pt x="42827" y="37575"/>
                  </a:lnTo>
                  <a:lnTo>
                    <a:pt x="40832" y="41085"/>
                  </a:lnTo>
                  <a:lnTo>
                    <a:pt x="37299" y="41085"/>
                  </a:lnTo>
                  <a:lnTo>
                    <a:pt x="39318" y="37575"/>
                  </a:lnTo>
                  <a:lnTo>
                    <a:pt x="37001" y="33675"/>
                  </a:lnTo>
                  <a:lnTo>
                    <a:pt x="38813" y="30578"/>
                  </a:lnTo>
                  <a:close/>
                  <a:moveTo>
                    <a:pt x="52623" y="30120"/>
                  </a:moveTo>
                  <a:lnTo>
                    <a:pt x="46314" y="41085"/>
                  </a:lnTo>
                  <a:lnTo>
                    <a:pt x="42782" y="41085"/>
                  </a:lnTo>
                  <a:lnTo>
                    <a:pt x="49113" y="30120"/>
                  </a:lnTo>
                  <a:close/>
                  <a:moveTo>
                    <a:pt x="125707" y="36313"/>
                  </a:moveTo>
                  <a:lnTo>
                    <a:pt x="125959" y="36359"/>
                  </a:lnTo>
                  <a:lnTo>
                    <a:pt x="126189" y="36405"/>
                  </a:lnTo>
                  <a:lnTo>
                    <a:pt x="126418" y="36474"/>
                  </a:lnTo>
                  <a:lnTo>
                    <a:pt x="126624" y="36589"/>
                  </a:lnTo>
                  <a:lnTo>
                    <a:pt x="126854" y="36726"/>
                  </a:lnTo>
                  <a:lnTo>
                    <a:pt x="127060" y="36887"/>
                  </a:lnTo>
                  <a:lnTo>
                    <a:pt x="127244" y="37070"/>
                  </a:lnTo>
                  <a:lnTo>
                    <a:pt x="127427" y="37300"/>
                  </a:lnTo>
                  <a:lnTo>
                    <a:pt x="127611" y="37552"/>
                  </a:lnTo>
                  <a:lnTo>
                    <a:pt x="127748" y="37804"/>
                  </a:lnTo>
                  <a:lnTo>
                    <a:pt x="127840" y="38080"/>
                  </a:lnTo>
                  <a:lnTo>
                    <a:pt x="127909" y="38332"/>
                  </a:lnTo>
                  <a:lnTo>
                    <a:pt x="127955" y="38584"/>
                  </a:lnTo>
                  <a:lnTo>
                    <a:pt x="127978" y="38837"/>
                  </a:lnTo>
                  <a:lnTo>
                    <a:pt x="127955" y="39066"/>
                  </a:lnTo>
                  <a:lnTo>
                    <a:pt x="127932" y="39318"/>
                  </a:lnTo>
                  <a:lnTo>
                    <a:pt x="127863" y="39525"/>
                  </a:lnTo>
                  <a:lnTo>
                    <a:pt x="127794" y="39754"/>
                  </a:lnTo>
                  <a:lnTo>
                    <a:pt x="127680" y="39961"/>
                  </a:lnTo>
                  <a:lnTo>
                    <a:pt x="127565" y="40167"/>
                  </a:lnTo>
                  <a:lnTo>
                    <a:pt x="127427" y="40351"/>
                  </a:lnTo>
                  <a:lnTo>
                    <a:pt x="127290" y="40511"/>
                  </a:lnTo>
                  <a:lnTo>
                    <a:pt x="127106" y="40672"/>
                  </a:lnTo>
                  <a:lnTo>
                    <a:pt x="126923" y="40809"/>
                  </a:lnTo>
                  <a:lnTo>
                    <a:pt x="126739" y="40947"/>
                  </a:lnTo>
                  <a:lnTo>
                    <a:pt x="126533" y="41062"/>
                  </a:lnTo>
                  <a:lnTo>
                    <a:pt x="126326" y="41153"/>
                  </a:lnTo>
                  <a:lnTo>
                    <a:pt x="126120" y="41222"/>
                  </a:lnTo>
                  <a:lnTo>
                    <a:pt x="125890" y="41291"/>
                  </a:lnTo>
                  <a:lnTo>
                    <a:pt x="125661" y="41337"/>
                  </a:lnTo>
                  <a:lnTo>
                    <a:pt x="125202" y="41337"/>
                  </a:lnTo>
                  <a:lnTo>
                    <a:pt x="124973" y="41314"/>
                  </a:lnTo>
                  <a:lnTo>
                    <a:pt x="124743" y="41268"/>
                  </a:lnTo>
                  <a:lnTo>
                    <a:pt x="124514" y="41199"/>
                  </a:lnTo>
                  <a:lnTo>
                    <a:pt x="124285" y="41085"/>
                  </a:lnTo>
                  <a:lnTo>
                    <a:pt x="124078" y="40970"/>
                  </a:lnTo>
                  <a:lnTo>
                    <a:pt x="123872" y="40809"/>
                  </a:lnTo>
                  <a:lnTo>
                    <a:pt x="123688" y="40626"/>
                  </a:lnTo>
                  <a:lnTo>
                    <a:pt x="123482" y="40419"/>
                  </a:lnTo>
                  <a:lnTo>
                    <a:pt x="123321" y="40190"/>
                  </a:lnTo>
                  <a:lnTo>
                    <a:pt x="123161" y="39915"/>
                  </a:lnTo>
                  <a:lnTo>
                    <a:pt x="123069" y="39639"/>
                  </a:lnTo>
                  <a:lnTo>
                    <a:pt x="122977" y="39387"/>
                  </a:lnTo>
                  <a:lnTo>
                    <a:pt x="122931" y="39135"/>
                  </a:lnTo>
                  <a:lnTo>
                    <a:pt x="122908" y="38882"/>
                  </a:lnTo>
                  <a:lnTo>
                    <a:pt x="122908" y="38630"/>
                  </a:lnTo>
                  <a:lnTo>
                    <a:pt x="122954" y="38378"/>
                  </a:lnTo>
                  <a:lnTo>
                    <a:pt x="123000" y="38148"/>
                  </a:lnTo>
                  <a:lnTo>
                    <a:pt x="123092" y="37942"/>
                  </a:lnTo>
                  <a:lnTo>
                    <a:pt x="123183" y="37713"/>
                  </a:lnTo>
                  <a:lnTo>
                    <a:pt x="123298" y="37529"/>
                  </a:lnTo>
                  <a:lnTo>
                    <a:pt x="123436" y="37323"/>
                  </a:lnTo>
                  <a:lnTo>
                    <a:pt x="123596" y="37162"/>
                  </a:lnTo>
                  <a:lnTo>
                    <a:pt x="123780" y="37001"/>
                  </a:lnTo>
                  <a:lnTo>
                    <a:pt x="123963" y="36841"/>
                  </a:lnTo>
                  <a:lnTo>
                    <a:pt x="124147" y="36726"/>
                  </a:lnTo>
                  <a:lnTo>
                    <a:pt x="124353" y="36612"/>
                  </a:lnTo>
                  <a:lnTo>
                    <a:pt x="124560" y="36497"/>
                  </a:lnTo>
                  <a:lnTo>
                    <a:pt x="124789" y="36428"/>
                  </a:lnTo>
                  <a:lnTo>
                    <a:pt x="125019" y="36359"/>
                  </a:lnTo>
                  <a:lnTo>
                    <a:pt x="125248" y="36336"/>
                  </a:lnTo>
                  <a:lnTo>
                    <a:pt x="125477" y="36313"/>
                  </a:lnTo>
                  <a:close/>
                  <a:moveTo>
                    <a:pt x="146100" y="39318"/>
                  </a:moveTo>
                  <a:lnTo>
                    <a:pt x="147866" y="42369"/>
                  </a:lnTo>
                  <a:lnTo>
                    <a:pt x="144333" y="42369"/>
                  </a:lnTo>
                  <a:lnTo>
                    <a:pt x="142567" y="39318"/>
                  </a:lnTo>
                  <a:close/>
                  <a:moveTo>
                    <a:pt x="130295" y="31978"/>
                  </a:moveTo>
                  <a:lnTo>
                    <a:pt x="132290" y="35465"/>
                  </a:lnTo>
                  <a:lnTo>
                    <a:pt x="134332" y="38997"/>
                  </a:lnTo>
                  <a:lnTo>
                    <a:pt x="132313" y="42484"/>
                  </a:lnTo>
                  <a:lnTo>
                    <a:pt x="128781" y="42484"/>
                  </a:lnTo>
                  <a:lnTo>
                    <a:pt x="130799" y="38974"/>
                  </a:lnTo>
                  <a:lnTo>
                    <a:pt x="128505" y="35075"/>
                  </a:lnTo>
                  <a:lnTo>
                    <a:pt x="130295" y="31978"/>
                  </a:lnTo>
                  <a:close/>
                  <a:moveTo>
                    <a:pt x="144127" y="31519"/>
                  </a:moveTo>
                  <a:lnTo>
                    <a:pt x="137796" y="42484"/>
                  </a:lnTo>
                  <a:lnTo>
                    <a:pt x="134286" y="42484"/>
                  </a:lnTo>
                  <a:lnTo>
                    <a:pt x="140594" y="31519"/>
                  </a:lnTo>
                  <a:close/>
                  <a:moveTo>
                    <a:pt x="68749" y="38080"/>
                  </a:moveTo>
                  <a:lnTo>
                    <a:pt x="68978" y="38103"/>
                  </a:lnTo>
                  <a:lnTo>
                    <a:pt x="69208" y="38148"/>
                  </a:lnTo>
                  <a:lnTo>
                    <a:pt x="69437" y="38240"/>
                  </a:lnTo>
                  <a:lnTo>
                    <a:pt x="69666" y="38355"/>
                  </a:lnTo>
                  <a:lnTo>
                    <a:pt x="69873" y="38470"/>
                  </a:lnTo>
                  <a:lnTo>
                    <a:pt x="70079" y="38630"/>
                  </a:lnTo>
                  <a:lnTo>
                    <a:pt x="70286" y="38837"/>
                  </a:lnTo>
                  <a:lnTo>
                    <a:pt x="70469" y="39043"/>
                  </a:lnTo>
                  <a:lnTo>
                    <a:pt x="70653" y="39295"/>
                  </a:lnTo>
                  <a:lnTo>
                    <a:pt x="70767" y="39571"/>
                  </a:lnTo>
                  <a:lnTo>
                    <a:pt x="70882" y="39823"/>
                  </a:lnTo>
                  <a:lnTo>
                    <a:pt x="70951" y="40075"/>
                  </a:lnTo>
                  <a:lnTo>
                    <a:pt x="70997" y="40351"/>
                  </a:lnTo>
                  <a:lnTo>
                    <a:pt x="71020" y="40580"/>
                  </a:lnTo>
                  <a:lnTo>
                    <a:pt x="70997" y="40832"/>
                  </a:lnTo>
                  <a:lnTo>
                    <a:pt x="70974" y="41062"/>
                  </a:lnTo>
                  <a:lnTo>
                    <a:pt x="70905" y="41291"/>
                  </a:lnTo>
                  <a:lnTo>
                    <a:pt x="70836" y="41498"/>
                  </a:lnTo>
                  <a:lnTo>
                    <a:pt x="70722" y="41704"/>
                  </a:lnTo>
                  <a:lnTo>
                    <a:pt x="70607" y="41910"/>
                  </a:lnTo>
                  <a:lnTo>
                    <a:pt x="70469" y="42094"/>
                  </a:lnTo>
                  <a:lnTo>
                    <a:pt x="70309" y="42277"/>
                  </a:lnTo>
                  <a:lnTo>
                    <a:pt x="70148" y="42438"/>
                  </a:lnTo>
                  <a:lnTo>
                    <a:pt x="69965" y="42576"/>
                  </a:lnTo>
                  <a:lnTo>
                    <a:pt x="69781" y="42690"/>
                  </a:lnTo>
                  <a:lnTo>
                    <a:pt x="69575" y="42805"/>
                  </a:lnTo>
                  <a:lnTo>
                    <a:pt x="69368" y="42920"/>
                  </a:lnTo>
                  <a:lnTo>
                    <a:pt x="69139" y="42989"/>
                  </a:lnTo>
                  <a:lnTo>
                    <a:pt x="68932" y="43034"/>
                  </a:lnTo>
                  <a:lnTo>
                    <a:pt x="68703" y="43080"/>
                  </a:lnTo>
                  <a:lnTo>
                    <a:pt x="68473" y="43103"/>
                  </a:lnTo>
                  <a:lnTo>
                    <a:pt x="68244" y="43103"/>
                  </a:lnTo>
                  <a:lnTo>
                    <a:pt x="68015" y="43080"/>
                  </a:lnTo>
                  <a:lnTo>
                    <a:pt x="67785" y="43012"/>
                  </a:lnTo>
                  <a:lnTo>
                    <a:pt x="67556" y="42943"/>
                  </a:lnTo>
                  <a:lnTo>
                    <a:pt x="67327" y="42851"/>
                  </a:lnTo>
                  <a:lnTo>
                    <a:pt x="67120" y="42713"/>
                  </a:lnTo>
                  <a:lnTo>
                    <a:pt x="66914" y="42576"/>
                  </a:lnTo>
                  <a:lnTo>
                    <a:pt x="66707" y="42392"/>
                  </a:lnTo>
                  <a:lnTo>
                    <a:pt x="66524" y="42186"/>
                  </a:lnTo>
                  <a:lnTo>
                    <a:pt x="66363" y="41933"/>
                  </a:lnTo>
                  <a:lnTo>
                    <a:pt x="66203" y="41658"/>
                  </a:lnTo>
                  <a:lnTo>
                    <a:pt x="66088" y="41406"/>
                  </a:lnTo>
                  <a:lnTo>
                    <a:pt x="66019" y="41131"/>
                  </a:lnTo>
                  <a:lnTo>
                    <a:pt x="65973" y="40878"/>
                  </a:lnTo>
                  <a:lnTo>
                    <a:pt x="65950" y="40626"/>
                  </a:lnTo>
                  <a:lnTo>
                    <a:pt x="65950" y="40374"/>
                  </a:lnTo>
                  <a:lnTo>
                    <a:pt x="65996" y="40144"/>
                  </a:lnTo>
                  <a:lnTo>
                    <a:pt x="66042" y="39915"/>
                  </a:lnTo>
                  <a:lnTo>
                    <a:pt x="66134" y="39685"/>
                  </a:lnTo>
                  <a:lnTo>
                    <a:pt x="66225" y="39479"/>
                  </a:lnTo>
                  <a:lnTo>
                    <a:pt x="66340" y="39272"/>
                  </a:lnTo>
                  <a:lnTo>
                    <a:pt x="66478" y="39089"/>
                  </a:lnTo>
                  <a:lnTo>
                    <a:pt x="66638" y="38905"/>
                  </a:lnTo>
                  <a:lnTo>
                    <a:pt x="66799" y="38745"/>
                  </a:lnTo>
                  <a:lnTo>
                    <a:pt x="66982" y="38607"/>
                  </a:lnTo>
                  <a:lnTo>
                    <a:pt x="67189" y="38470"/>
                  </a:lnTo>
                  <a:lnTo>
                    <a:pt x="67395" y="38355"/>
                  </a:lnTo>
                  <a:lnTo>
                    <a:pt x="67602" y="38263"/>
                  </a:lnTo>
                  <a:lnTo>
                    <a:pt x="67831" y="38171"/>
                  </a:lnTo>
                  <a:lnTo>
                    <a:pt x="68061" y="38125"/>
                  </a:lnTo>
                  <a:lnTo>
                    <a:pt x="68290" y="38080"/>
                  </a:lnTo>
                  <a:close/>
                  <a:moveTo>
                    <a:pt x="88614" y="40832"/>
                  </a:moveTo>
                  <a:lnTo>
                    <a:pt x="90380" y="43883"/>
                  </a:lnTo>
                  <a:lnTo>
                    <a:pt x="86848" y="43883"/>
                  </a:lnTo>
                  <a:lnTo>
                    <a:pt x="85081" y="40832"/>
                  </a:lnTo>
                  <a:close/>
                  <a:moveTo>
                    <a:pt x="72809" y="33469"/>
                  </a:moveTo>
                  <a:lnTo>
                    <a:pt x="74805" y="36979"/>
                  </a:lnTo>
                  <a:lnTo>
                    <a:pt x="76846" y="40488"/>
                  </a:lnTo>
                  <a:lnTo>
                    <a:pt x="74828" y="43998"/>
                  </a:lnTo>
                  <a:lnTo>
                    <a:pt x="71295" y="43998"/>
                  </a:lnTo>
                  <a:lnTo>
                    <a:pt x="73314" y="40488"/>
                  </a:lnTo>
                  <a:lnTo>
                    <a:pt x="71020" y="36589"/>
                  </a:lnTo>
                  <a:lnTo>
                    <a:pt x="72809" y="33469"/>
                  </a:lnTo>
                  <a:close/>
                  <a:moveTo>
                    <a:pt x="86618" y="33033"/>
                  </a:moveTo>
                  <a:lnTo>
                    <a:pt x="80310" y="43975"/>
                  </a:lnTo>
                  <a:lnTo>
                    <a:pt x="76800" y="43998"/>
                  </a:lnTo>
                  <a:lnTo>
                    <a:pt x="83109" y="33033"/>
                  </a:lnTo>
                  <a:close/>
                  <a:moveTo>
                    <a:pt x="160024" y="39318"/>
                  </a:moveTo>
                  <a:lnTo>
                    <a:pt x="160253" y="39341"/>
                  </a:lnTo>
                  <a:lnTo>
                    <a:pt x="160483" y="39410"/>
                  </a:lnTo>
                  <a:lnTo>
                    <a:pt x="160712" y="39479"/>
                  </a:lnTo>
                  <a:lnTo>
                    <a:pt x="160918" y="39594"/>
                  </a:lnTo>
                  <a:lnTo>
                    <a:pt x="161148" y="39708"/>
                  </a:lnTo>
                  <a:lnTo>
                    <a:pt x="161354" y="39892"/>
                  </a:lnTo>
                  <a:lnTo>
                    <a:pt x="161538" y="40075"/>
                  </a:lnTo>
                  <a:lnTo>
                    <a:pt x="161744" y="40282"/>
                  </a:lnTo>
                  <a:lnTo>
                    <a:pt x="161905" y="40534"/>
                  </a:lnTo>
                  <a:lnTo>
                    <a:pt x="162042" y="40809"/>
                  </a:lnTo>
                  <a:lnTo>
                    <a:pt x="162134" y="41062"/>
                  </a:lnTo>
                  <a:lnTo>
                    <a:pt x="162226" y="41337"/>
                  </a:lnTo>
                  <a:lnTo>
                    <a:pt x="162249" y="41589"/>
                  </a:lnTo>
                  <a:lnTo>
                    <a:pt x="162272" y="41819"/>
                  </a:lnTo>
                  <a:lnTo>
                    <a:pt x="162272" y="42071"/>
                  </a:lnTo>
                  <a:lnTo>
                    <a:pt x="162226" y="42300"/>
                  </a:lnTo>
                  <a:lnTo>
                    <a:pt x="162180" y="42530"/>
                  </a:lnTo>
                  <a:lnTo>
                    <a:pt x="162088" y="42736"/>
                  </a:lnTo>
                  <a:lnTo>
                    <a:pt x="161997" y="42966"/>
                  </a:lnTo>
                  <a:lnTo>
                    <a:pt x="161859" y="43149"/>
                  </a:lnTo>
                  <a:lnTo>
                    <a:pt x="161721" y="43333"/>
                  </a:lnTo>
                  <a:lnTo>
                    <a:pt x="161584" y="43516"/>
                  </a:lnTo>
                  <a:lnTo>
                    <a:pt x="161400" y="43677"/>
                  </a:lnTo>
                  <a:lnTo>
                    <a:pt x="161240" y="43814"/>
                  </a:lnTo>
                  <a:lnTo>
                    <a:pt x="161033" y="43952"/>
                  </a:lnTo>
                  <a:lnTo>
                    <a:pt x="160827" y="44044"/>
                  </a:lnTo>
                  <a:lnTo>
                    <a:pt x="160620" y="44159"/>
                  </a:lnTo>
                  <a:lnTo>
                    <a:pt x="160414" y="44227"/>
                  </a:lnTo>
                  <a:lnTo>
                    <a:pt x="160184" y="44296"/>
                  </a:lnTo>
                  <a:lnTo>
                    <a:pt x="159955" y="44319"/>
                  </a:lnTo>
                  <a:lnTo>
                    <a:pt x="159726" y="44342"/>
                  </a:lnTo>
                  <a:lnTo>
                    <a:pt x="159496" y="44342"/>
                  </a:lnTo>
                  <a:lnTo>
                    <a:pt x="159267" y="44319"/>
                  </a:lnTo>
                  <a:lnTo>
                    <a:pt x="159037" y="44250"/>
                  </a:lnTo>
                  <a:lnTo>
                    <a:pt x="158808" y="44181"/>
                  </a:lnTo>
                  <a:lnTo>
                    <a:pt x="158602" y="44090"/>
                  </a:lnTo>
                  <a:lnTo>
                    <a:pt x="158372" y="43952"/>
                  </a:lnTo>
                  <a:lnTo>
                    <a:pt x="158166" y="43814"/>
                  </a:lnTo>
                  <a:lnTo>
                    <a:pt x="157982" y="43631"/>
                  </a:lnTo>
                  <a:lnTo>
                    <a:pt x="157799" y="43424"/>
                  </a:lnTo>
                  <a:lnTo>
                    <a:pt x="157615" y="43172"/>
                  </a:lnTo>
                  <a:lnTo>
                    <a:pt x="157478" y="42897"/>
                  </a:lnTo>
                  <a:lnTo>
                    <a:pt x="157363" y="42645"/>
                  </a:lnTo>
                  <a:lnTo>
                    <a:pt x="157271" y="42369"/>
                  </a:lnTo>
                  <a:lnTo>
                    <a:pt x="157225" y="42117"/>
                  </a:lnTo>
                  <a:lnTo>
                    <a:pt x="157202" y="41865"/>
                  </a:lnTo>
                  <a:lnTo>
                    <a:pt x="157225" y="41612"/>
                  </a:lnTo>
                  <a:lnTo>
                    <a:pt x="157248" y="41383"/>
                  </a:lnTo>
                  <a:lnTo>
                    <a:pt x="157317" y="41153"/>
                  </a:lnTo>
                  <a:lnTo>
                    <a:pt x="157386" y="40924"/>
                  </a:lnTo>
                  <a:lnTo>
                    <a:pt x="157478" y="40718"/>
                  </a:lnTo>
                  <a:lnTo>
                    <a:pt x="157615" y="40511"/>
                  </a:lnTo>
                  <a:lnTo>
                    <a:pt x="157753" y="40328"/>
                  </a:lnTo>
                  <a:lnTo>
                    <a:pt x="157890" y="40144"/>
                  </a:lnTo>
                  <a:lnTo>
                    <a:pt x="158074" y="39984"/>
                  </a:lnTo>
                  <a:lnTo>
                    <a:pt x="158257" y="39846"/>
                  </a:lnTo>
                  <a:lnTo>
                    <a:pt x="158441" y="39708"/>
                  </a:lnTo>
                  <a:lnTo>
                    <a:pt x="158647" y="39594"/>
                  </a:lnTo>
                  <a:lnTo>
                    <a:pt x="158877" y="39502"/>
                  </a:lnTo>
                  <a:lnTo>
                    <a:pt x="159083" y="39433"/>
                  </a:lnTo>
                  <a:lnTo>
                    <a:pt x="159313" y="39364"/>
                  </a:lnTo>
                  <a:lnTo>
                    <a:pt x="159542" y="39318"/>
                  </a:lnTo>
                  <a:close/>
                  <a:moveTo>
                    <a:pt x="11676" y="39961"/>
                  </a:moveTo>
                  <a:lnTo>
                    <a:pt x="11928" y="39984"/>
                  </a:lnTo>
                  <a:lnTo>
                    <a:pt x="12158" y="40007"/>
                  </a:lnTo>
                  <a:lnTo>
                    <a:pt x="12387" y="40052"/>
                  </a:lnTo>
                  <a:lnTo>
                    <a:pt x="12617" y="40144"/>
                  </a:lnTo>
                  <a:lnTo>
                    <a:pt x="12823" y="40236"/>
                  </a:lnTo>
                  <a:lnTo>
                    <a:pt x="13052" y="40374"/>
                  </a:lnTo>
                  <a:lnTo>
                    <a:pt x="13259" y="40534"/>
                  </a:lnTo>
                  <a:lnTo>
                    <a:pt x="13442" y="40718"/>
                  </a:lnTo>
                  <a:lnTo>
                    <a:pt x="13649" y="40947"/>
                  </a:lnTo>
                  <a:lnTo>
                    <a:pt x="13809" y="41199"/>
                  </a:lnTo>
                  <a:lnTo>
                    <a:pt x="13947" y="41475"/>
                  </a:lnTo>
                  <a:lnTo>
                    <a:pt x="14039" y="41727"/>
                  </a:lnTo>
                  <a:lnTo>
                    <a:pt x="14131" y="41979"/>
                  </a:lnTo>
                  <a:lnTo>
                    <a:pt x="14153" y="42232"/>
                  </a:lnTo>
                  <a:lnTo>
                    <a:pt x="14176" y="42484"/>
                  </a:lnTo>
                  <a:lnTo>
                    <a:pt x="14176" y="42736"/>
                  </a:lnTo>
                  <a:lnTo>
                    <a:pt x="14131" y="42966"/>
                  </a:lnTo>
                  <a:lnTo>
                    <a:pt x="14085" y="43195"/>
                  </a:lnTo>
                  <a:lnTo>
                    <a:pt x="13993" y="43402"/>
                  </a:lnTo>
                  <a:lnTo>
                    <a:pt x="13901" y="43608"/>
                  </a:lnTo>
                  <a:lnTo>
                    <a:pt x="13764" y="43814"/>
                  </a:lnTo>
                  <a:lnTo>
                    <a:pt x="13626" y="43998"/>
                  </a:lnTo>
                  <a:lnTo>
                    <a:pt x="13488" y="44159"/>
                  </a:lnTo>
                  <a:lnTo>
                    <a:pt x="13305" y="44319"/>
                  </a:lnTo>
                  <a:lnTo>
                    <a:pt x="13144" y="44480"/>
                  </a:lnTo>
                  <a:lnTo>
                    <a:pt x="12938" y="44594"/>
                  </a:lnTo>
                  <a:lnTo>
                    <a:pt x="12731" y="44709"/>
                  </a:lnTo>
                  <a:lnTo>
                    <a:pt x="12525" y="44801"/>
                  </a:lnTo>
                  <a:lnTo>
                    <a:pt x="12318" y="44893"/>
                  </a:lnTo>
                  <a:lnTo>
                    <a:pt x="12089" y="44938"/>
                  </a:lnTo>
                  <a:lnTo>
                    <a:pt x="11860" y="44984"/>
                  </a:lnTo>
                  <a:lnTo>
                    <a:pt x="11630" y="45007"/>
                  </a:lnTo>
                  <a:lnTo>
                    <a:pt x="11401" y="44984"/>
                  </a:lnTo>
                  <a:lnTo>
                    <a:pt x="11171" y="44961"/>
                  </a:lnTo>
                  <a:lnTo>
                    <a:pt x="10942" y="44916"/>
                  </a:lnTo>
                  <a:lnTo>
                    <a:pt x="10713" y="44847"/>
                  </a:lnTo>
                  <a:lnTo>
                    <a:pt x="10506" y="44755"/>
                  </a:lnTo>
                  <a:lnTo>
                    <a:pt x="10277" y="44617"/>
                  </a:lnTo>
                  <a:lnTo>
                    <a:pt x="10070" y="44457"/>
                  </a:lnTo>
                  <a:lnTo>
                    <a:pt x="9887" y="44273"/>
                  </a:lnTo>
                  <a:lnTo>
                    <a:pt x="9703" y="44067"/>
                  </a:lnTo>
                  <a:lnTo>
                    <a:pt x="9520" y="43837"/>
                  </a:lnTo>
                  <a:lnTo>
                    <a:pt x="9382" y="43562"/>
                  </a:lnTo>
                  <a:lnTo>
                    <a:pt x="9267" y="43310"/>
                  </a:lnTo>
                  <a:lnTo>
                    <a:pt x="9176" y="43034"/>
                  </a:lnTo>
                  <a:lnTo>
                    <a:pt x="9130" y="42782"/>
                  </a:lnTo>
                  <a:lnTo>
                    <a:pt x="9107" y="42530"/>
                  </a:lnTo>
                  <a:lnTo>
                    <a:pt x="9130" y="42277"/>
                  </a:lnTo>
                  <a:lnTo>
                    <a:pt x="9153" y="42048"/>
                  </a:lnTo>
                  <a:lnTo>
                    <a:pt x="9199" y="41819"/>
                  </a:lnTo>
                  <a:lnTo>
                    <a:pt x="9290" y="41589"/>
                  </a:lnTo>
                  <a:lnTo>
                    <a:pt x="9382" y="41383"/>
                  </a:lnTo>
                  <a:lnTo>
                    <a:pt x="9520" y="41176"/>
                  </a:lnTo>
                  <a:lnTo>
                    <a:pt x="9657" y="40993"/>
                  </a:lnTo>
                  <a:lnTo>
                    <a:pt x="9795" y="40809"/>
                  </a:lnTo>
                  <a:lnTo>
                    <a:pt x="9979" y="40649"/>
                  </a:lnTo>
                  <a:lnTo>
                    <a:pt x="10162" y="40511"/>
                  </a:lnTo>
                  <a:lnTo>
                    <a:pt x="10346" y="40374"/>
                  </a:lnTo>
                  <a:lnTo>
                    <a:pt x="10552" y="40259"/>
                  </a:lnTo>
                  <a:lnTo>
                    <a:pt x="10781" y="40167"/>
                  </a:lnTo>
                  <a:lnTo>
                    <a:pt x="10988" y="40075"/>
                  </a:lnTo>
                  <a:lnTo>
                    <a:pt x="11217" y="40029"/>
                  </a:lnTo>
                  <a:lnTo>
                    <a:pt x="11447" y="39984"/>
                  </a:lnTo>
                  <a:lnTo>
                    <a:pt x="11676" y="39961"/>
                  </a:lnTo>
                  <a:close/>
                  <a:moveTo>
                    <a:pt x="164061" y="34708"/>
                  </a:moveTo>
                  <a:lnTo>
                    <a:pt x="166080" y="38217"/>
                  </a:lnTo>
                  <a:lnTo>
                    <a:pt x="168098" y="41727"/>
                  </a:lnTo>
                  <a:lnTo>
                    <a:pt x="166080" y="45237"/>
                  </a:lnTo>
                  <a:lnTo>
                    <a:pt x="162547" y="45237"/>
                  </a:lnTo>
                  <a:lnTo>
                    <a:pt x="164589" y="41727"/>
                  </a:lnTo>
                  <a:lnTo>
                    <a:pt x="162272" y="37827"/>
                  </a:lnTo>
                  <a:lnTo>
                    <a:pt x="164061" y="34708"/>
                  </a:lnTo>
                  <a:close/>
                  <a:moveTo>
                    <a:pt x="31725" y="42713"/>
                  </a:moveTo>
                  <a:lnTo>
                    <a:pt x="33514" y="45787"/>
                  </a:lnTo>
                  <a:lnTo>
                    <a:pt x="29982" y="45787"/>
                  </a:lnTo>
                  <a:lnTo>
                    <a:pt x="28192" y="42736"/>
                  </a:lnTo>
                  <a:lnTo>
                    <a:pt x="31725" y="42713"/>
                  </a:lnTo>
                  <a:close/>
                  <a:moveTo>
                    <a:pt x="15966" y="35373"/>
                  </a:moveTo>
                  <a:lnTo>
                    <a:pt x="17984" y="38882"/>
                  </a:lnTo>
                  <a:lnTo>
                    <a:pt x="20003" y="42392"/>
                  </a:lnTo>
                  <a:lnTo>
                    <a:pt x="17984" y="45879"/>
                  </a:lnTo>
                  <a:lnTo>
                    <a:pt x="14452" y="45902"/>
                  </a:lnTo>
                  <a:lnTo>
                    <a:pt x="16493" y="42392"/>
                  </a:lnTo>
                  <a:lnTo>
                    <a:pt x="14176" y="38493"/>
                  </a:lnTo>
                  <a:lnTo>
                    <a:pt x="15966" y="35373"/>
                  </a:lnTo>
                  <a:close/>
                  <a:moveTo>
                    <a:pt x="29798" y="34937"/>
                  </a:moveTo>
                  <a:lnTo>
                    <a:pt x="23467" y="45879"/>
                  </a:lnTo>
                  <a:lnTo>
                    <a:pt x="19957" y="45902"/>
                  </a:lnTo>
                  <a:lnTo>
                    <a:pt x="26265" y="34937"/>
                  </a:lnTo>
                  <a:close/>
                  <a:moveTo>
                    <a:pt x="102378" y="40947"/>
                  </a:moveTo>
                  <a:lnTo>
                    <a:pt x="102607" y="40970"/>
                  </a:lnTo>
                  <a:lnTo>
                    <a:pt x="102836" y="40993"/>
                  </a:lnTo>
                  <a:lnTo>
                    <a:pt x="103066" y="41039"/>
                  </a:lnTo>
                  <a:lnTo>
                    <a:pt x="103295" y="41131"/>
                  </a:lnTo>
                  <a:lnTo>
                    <a:pt x="103525" y="41245"/>
                  </a:lnTo>
                  <a:lnTo>
                    <a:pt x="103731" y="41360"/>
                  </a:lnTo>
                  <a:lnTo>
                    <a:pt x="103937" y="41521"/>
                  </a:lnTo>
                  <a:lnTo>
                    <a:pt x="104144" y="41727"/>
                  </a:lnTo>
                  <a:lnTo>
                    <a:pt x="104327" y="41933"/>
                  </a:lnTo>
                  <a:lnTo>
                    <a:pt x="104511" y="42186"/>
                  </a:lnTo>
                  <a:lnTo>
                    <a:pt x="104626" y="42461"/>
                  </a:lnTo>
                  <a:lnTo>
                    <a:pt x="104740" y="42713"/>
                  </a:lnTo>
                  <a:lnTo>
                    <a:pt x="104809" y="42966"/>
                  </a:lnTo>
                  <a:lnTo>
                    <a:pt x="104855" y="43218"/>
                  </a:lnTo>
                  <a:lnTo>
                    <a:pt x="104878" y="43470"/>
                  </a:lnTo>
                  <a:lnTo>
                    <a:pt x="104855" y="43723"/>
                  </a:lnTo>
                  <a:lnTo>
                    <a:pt x="104832" y="43952"/>
                  </a:lnTo>
                  <a:lnTo>
                    <a:pt x="104763" y="44181"/>
                  </a:lnTo>
                  <a:lnTo>
                    <a:pt x="104694" y="44388"/>
                  </a:lnTo>
                  <a:lnTo>
                    <a:pt x="104580" y="44594"/>
                  </a:lnTo>
                  <a:lnTo>
                    <a:pt x="104465" y="44801"/>
                  </a:lnTo>
                  <a:lnTo>
                    <a:pt x="104327" y="44984"/>
                  </a:lnTo>
                  <a:lnTo>
                    <a:pt x="104167" y="45168"/>
                  </a:lnTo>
                  <a:lnTo>
                    <a:pt x="104006" y="45305"/>
                  </a:lnTo>
                  <a:lnTo>
                    <a:pt x="103823" y="45466"/>
                  </a:lnTo>
                  <a:lnTo>
                    <a:pt x="103639" y="45581"/>
                  </a:lnTo>
                  <a:lnTo>
                    <a:pt x="103433" y="45695"/>
                  </a:lnTo>
                  <a:lnTo>
                    <a:pt x="103226" y="45787"/>
                  </a:lnTo>
                  <a:lnTo>
                    <a:pt x="102997" y="45879"/>
                  </a:lnTo>
                  <a:lnTo>
                    <a:pt x="102791" y="45925"/>
                  </a:lnTo>
                  <a:lnTo>
                    <a:pt x="102561" y="45971"/>
                  </a:lnTo>
                  <a:lnTo>
                    <a:pt x="102332" y="45994"/>
                  </a:lnTo>
                  <a:lnTo>
                    <a:pt x="102102" y="45994"/>
                  </a:lnTo>
                  <a:lnTo>
                    <a:pt x="101873" y="45971"/>
                  </a:lnTo>
                  <a:lnTo>
                    <a:pt x="101644" y="45902"/>
                  </a:lnTo>
                  <a:lnTo>
                    <a:pt x="101414" y="45833"/>
                  </a:lnTo>
                  <a:lnTo>
                    <a:pt x="101185" y="45741"/>
                  </a:lnTo>
                  <a:lnTo>
                    <a:pt x="100978" y="45604"/>
                  </a:lnTo>
                  <a:lnTo>
                    <a:pt x="100772" y="45466"/>
                  </a:lnTo>
                  <a:lnTo>
                    <a:pt x="100565" y="45283"/>
                  </a:lnTo>
                  <a:lnTo>
                    <a:pt x="100382" y="45053"/>
                  </a:lnTo>
                  <a:lnTo>
                    <a:pt x="100198" y="44824"/>
                  </a:lnTo>
                  <a:lnTo>
                    <a:pt x="100061" y="44548"/>
                  </a:lnTo>
                  <a:lnTo>
                    <a:pt x="99946" y="44296"/>
                  </a:lnTo>
                  <a:lnTo>
                    <a:pt x="99877" y="44021"/>
                  </a:lnTo>
                  <a:lnTo>
                    <a:pt x="99831" y="43769"/>
                  </a:lnTo>
                  <a:lnTo>
                    <a:pt x="99808" y="43516"/>
                  </a:lnTo>
                  <a:lnTo>
                    <a:pt x="99808" y="43264"/>
                  </a:lnTo>
                  <a:lnTo>
                    <a:pt x="99831" y="43034"/>
                  </a:lnTo>
                  <a:lnTo>
                    <a:pt x="99900" y="42805"/>
                  </a:lnTo>
                  <a:lnTo>
                    <a:pt x="99969" y="42576"/>
                  </a:lnTo>
                  <a:lnTo>
                    <a:pt x="100084" y="42369"/>
                  </a:lnTo>
                  <a:lnTo>
                    <a:pt x="100198" y="42163"/>
                  </a:lnTo>
                  <a:lnTo>
                    <a:pt x="100336" y="41979"/>
                  </a:lnTo>
                  <a:lnTo>
                    <a:pt x="100497" y="41796"/>
                  </a:lnTo>
                  <a:lnTo>
                    <a:pt x="100657" y="41635"/>
                  </a:lnTo>
                  <a:lnTo>
                    <a:pt x="100841" y="41498"/>
                  </a:lnTo>
                  <a:lnTo>
                    <a:pt x="101047" y="41360"/>
                  </a:lnTo>
                  <a:lnTo>
                    <a:pt x="101254" y="41245"/>
                  </a:lnTo>
                  <a:lnTo>
                    <a:pt x="101460" y="41153"/>
                  </a:lnTo>
                  <a:lnTo>
                    <a:pt x="101689" y="41062"/>
                  </a:lnTo>
                  <a:lnTo>
                    <a:pt x="101919" y="41016"/>
                  </a:lnTo>
                  <a:lnTo>
                    <a:pt x="102148" y="40970"/>
                  </a:lnTo>
                  <a:lnTo>
                    <a:pt x="102378" y="40947"/>
                  </a:lnTo>
                  <a:close/>
                  <a:moveTo>
                    <a:pt x="123000" y="43952"/>
                  </a:moveTo>
                  <a:lnTo>
                    <a:pt x="124766" y="47026"/>
                  </a:lnTo>
                  <a:lnTo>
                    <a:pt x="121234" y="47026"/>
                  </a:lnTo>
                  <a:lnTo>
                    <a:pt x="119467" y="43975"/>
                  </a:lnTo>
                  <a:lnTo>
                    <a:pt x="123000" y="43952"/>
                  </a:lnTo>
                  <a:close/>
                  <a:moveTo>
                    <a:pt x="121004" y="36176"/>
                  </a:moveTo>
                  <a:lnTo>
                    <a:pt x="114696" y="47118"/>
                  </a:lnTo>
                  <a:lnTo>
                    <a:pt x="111163" y="47141"/>
                  </a:lnTo>
                  <a:lnTo>
                    <a:pt x="111163" y="47141"/>
                  </a:lnTo>
                  <a:lnTo>
                    <a:pt x="117495" y="36176"/>
                  </a:lnTo>
                  <a:close/>
                  <a:moveTo>
                    <a:pt x="107195" y="36612"/>
                  </a:moveTo>
                  <a:lnTo>
                    <a:pt x="109191" y="40121"/>
                  </a:lnTo>
                  <a:lnTo>
                    <a:pt x="111209" y="43631"/>
                  </a:lnTo>
                  <a:lnTo>
                    <a:pt x="109214" y="47118"/>
                  </a:lnTo>
                  <a:lnTo>
                    <a:pt x="105681" y="47141"/>
                  </a:lnTo>
                  <a:lnTo>
                    <a:pt x="107700" y="43631"/>
                  </a:lnTo>
                  <a:lnTo>
                    <a:pt x="105383" y="39731"/>
                  </a:lnTo>
                  <a:lnTo>
                    <a:pt x="107195" y="36612"/>
                  </a:lnTo>
                  <a:close/>
                  <a:moveTo>
                    <a:pt x="45649" y="42713"/>
                  </a:moveTo>
                  <a:lnTo>
                    <a:pt x="45878" y="42759"/>
                  </a:lnTo>
                  <a:lnTo>
                    <a:pt x="46108" y="42805"/>
                  </a:lnTo>
                  <a:lnTo>
                    <a:pt x="46337" y="42874"/>
                  </a:lnTo>
                  <a:lnTo>
                    <a:pt x="46567" y="42989"/>
                  </a:lnTo>
                  <a:lnTo>
                    <a:pt x="46773" y="43126"/>
                  </a:lnTo>
                  <a:lnTo>
                    <a:pt x="46979" y="43287"/>
                  </a:lnTo>
                  <a:lnTo>
                    <a:pt x="47186" y="43470"/>
                  </a:lnTo>
                  <a:lnTo>
                    <a:pt x="47369" y="43700"/>
                  </a:lnTo>
                  <a:lnTo>
                    <a:pt x="47530" y="43952"/>
                  </a:lnTo>
                  <a:lnTo>
                    <a:pt x="47668" y="44204"/>
                  </a:lnTo>
                  <a:lnTo>
                    <a:pt x="47782" y="44480"/>
                  </a:lnTo>
                  <a:lnTo>
                    <a:pt x="47851" y="44732"/>
                  </a:lnTo>
                  <a:lnTo>
                    <a:pt x="47897" y="44984"/>
                  </a:lnTo>
                  <a:lnTo>
                    <a:pt x="47897" y="45237"/>
                  </a:lnTo>
                  <a:lnTo>
                    <a:pt x="47897" y="45466"/>
                  </a:lnTo>
                  <a:lnTo>
                    <a:pt x="47851" y="45718"/>
                  </a:lnTo>
                  <a:lnTo>
                    <a:pt x="47805" y="45925"/>
                  </a:lnTo>
                  <a:lnTo>
                    <a:pt x="47714" y="46154"/>
                  </a:lnTo>
                  <a:lnTo>
                    <a:pt x="47622" y="46361"/>
                  </a:lnTo>
                  <a:lnTo>
                    <a:pt x="47507" y="46544"/>
                  </a:lnTo>
                  <a:lnTo>
                    <a:pt x="47369" y="46751"/>
                  </a:lnTo>
                  <a:lnTo>
                    <a:pt x="47209" y="46911"/>
                  </a:lnTo>
                  <a:lnTo>
                    <a:pt x="47048" y="47072"/>
                  </a:lnTo>
                  <a:lnTo>
                    <a:pt x="46865" y="47209"/>
                  </a:lnTo>
                  <a:lnTo>
                    <a:pt x="46658" y="47347"/>
                  </a:lnTo>
                  <a:lnTo>
                    <a:pt x="46475" y="47462"/>
                  </a:lnTo>
                  <a:lnTo>
                    <a:pt x="46245" y="47554"/>
                  </a:lnTo>
                  <a:lnTo>
                    <a:pt x="46039" y="47622"/>
                  </a:lnTo>
                  <a:lnTo>
                    <a:pt x="45810" y="47691"/>
                  </a:lnTo>
                  <a:lnTo>
                    <a:pt x="45580" y="47737"/>
                  </a:lnTo>
                  <a:lnTo>
                    <a:pt x="45121" y="47737"/>
                  </a:lnTo>
                  <a:lnTo>
                    <a:pt x="44892" y="47714"/>
                  </a:lnTo>
                  <a:lnTo>
                    <a:pt x="44663" y="47668"/>
                  </a:lnTo>
                  <a:lnTo>
                    <a:pt x="44433" y="47599"/>
                  </a:lnTo>
                  <a:lnTo>
                    <a:pt x="44227" y="47485"/>
                  </a:lnTo>
                  <a:lnTo>
                    <a:pt x="44020" y="47370"/>
                  </a:lnTo>
                  <a:lnTo>
                    <a:pt x="43814" y="47209"/>
                  </a:lnTo>
                  <a:lnTo>
                    <a:pt x="43607" y="47026"/>
                  </a:lnTo>
                  <a:lnTo>
                    <a:pt x="43424" y="46819"/>
                  </a:lnTo>
                  <a:lnTo>
                    <a:pt x="43240" y="46590"/>
                  </a:lnTo>
                  <a:lnTo>
                    <a:pt x="43103" y="46315"/>
                  </a:lnTo>
                  <a:lnTo>
                    <a:pt x="42988" y="46040"/>
                  </a:lnTo>
                  <a:lnTo>
                    <a:pt x="42919" y="45787"/>
                  </a:lnTo>
                  <a:lnTo>
                    <a:pt x="42850" y="45535"/>
                  </a:lnTo>
                  <a:lnTo>
                    <a:pt x="42827" y="45283"/>
                  </a:lnTo>
                  <a:lnTo>
                    <a:pt x="42850" y="45030"/>
                  </a:lnTo>
                  <a:lnTo>
                    <a:pt x="42873" y="44778"/>
                  </a:lnTo>
                  <a:lnTo>
                    <a:pt x="42942" y="44548"/>
                  </a:lnTo>
                  <a:lnTo>
                    <a:pt x="43011" y="44342"/>
                  </a:lnTo>
                  <a:lnTo>
                    <a:pt x="43126" y="44113"/>
                  </a:lnTo>
                  <a:lnTo>
                    <a:pt x="43240" y="43929"/>
                  </a:lnTo>
                  <a:lnTo>
                    <a:pt x="43378" y="43723"/>
                  </a:lnTo>
                  <a:lnTo>
                    <a:pt x="43539" y="43562"/>
                  </a:lnTo>
                  <a:lnTo>
                    <a:pt x="43699" y="43402"/>
                  </a:lnTo>
                  <a:lnTo>
                    <a:pt x="43883" y="43241"/>
                  </a:lnTo>
                  <a:lnTo>
                    <a:pt x="44089" y="43126"/>
                  </a:lnTo>
                  <a:lnTo>
                    <a:pt x="44273" y="43012"/>
                  </a:lnTo>
                  <a:lnTo>
                    <a:pt x="44502" y="42897"/>
                  </a:lnTo>
                  <a:lnTo>
                    <a:pt x="44708" y="42828"/>
                  </a:lnTo>
                  <a:lnTo>
                    <a:pt x="44938" y="42759"/>
                  </a:lnTo>
                  <a:lnTo>
                    <a:pt x="45167" y="42736"/>
                  </a:lnTo>
                  <a:lnTo>
                    <a:pt x="45420" y="42713"/>
                  </a:lnTo>
                  <a:close/>
                  <a:moveTo>
                    <a:pt x="65514" y="45466"/>
                  </a:moveTo>
                  <a:lnTo>
                    <a:pt x="67281" y="48517"/>
                  </a:lnTo>
                  <a:lnTo>
                    <a:pt x="63748" y="48517"/>
                  </a:lnTo>
                  <a:lnTo>
                    <a:pt x="61982" y="45466"/>
                  </a:lnTo>
                  <a:close/>
                  <a:moveTo>
                    <a:pt x="49686" y="38125"/>
                  </a:moveTo>
                  <a:lnTo>
                    <a:pt x="51705" y="41612"/>
                  </a:lnTo>
                  <a:lnTo>
                    <a:pt x="53724" y="45145"/>
                  </a:lnTo>
                  <a:lnTo>
                    <a:pt x="51728" y="48632"/>
                  </a:lnTo>
                  <a:lnTo>
                    <a:pt x="48195" y="48632"/>
                  </a:lnTo>
                  <a:lnTo>
                    <a:pt x="50214" y="45122"/>
                  </a:lnTo>
                  <a:lnTo>
                    <a:pt x="47897" y="41222"/>
                  </a:lnTo>
                  <a:lnTo>
                    <a:pt x="49686" y="38125"/>
                  </a:lnTo>
                  <a:close/>
                  <a:moveTo>
                    <a:pt x="63519" y="37667"/>
                  </a:moveTo>
                  <a:lnTo>
                    <a:pt x="57210" y="48632"/>
                  </a:lnTo>
                  <a:lnTo>
                    <a:pt x="53678" y="48632"/>
                  </a:lnTo>
                  <a:lnTo>
                    <a:pt x="60009" y="37667"/>
                  </a:lnTo>
                  <a:close/>
                  <a:moveTo>
                    <a:pt x="137131" y="44113"/>
                  </a:moveTo>
                  <a:lnTo>
                    <a:pt x="137360" y="44159"/>
                  </a:lnTo>
                  <a:lnTo>
                    <a:pt x="137589" y="44204"/>
                  </a:lnTo>
                  <a:lnTo>
                    <a:pt x="137819" y="44296"/>
                  </a:lnTo>
                  <a:lnTo>
                    <a:pt x="138048" y="44388"/>
                  </a:lnTo>
                  <a:lnTo>
                    <a:pt x="138255" y="44526"/>
                  </a:lnTo>
                  <a:lnTo>
                    <a:pt x="138461" y="44686"/>
                  </a:lnTo>
                  <a:lnTo>
                    <a:pt x="138667" y="44870"/>
                  </a:lnTo>
                  <a:lnTo>
                    <a:pt x="138851" y="45099"/>
                  </a:lnTo>
                  <a:lnTo>
                    <a:pt x="139034" y="45351"/>
                  </a:lnTo>
                  <a:lnTo>
                    <a:pt x="139172" y="45604"/>
                  </a:lnTo>
                  <a:lnTo>
                    <a:pt x="139264" y="45879"/>
                  </a:lnTo>
                  <a:lnTo>
                    <a:pt x="139333" y="46131"/>
                  </a:lnTo>
                  <a:lnTo>
                    <a:pt x="139379" y="46384"/>
                  </a:lnTo>
                  <a:lnTo>
                    <a:pt x="139401" y="46636"/>
                  </a:lnTo>
                  <a:lnTo>
                    <a:pt x="139379" y="46865"/>
                  </a:lnTo>
                  <a:lnTo>
                    <a:pt x="139356" y="47118"/>
                  </a:lnTo>
                  <a:lnTo>
                    <a:pt x="139287" y="47324"/>
                  </a:lnTo>
                  <a:lnTo>
                    <a:pt x="139218" y="47554"/>
                  </a:lnTo>
                  <a:lnTo>
                    <a:pt x="139103" y="47760"/>
                  </a:lnTo>
                  <a:lnTo>
                    <a:pt x="138989" y="47966"/>
                  </a:lnTo>
                  <a:lnTo>
                    <a:pt x="138851" y="48150"/>
                  </a:lnTo>
                  <a:lnTo>
                    <a:pt x="138690" y="48311"/>
                  </a:lnTo>
                  <a:lnTo>
                    <a:pt x="138530" y="48471"/>
                  </a:lnTo>
                  <a:lnTo>
                    <a:pt x="138346" y="48609"/>
                  </a:lnTo>
                  <a:lnTo>
                    <a:pt x="138163" y="48746"/>
                  </a:lnTo>
                  <a:lnTo>
                    <a:pt x="137956" y="48861"/>
                  </a:lnTo>
                  <a:lnTo>
                    <a:pt x="137750" y="48953"/>
                  </a:lnTo>
                  <a:lnTo>
                    <a:pt x="137520" y="49022"/>
                  </a:lnTo>
                  <a:lnTo>
                    <a:pt x="137314" y="49090"/>
                  </a:lnTo>
                  <a:lnTo>
                    <a:pt x="137085" y="49136"/>
                  </a:lnTo>
                  <a:lnTo>
                    <a:pt x="136626" y="49136"/>
                  </a:lnTo>
                  <a:lnTo>
                    <a:pt x="136396" y="49113"/>
                  </a:lnTo>
                  <a:lnTo>
                    <a:pt x="136167" y="49068"/>
                  </a:lnTo>
                  <a:lnTo>
                    <a:pt x="135938" y="48999"/>
                  </a:lnTo>
                  <a:lnTo>
                    <a:pt x="135708" y="48884"/>
                  </a:lnTo>
                  <a:lnTo>
                    <a:pt x="135502" y="48769"/>
                  </a:lnTo>
                  <a:lnTo>
                    <a:pt x="135295" y="48609"/>
                  </a:lnTo>
                  <a:lnTo>
                    <a:pt x="135089" y="48425"/>
                  </a:lnTo>
                  <a:lnTo>
                    <a:pt x="134905" y="48219"/>
                  </a:lnTo>
                  <a:lnTo>
                    <a:pt x="134745" y="47989"/>
                  </a:lnTo>
                  <a:lnTo>
                    <a:pt x="134584" y="47714"/>
                  </a:lnTo>
                  <a:lnTo>
                    <a:pt x="134470" y="47439"/>
                  </a:lnTo>
                  <a:lnTo>
                    <a:pt x="134401" y="47186"/>
                  </a:lnTo>
                  <a:lnTo>
                    <a:pt x="134355" y="46934"/>
                  </a:lnTo>
                  <a:lnTo>
                    <a:pt x="134332" y="46682"/>
                  </a:lnTo>
                  <a:lnTo>
                    <a:pt x="134332" y="46430"/>
                  </a:lnTo>
                  <a:lnTo>
                    <a:pt x="134378" y="46177"/>
                  </a:lnTo>
                  <a:lnTo>
                    <a:pt x="134424" y="45948"/>
                  </a:lnTo>
                  <a:lnTo>
                    <a:pt x="134515" y="45741"/>
                  </a:lnTo>
                  <a:lnTo>
                    <a:pt x="134607" y="45512"/>
                  </a:lnTo>
                  <a:lnTo>
                    <a:pt x="134722" y="45328"/>
                  </a:lnTo>
                  <a:lnTo>
                    <a:pt x="134860" y="45122"/>
                  </a:lnTo>
                  <a:lnTo>
                    <a:pt x="135020" y="44961"/>
                  </a:lnTo>
                  <a:lnTo>
                    <a:pt x="135181" y="44801"/>
                  </a:lnTo>
                  <a:lnTo>
                    <a:pt x="135364" y="44640"/>
                  </a:lnTo>
                  <a:lnTo>
                    <a:pt x="135571" y="44526"/>
                  </a:lnTo>
                  <a:lnTo>
                    <a:pt x="135777" y="44411"/>
                  </a:lnTo>
                  <a:lnTo>
                    <a:pt x="135984" y="44296"/>
                  </a:lnTo>
                  <a:lnTo>
                    <a:pt x="136213" y="44227"/>
                  </a:lnTo>
                  <a:lnTo>
                    <a:pt x="136442" y="44159"/>
                  </a:lnTo>
                  <a:lnTo>
                    <a:pt x="136672" y="44136"/>
                  </a:lnTo>
                  <a:lnTo>
                    <a:pt x="136901" y="44113"/>
                  </a:lnTo>
                  <a:close/>
                  <a:moveTo>
                    <a:pt x="156996" y="46865"/>
                  </a:moveTo>
                  <a:lnTo>
                    <a:pt x="158762" y="49916"/>
                  </a:lnTo>
                  <a:lnTo>
                    <a:pt x="155230" y="49916"/>
                  </a:lnTo>
                  <a:lnTo>
                    <a:pt x="153463" y="46888"/>
                  </a:lnTo>
                  <a:lnTo>
                    <a:pt x="156996" y="46865"/>
                  </a:lnTo>
                  <a:close/>
                  <a:moveTo>
                    <a:pt x="141191" y="39525"/>
                  </a:moveTo>
                  <a:lnTo>
                    <a:pt x="143186" y="43012"/>
                  </a:lnTo>
                  <a:lnTo>
                    <a:pt x="145228" y="46544"/>
                  </a:lnTo>
                  <a:lnTo>
                    <a:pt x="143209" y="50031"/>
                  </a:lnTo>
                  <a:lnTo>
                    <a:pt x="139677" y="50031"/>
                  </a:lnTo>
                  <a:lnTo>
                    <a:pt x="141695" y="46521"/>
                  </a:lnTo>
                  <a:lnTo>
                    <a:pt x="139401" y="42622"/>
                  </a:lnTo>
                  <a:lnTo>
                    <a:pt x="141191" y="39525"/>
                  </a:lnTo>
                  <a:close/>
                  <a:moveTo>
                    <a:pt x="155023" y="39089"/>
                  </a:moveTo>
                  <a:lnTo>
                    <a:pt x="148692" y="50031"/>
                  </a:lnTo>
                  <a:lnTo>
                    <a:pt x="145182" y="50031"/>
                  </a:lnTo>
                  <a:lnTo>
                    <a:pt x="151490" y="39089"/>
                  </a:lnTo>
                  <a:close/>
                  <a:moveTo>
                    <a:pt x="8625" y="47370"/>
                  </a:moveTo>
                  <a:lnTo>
                    <a:pt x="10391" y="50421"/>
                  </a:lnTo>
                  <a:lnTo>
                    <a:pt x="6859" y="50421"/>
                  </a:lnTo>
                  <a:lnTo>
                    <a:pt x="5093" y="47370"/>
                  </a:lnTo>
                  <a:close/>
                  <a:moveTo>
                    <a:pt x="79737" y="45764"/>
                  </a:moveTo>
                  <a:lnTo>
                    <a:pt x="79966" y="45810"/>
                  </a:lnTo>
                  <a:lnTo>
                    <a:pt x="80195" y="45856"/>
                  </a:lnTo>
                  <a:lnTo>
                    <a:pt x="80425" y="45925"/>
                  </a:lnTo>
                  <a:lnTo>
                    <a:pt x="80631" y="46040"/>
                  </a:lnTo>
                  <a:lnTo>
                    <a:pt x="80861" y="46177"/>
                  </a:lnTo>
                  <a:lnTo>
                    <a:pt x="81067" y="46338"/>
                  </a:lnTo>
                  <a:lnTo>
                    <a:pt x="81251" y="46521"/>
                  </a:lnTo>
                  <a:lnTo>
                    <a:pt x="81457" y="46751"/>
                  </a:lnTo>
                  <a:lnTo>
                    <a:pt x="81618" y="47003"/>
                  </a:lnTo>
                  <a:lnTo>
                    <a:pt x="81755" y="47255"/>
                  </a:lnTo>
                  <a:lnTo>
                    <a:pt x="81847" y="47531"/>
                  </a:lnTo>
                  <a:lnTo>
                    <a:pt x="81939" y="47783"/>
                  </a:lnTo>
                  <a:lnTo>
                    <a:pt x="81985" y="48035"/>
                  </a:lnTo>
                  <a:lnTo>
                    <a:pt x="81985" y="48288"/>
                  </a:lnTo>
                  <a:lnTo>
                    <a:pt x="81985" y="48517"/>
                  </a:lnTo>
                  <a:lnTo>
                    <a:pt x="81939" y="48769"/>
                  </a:lnTo>
                  <a:lnTo>
                    <a:pt x="81893" y="48976"/>
                  </a:lnTo>
                  <a:lnTo>
                    <a:pt x="81801" y="49205"/>
                  </a:lnTo>
                  <a:lnTo>
                    <a:pt x="81709" y="49412"/>
                  </a:lnTo>
                  <a:lnTo>
                    <a:pt x="81572" y="49595"/>
                  </a:lnTo>
                  <a:lnTo>
                    <a:pt x="81434" y="49802"/>
                  </a:lnTo>
                  <a:lnTo>
                    <a:pt x="81297" y="49962"/>
                  </a:lnTo>
                  <a:lnTo>
                    <a:pt x="81113" y="50123"/>
                  </a:lnTo>
                  <a:lnTo>
                    <a:pt x="80952" y="50260"/>
                  </a:lnTo>
                  <a:lnTo>
                    <a:pt x="80746" y="50398"/>
                  </a:lnTo>
                  <a:lnTo>
                    <a:pt x="80540" y="50513"/>
                  </a:lnTo>
                  <a:lnTo>
                    <a:pt x="80333" y="50604"/>
                  </a:lnTo>
                  <a:lnTo>
                    <a:pt x="80127" y="50673"/>
                  </a:lnTo>
                  <a:lnTo>
                    <a:pt x="79897" y="50742"/>
                  </a:lnTo>
                  <a:lnTo>
                    <a:pt x="79668" y="50788"/>
                  </a:lnTo>
                  <a:lnTo>
                    <a:pt x="79209" y="50788"/>
                  </a:lnTo>
                  <a:lnTo>
                    <a:pt x="78980" y="50765"/>
                  </a:lnTo>
                  <a:lnTo>
                    <a:pt x="78750" y="50719"/>
                  </a:lnTo>
                  <a:lnTo>
                    <a:pt x="78521" y="50650"/>
                  </a:lnTo>
                  <a:lnTo>
                    <a:pt x="78314" y="50536"/>
                  </a:lnTo>
                  <a:lnTo>
                    <a:pt x="78085" y="50421"/>
                  </a:lnTo>
                  <a:lnTo>
                    <a:pt x="77879" y="50260"/>
                  </a:lnTo>
                  <a:lnTo>
                    <a:pt x="77695" y="50077"/>
                  </a:lnTo>
                  <a:lnTo>
                    <a:pt x="77512" y="49870"/>
                  </a:lnTo>
                  <a:lnTo>
                    <a:pt x="77328" y="49641"/>
                  </a:lnTo>
                  <a:lnTo>
                    <a:pt x="77190" y="49366"/>
                  </a:lnTo>
                  <a:lnTo>
                    <a:pt x="77076" y="49090"/>
                  </a:lnTo>
                  <a:lnTo>
                    <a:pt x="76984" y="48838"/>
                  </a:lnTo>
                  <a:lnTo>
                    <a:pt x="76938" y="48586"/>
                  </a:lnTo>
                  <a:lnTo>
                    <a:pt x="76915" y="48333"/>
                  </a:lnTo>
                  <a:lnTo>
                    <a:pt x="76938" y="48081"/>
                  </a:lnTo>
                  <a:lnTo>
                    <a:pt x="76961" y="47829"/>
                  </a:lnTo>
                  <a:lnTo>
                    <a:pt x="77030" y="47599"/>
                  </a:lnTo>
                  <a:lnTo>
                    <a:pt x="77099" y="47393"/>
                  </a:lnTo>
                  <a:lnTo>
                    <a:pt x="77190" y="47164"/>
                  </a:lnTo>
                  <a:lnTo>
                    <a:pt x="77328" y="46980"/>
                  </a:lnTo>
                  <a:lnTo>
                    <a:pt x="77466" y="46774"/>
                  </a:lnTo>
                  <a:lnTo>
                    <a:pt x="77603" y="46613"/>
                  </a:lnTo>
                  <a:lnTo>
                    <a:pt x="77787" y="46452"/>
                  </a:lnTo>
                  <a:lnTo>
                    <a:pt x="77970" y="46292"/>
                  </a:lnTo>
                  <a:lnTo>
                    <a:pt x="78154" y="46154"/>
                  </a:lnTo>
                  <a:lnTo>
                    <a:pt x="78360" y="46040"/>
                  </a:lnTo>
                  <a:lnTo>
                    <a:pt x="78590" y="45948"/>
                  </a:lnTo>
                  <a:lnTo>
                    <a:pt x="78796" y="45879"/>
                  </a:lnTo>
                  <a:lnTo>
                    <a:pt x="79026" y="45810"/>
                  </a:lnTo>
                  <a:lnTo>
                    <a:pt x="79255" y="45787"/>
                  </a:lnTo>
                  <a:lnTo>
                    <a:pt x="79484" y="45764"/>
                  </a:lnTo>
                  <a:close/>
                  <a:moveTo>
                    <a:pt x="99418" y="48448"/>
                  </a:moveTo>
                  <a:lnTo>
                    <a:pt x="101185" y="51522"/>
                  </a:lnTo>
                  <a:lnTo>
                    <a:pt x="97652" y="51522"/>
                  </a:lnTo>
                  <a:lnTo>
                    <a:pt x="95886" y="48471"/>
                  </a:lnTo>
                  <a:lnTo>
                    <a:pt x="99418" y="48448"/>
                  </a:lnTo>
                  <a:close/>
                  <a:moveTo>
                    <a:pt x="83705" y="41039"/>
                  </a:moveTo>
                  <a:lnTo>
                    <a:pt x="85701" y="44526"/>
                  </a:lnTo>
                  <a:lnTo>
                    <a:pt x="87742" y="48035"/>
                  </a:lnTo>
                  <a:lnTo>
                    <a:pt x="85724" y="51545"/>
                  </a:lnTo>
                  <a:lnTo>
                    <a:pt x="82191" y="51545"/>
                  </a:lnTo>
                  <a:lnTo>
                    <a:pt x="84210" y="48035"/>
                  </a:lnTo>
                  <a:lnTo>
                    <a:pt x="81916" y="44136"/>
                  </a:lnTo>
                  <a:lnTo>
                    <a:pt x="83705" y="41039"/>
                  </a:lnTo>
                  <a:close/>
                  <a:moveTo>
                    <a:pt x="97515" y="40580"/>
                  </a:moveTo>
                  <a:lnTo>
                    <a:pt x="91206" y="51545"/>
                  </a:lnTo>
                  <a:lnTo>
                    <a:pt x="87697" y="51545"/>
                  </a:lnTo>
                  <a:lnTo>
                    <a:pt x="94005" y="40580"/>
                  </a:lnTo>
                  <a:close/>
                  <a:moveTo>
                    <a:pt x="170851" y="46865"/>
                  </a:moveTo>
                  <a:lnTo>
                    <a:pt x="171103" y="46888"/>
                  </a:lnTo>
                  <a:lnTo>
                    <a:pt x="171333" y="46957"/>
                  </a:lnTo>
                  <a:lnTo>
                    <a:pt x="171562" y="47026"/>
                  </a:lnTo>
                  <a:lnTo>
                    <a:pt x="171769" y="47141"/>
                  </a:lnTo>
                  <a:lnTo>
                    <a:pt x="171998" y="47278"/>
                  </a:lnTo>
                  <a:lnTo>
                    <a:pt x="172205" y="47439"/>
                  </a:lnTo>
                  <a:lnTo>
                    <a:pt x="172388" y="47622"/>
                  </a:lnTo>
                  <a:lnTo>
                    <a:pt x="172572" y="47852"/>
                  </a:lnTo>
                  <a:lnTo>
                    <a:pt x="172755" y="48104"/>
                  </a:lnTo>
                  <a:lnTo>
                    <a:pt x="172893" y="48356"/>
                  </a:lnTo>
                  <a:lnTo>
                    <a:pt x="172984" y="48632"/>
                  </a:lnTo>
                  <a:lnTo>
                    <a:pt x="173053" y="48884"/>
                  </a:lnTo>
                  <a:lnTo>
                    <a:pt x="173099" y="49136"/>
                  </a:lnTo>
                  <a:lnTo>
                    <a:pt x="173122" y="49389"/>
                  </a:lnTo>
                  <a:lnTo>
                    <a:pt x="173099" y="49618"/>
                  </a:lnTo>
                  <a:lnTo>
                    <a:pt x="173076" y="49847"/>
                  </a:lnTo>
                  <a:lnTo>
                    <a:pt x="173007" y="50077"/>
                  </a:lnTo>
                  <a:lnTo>
                    <a:pt x="172939" y="50306"/>
                  </a:lnTo>
                  <a:lnTo>
                    <a:pt x="172824" y="50513"/>
                  </a:lnTo>
                  <a:lnTo>
                    <a:pt x="172709" y="50696"/>
                  </a:lnTo>
                  <a:lnTo>
                    <a:pt x="172572" y="50880"/>
                  </a:lnTo>
                  <a:lnTo>
                    <a:pt x="172434" y="51063"/>
                  </a:lnTo>
                  <a:lnTo>
                    <a:pt x="172250" y="51224"/>
                  </a:lnTo>
                  <a:lnTo>
                    <a:pt x="172067" y="51361"/>
                  </a:lnTo>
                  <a:lnTo>
                    <a:pt x="171883" y="51499"/>
                  </a:lnTo>
                  <a:lnTo>
                    <a:pt x="171677" y="51614"/>
                  </a:lnTo>
                  <a:lnTo>
                    <a:pt x="171470" y="51706"/>
                  </a:lnTo>
                  <a:lnTo>
                    <a:pt x="171264" y="51774"/>
                  </a:lnTo>
                  <a:lnTo>
                    <a:pt x="171035" y="51843"/>
                  </a:lnTo>
                  <a:lnTo>
                    <a:pt x="170805" y="51866"/>
                  </a:lnTo>
                  <a:lnTo>
                    <a:pt x="170576" y="51889"/>
                  </a:lnTo>
                  <a:lnTo>
                    <a:pt x="170346" y="51889"/>
                  </a:lnTo>
                  <a:lnTo>
                    <a:pt x="170117" y="51866"/>
                  </a:lnTo>
                  <a:lnTo>
                    <a:pt x="169888" y="51820"/>
                  </a:lnTo>
                  <a:lnTo>
                    <a:pt x="169658" y="51728"/>
                  </a:lnTo>
                  <a:lnTo>
                    <a:pt x="169429" y="51637"/>
                  </a:lnTo>
                  <a:lnTo>
                    <a:pt x="169222" y="51522"/>
                  </a:lnTo>
                  <a:lnTo>
                    <a:pt x="169016" y="51361"/>
                  </a:lnTo>
                  <a:lnTo>
                    <a:pt x="168832" y="51178"/>
                  </a:lnTo>
                  <a:lnTo>
                    <a:pt x="168626" y="50971"/>
                  </a:lnTo>
                  <a:lnTo>
                    <a:pt x="168465" y="50719"/>
                  </a:lnTo>
                  <a:lnTo>
                    <a:pt x="168305" y="50467"/>
                  </a:lnTo>
                  <a:lnTo>
                    <a:pt x="168213" y="50192"/>
                  </a:lnTo>
                  <a:lnTo>
                    <a:pt x="168121" y="49939"/>
                  </a:lnTo>
                  <a:lnTo>
                    <a:pt x="168075" y="49664"/>
                  </a:lnTo>
                  <a:lnTo>
                    <a:pt x="168053" y="49412"/>
                  </a:lnTo>
                  <a:lnTo>
                    <a:pt x="168053" y="49182"/>
                  </a:lnTo>
                  <a:lnTo>
                    <a:pt x="168098" y="48930"/>
                  </a:lnTo>
                  <a:lnTo>
                    <a:pt x="168144" y="48700"/>
                  </a:lnTo>
                  <a:lnTo>
                    <a:pt x="168236" y="48471"/>
                  </a:lnTo>
                  <a:lnTo>
                    <a:pt x="168328" y="48265"/>
                  </a:lnTo>
                  <a:lnTo>
                    <a:pt x="168442" y="48058"/>
                  </a:lnTo>
                  <a:lnTo>
                    <a:pt x="168580" y="47875"/>
                  </a:lnTo>
                  <a:lnTo>
                    <a:pt x="168741" y="47714"/>
                  </a:lnTo>
                  <a:lnTo>
                    <a:pt x="168924" y="47531"/>
                  </a:lnTo>
                  <a:lnTo>
                    <a:pt x="169108" y="47393"/>
                  </a:lnTo>
                  <a:lnTo>
                    <a:pt x="169291" y="47255"/>
                  </a:lnTo>
                  <a:lnTo>
                    <a:pt x="169498" y="47141"/>
                  </a:lnTo>
                  <a:lnTo>
                    <a:pt x="169704" y="47049"/>
                  </a:lnTo>
                  <a:lnTo>
                    <a:pt x="169934" y="46980"/>
                  </a:lnTo>
                  <a:lnTo>
                    <a:pt x="170163" y="46911"/>
                  </a:lnTo>
                  <a:lnTo>
                    <a:pt x="170392" y="46888"/>
                  </a:lnTo>
                  <a:lnTo>
                    <a:pt x="170622" y="46865"/>
                  </a:lnTo>
                  <a:close/>
                  <a:moveTo>
                    <a:pt x="22526" y="47508"/>
                  </a:moveTo>
                  <a:lnTo>
                    <a:pt x="22756" y="47531"/>
                  </a:lnTo>
                  <a:lnTo>
                    <a:pt x="23008" y="47554"/>
                  </a:lnTo>
                  <a:lnTo>
                    <a:pt x="23237" y="47599"/>
                  </a:lnTo>
                  <a:lnTo>
                    <a:pt x="23467" y="47691"/>
                  </a:lnTo>
                  <a:lnTo>
                    <a:pt x="23673" y="47806"/>
                  </a:lnTo>
                  <a:lnTo>
                    <a:pt x="23903" y="47921"/>
                  </a:lnTo>
                  <a:lnTo>
                    <a:pt x="24109" y="48081"/>
                  </a:lnTo>
                  <a:lnTo>
                    <a:pt x="24293" y="48288"/>
                  </a:lnTo>
                  <a:lnTo>
                    <a:pt x="24476" y="48494"/>
                  </a:lnTo>
                  <a:lnTo>
                    <a:pt x="24660" y="48746"/>
                  </a:lnTo>
                  <a:lnTo>
                    <a:pt x="24797" y="49022"/>
                  </a:lnTo>
                  <a:lnTo>
                    <a:pt x="24889" y="49274"/>
                  </a:lnTo>
                  <a:lnTo>
                    <a:pt x="24958" y="49526"/>
                  </a:lnTo>
                  <a:lnTo>
                    <a:pt x="25004" y="49779"/>
                  </a:lnTo>
                  <a:lnTo>
                    <a:pt x="25027" y="50031"/>
                  </a:lnTo>
                  <a:lnTo>
                    <a:pt x="25004" y="50283"/>
                  </a:lnTo>
                  <a:lnTo>
                    <a:pt x="24981" y="50513"/>
                  </a:lnTo>
                  <a:lnTo>
                    <a:pt x="24912" y="50742"/>
                  </a:lnTo>
                  <a:lnTo>
                    <a:pt x="24843" y="50949"/>
                  </a:lnTo>
                  <a:lnTo>
                    <a:pt x="24728" y="51155"/>
                  </a:lnTo>
                  <a:lnTo>
                    <a:pt x="24614" y="51361"/>
                  </a:lnTo>
                  <a:lnTo>
                    <a:pt x="24476" y="51545"/>
                  </a:lnTo>
                  <a:lnTo>
                    <a:pt x="24338" y="51728"/>
                  </a:lnTo>
                  <a:lnTo>
                    <a:pt x="24155" y="51866"/>
                  </a:lnTo>
                  <a:lnTo>
                    <a:pt x="23971" y="52027"/>
                  </a:lnTo>
                  <a:lnTo>
                    <a:pt x="23788" y="52141"/>
                  </a:lnTo>
                  <a:lnTo>
                    <a:pt x="23581" y="52256"/>
                  </a:lnTo>
                  <a:lnTo>
                    <a:pt x="23375" y="52348"/>
                  </a:lnTo>
                  <a:lnTo>
                    <a:pt x="23169" y="52440"/>
                  </a:lnTo>
                  <a:lnTo>
                    <a:pt x="22939" y="52485"/>
                  </a:lnTo>
                  <a:lnTo>
                    <a:pt x="22710" y="52531"/>
                  </a:lnTo>
                  <a:lnTo>
                    <a:pt x="22480" y="52554"/>
                  </a:lnTo>
                  <a:lnTo>
                    <a:pt x="22251" y="52554"/>
                  </a:lnTo>
                  <a:lnTo>
                    <a:pt x="22022" y="52531"/>
                  </a:lnTo>
                  <a:lnTo>
                    <a:pt x="21792" y="52463"/>
                  </a:lnTo>
                  <a:lnTo>
                    <a:pt x="21563" y="52394"/>
                  </a:lnTo>
                  <a:lnTo>
                    <a:pt x="21333" y="52302"/>
                  </a:lnTo>
                  <a:lnTo>
                    <a:pt x="21127" y="52164"/>
                  </a:lnTo>
                  <a:lnTo>
                    <a:pt x="20921" y="52027"/>
                  </a:lnTo>
                  <a:lnTo>
                    <a:pt x="20737" y="51843"/>
                  </a:lnTo>
                  <a:lnTo>
                    <a:pt x="20531" y="51614"/>
                  </a:lnTo>
                  <a:lnTo>
                    <a:pt x="20370" y="51384"/>
                  </a:lnTo>
                  <a:lnTo>
                    <a:pt x="20209" y="51109"/>
                  </a:lnTo>
                  <a:lnTo>
                    <a:pt x="20118" y="50857"/>
                  </a:lnTo>
                  <a:lnTo>
                    <a:pt x="20026" y="50582"/>
                  </a:lnTo>
                  <a:lnTo>
                    <a:pt x="19980" y="50329"/>
                  </a:lnTo>
                  <a:lnTo>
                    <a:pt x="19957" y="50077"/>
                  </a:lnTo>
                  <a:lnTo>
                    <a:pt x="19957" y="49825"/>
                  </a:lnTo>
                  <a:lnTo>
                    <a:pt x="20003" y="49595"/>
                  </a:lnTo>
                  <a:lnTo>
                    <a:pt x="20049" y="49366"/>
                  </a:lnTo>
                  <a:lnTo>
                    <a:pt x="20141" y="49136"/>
                  </a:lnTo>
                  <a:lnTo>
                    <a:pt x="20232" y="48930"/>
                  </a:lnTo>
                  <a:lnTo>
                    <a:pt x="20347" y="48723"/>
                  </a:lnTo>
                  <a:lnTo>
                    <a:pt x="20485" y="48540"/>
                  </a:lnTo>
                  <a:lnTo>
                    <a:pt x="20645" y="48356"/>
                  </a:lnTo>
                  <a:lnTo>
                    <a:pt x="20829" y="48196"/>
                  </a:lnTo>
                  <a:lnTo>
                    <a:pt x="21012" y="48058"/>
                  </a:lnTo>
                  <a:lnTo>
                    <a:pt x="21196" y="47921"/>
                  </a:lnTo>
                  <a:lnTo>
                    <a:pt x="21402" y="47806"/>
                  </a:lnTo>
                  <a:lnTo>
                    <a:pt x="21609" y="47714"/>
                  </a:lnTo>
                  <a:lnTo>
                    <a:pt x="21838" y="47622"/>
                  </a:lnTo>
                  <a:lnTo>
                    <a:pt x="22068" y="47576"/>
                  </a:lnTo>
                  <a:lnTo>
                    <a:pt x="22297" y="47531"/>
                  </a:lnTo>
                  <a:lnTo>
                    <a:pt x="22526" y="47508"/>
                  </a:lnTo>
                  <a:close/>
                  <a:moveTo>
                    <a:pt x="42621" y="50283"/>
                  </a:moveTo>
                  <a:lnTo>
                    <a:pt x="44410" y="53334"/>
                  </a:lnTo>
                  <a:lnTo>
                    <a:pt x="40878" y="53334"/>
                  </a:lnTo>
                  <a:lnTo>
                    <a:pt x="39088" y="50283"/>
                  </a:lnTo>
                  <a:close/>
                  <a:moveTo>
                    <a:pt x="26816" y="42920"/>
                  </a:moveTo>
                  <a:lnTo>
                    <a:pt x="28812" y="46430"/>
                  </a:lnTo>
                  <a:lnTo>
                    <a:pt x="30853" y="49939"/>
                  </a:lnTo>
                  <a:lnTo>
                    <a:pt x="28835" y="53426"/>
                  </a:lnTo>
                  <a:lnTo>
                    <a:pt x="25302" y="53449"/>
                  </a:lnTo>
                  <a:lnTo>
                    <a:pt x="27344" y="49939"/>
                  </a:lnTo>
                  <a:lnTo>
                    <a:pt x="25027" y="46040"/>
                  </a:lnTo>
                  <a:lnTo>
                    <a:pt x="26816" y="42920"/>
                  </a:lnTo>
                  <a:close/>
                  <a:moveTo>
                    <a:pt x="40648" y="42484"/>
                  </a:moveTo>
                  <a:lnTo>
                    <a:pt x="34317" y="53426"/>
                  </a:lnTo>
                  <a:lnTo>
                    <a:pt x="30807" y="53449"/>
                  </a:lnTo>
                  <a:lnTo>
                    <a:pt x="37116" y="42484"/>
                  </a:lnTo>
                  <a:close/>
                  <a:moveTo>
                    <a:pt x="114031" y="48769"/>
                  </a:moveTo>
                  <a:lnTo>
                    <a:pt x="114260" y="48792"/>
                  </a:lnTo>
                  <a:lnTo>
                    <a:pt x="114490" y="48861"/>
                  </a:lnTo>
                  <a:lnTo>
                    <a:pt x="114719" y="48930"/>
                  </a:lnTo>
                  <a:lnTo>
                    <a:pt x="114948" y="49045"/>
                  </a:lnTo>
                  <a:lnTo>
                    <a:pt x="115155" y="49159"/>
                  </a:lnTo>
                  <a:lnTo>
                    <a:pt x="115361" y="49320"/>
                  </a:lnTo>
                  <a:lnTo>
                    <a:pt x="115568" y="49526"/>
                  </a:lnTo>
                  <a:lnTo>
                    <a:pt x="115751" y="49733"/>
                  </a:lnTo>
                  <a:lnTo>
                    <a:pt x="115912" y="49985"/>
                  </a:lnTo>
                  <a:lnTo>
                    <a:pt x="116049" y="50260"/>
                  </a:lnTo>
                  <a:lnTo>
                    <a:pt x="116164" y="50513"/>
                  </a:lnTo>
                  <a:lnTo>
                    <a:pt x="116233" y="50788"/>
                  </a:lnTo>
                  <a:lnTo>
                    <a:pt x="116279" y="51040"/>
                  </a:lnTo>
                  <a:lnTo>
                    <a:pt x="116279" y="51270"/>
                  </a:lnTo>
                  <a:lnTo>
                    <a:pt x="116279" y="51522"/>
                  </a:lnTo>
                  <a:lnTo>
                    <a:pt x="116233" y="51751"/>
                  </a:lnTo>
                  <a:lnTo>
                    <a:pt x="116187" y="51981"/>
                  </a:lnTo>
                  <a:lnTo>
                    <a:pt x="116095" y="52187"/>
                  </a:lnTo>
                  <a:lnTo>
                    <a:pt x="116004" y="52394"/>
                  </a:lnTo>
                  <a:lnTo>
                    <a:pt x="115889" y="52600"/>
                  </a:lnTo>
                  <a:lnTo>
                    <a:pt x="115751" y="52784"/>
                  </a:lnTo>
                  <a:lnTo>
                    <a:pt x="115591" y="52967"/>
                  </a:lnTo>
                  <a:lnTo>
                    <a:pt x="115430" y="53128"/>
                  </a:lnTo>
                  <a:lnTo>
                    <a:pt x="115247" y="53265"/>
                  </a:lnTo>
                  <a:lnTo>
                    <a:pt x="115040" y="53380"/>
                  </a:lnTo>
                  <a:lnTo>
                    <a:pt x="114857" y="53495"/>
                  </a:lnTo>
                  <a:lnTo>
                    <a:pt x="114650" y="53609"/>
                  </a:lnTo>
                  <a:lnTo>
                    <a:pt x="114421" y="53678"/>
                  </a:lnTo>
                  <a:lnTo>
                    <a:pt x="114191" y="53724"/>
                  </a:lnTo>
                  <a:lnTo>
                    <a:pt x="113962" y="53770"/>
                  </a:lnTo>
                  <a:lnTo>
                    <a:pt x="113733" y="53793"/>
                  </a:lnTo>
                  <a:lnTo>
                    <a:pt x="113503" y="53793"/>
                  </a:lnTo>
                  <a:lnTo>
                    <a:pt x="113274" y="53770"/>
                  </a:lnTo>
                  <a:lnTo>
                    <a:pt x="113044" y="53701"/>
                  </a:lnTo>
                  <a:lnTo>
                    <a:pt x="112838" y="53632"/>
                  </a:lnTo>
                  <a:lnTo>
                    <a:pt x="112609" y="53541"/>
                  </a:lnTo>
                  <a:lnTo>
                    <a:pt x="112402" y="53403"/>
                  </a:lnTo>
                  <a:lnTo>
                    <a:pt x="112196" y="53265"/>
                  </a:lnTo>
                  <a:lnTo>
                    <a:pt x="111989" y="53082"/>
                  </a:lnTo>
                  <a:lnTo>
                    <a:pt x="111806" y="52875"/>
                  </a:lnTo>
                  <a:lnTo>
                    <a:pt x="111622" y="52623"/>
                  </a:lnTo>
                  <a:lnTo>
                    <a:pt x="111484" y="52348"/>
                  </a:lnTo>
                  <a:lnTo>
                    <a:pt x="111370" y="52095"/>
                  </a:lnTo>
                  <a:lnTo>
                    <a:pt x="111301" y="51820"/>
                  </a:lnTo>
                  <a:lnTo>
                    <a:pt x="111232" y="51568"/>
                  </a:lnTo>
                  <a:lnTo>
                    <a:pt x="111232" y="51316"/>
                  </a:lnTo>
                  <a:lnTo>
                    <a:pt x="111232" y="51063"/>
                  </a:lnTo>
                  <a:lnTo>
                    <a:pt x="111255" y="50834"/>
                  </a:lnTo>
                  <a:lnTo>
                    <a:pt x="111324" y="50604"/>
                  </a:lnTo>
                  <a:lnTo>
                    <a:pt x="111393" y="50375"/>
                  </a:lnTo>
                  <a:lnTo>
                    <a:pt x="111507" y="50169"/>
                  </a:lnTo>
                  <a:lnTo>
                    <a:pt x="111622" y="49962"/>
                  </a:lnTo>
                  <a:lnTo>
                    <a:pt x="111760" y="49779"/>
                  </a:lnTo>
                  <a:lnTo>
                    <a:pt x="111920" y="49595"/>
                  </a:lnTo>
                  <a:lnTo>
                    <a:pt x="112081" y="49435"/>
                  </a:lnTo>
                  <a:lnTo>
                    <a:pt x="112264" y="49297"/>
                  </a:lnTo>
                  <a:lnTo>
                    <a:pt x="112471" y="49159"/>
                  </a:lnTo>
                  <a:lnTo>
                    <a:pt x="112677" y="49045"/>
                  </a:lnTo>
                  <a:lnTo>
                    <a:pt x="112884" y="48953"/>
                  </a:lnTo>
                  <a:lnTo>
                    <a:pt x="113090" y="48861"/>
                  </a:lnTo>
                  <a:lnTo>
                    <a:pt x="113320" y="48815"/>
                  </a:lnTo>
                  <a:lnTo>
                    <a:pt x="113549" y="48769"/>
                  </a:lnTo>
                  <a:close/>
                  <a:moveTo>
                    <a:pt x="133896" y="51522"/>
                  </a:moveTo>
                  <a:lnTo>
                    <a:pt x="135662" y="54573"/>
                  </a:lnTo>
                  <a:lnTo>
                    <a:pt x="132130" y="54573"/>
                  </a:lnTo>
                  <a:lnTo>
                    <a:pt x="130363" y="51522"/>
                  </a:lnTo>
                  <a:close/>
                  <a:moveTo>
                    <a:pt x="118091" y="44159"/>
                  </a:moveTo>
                  <a:lnTo>
                    <a:pt x="120087" y="47668"/>
                  </a:lnTo>
                  <a:lnTo>
                    <a:pt x="122105" y="51178"/>
                  </a:lnTo>
                  <a:lnTo>
                    <a:pt x="120110" y="54688"/>
                  </a:lnTo>
                  <a:lnTo>
                    <a:pt x="116577" y="54688"/>
                  </a:lnTo>
                  <a:lnTo>
                    <a:pt x="118596" y="51178"/>
                  </a:lnTo>
                  <a:lnTo>
                    <a:pt x="116279" y="47278"/>
                  </a:lnTo>
                  <a:lnTo>
                    <a:pt x="118091" y="44159"/>
                  </a:lnTo>
                  <a:close/>
                  <a:moveTo>
                    <a:pt x="131900" y="43723"/>
                  </a:moveTo>
                  <a:lnTo>
                    <a:pt x="125592" y="54665"/>
                  </a:lnTo>
                  <a:lnTo>
                    <a:pt x="122059" y="54688"/>
                  </a:lnTo>
                  <a:lnTo>
                    <a:pt x="128391" y="43723"/>
                  </a:lnTo>
                  <a:close/>
                  <a:moveTo>
                    <a:pt x="56247" y="50169"/>
                  </a:moveTo>
                  <a:lnTo>
                    <a:pt x="56476" y="50192"/>
                  </a:lnTo>
                  <a:lnTo>
                    <a:pt x="56706" y="50214"/>
                  </a:lnTo>
                  <a:lnTo>
                    <a:pt x="56935" y="50260"/>
                  </a:lnTo>
                  <a:lnTo>
                    <a:pt x="57164" y="50352"/>
                  </a:lnTo>
                  <a:lnTo>
                    <a:pt x="57394" y="50444"/>
                  </a:lnTo>
                  <a:lnTo>
                    <a:pt x="57600" y="50582"/>
                  </a:lnTo>
                  <a:lnTo>
                    <a:pt x="57807" y="50742"/>
                  </a:lnTo>
                  <a:lnTo>
                    <a:pt x="58013" y="50949"/>
                  </a:lnTo>
                  <a:lnTo>
                    <a:pt x="58197" y="51155"/>
                  </a:lnTo>
                  <a:lnTo>
                    <a:pt x="58380" y="51407"/>
                  </a:lnTo>
                  <a:lnTo>
                    <a:pt x="58518" y="51683"/>
                  </a:lnTo>
                  <a:lnTo>
                    <a:pt x="58610" y="51935"/>
                  </a:lnTo>
                  <a:lnTo>
                    <a:pt x="58678" y="52187"/>
                  </a:lnTo>
                  <a:lnTo>
                    <a:pt x="58724" y="52440"/>
                  </a:lnTo>
                  <a:lnTo>
                    <a:pt x="58747" y="52692"/>
                  </a:lnTo>
                  <a:lnTo>
                    <a:pt x="58724" y="52944"/>
                  </a:lnTo>
                  <a:lnTo>
                    <a:pt x="58701" y="53174"/>
                  </a:lnTo>
                  <a:lnTo>
                    <a:pt x="58633" y="53403"/>
                  </a:lnTo>
                  <a:lnTo>
                    <a:pt x="58564" y="53609"/>
                  </a:lnTo>
                  <a:lnTo>
                    <a:pt x="58449" y="53816"/>
                  </a:lnTo>
                  <a:lnTo>
                    <a:pt x="58334" y="54022"/>
                  </a:lnTo>
                  <a:lnTo>
                    <a:pt x="58197" y="54206"/>
                  </a:lnTo>
                  <a:lnTo>
                    <a:pt x="58036" y="54366"/>
                  </a:lnTo>
                  <a:lnTo>
                    <a:pt x="57876" y="54527"/>
                  </a:lnTo>
                  <a:lnTo>
                    <a:pt x="57692" y="54688"/>
                  </a:lnTo>
                  <a:lnTo>
                    <a:pt x="57509" y="54802"/>
                  </a:lnTo>
                  <a:lnTo>
                    <a:pt x="57302" y="54917"/>
                  </a:lnTo>
                  <a:lnTo>
                    <a:pt x="57096" y="55009"/>
                  </a:lnTo>
                  <a:lnTo>
                    <a:pt x="56866" y="55101"/>
                  </a:lnTo>
                  <a:lnTo>
                    <a:pt x="56660" y="55146"/>
                  </a:lnTo>
                  <a:lnTo>
                    <a:pt x="56430" y="55192"/>
                  </a:lnTo>
                  <a:lnTo>
                    <a:pt x="56201" y="55215"/>
                  </a:lnTo>
                  <a:lnTo>
                    <a:pt x="55972" y="55215"/>
                  </a:lnTo>
                  <a:lnTo>
                    <a:pt x="55742" y="55169"/>
                  </a:lnTo>
                  <a:lnTo>
                    <a:pt x="55513" y="55123"/>
                  </a:lnTo>
                  <a:lnTo>
                    <a:pt x="55283" y="55055"/>
                  </a:lnTo>
                  <a:lnTo>
                    <a:pt x="55054" y="54963"/>
                  </a:lnTo>
                  <a:lnTo>
                    <a:pt x="54848" y="54825"/>
                  </a:lnTo>
                  <a:lnTo>
                    <a:pt x="54641" y="54665"/>
                  </a:lnTo>
                  <a:lnTo>
                    <a:pt x="54435" y="54504"/>
                  </a:lnTo>
                  <a:lnTo>
                    <a:pt x="54251" y="54275"/>
                  </a:lnTo>
                  <a:lnTo>
                    <a:pt x="54091" y="54045"/>
                  </a:lnTo>
                  <a:lnTo>
                    <a:pt x="53930" y="53770"/>
                  </a:lnTo>
                  <a:lnTo>
                    <a:pt x="53815" y="53518"/>
                  </a:lnTo>
                  <a:lnTo>
                    <a:pt x="53747" y="53242"/>
                  </a:lnTo>
                  <a:lnTo>
                    <a:pt x="53701" y="52990"/>
                  </a:lnTo>
                  <a:lnTo>
                    <a:pt x="53678" y="52738"/>
                  </a:lnTo>
                  <a:lnTo>
                    <a:pt x="53678" y="52485"/>
                  </a:lnTo>
                  <a:lnTo>
                    <a:pt x="53724" y="52256"/>
                  </a:lnTo>
                  <a:lnTo>
                    <a:pt x="53769" y="52027"/>
                  </a:lnTo>
                  <a:lnTo>
                    <a:pt x="53861" y="51797"/>
                  </a:lnTo>
                  <a:lnTo>
                    <a:pt x="53953" y="51591"/>
                  </a:lnTo>
                  <a:lnTo>
                    <a:pt x="54068" y="51384"/>
                  </a:lnTo>
                  <a:lnTo>
                    <a:pt x="54205" y="51201"/>
                  </a:lnTo>
                  <a:lnTo>
                    <a:pt x="54366" y="51017"/>
                  </a:lnTo>
                  <a:lnTo>
                    <a:pt x="54526" y="50857"/>
                  </a:lnTo>
                  <a:lnTo>
                    <a:pt x="54710" y="50719"/>
                  </a:lnTo>
                  <a:lnTo>
                    <a:pt x="54916" y="50582"/>
                  </a:lnTo>
                  <a:lnTo>
                    <a:pt x="55123" y="50467"/>
                  </a:lnTo>
                  <a:lnTo>
                    <a:pt x="55329" y="50375"/>
                  </a:lnTo>
                  <a:lnTo>
                    <a:pt x="55559" y="50283"/>
                  </a:lnTo>
                  <a:lnTo>
                    <a:pt x="55788" y="50237"/>
                  </a:lnTo>
                  <a:lnTo>
                    <a:pt x="56018" y="50192"/>
                  </a:lnTo>
                  <a:lnTo>
                    <a:pt x="56247" y="50169"/>
                  </a:lnTo>
                  <a:close/>
                  <a:moveTo>
                    <a:pt x="60582" y="45673"/>
                  </a:moveTo>
                  <a:lnTo>
                    <a:pt x="62601" y="49182"/>
                  </a:lnTo>
                  <a:lnTo>
                    <a:pt x="64620" y="52692"/>
                  </a:lnTo>
                  <a:lnTo>
                    <a:pt x="62624" y="56179"/>
                  </a:lnTo>
                  <a:lnTo>
                    <a:pt x="59091" y="56179"/>
                  </a:lnTo>
                  <a:lnTo>
                    <a:pt x="61110" y="52669"/>
                  </a:lnTo>
                  <a:lnTo>
                    <a:pt x="58793" y="48792"/>
                  </a:lnTo>
                  <a:lnTo>
                    <a:pt x="60582" y="45673"/>
                  </a:lnTo>
                  <a:close/>
                  <a:moveTo>
                    <a:pt x="74415" y="45237"/>
                  </a:moveTo>
                  <a:lnTo>
                    <a:pt x="68106" y="56179"/>
                  </a:lnTo>
                  <a:lnTo>
                    <a:pt x="64574" y="56179"/>
                  </a:lnTo>
                  <a:lnTo>
                    <a:pt x="70882" y="45237"/>
                  </a:lnTo>
                  <a:close/>
                  <a:moveTo>
                    <a:pt x="76158" y="53220"/>
                  </a:moveTo>
                  <a:lnTo>
                    <a:pt x="77924" y="56270"/>
                  </a:lnTo>
                  <a:lnTo>
                    <a:pt x="74392" y="56270"/>
                  </a:lnTo>
                  <a:lnTo>
                    <a:pt x="72625" y="53220"/>
                  </a:lnTo>
                  <a:close/>
                  <a:moveTo>
                    <a:pt x="147797" y="51660"/>
                  </a:moveTo>
                  <a:lnTo>
                    <a:pt x="148027" y="51683"/>
                  </a:lnTo>
                  <a:lnTo>
                    <a:pt x="148256" y="51706"/>
                  </a:lnTo>
                  <a:lnTo>
                    <a:pt x="148485" y="51751"/>
                  </a:lnTo>
                  <a:lnTo>
                    <a:pt x="148715" y="51843"/>
                  </a:lnTo>
                  <a:lnTo>
                    <a:pt x="148944" y="51935"/>
                  </a:lnTo>
                  <a:lnTo>
                    <a:pt x="149151" y="52073"/>
                  </a:lnTo>
                  <a:lnTo>
                    <a:pt x="149357" y="52233"/>
                  </a:lnTo>
                  <a:lnTo>
                    <a:pt x="149564" y="52440"/>
                  </a:lnTo>
                  <a:lnTo>
                    <a:pt x="149747" y="52646"/>
                  </a:lnTo>
                  <a:lnTo>
                    <a:pt x="149931" y="52898"/>
                  </a:lnTo>
                  <a:lnTo>
                    <a:pt x="150068" y="53174"/>
                  </a:lnTo>
                  <a:lnTo>
                    <a:pt x="150160" y="53426"/>
                  </a:lnTo>
                  <a:lnTo>
                    <a:pt x="150229" y="53678"/>
                  </a:lnTo>
                  <a:lnTo>
                    <a:pt x="150275" y="53931"/>
                  </a:lnTo>
                  <a:lnTo>
                    <a:pt x="150298" y="54183"/>
                  </a:lnTo>
                  <a:lnTo>
                    <a:pt x="150275" y="54435"/>
                  </a:lnTo>
                  <a:lnTo>
                    <a:pt x="150252" y="54665"/>
                  </a:lnTo>
                  <a:lnTo>
                    <a:pt x="150183" y="54894"/>
                  </a:lnTo>
                  <a:lnTo>
                    <a:pt x="150114" y="55101"/>
                  </a:lnTo>
                  <a:lnTo>
                    <a:pt x="149999" y="55307"/>
                  </a:lnTo>
                  <a:lnTo>
                    <a:pt x="149885" y="55513"/>
                  </a:lnTo>
                  <a:lnTo>
                    <a:pt x="149747" y="55697"/>
                  </a:lnTo>
                  <a:lnTo>
                    <a:pt x="149586" y="55858"/>
                  </a:lnTo>
                  <a:lnTo>
                    <a:pt x="149426" y="56018"/>
                  </a:lnTo>
                  <a:lnTo>
                    <a:pt x="149242" y="56179"/>
                  </a:lnTo>
                  <a:lnTo>
                    <a:pt x="149059" y="56293"/>
                  </a:lnTo>
                  <a:lnTo>
                    <a:pt x="148852" y="56408"/>
                  </a:lnTo>
                  <a:lnTo>
                    <a:pt x="148646" y="56500"/>
                  </a:lnTo>
                  <a:lnTo>
                    <a:pt x="148417" y="56592"/>
                  </a:lnTo>
                  <a:lnTo>
                    <a:pt x="148210" y="56637"/>
                  </a:lnTo>
                  <a:lnTo>
                    <a:pt x="147981" y="56683"/>
                  </a:lnTo>
                  <a:lnTo>
                    <a:pt x="147751" y="56706"/>
                  </a:lnTo>
                  <a:lnTo>
                    <a:pt x="147522" y="56683"/>
                  </a:lnTo>
                  <a:lnTo>
                    <a:pt x="147293" y="56660"/>
                  </a:lnTo>
                  <a:lnTo>
                    <a:pt x="147063" y="56615"/>
                  </a:lnTo>
                  <a:lnTo>
                    <a:pt x="146834" y="56546"/>
                  </a:lnTo>
                  <a:lnTo>
                    <a:pt x="146604" y="56454"/>
                  </a:lnTo>
                  <a:lnTo>
                    <a:pt x="146398" y="56316"/>
                  </a:lnTo>
                  <a:lnTo>
                    <a:pt x="146191" y="56156"/>
                  </a:lnTo>
                  <a:lnTo>
                    <a:pt x="145985" y="55972"/>
                  </a:lnTo>
                  <a:lnTo>
                    <a:pt x="145802" y="55766"/>
                  </a:lnTo>
                  <a:lnTo>
                    <a:pt x="145641" y="55536"/>
                  </a:lnTo>
                  <a:lnTo>
                    <a:pt x="145480" y="55261"/>
                  </a:lnTo>
                  <a:lnTo>
                    <a:pt x="145366" y="55009"/>
                  </a:lnTo>
                  <a:lnTo>
                    <a:pt x="145297" y="54734"/>
                  </a:lnTo>
                  <a:lnTo>
                    <a:pt x="145251" y="54481"/>
                  </a:lnTo>
                  <a:lnTo>
                    <a:pt x="145228" y="54229"/>
                  </a:lnTo>
                  <a:lnTo>
                    <a:pt x="145228" y="53977"/>
                  </a:lnTo>
                  <a:lnTo>
                    <a:pt x="145274" y="53747"/>
                  </a:lnTo>
                  <a:lnTo>
                    <a:pt x="145320" y="53518"/>
                  </a:lnTo>
                  <a:lnTo>
                    <a:pt x="145412" y="53288"/>
                  </a:lnTo>
                  <a:lnTo>
                    <a:pt x="145503" y="53082"/>
                  </a:lnTo>
                  <a:lnTo>
                    <a:pt x="145618" y="52875"/>
                  </a:lnTo>
                  <a:lnTo>
                    <a:pt x="145756" y="52692"/>
                  </a:lnTo>
                  <a:lnTo>
                    <a:pt x="145916" y="52508"/>
                  </a:lnTo>
                  <a:lnTo>
                    <a:pt x="146077" y="52348"/>
                  </a:lnTo>
                  <a:lnTo>
                    <a:pt x="146260" y="52210"/>
                  </a:lnTo>
                  <a:lnTo>
                    <a:pt x="146467" y="52073"/>
                  </a:lnTo>
                  <a:lnTo>
                    <a:pt x="146673" y="51958"/>
                  </a:lnTo>
                  <a:lnTo>
                    <a:pt x="146880" y="51866"/>
                  </a:lnTo>
                  <a:lnTo>
                    <a:pt x="147109" y="51774"/>
                  </a:lnTo>
                  <a:lnTo>
                    <a:pt x="147338" y="51728"/>
                  </a:lnTo>
                  <a:lnTo>
                    <a:pt x="147568" y="51683"/>
                  </a:lnTo>
                  <a:lnTo>
                    <a:pt x="147797" y="51660"/>
                  </a:lnTo>
                  <a:close/>
                  <a:moveTo>
                    <a:pt x="167892" y="54412"/>
                  </a:moveTo>
                  <a:lnTo>
                    <a:pt x="169658" y="57486"/>
                  </a:lnTo>
                  <a:lnTo>
                    <a:pt x="166126" y="57486"/>
                  </a:lnTo>
                  <a:lnTo>
                    <a:pt x="164359" y="54435"/>
                  </a:lnTo>
                  <a:lnTo>
                    <a:pt x="167892" y="54412"/>
                  </a:lnTo>
                  <a:close/>
                  <a:moveTo>
                    <a:pt x="152087" y="47072"/>
                  </a:moveTo>
                  <a:lnTo>
                    <a:pt x="154083" y="50582"/>
                  </a:lnTo>
                  <a:lnTo>
                    <a:pt x="156124" y="54091"/>
                  </a:lnTo>
                  <a:lnTo>
                    <a:pt x="154106" y="57578"/>
                  </a:lnTo>
                  <a:lnTo>
                    <a:pt x="150573" y="57601"/>
                  </a:lnTo>
                  <a:lnTo>
                    <a:pt x="152592" y="54091"/>
                  </a:lnTo>
                  <a:lnTo>
                    <a:pt x="150298" y="50192"/>
                  </a:lnTo>
                  <a:lnTo>
                    <a:pt x="152087" y="47072"/>
                  </a:lnTo>
                  <a:close/>
                  <a:moveTo>
                    <a:pt x="165919" y="46636"/>
                  </a:moveTo>
                  <a:lnTo>
                    <a:pt x="159588" y="57578"/>
                  </a:lnTo>
                  <a:lnTo>
                    <a:pt x="156078" y="57601"/>
                  </a:lnTo>
                  <a:lnTo>
                    <a:pt x="162387" y="46636"/>
                  </a:lnTo>
                  <a:close/>
                  <a:moveTo>
                    <a:pt x="19521" y="54917"/>
                  </a:moveTo>
                  <a:lnTo>
                    <a:pt x="21288" y="57968"/>
                  </a:lnTo>
                  <a:lnTo>
                    <a:pt x="17755" y="57968"/>
                  </a:lnTo>
                  <a:lnTo>
                    <a:pt x="15989" y="54917"/>
                  </a:lnTo>
                  <a:close/>
                  <a:moveTo>
                    <a:pt x="3716" y="47576"/>
                  </a:moveTo>
                  <a:lnTo>
                    <a:pt x="5712" y="51063"/>
                  </a:lnTo>
                  <a:lnTo>
                    <a:pt x="7753" y="54596"/>
                  </a:lnTo>
                  <a:lnTo>
                    <a:pt x="5735" y="58083"/>
                  </a:lnTo>
                  <a:lnTo>
                    <a:pt x="2202" y="58083"/>
                  </a:lnTo>
                  <a:lnTo>
                    <a:pt x="4221" y="54573"/>
                  </a:lnTo>
                  <a:lnTo>
                    <a:pt x="1927" y="50673"/>
                  </a:lnTo>
                  <a:lnTo>
                    <a:pt x="3716" y="47576"/>
                  </a:lnTo>
                  <a:close/>
                  <a:moveTo>
                    <a:pt x="17526" y="47118"/>
                  </a:moveTo>
                  <a:lnTo>
                    <a:pt x="11217" y="58083"/>
                  </a:lnTo>
                  <a:lnTo>
                    <a:pt x="7685" y="58083"/>
                  </a:lnTo>
                  <a:lnTo>
                    <a:pt x="14016" y="47118"/>
                  </a:lnTo>
                  <a:close/>
                  <a:moveTo>
                    <a:pt x="90449" y="53265"/>
                  </a:moveTo>
                  <a:lnTo>
                    <a:pt x="90679" y="53288"/>
                  </a:lnTo>
                  <a:lnTo>
                    <a:pt x="90908" y="53357"/>
                  </a:lnTo>
                  <a:lnTo>
                    <a:pt x="91137" y="53426"/>
                  </a:lnTo>
                  <a:lnTo>
                    <a:pt x="91367" y="53541"/>
                  </a:lnTo>
                  <a:lnTo>
                    <a:pt x="91573" y="53655"/>
                  </a:lnTo>
                  <a:lnTo>
                    <a:pt x="91780" y="53816"/>
                  </a:lnTo>
                  <a:lnTo>
                    <a:pt x="91986" y="54022"/>
                  </a:lnTo>
                  <a:lnTo>
                    <a:pt x="92170" y="54229"/>
                  </a:lnTo>
                  <a:lnTo>
                    <a:pt x="92330" y="54481"/>
                  </a:lnTo>
                  <a:lnTo>
                    <a:pt x="92468" y="54756"/>
                  </a:lnTo>
                  <a:lnTo>
                    <a:pt x="92583" y="55009"/>
                  </a:lnTo>
                  <a:lnTo>
                    <a:pt x="92651" y="55284"/>
                  </a:lnTo>
                  <a:lnTo>
                    <a:pt x="92697" y="55536"/>
                  </a:lnTo>
                  <a:lnTo>
                    <a:pt x="92697" y="55766"/>
                  </a:lnTo>
                  <a:lnTo>
                    <a:pt x="92697" y="56018"/>
                  </a:lnTo>
                  <a:lnTo>
                    <a:pt x="92651" y="56247"/>
                  </a:lnTo>
                  <a:lnTo>
                    <a:pt x="92606" y="56477"/>
                  </a:lnTo>
                  <a:lnTo>
                    <a:pt x="92514" y="56683"/>
                  </a:lnTo>
                  <a:lnTo>
                    <a:pt x="92422" y="56913"/>
                  </a:lnTo>
                  <a:lnTo>
                    <a:pt x="92307" y="57096"/>
                  </a:lnTo>
                  <a:lnTo>
                    <a:pt x="92170" y="57280"/>
                  </a:lnTo>
                  <a:lnTo>
                    <a:pt x="92009" y="57463"/>
                  </a:lnTo>
                  <a:lnTo>
                    <a:pt x="91849" y="57624"/>
                  </a:lnTo>
                  <a:lnTo>
                    <a:pt x="91665" y="57761"/>
                  </a:lnTo>
                  <a:lnTo>
                    <a:pt x="91459" y="57876"/>
                  </a:lnTo>
                  <a:lnTo>
                    <a:pt x="91275" y="57991"/>
                  </a:lnTo>
                  <a:lnTo>
                    <a:pt x="91046" y="58106"/>
                  </a:lnTo>
                  <a:lnTo>
                    <a:pt x="90839" y="58174"/>
                  </a:lnTo>
                  <a:lnTo>
                    <a:pt x="90610" y="58220"/>
                  </a:lnTo>
                  <a:lnTo>
                    <a:pt x="90380" y="58266"/>
                  </a:lnTo>
                  <a:lnTo>
                    <a:pt x="90151" y="58289"/>
                  </a:lnTo>
                  <a:lnTo>
                    <a:pt x="89922" y="58289"/>
                  </a:lnTo>
                  <a:lnTo>
                    <a:pt x="89692" y="58266"/>
                  </a:lnTo>
                  <a:lnTo>
                    <a:pt x="89463" y="58197"/>
                  </a:lnTo>
                  <a:lnTo>
                    <a:pt x="89233" y="58129"/>
                  </a:lnTo>
                  <a:lnTo>
                    <a:pt x="89027" y="58037"/>
                  </a:lnTo>
                  <a:lnTo>
                    <a:pt x="88798" y="57899"/>
                  </a:lnTo>
                  <a:lnTo>
                    <a:pt x="88591" y="57761"/>
                  </a:lnTo>
                  <a:lnTo>
                    <a:pt x="88408" y="57578"/>
                  </a:lnTo>
                  <a:lnTo>
                    <a:pt x="88224" y="57372"/>
                  </a:lnTo>
                  <a:lnTo>
                    <a:pt x="88041" y="57119"/>
                  </a:lnTo>
                  <a:lnTo>
                    <a:pt x="87903" y="56844"/>
                  </a:lnTo>
                  <a:lnTo>
                    <a:pt x="87788" y="56592"/>
                  </a:lnTo>
                  <a:lnTo>
                    <a:pt x="87697" y="56316"/>
                  </a:lnTo>
                  <a:lnTo>
                    <a:pt x="87651" y="56064"/>
                  </a:lnTo>
                  <a:lnTo>
                    <a:pt x="87628" y="55812"/>
                  </a:lnTo>
                  <a:lnTo>
                    <a:pt x="87651" y="55559"/>
                  </a:lnTo>
                  <a:lnTo>
                    <a:pt x="87674" y="55330"/>
                  </a:lnTo>
                  <a:lnTo>
                    <a:pt x="87742" y="55101"/>
                  </a:lnTo>
                  <a:lnTo>
                    <a:pt x="87811" y="54871"/>
                  </a:lnTo>
                  <a:lnTo>
                    <a:pt x="87903" y="54665"/>
                  </a:lnTo>
                  <a:lnTo>
                    <a:pt x="88041" y="54458"/>
                  </a:lnTo>
                  <a:lnTo>
                    <a:pt x="88178" y="54275"/>
                  </a:lnTo>
                  <a:lnTo>
                    <a:pt x="88339" y="54091"/>
                  </a:lnTo>
                  <a:lnTo>
                    <a:pt x="88499" y="53931"/>
                  </a:lnTo>
                  <a:lnTo>
                    <a:pt x="88683" y="53793"/>
                  </a:lnTo>
                  <a:lnTo>
                    <a:pt x="88866" y="53655"/>
                  </a:lnTo>
                  <a:lnTo>
                    <a:pt x="89073" y="53541"/>
                  </a:lnTo>
                  <a:lnTo>
                    <a:pt x="89302" y="53449"/>
                  </a:lnTo>
                  <a:lnTo>
                    <a:pt x="89509" y="53357"/>
                  </a:lnTo>
                  <a:lnTo>
                    <a:pt x="89738" y="53311"/>
                  </a:lnTo>
                  <a:lnTo>
                    <a:pt x="89968" y="53265"/>
                  </a:lnTo>
                  <a:close/>
                  <a:moveTo>
                    <a:pt x="94487" y="48655"/>
                  </a:moveTo>
                  <a:lnTo>
                    <a:pt x="96505" y="52164"/>
                  </a:lnTo>
                  <a:lnTo>
                    <a:pt x="98524" y="55674"/>
                  </a:lnTo>
                  <a:lnTo>
                    <a:pt x="96528" y="59184"/>
                  </a:lnTo>
                  <a:lnTo>
                    <a:pt x="92995" y="59184"/>
                  </a:lnTo>
                  <a:lnTo>
                    <a:pt x="95014" y="55674"/>
                  </a:lnTo>
                  <a:lnTo>
                    <a:pt x="92697" y="51774"/>
                  </a:lnTo>
                  <a:lnTo>
                    <a:pt x="94487" y="48655"/>
                  </a:lnTo>
                  <a:close/>
                  <a:moveTo>
                    <a:pt x="108319" y="48219"/>
                  </a:moveTo>
                  <a:lnTo>
                    <a:pt x="101988" y="59161"/>
                  </a:lnTo>
                  <a:lnTo>
                    <a:pt x="98478" y="59184"/>
                  </a:lnTo>
                  <a:lnTo>
                    <a:pt x="104786" y="48219"/>
                  </a:lnTo>
                  <a:close/>
                  <a:moveTo>
                    <a:pt x="110154" y="56179"/>
                  </a:moveTo>
                  <a:lnTo>
                    <a:pt x="111943" y="59253"/>
                  </a:lnTo>
                  <a:lnTo>
                    <a:pt x="108411" y="59253"/>
                  </a:lnTo>
                  <a:lnTo>
                    <a:pt x="106621" y="56202"/>
                  </a:lnTo>
                  <a:lnTo>
                    <a:pt x="110154" y="56179"/>
                  </a:lnTo>
                  <a:close/>
                  <a:moveTo>
                    <a:pt x="33377" y="54825"/>
                  </a:moveTo>
                  <a:lnTo>
                    <a:pt x="33606" y="54848"/>
                  </a:lnTo>
                  <a:lnTo>
                    <a:pt x="33835" y="54917"/>
                  </a:lnTo>
                  <a:lnTo>
                    <a:pt x="34065" y="54986"/>
                  </a:lnTo>
                  <a:lnTo>
                    <a:pt x="34294" y="55101"/>
                  </a:lnTo>
                  <a:lnTo>
                    <a:pt x="34501" y="55238"/>
                  </a:lnTo>
                  <a:lnTo>
                    <a:pt x="34707" y="55399"/>
                  </a:lnTo>
                  <a:lnTo>
                    <a:pt x="34913" y="55582"/>
                  </a:lnTo>
                  <a:lnTo>
                    <a:pt x="35097" y="55812"/>
                  </a:lnTo>
                  <a:lnTo>
                    <a:pt x="35258" y="56064"/>
                  </a:lnTo>
                  <a:lnTo>
                    <a:pt x="35395" y="56316"/>
                  </a:lnTo>
                  <a:lnTo>
                    <a:pt x="35510" y="56592"/>
                  </a:lnTo>
                  <a:lnTo>
                    <a:pt x="35579" y="56844"/>
                  </a:lnTo>
                  <a:lnTo>
                    <a:pt x="35625" y="57096"/>
                  </a:lnTo>
                  <a:lnTo>
                    <a:pt x="35625" y="57349"/>
                  </a:lnTo>
                  <a:lnTo>
                    <a:pt x="35625" y="57578"/>
                  </a:lnTo>
                  <a:lnTo>
                    <a:pt x="35579" y="57807"/>
                  </a:lnTo>
                  <a:lnTo>
                    <a:pt x="35533" y="58037"/>
                  </a:lnTo>
                  <a:lnTo>
                    <a:pt x="35441" y="58266"/>
                  </a:lnTo>
                  <a:lnTo>
                    <a:pt x="35349" y="58473"/>
                  </a:lnTo>
                  <a:lnTo>
                    <a:pt x="35235" y="58656"/>
                  </a:lnTo>
                  <a:lnTo>
                    <a:pt x="35097" y="58840"/>
                  </a:lnTo>
                  <a:lnTo>
                    <a:pt x="34936" y="59023"/>
                  </a:lnTo>
                  <a:lnTo>
                    <a:pt x="34776" y="59184"/>
                  </a:lnTo>
                  <a:lnTo>
                    <a:pt x="34592" y="59321"/>
                  </a:lnTo>
                  <a:lnTo>
                    <a:pt x="34386" y="59459"/>
                  </a:lnTo>
                  <a:lnTo>
                    <a:pt x="34202" y="59574"/>
                  </a:lnTo>
                  <a:lnTo>
                    <a:pt x="33973" y="59665"/>
                  </a:lnTo>
                  <a:lnTo>
                    <a:pt x="33766" y="59734"/>
                  </a:lnTo>
                  <a:lnTo>
                    <a:pt x="33537" y="59803"/>
                  </a:lnTo>
                  <a:lnTo>
                    <a:pt x="33308" y="59826"/>
                  </a:lnTo>
                  <a:lnTo>
                    <a:pt x="33078" y="59849"/>
                  </a:lnTo>
                  <a:lnTo>
                    <a:pt x="32849" y="59849"/>
                  </a:lnTo>
                  <a:lnTo>
                    <a:pt x="32620" y="59826"/>
                  </a:lnTo>
                  <a:lnTo>
                    <a:pt x="32390" y="59780"/>
                  </a:lnTo>
                  <a:lnTo>
                    <a:pt x="32184" y="59688"/>
                  </a:lnTo>
                  <a:lnTo>
                    <a:pt x="31954" y="59597"/>
                  </a:lnTo>
                  <a:lnTo>
                    <a:pt x="31748" y="59482"/>
                  </a:lnTo>
                  <a:lnTo>
                    <a:pt x="31541" y="59321"/>
                  </a:lnTo>
                  <a:lnTo>
                    <a:pt x="31335" y="59138"/>
                  </a:lnTo>
                  <a:lnTo>
                    <a:pt x="31151" y="58931"/>
                  </a:lnTo>
                  <a:lnTo>
                    <a:pt x="30968" y="58679"/>
                  </a:lnTo>
                  <a:lnTo>
                    <a:pt x="30830" y="58427"/>
                  </a:lnTo>
                  <a:lnTo>
                    <a:pt x="30716" y="58151"/>
                  </a:lnTo>
                  <a:lnTo>
                    <a:pt x="30647" y="57899"/>
                  </a:lnTo>
                  <a:lnTo>
                    <a:pt x="30578" y="57624"/>
                  </a:lnTo>
                  <a:lnTo>
                    <a:pt x="30555" y="57372"/>
                  </a:lnTo>
                  <a:lnTo>
                    <a:pt x="30578" y="57142"/>
                  </a:lnTo>
                  <a:lnTo>
                    <a:pt x="30601" y="56890"/>
                  </a:lnTo>
                  <a:lnTo>
                    <a:pt x="30670" y="56660"/>
                  </a:lnTo>
                  <a:lnTo>
                    <a:pt x="30739" y="56431"/>
                  </a:lnTo>
                  <a:lnTo>
                    <a:pt x="30853" y="56225"/>
                  </a:lnTo>
                  <a:lnTo>
                    <a:pt x="30968" y="56018"/>
                  </a:lnTo>
                  <a:lnTo>
                    <a:pt x="31106" y="55835"/>
                  </a:lnTo>
                  <a:lnTo>
                    <a:pt x="31266" y="55674"/>
                  </a:lnTo>
                  <a:lnTo>
                    <a:pt x="31427" y="55491"/>
                  </a:lnTo>
                  <a:lnTo>
                    <a:pt x="31610" y="55353"/>
                  </a:lnTo>
                  <a:lnTo>
                    <a:pt x="31817" y="55215"/>
                  </a:lnTo>
                  <a:lnTo>
                    <a:pt x="32000" y="55101"/>
                  </a:lnTo>
                  <a:lnTo>
                    <a:pt x="32230" y="55009"/>
                  </a:lnTo>
                  <a:lnTo>
                    <a:pt x="32436" y="54940"/>
                  </a:lnTo>
                  <a:lnTo>
                    <a:pt x="32665" y="54871"/>
                  </a:lnTo>
                  <a:lnTo>
                    <a:pt x="32895" y="54848"/>
                  </a:lnTo>
                  <a:lnTo>
                    <a:pt x="33147" y="54825"/>
                  </a:lnTo>
                  <a:close/>
                  <a:moveTo>
                    <a:pt x="53517" y="57830"/>
                  </a:moveTo>
                  <a:lnTo>
                    <a:pt x="55306" y="60881"/>
                  </a:lnTo>
                  <a:lnTo>
                    <a:pt x="51774" y="60881"/>
                  </a:lnTo>
                  <a:lnTo>
                    <a:pt x="49985" y="57830"/>
                  </a:lnTo>
                  <a:close/>
                  <a:moveTo>
                    <a:pt x="37712" y="50490"/>
                  </a:moveTo>
                  <a:lnTo>
                    <a:pt x="39708" y="53977"/>
                  </a:lnTo>
                  <a:lnTo>
                    <a:pt x="41749" y="57486"/>
                  </a:lnTo>
                  <a:lnTo>
                    <a:pt x="39731" y="60996"/>
                  </a:lnTo>
                  <a:lnTo>
                    <a:pt x="36198" y="60996"/>
                  </a:lnTo>
                  <a:lnTo>
                    <a:pt x="38240" y="57486"/>
                  </a:lnTo>
                  <a:lnTo>
                    <a:pt x="35923" y="53587"/>
                  </a:lnTo>
                  <a:lnTo>
                    <a:pt x="37712" y="50490"/>
                  </a:lnTo>
                  <a:close/>
                  <a:moveTo>
                    <a:pt x="51544" y="50031"/>
                  </a:moveTo>
                  <a:lnTo>
                    <a:pt x="45213" y="60996"/>
                  </a:lnTo>
                  <a:lnTo>
                    <a:pt x="41703" y="60996"/>
                  </a:lnTo>
                  <a:lnTo>
                    <a:pt x="48012" y="50031"/>
                  </a:lnTo>
                  <a:close/>
                  <a:moveTo>
                    <a:pt x="124927" y="56316"/>
                  </a:moveTo>
                  <a:lnTo>
                    <a:pt x="125156" y="56339"/>
                  </a:lnTo>
                  <a:lnTo>
                    <a:pt x="125386" y="56408"/>
                  </a:lnTo>
                  <a:lnTo>
                    <a:pt x="125615" y="56477"/>
                  </a:lnTo>
                  <a:lnTo>
                    <a:pt x="125844" y="56592"/>
                  </a:lnTo>
                  <a:lnTo>
                    <a:pt x="126051" y="56729"/>
                  </a:lnTo>
                  <a:lnTo>
                    <a:pt x="126257" y="56890"/>
                  </a:lnTo>
                  <a:lnTo>
                    <a:pt x="126464" y="57073"/>
                  </a:lnTo>
                  <a:lnTo>
                    <a:pt x="126647" y="57303"/>
                  </a:lnTo>
                  <a:lnTo>
                    <a:pt x="126808" y="57555"/>
                  </a:lnTo>
                  <a:lnTo>
                    <a:pt x="126946" y="57807"/>
                  </a:lnTo>
                  <a:lnTo>
                    <a:pt x="127060" y="58060"/>
                  </a:lnTo>
                  <a:lnTo>
                    <a:pt x="127129" y="58335"/>
                  </a:lnTo>
                  <a:lnTo>
                    <a:pt x="127175" y="58587"/>
                  </a:lnTo>
                  <a:lnTo>
                    <a:pt x="127175" y="58840"/>
                  </a:lnTo>
                  <a:lnTo>
                    <a:pt x="127175" y="59069"/>
                  </a:lnTo>
                  <a:lnTo>
                    <a:pt x="127129" y="59298"/>
                  </a:lnTo>
                  <a:lnTo>
                    <a:pt x="127083" y="59528"/>
                  </a:lnTo>
                  <a:lnTo>
                    <a:pt x="126991" y="59757"/>
                  </a:lnTo>
                  <a:lnTo>
                    <a:pt x="126900" y="59964"/>
                  </a:lnTo>
                  <a:lnTo>
                    <a:pt x="126785" y="60147"/>
                  </a:lnTo>
                  <a:lnTo>
                    <a:pt x="126647" y="60331"/>
                  </a:lnTo>
                  <a:lnTo>
                    <a:pt x="126487" y="60514"/>
                  </a:lnTo>
                  <a:lnTo>
                    <a:pt x="126326" y="60675"/>
                  </a:lnTo>
                  <a:lnTo>
                    <a:pt x="126143" y="60812"/>
                  </a:lnTo>
                  <a:lnTo>
                    <a:pt x="125936" y="60950"/>
                  </a:lnTo>
                  <a:lnTo>
                    <a:pt x="125753" y="61065"/>
                  </a:lnTo>
                  <a:lnTo>
                    <a:pt x="125546" y="61156"/>
                  </a:lnTo>
                  <a:lnTo>
                    <a:pt x="125317" y="61225"/>
                  </a:lnTo>
                  <a:lnTo>
                    <a:pt x="125087" y="61294"/>
                  </a:lnTo>
                  <a:lnTo>
                    <a:pt x="124858" y="61317"/>
                  </a:lnTo>
                  <a:lnTo>
                    <a:pt x="124629" y="61340"/>
                  </a:lnTo>
                  <a:lnTo>
                    <a:pt x="124399" y="61340"/>
                  </a:lnTo>
                  <a:lnTo>
                    <a:pt x="124170" y="61317"/>
                  </a:lnTo>
                  <a:lnTo>
                    <a:pt x="123940" y="61271"/>
                  </a:lnTo>
                  <a:lnTo>
                    <a:pt x="123734" y="61179"/>
                  </a:lnTo>
                  <a:lnTo>
                    <a:pt x="123505" y="61088"/>
                  </a:lnTo>
                  <a:lnTo>
                    <a:pt x="123298" y="60973"/>
                  </a:lnTo>
                  <a:lnTo>
                    <a:pt x="123092" y="60812"/>
                  </a:lnTo>
                  <a:lnTo>
                    <a:pt x="122885" y="60629"/>
                  </a:lnTo>
                  <a:lnTo>
                    <a:pt x="122702" y="60422"/>
                  </a:lnTo>
                  <a:lnTo>
                    <a:pt x="122518" y="60170"/>
                  </a:lnTo>
                  <a:lnTo>
                    <a:pt x="122381" y="59918"/>
                  </a:lnTo>
                  <a:lnTo>
                    <a:pt x="122266" y="59643"/>
                  </a:lnTo>
                  <a:lnTo>
                    <a:pt x="122197" y="59390"/>
                  </a:lnTo>
                  <a:lnTo>
                    <a:pt x="122128" y="59115"/>
                  </a:lnTo>
                  <a:lnTo>
                    <a:pt x="122128" y="58863"/>
                  </a:lnTo>
                  <a:lnTo>
                    <a:pt x="122128" y="58633"/>
                  </a:lnTo>
                  <a:lnTo>
                    <a:pt x="122151" y="58381"/>
                  </a:lnTo>
                  <a:lnTo>
                    <a:pt x="122220" y="58151"/>
                  </a:lnTo>
                  <a:lnTo>
                    <a:pt x="122289" y="57922"/>
                  </a:lnTo>
                  <a:lnTo>
                    <a:pt x="122404" y="57716"/>
                  </a:lnTo>
                  <a:lnTo>
                    <a:pt x="122518" y="57509"/>
                  </a:lnTo>
                  <a:lnTo>
                    <a:pt x="122656" y="57326"/>
                  </a:lnTo>
                  <a:lnTo>
                    <a:pt x="122816" y="57142"/>
                  </a:lnTo>
                  <a:lnTo>
                    <a:pt x="122977" y="56982"/>
                  </a:lnTo>
                  <a:lnTo>
                    <a:pt x="123161" y="56844"/>
                  </a:lnTo>
                  <a:lnTo>
                    <a:pt x="123367" y="56706"/>
                  </a:lnTo>
                  <a:lnTo>
                    <a:pt x="123550" y="56592"/>
                  </a:lnTo>
                  <a:lnTo>
                    <a:pt x="123780" y="56500"/>
                  </a:lnTo>
                  <a:lnTo>
                    <a:pt x="123986" y="56431"/>
                  </a:lnTo>
                  <a:lnTo>
                    <a:pt x="124216" y="56362"/>
                  </a:lnTo>
                  <a:lnTo>
                    <a:pt x="124445" y="56316"/>
                  </a:lnTo>
                  <a:close/>
                  <a:moveTo>
                    <a:pt x="144792" y="59069"/>
                  </a:moveTo>
                  <a:lnTo>
                    <a:pt x="146559" y="62120"/>
                  </a:lnTo>
                  <a:lnTo>
                    <a:pt x="143026" y="62120"/>
                  </a:lnTo>
                  <a:lnTo>
                    <a:pt x="141260" y="59069"/>
                  </a:lnTo>
                  <a:close/>
                  <a:moveTo>
                    <a:pt x="128987" y="51728"/>
                  </a:moveTo>
                  <a:lnTo>
                    <a:pt x="130983" y="55215"/>
                  </a:lnTo>
                  <a:lnTo>
                    <a:pt x="133001" y="58725"/>
                  </a:lnTo>
                  <a:lnTo>
                    <a:pt x="131006" y="62235"/>
                  </a:lnTo>
                  <a:lnTo>
                    <a:pt x="127473" y="62235"/>
                  </a:lnTo>
                  <a:lnTo>
                    <a:pt x="129492" y="58725"/>
                  </a:lnTo>
                  <a:lnTo>
                    <a:pt x="127175" y="54825"/>
                  </a:lnTo>
                  <a:lnTo>
                    <a:pt x="128987" y="51728"/>
                  </a:lnTo>
                  <a:close/>
                  <a:moveTo>
                    <a:pt x="142796" y="51270"/>
                  </a:moveTo>
                  <a:lnTo>
                    <a:pt x="136488" y="62235"/>
                  </a:lnTo>
                  <a:lnTo>
                    <a:pt x="132956" y="62235"/>
                  </a:lnTo>
                  <a:lnTo>
                    <a:pt x="139287" y="51270"/>
                  </a:lnTo>
                  <a:close/>
                  <a:moveTo>
                    <a:pt x="67166" y="58014"/>
                  </a:moveTo>
                  <a:lnTo>
                    <a:pt x="67418" y="58060"/>
                  </a:lnTo>
                  <a:lnTo>
                    <a:pt x="67648" y="58106"/>
                  </a:lnTo>
                  <a:lnTo>
                    <a:pt x="67877" y="58197"/>
                  </a:lnTo>
                  <a:lnTo>
                    <a:pt x="68084" y="58289"/>
                  </a:lnTo>
                  <a:lnTo>
                    <a:pt x="68313" y="58427"/>
                  </a:lnTo>
                  <a:lnTo>
                    <a:pt x="68519" y="58587"/>
                  </a:lnTo>
                  <a:lnTo>
                    <a:pt x="68703" y="58771"/>
                  </a:lnTo>
                  <a:lnTo>
                    <a:pt x="68886" y="59000"/>
                  </a:lnTo>
                  <a:lnTo>
                    <a:pt x="69070" y="59253"/>
                  </a:lnTo>
                  <a:lnTo>
                    <a:pt x="69208" y="59505"/>
                  </a:lnTo>
                  <a:lnTo>
                    <a:pt x="69299" y="59780"/>
                  </a:lnTo>
                  <a:lnTo>
                    <a:pt x="69368" y="60032"/>
                  </a:lnTo>
                  <a:lnTo>
                    <a:pt x="69414" y="60285"/>
                  </a:lnTo>
                  <a:lnTo>
                    <a:pt x="69437" y="60537"/>
                  </a:lnTo>
                  <a:lnTo>
                    <a:pt x="69437" y="60767"/>
                  </a:lnTo>
                  <a:lnTo>
                    <a:pt x="69391" y="61019"/>
                  </a:lnTo>
                  <a:lnTo>
                    <a:pt x="69322" y="61248"/>
                  </a:lnTo>
                  <a:lnTo>
                    <a:pt x="69253" y="61455"/>
                  </a:lnTo>
                  <a:lnTo>
                    <a:pt x="69162" y="61661"/>
                  </a:lnTo>
                  <a:lnTo>
                    <a:pt x="69024" y="61868"/>
                  </a:lnTo>
                  <a:lnTo>
                    <a:pt x="68886" y="62051"/>
                  </a:lnTo>
                  <a:lnTo>
                    <a:pt x="68749" y="62212"/>
                  </a:lnTo>
                  <a:lnTo>
                    <a:pt x="68565" y="62372"/>
                  </a:lnTo>
                  <a:lnTo>
                    <a:pt x="68382" y="62510"/>
                  </a:lnTo>
                  <a:lnTo>
                    <a:pt x="68198" y="62648"/>
                  </a:lnTo>
                  <a:lnTo>
                    <a:pt x="67992" y="62762"/>
                  </a:lnTo>
                  <a:lnTo>
                    <a:pt x="67785" y="62854"/>
                  </a:lnTo>
                  <a:lnTo>
                    <a:pt x="67579" y="62923"/>
                  </a:lnTo>
                  <a:lnTo>
                    <a:pt x="67349" y="62992"/>
                  </a:lnTo>
                  <a:lnTo>
                    <a:pt x="67120" y="63038"/>
                  </a:lnTo>
                  <a:lnTo>
                    <a:pt x="66661" y="63038"/>
                  </a:lnTo>
                  <a:lnTo>
                    <a:pt x="66432" y="63015"/>
                  </a:lnTo>
                  <a:lnTo>
                    <a:pt x="66203" y="62969"/>
                  </a:lnTo>
                  <a:lnTo>
                    <a:pt x="65973" y="62900"/>
                  </a:lnTo>
                  <a:lnTo>
                    <a:pt x="65767" y="62785"/>
                  </a:lnTo>
                  <a:lnTo>
                    <a:pt x="65537" y="62670"/>
                  </a:lnTo>
                  <a:lnTo>
                    <a:pt x="65331" y="62510"/>
                  </a:lnTo>
                  <a:lnTo>
                    <a:pt x="65147" y="62326"/>
                  </a:lnTo>
                  <a:lnTo>
                    <a:pt x="64964" y="62120"/>
                  </a:lnTo>
                  <a:lnTo>
                    <a:pt x="64780" y="61891"/>
                  </a:lnTo>
                  <a:lnTo>
                    <a:pt x="64643" y="61615"/>
                  </a:lnTo>
                  <a:lnTo>
                    <a:pt x="64528" y="61340"/>
                  </a:lnTo>
                  <a:lnTo>
                    <a:pt x="64436" y="61088"/>
                  </a:lnTo>
                  <a:lnTo>
                    <a:pt x="64390" y="60835"/>
                  </a:lnTo>
                  <a:lnTo>
                    <a:pt x="64367" y="60583"/>
                  </a:lnTo>
                  <a:lnTo>
                    <a:pt x="64367" y="60331"/>
                  </a:lnTo>
                  <a:lnTo>
                    <a:pt x="64413" y="60078"/>
                  </a:lnTo>
                  <a:lnTo>
                    <a:pt x="64459" y="59849"/>
                  </a:lnTo>
                  <a:lnTo>
                    <a:pt x="64551" y="59643"/>
                  </a:lnTo>
                  <a:lnTo>
                    <a:pt x="64643" y="59413"/>
                  </a:lnTo>
                  <a:lnTo>
                    <a:pt x="64757" y="59230"/>
                  </a:lnTo>
                  <a:lnTo>
                    <a:pt x="64918" y="59023"/>
                  </a:lnTo>
                  <a:lnTo>
                    <a:pt x="65056" y="58863"/>
                  </a:lnTo>
                  <a:lnTo>
                    <a:pt x="65239" y="58702"/>
                  </a:lnTo>
                  <a:lnTo>
                    <a:pt x="65423" y="58541"/>
                  </a:lnTo>
                  <a:lnTo>
                    <a:pt x="65606" y="58427"/>
                  </a:lnTo>
                  <a:lnTo>
                    <a:pt x="65813" y="58312"/>
                  </a:lnTo>
                  <a:lnTo>
                    <a:pt x="66019" y="58197"/>
                  </a:lnTo>
                  <a:lnTo>
                    <a:pt x="66248" y="58129"/>
                  </a:lnTo>
                  <a:lnTo>
                    <a:pt x="66478" y="58060"/>
                  </a:lnTo>
                  <a:lnTo>
                    <a:pt x="66707" y="58037"/>
                  </a:lnTo>
                  <a:lnTo>
                    <a:pt x="66937" y="58014"/>
                  </a:lnTo>
                  <a:close/>
                  <a:moveTo>
                    <a:pt x="87054" y="60835"/>
                  </a:moveTo>
                  <a:lnTo>
                    <a:pt x="88821" y="63886"/>
                  </a:lnTo>
                  <a:lnTo>
                    <a:pt x="85288" y="63886"/>
                  </a:lnTo>
                  <a:lnTo>
                    <a:pt x="83522" y="60835"/>
                  </a:lnTo>
                  <a:close/>
                  <a:moveTo>
                    <a:pt x="71226" y="53426"/>
                  </a:moveTo>
                  <a:lnTo>
                    <a:pt x="73245" y="56913"/>
                  </a:lnTo>
                  <a:lnTo>
                    <a:pt x="75263" y="60445"/>
                  </a:lnTo>
                  <a:lnTo>
                    <a:pt x="73245" y="63932"/>
                  </a:lnTo>
                  <a:lnTo>
                    <a:pt x="69712" y="63932"/>
                  </a:lnTo>
                  <a:lnTo>
                    <a:pt x="71754" y="60422"/>
                  </a:lnTo>
                  <a:lnTo>
                    <a:pt x="69437" y="56523"/>
                  </a:lnTo>
                  <a:lnTo>
                    <a:pt x="71226" y="53426"/>
                  </a:lnTo>
                  <a:close/>
                  <a:moveTo>
                    <a:pt x="85059" y="52990"/>
                  </a:moveTo>
                  <a:lnTo>
                    <a:pt x="78727" y="63932"/>
                  </a:lnTo>
                  <a:lnTo>
                    <a:pt x="75218" y="63932"/>
                  </a:lnTo>
                  <a:lnTo>
                    <a:pt x="81526" y="52990"/>
                  </a:lnTo>
                  <a:close/>
                  <a:moveTo>
                    <a:pt x="158693" y="59207"/>
                  </a:moveTo>
                  <a:lnTo>
                    <a:pt x="158923" y="59230"/>
                  </a:lnTo>
                  <a:lnTo>
                    <a:pt x="159152" y="59253"/>
                  </a:lnTo>
                  <a:lnTo>
                    <a:pt x="159382" y="59298"/>
                  </a:lnTo>
                  <a:lnTo>
                    <a:pt x="159611" y="59390"/>
                  </a:lnTo>
                  <a:lnTo>
                    <a:pt x="159840" y="59505"/>
                  </a:lnTo>
                  <a:lnTo>
                    <a:pt x="160047" y="59620"/>
                  </a:lnTo>
                  <a:lnTo>
                    <a:pt x="160253" y="59780"/>
                  </a:lnTo>
                  <a:lnTo>
                    <a:pt x="160460" y="59987"/>
                  </a:lnTo>
                  <a:lnTo>
                    <a:pt x="160643" y="60193"/>
                  </a:lnTo>
                  <a:lnTo>
                    <a:pt x="160827" y="60445"/>
                  </a:lnTo>
                  <a:lnTo>
                    <a:pt x="160964" y="60721"/>
                  </a:lnTo>
                  <a:lnTo>
                    <a:pt x="161056" y="60973"/>
                  </a:lnTo>
                  <a:lnTo>
                    <a:pt x="161125" y="61225"/>
                  </a:lnTo>
                  <a:lnTo>
                    <a:pt x="161171" y="61478"/>
                  </a:lnTo>
                  <a:lnTo>
                    <a:pt x="161194" y="61730"/>
                  </a:lnTo>
                  <a:lnTo>
                    <a:pt x="161171" y="61982"/>
                  </a:lnTo>
                  <a:lnTo>
                    <a:pt x="161148" y="62212"/>
                  </a:lnTo>
                  <a:lnTo>
                    <a:pt x="161079" y="62441"/>
                  </a:lnTo>
                  <a:lnTo>
                    <a:pt x="161010" y="62648"/>
                  </a:lnTo>
                  <a:lnTo>
                    <a:pt x="160896" y="62854"/>
                  </a:lnTo>
                  <a:lnTo>
                    <a:pt x="160781" y="63060"/>
                  </a:lnTo>
                  <a:lnTo>
                    <a:pt x="160643" y="63244"/>
                  </a:lnTo>
                  <a:lnTo>
                    <a:pt x="160483" y="63427"/>
                  </a:lnTo>
                  <a:lnTo>
                    <a:pt x="160322" y="63565"/>
                  </a:lnTo>
                  <a:lnTo>
                    <a:pt x="160139" y="63726"/>
                  </a:lnTo>
                  <a:lnTo>
                    <a:pt x="159955" y="63840"/>
                  </a:lnTo>
                  <a:lnTo>
                    <a:pt x="159749" y="63955"/>
                  </a:lnTo>
                  <a:lnTo>
                    <a:pt x="159542" y="64047"/>
                  </a:lnTo>
                  <a:lnTo>
                    <a:pt x="159313" y="64139"/>
                  </a:lnTo>
                  <a:lnTo>
                    <a:pt x="159106" y="64184"/>
                  </a:lnTo>
                  <a:lnTo>
                    <a:pt x="158877" y="64230"/>
                  </a:lnTo>
                  <a:lnTo>
                    <a:pt x="158647" y="64253"/>
                  </a:lnTo>
                  <a:lnTo>
                    <a:pt x="158418" y="64253"/>
                  </a:lnTo>
                  <a:lnTo>
                    <a:pt x="158189" y="64230"/>
                  </a:lnTo>
                  <a:lnTo>
                    <a:pt x="157959" y="64162"/>
                  </a:lnTo>
                  <a:lnTo>
                    <a:pt x="157730" y="64093"/>
                  </a:lnTo>
                  <a:lnTo>
                    <a:pt x="157501" y="64001"/>
                  </a:lnTo>
                  <a:lnTo>
                    <a:pt x="157294" y="63863"/>
                  </a:lnTo>
                  <a:lnTo>
                    <a:pt x="157088" y="63726"/>
                  </a:lnTo>
                  <a:lnTo>
                    <a:pt x="156881" y="63542"/>
                  </a:lnTo>
                  <a:lnTo>
                    <a:pt x="156698" y="63336"/>
                  </a:lnTo>
                  <a:lnTo>
                    <a:pt x="156537" y="63083"/>
                  </a:lnTo>
                  <a:lnTo>
                    <a:pt x="156376" y="62808"/>
                  </a:lnTo>
                  <a:lnTo>
                    <a:pt x="156262" y="62556"/>
                  </a:lnTo>
                  <a:lnTo>
                    <a:pt x="156193" y="62281"/>
                  </a:lnTo>
                  <a:lnTo>
                    <a:pt x="156147" y="62028"/>
                  </a:lnTo>
                  <a:lnTo>
                    <a:pt x="156124" y="61776"/>
                  </a:lnTo>
                  <a:lnTo>
                    <a:pt x="156124" y="61524"/>
                  </a:lnTo>
                  <a:lnTo>
                    <a:pt x="156170" y="61294"/>
                  </a:lnTo>
                  <a:lnTo>
                    <a:pt x="156216" y="61065"/>
                  </a:lnTo>
                  <a:lnTo>
                    <a:pt x="156308" y="60835"/>
                  </a:lnTo>
                  <a:lnTo>
                    <a:pt x="156399" y="60629"/>
                  </a:lnTo>
                  <a:lnTo>
                    <a:pt x="156514" y="60422"/>
                  </a:lnTo>
                  <a:lnTo>
                    <a:pt x="156652" y="60239"/>
                  </a:lnTo>
                  <a:lnTo>
                    <a:pt x="156812" y="60055"/>
                  </a:lnTo>
                  <a:lnTo>
                    <a:pt x="156973" y="59895"/>
                  </a:lnTo>
                  <a:lnTo>
                    <a:pt x="157156" y="59757"/>
                  </a:lnTo>
                  <a:lnTo>
                    <a:pt x="157363" y="59620"/>
                  </a:lnTo>
                  <a:lnTo>
                    <a:pt x="157569" y="59505"/>
                  </a:lnTo>
                  <a:lnTo>
                    <a:pt x="157776" y="59413"/>
                  </a:lnTo>
                  <a:lnTo>
                    <a:pt x="158005" y="59321"/>
                  </a:lnTo>
                  <a:lnTo>
                    <a:pt x="158235" y="59275"/>
                  </a:lnTo>
                  <a:lnTo>
                    <a:pt x="158464" y="59230"/>
                  </a:lnTo>
                  <a:lnTo>
                    <a:pt x="158693" y="59207"/>
                  </a:lnTo>
                  <a:close/>
                  <a:moveTo>
                    <a:pt x="10300" y="59620"/>
                  </a:moveTo>
                  <a:lnTo>
                    <a:pt x="10552" y="59643"/>
                  </a:lnTo>
                  <a:lnTo>
                    <a:pt x="10781" y="59665"/>
                  </a:lnTo>
                  <a:lnTo>
                    <a:pt x="11011" y="59711"/>
                  </a:lnTo>
                  <a:lnTo>
                    <a:pt x="11240" y="59803"/>
                  </a:lnTo>
                  <a:lnTo>
                    <a:pt x="11447" y="59895"/>
                  </a:lnTo>
                  <a:lnTo>
                    <a:pt x="11676" y="60032"/>
                  </a:lnTo>
                  <a:lnTo>
                    <a:pt x="11883" y="60193"/>
                  </a:lnTo>
                  <a:lnTo>
                    <a:pt x="12066" y="60400"/>
                  </a:lnTo>
                  <a:lnTo>
                    <a:pt x="12272" y="60606"/>
                  </a:lnTo>
                  <a:lnTo>
                    <a:pt x="12433" y="60858"/>
                  </a:lnTo>
                  <a:lnTo>
                    <a:pt x="12571" y="61134"/>
                  </a:lnTo>
                  <a:lnTo>
                    <a:pt x="12662" y="61386"/>
                  </a:lnTo>
                  <a:lnTo>
                    <a:pt x="12754" y="61638"/>
                  </a:lnTo>
                  <a:lnTo>
                    <a:pt x="12777" y="61891"/>
                  </a:lnTo>
                  <a:lnTo>
                    <a:pt x="12800" y="62143"/>
                  </a:lnTo>
                  <a:lnTo>
                    <a:pt x="12800" y="62395"/>
                  </a:lnTo>
                  <a:lnTo>
                    <a:pt x="12754" y="62625"/>
                  </a:lnTo>
                  <a:lnTo>
                    <a:pt x="12708" y="62854"/>
                  </a:lnTo>
                  <a:lnTo>
                    <a:pt x="12617" y="63060"/>
                  </a:lnTo>
                  <a:lnTo>
                    <a:pt x="12525" y="63267"/>
                  </a:lnTo>
                  <a:lnTo>
                    <a:pt x="12387" y="63473"/>
                  </a:lnTo>
                  <a:lnTo>
                    <a:pt x="12250" y="63657"/>
                  </a:lnTo>
                  <a:lnTo>
                    <a:pt x="12112" y="63817"/>
                  </a:lnTo>
                  <a:lnTo>
                    <a:pt x="11928" y="63978"/>
                  </a:lnTo>
                  <a:lnTo>
                    <a:pt x="11768" y="64139"/>
                  </a:lnTo>
                  <a:lnTo>
                    <a:pt x="11561" y="64253"/>
                  </a:lnTo>
                  <a:lnTo>
                    <a:pt x="11355" y="64368"/>
                  </a:lnTo>
                  <a:lnTo>
                    <a:pt x="11148" y="64460"/>
                  </a:lnTo>
                  <a:lnTo>
                    <a:pt x="10942" y="64552"/>
                  </a:lnTo>
                  <a:lnTo>
                    <a:pt x="10713" y="64597"/>
                  </a:lnTo>
                  <a:lnTo>
                    <a:pt x="10483" y="64643"/>
                  </a:lnTo>
                  <a:lnTo>
                    <a:pt x="10254" y="64666"/>
                  </a:lnTo>
                  <a:lnTo>
                    <a:pt x="10024" y="64643"/>
                  </a:lnTo>
                  <a:lnTo>
                    <a:pt x="9795" y="64620"/>
                  </a:lnTo>
                  <a:lnTo>
                    <a:pt x="9566" y="64574"/>
                  </a:lnTo>
                  <a:lnTo>
                    <a:pt x="9336" y="64506"/>
                  </a:lnTo>
                  <a:lnTo>
                    <a:pt x="9130" y="64414"/>
                  </a:lnTo>
                  <a:lnTo>
                    <a:pt x="8900" y="64276"/>
                  </a:lnTo>
                  <a:lnTo>
                    <a:pt x="8694" y="64116"/>
                  </a:lnTo>
                  <a:lnTo>
                    <a:pt x="8510" y="63932"/>
                  </a:lnTo>
                  <a:lnTo>
                    <a:pt x="8327" y="63726"/>
                  </a:lnTo>
                  <a:lnTo>
                    <a:pt x="8143" y="63496"/>
                  </a:lnTo>
                  <a:lnTo>
                    <a:pt x="8006" y="63221"/>
                  </a:lnTo>
                  <a:lnTo>
                    <a:pt x="7891" y="62969"/>
                  </a:lnTo>
                  <a:lnTo>
                    <a:pt x="7799" y="62693"/>
                  </a:lnTo>
                  <a:lnTo>
                    <a:pt x="7753" y="62441"/>
                  </a:lnTo>
                  <a:lnTo>
                    <a:pt x="7731" y="62189"/>
                  </a:lnTo>
                  <a:lnTo>
                    <a:pt x="7753" y="61936"/>
                  </a:lnTo>
                  <a:lnTo>
                    <a:pt x="7776" y="61707"/>
                  </a:lnTo>
                  <a:lnTo>
                    <a:pt x="7822" y="61478"/>
                  </a:lnTo>
                  <a:lnTo>
                    <a:pt x="7914" y="61248"/>
                  </a:lnTo>
                  <a:lnTo>
                    <a:pt x="8006" y="61042"/>
                  </a:lnTo>
                  <a:lnTo>
                    <a:pt x="8143" y="60835"/>
                  </a:lnTo>
                  <a:lnTo>
                    <a:pt x="8281" y="60652"/>
                  </a:lnTo>
                  <a:lnTo>
                    <a:pt x="8419" y="60468"/>
                  </a:lnTo>
                  <a:lnTo>
                    <a:pt x="8602" y="60308"/>
                  </a:lnTo>
                  <a:lnTo>
                    <a:pt x="8786" y="60170"/>
                  </a:lnTo>
                  <a:lnTo>
                    <a:pt x="8969" y="60032"/>
                  </a:lnTo>
                  <a:lnTo>
                    <a:pt x="9176" y="59918"/>
                  </a:lnTo>
                  <a:lnTo>
                    <a:pt x="9405" y="59826"/>
                  </a:lnTo>
                  <a:lnTo>
                    <a:pt x="9612" y="59734"/>
                  </a:lnTo>
                  <a:lnTo>
                    <a:pt x="9841" y="59688"/>
                  </a:lnTo>
                  <a:lnTo>
                    <a:pt x="10070" y="59643"/>
                  </a:lnTo>
                  <a:lnTo>
                    <a:pt x="10300" y="59620"/>
                  </a:lnTo>
                  <a:close/>
                  <a:moveTo>
                    <a:pt x="162983" y="54619"/>
                  </a:moveTo>
                  <a:lnTo>
                    <a:pt x="164979" y="58129"/>
                  </a:lnTo>
                  <a:lnTo>
                    <a:pt x="167020" y="61638"/>
                  </a:lnTo>
                  <a:lnTo>
                    <a:pt x="165002" y="65125"/>
                  </a:lnTo>
                  <a:lnTo>
                    <a:pt x="161469" y="65148"/>
                  </a:lnTo>
                  <a:lnTo>
                    <a:pt x="161469" y="65148"/>
                  </a:lnTo>
                  <a:lnTo>
                    <a:pt x="163488" y="61638"/>
                  </a:lnTo>
                  <a:lnTo>
                    <a:pt x="161194" y="57739"/>
                  </a:lnTo>
                  <a:lnTo>
                    <a:pt x="162983" y="54619"/>
                  </a:lnTo>
                  <a:close/>
                  <a:moveTo>
                    <a:pt x="30417" y="62464"/>
                  </a:moveTo>
                  <a:lnTo>
                    <a:pt x="32184" y="65538"/>
                  </a:lnTo>
                  <a:lnTo>
                    <a:pt x="28651" y="65538"/>
                  </a:lnTo>
                  <a:lnTo>
                    <a:pt x="26885" y="62487"/>
                  </a:lnTo>
                  <a:lnTo>
                    <a:pt x="30417" y="62464"/>
                  </a:lnTo>
                  <a:close/>
                  <a:moveTo>
                    <a:pt x="14612" y="55123"/>
                  </a:moveTo>
                  <a:lnTo>
                    <a:pt x="16608" y="58610"/>
                  </a:lnTo>
                  <a:lnTo>
                    <a:pt x="18650" y="62143"/>
                  </a:lnTo>
                  <a:lnTo>
                    <a:pt x="16631" y="65630"/>
                  </a:lnTo>
                  <a:lnTo>
                    <a:pt x="13098" y="65630"/>
                  </a:lnTo>
                  <a:lnTo>
                    <a:pt x="15117" y="62120"/>
                  </a:lnTo>
                  <a:lnTo>
                    <a:pt x="12823" y="58243"/>
                  </a:lnTo>
                  <a:lnTo>
                    <a:pt x="14612" y="55123"/>
                  </a:lnTo>
                  <a:close/>
                  <a:moveTo>
                    <a:pt x="28422" y="54688"/>
                  </a:moveTo>
                  <a:lnTo>
                    <a:pt x="22113" y="65630"/>
                  </a:lnTo>
                  <a:lnTo>
                    <a:pt x="18581" y="65630"/>
                  </a:lnTo>
                  <a:lnTo>
                    <a:pt x="24912" y="54688"/>
                  </a:lnTo>
                  <a:close/>
                  <a:moveTo>
                    <a:pt x="101185" y="60996"/>
                  </a:moveTo>
                  <a:lnTo>
                    <a:pt x="101437" y="61019"/>
                  </a:lnTo>
                  <a:lnTo>
                    <a:pt x="101667" y="61065"/>
                  </a:lnTo>
                  <a:lnTo>
                    <a:pt x="101896" y="61156"/>
                  </a:lnTo>
                  <a:lnTo>
                    <a:pt x="102102" y="61271"/>
                  </a:lnTo>
                  <a:lnTo>
                    <a:pt x="102332" y="61386"/>
                  </a:lnTo>
                  <a:lnTo>
                    <a:pt x="102538" y="61546"/>
                  </a:lnTo>
                  <a:lnTo>
                    <a:pt x="102722" y="61753"/>
                  </a:lnTo>
                  <a:lnTo>
                    <a:pt x="102905" y="61959"/>
                  </a:lnTo>
                  <a:lnTo>
                    <a:pt x="103089" y="62212"/>
                  </a:lnTo>
                  <a:lnTo>
                    <a:pt x="103226" y="62487"/>
                  </a:lnTo>
                  <a:lnTo>
                    <a:pt x="103318" y="62739"/>
                  </a:lnTo>
                  <a:lnTo>
                    <a:pt x="103387" y="62992"/>
                  </a:lnTo>
                  <a:lnTo>
                    <a:pt x="103433" y="63267"/>
                  </a:lnTo>
                  <a:lnTo>
                    <a:pt x="103456" y="63496"/>
                  </a:lnTo>
                  <a:lnTo>
                    <a:pt x="103433" y="63749"/>
                  </a:lnTo>
                  <a:lnTo>
                    <a:pt x="103410" y="63978"/>
                  </a:lnTo>
                  <a:lnTo>
                    <a:pt x="103341" y="64207"/>
                  </a:lnTo>
                  <a:lnTo>
                    <a:pt x="103272" y="64414"/>
                  </a:lnTo>
                  <a:lnTo>
                    <a:pt x="103158" y="64620"/>
                  </a:lnTo>
                  <a:lnTo>
                    <a:pt x="103043" y="64827"/>
                  </a:lnTo>
                  <a:lnTo>
                    <a:pt x="102905" y="65010"/>
                  </a:lnTo>
                  <a:lnTo>
                    <a:pt x="102768" y="65194"/>
                  </a:lnTo>
                  <a:lnTo>
                    <a:pt x="102584" y="65354"/>
                  </a:lnTo>
                  <a:lnTo>
                    <a:pt x="102401" y="65492"/>
                  </a:lnTo>
                  <a:lnTo>
                    <a:pt x="102217" y="65607"/>
                  </a:lnTo>
                  <a:lnTo>
                    <a:pt x="102011" y="65721"/>
                  </a:lnTo>
                  <a:lnTo>
                    <a:pt x="101804" y="65813"/>
                  </a:lnTo>
                  <a:lnTo>
                    <a:pt x="101598" y="65905"/>
                  </a:lnTo>
                  <a:lnTo>
                    <a:pt x="101368" y="65951"/>
                  </a:lnTo>
                  <a:lnTo>
                    <a:pt x="101139" y="65997"/>
                  </a:lnTo>
                  <a:lnTo>
                    <a:pt x="100910" y="66020"/>
                  </a:lnTo>
                  <a:lnTo>
                    <a:pt x="100680" y="66020"/>
                  </a:lnTo>
                  <a:lnTo>
                    <a:pt x="100451" y="65997"/>
                  </a:lnTo>
                  <a:lnTo>
                    <a:pt x="100221" y="65928"/>
                  </a:lnTo>
                  <a:lnTo>
                    <a:pt x="99992" y="65859"/>
                  </a:lnTo>
                  <a:lnTo>
                    <a:pt x="99763" y="65767"/>
                  </a:lnTo>
                  <a:lnTo>
                    <a:pt x="99556" y="65630"/>
                  </a:lnTo>
                  <a:lnTo>
                    <a:pt x="99350" y="65492"/>
                  </a:lnTo>
                  <a:lnTo>
                    <a:pt x="99166" y="65309"/>
                  </a:lnTo>
                  <a:lnTo>
                    <a:pt x="98960" y="65102"/>
                  </a:lnTo>
                  <a:lnTo>
                    <a:pt x="98799" y="64850"/>
                  </a:lnTo>
                  <a:lnTo>
                    <a:pt x="98639" y="64574"/>
                  </a:lnTo>
                  <a:lnTo>
                    <a:pt x="98547" y="64322"/>
                  </a:lnTo>
                  <a:lnTo>
                    <a:pt x="98455" y="64047"/>
                  </a:lnTo>
                  <a:lnTo>
                    <a:pt x="98409" y="63795"/>
                  </a:lnTo>
                  <a:lnTo>
                    <a:pt x="98386" y="63542"/>
                  </a:lnTo>
                  <a:lnTo>
                    <a:pt x="98386" y="63290"/>
                  </a:lnTo>
                  <a:lnTo>
                    <a:pt x="98432" y="63060"/>
                  </a:lnTo>
                  <a:lnTo>
                    <a:pt x="98478" y="62831"/>
                  </a:lnTo>
                  <a:lnTo>
                    <a:pt x="98570" y="62602"/>
                  </a:lnTo>
                  <a:lnTo>
                    <a:pt x="98661" y="62395"/>
                  </a:lnTo>
                  <a:lnTo>
                    <a:pt x="98776" y="62189"/>
                  </a:lnTo>
                  <a:lnTo>
                    <a:pt x="98914" y="62005"/>
                  </a:lnTo>
                  <a:lnTo>
                    <a:pt x="99074" y="61822"/>
                  </a:lnTo>
                  <a:lnTo>
                    <a:pt x="99258" y="61661"/>
                  </a:lnTo>
                  <a:lnTo>
                    <a:pt x="99441" y="61524"/>
                  </a:lnTo>
                  <a:lnTo>
                    <a:pt x="99625" y="61386"/>
                  </a:lnTo>
                  <a:lnTo>
                    <a:pt x="99831" y="61271"/>
                  </a:lnTo>
                  <a:lnTo>
                    <a:pt x="100038" y="61179"/>
                  </a:lnTo>
                  <a:lnTo>
                    <a:pt x="100267" y="61088"/>
                  </a:lnTo>
                  <a:lnTo>
                    <a:pt x="100497" y="61042"/>
                  </a:lnTo>
                  <a:lnTo>
                    <a:pt x="100726" y="60996"/>
                  </a:lnTo>
                  <a:close/>
                  <a:moveTo>
                    <a:pt x="121050" y="63749"/>
                  </a:moveTo>
                  <a:lnTo>
                    <a:pt x="122839" y="66800"/>
                  </a:lnTo>
                  <a:lnTo>
                    <a:pt x="119307" y="66800"/>
                  </a:lnTo>
                  <a:lnTo>
                    <a:pt x="117517" y="63749"/>
                  </a:lnTo>
                  <a:close/>
                  <a:moveTo>
                    <a:pt x="119077" y="55949"/>
                  </a:moveTo>
                  <a:lnTo>
                    <a:pt x="112746" y="66891"/>
                  </a:lnTo>
                  <a:lnTo>
                    <a:pt x="109236" y="66914"/>
                  </a:lnTo>
                  <a:lnTo>
                    <a:pt x="109236" y="66914"/>
                  </a:lnTo>
                  <a:lnTo>
                    <a:pt x="115545" y="55949"/>
                  </a:lnTo>
                  <a:close/>
                  <a:moveTo>
                    <a:pt x="105245" y="56385"/>
                  </a:moveTo>
                  <a:lnTo>
                    <a:pt x="107264" y="59895"/>
                  </a:lnTo>
                  <a:lnTo>
                    <a:pt x="109282" y="63405"/>
                  </a:lnTo>
                  <a:lnTo>
                    <a:pt x="107264" y="66914"/>
                  </a:lnTo>
                  <a:lnTo>
                    <a:pt x="103731" y="66914"/>
                  </a:lnTo>
                  <a:lnTo>
                    <a:pt x="105773" y="63405"/>
                  </a:lnTo>
                  <a:lnTo>
                    <a:pt x="103456" y="59505"/>
                  </a:lnTo>
                  <a:lnTo>
                    <a:pt x="105245" y="56385"/>
                  </a:lnTo>
                  <a:close/>
                  <a:moveTo>
                    <a:pt x="44548" y="62625"/>
                  </a:moveTo>
                  <a:lnTo>
                    <a:pt x="44800" y="62648"/>
                  </a:lnTo>
                  <a:lnTo>
                    <a:pt x="45030" y="62716"/>
                  </a:lnTo>
                  <a:lnTo>
                    <a:pt x="45259" y="62785"/>
                  </a:lnTo>
                  <a:lnTo>
                    <a:pt x="45465" y="62900"/>
                  </a:lnTo>
                  <a:lnTo>
                    <a:pt x="45695" y="63038"/>
                  </a:lnTo>
                  <a:lnTo>
                    <a:pt x="45901" y="63198"/>
                  </a:lnTo>
                  <a:lnTo>
                    <a:pt x="46085" y="63382"/>
                  </a:lnTo>
                  <a:lnTo>
                    <a:pt x="46268" y="63611"/>
                  </a:lnTo>
                  <a:lnTo>
                    <a:pt x="46452" y="63863"/>
                  </a:lnTo>
                  <a:lnTo>
                    <a:pt x="46590" y="64116"/>
                  </a:lnTo>
                  <a:lnTo>
                    <a:pt x="46681" y="64391"/>
                  </a:lnTo>
                  <a:lnTo>
                    <a:pt x="46750" y="64643"/>
                  </a:lnTo>
                  <a:lnTo>
                    <a:pt x="46796" y="64896"/>
                  </a:lnTo>
                  <a:lnTo>
                    <a:pt x="46819" y="65148"/>
                  </a:lnTo>
                  <a:lnTo>
                    <a:pt x="46796" y="65377"/>
                  </a:lnTo>
                  <a:lnTo>
                    <a:pt x="46773" y="65607"/>
                  </a:lnTo>
                  <a:lnTo>
                    <a:pt x="46704" y="65836"/>
                  </a:lnTo>
                  <a:lnTo>
                    <a:pt x="46635" y="66065"/>
                  </a:lnTo>
                  <a:lnTo>
                    <a:pt x="46521" y="66272"/>
                  </a:lnTo>
                  <a:lnTo>
                    <a:pt x="46406" y="66455"/>
                  </a:lnTo>
                  <a:lnTo>
                    <a:pt x="46268" y="66639"/>
                  </a:lnTo>
                  <a:lnTo>
                    <a:pt x="46131" y="66822"/>
                  </a:lnTo>
                  <a:lnTo>
                    <a:pt x="45947" y="66983"/>
                  </a:lnTo>
                  <a:lnTo>
                    <a:pt x="45764" y="67121"/>
                  </a:lnTo>
                  <a:lnTo>
                    <a:pt x="45580" y="67258"/>
                  </a:lnTo>
                  <a:lnTo>
                    <a:pt x="45374" y="67373"/>
                  </a:lnTo>
                  <a:lnTo>
                    <a:pt x="45167" y="67465"/>
                  </a:lnTo>
                  <a:lnTo>
                    <a:pt x="44961" y="67534"/>
                  </a:lnTo>
                  <a:lnTo>
                    <a:pt x="44731" y="67602"/>
                  </a:lnTo>
                  <a:lnTo>
                    <a:pt x="44502" y="67625"/>
                  </a:lnTo>
                  <a:lnTo>
                    <a:pt x="44273" y="67648"/>
                  </a:lnTo>
                  <a:lnTo>
                    <a:pt x="44043" y="67648"/>
                  </a:lnTo>
                  <a:lnTo>
                    <a:pt x="43814" y="67625"/>
                  </a:lnTo>
                  <a:lnTo>
                    <a:pt x="43584" y="67579"/>
                  </a:lnTo>
                  <a:lnTo>
                    <a:pt x="43355" y="67488"/>
                  </a:lnTo>
                  <a:lnTo>
                    <a:pt x="43126" y="67396"/>
                  </a:lnTo>
                  <a:lnTo>
                    <a:pt x="42919" y="67281"/>
                  </a:lnTo>
                  <a:lnTo>
                    <a:pt x="42713" y="67121"/>
                  </a:lnTo>
                  <a:lnTo>
                    <a:pt x="42506" y="66937"/>
                  </a:lnTo>
                  <a:lnTo>
                    <a:pt x="42323" y="66731"/>
                  </a:lnTo>
                  <a:lnTo>
                    <a:pt x="42162" y="66478"/>
                  </a:lnTo>
                  <a:lnTo>
                    <a:pt x="42002" y="66226"/>
                  </a:lnTo>
                  <a:lnTo>
                    <a:pt x="41910" y="65951"/>
                  </a:lnTo>
                  <a:lnTo>
                    <a:pt x="41818" y="65698"/>
                  </a:lnTo>
                  <a:lnTo>
                    <a:pt x="41772" y="65423"/>
                  </a:lnTo>
                  <a:lnTo>
                    <a:pt x="41749" y="65171"/>
                  </a:lnTo>
                  <a:lnTo>
                    <a:pt x="41749" y="64941"/>
                  </a:lnTo>
                  <a:lnTo>
                    <a:pt x="41795" y="64689"/>
                  </a:lnTo>
                  <a:lnTo>
                    <a:pt x="41841" y="64460"/>
                  </a:lnTo>
                  <a:lnTo>
                    <a:pt x="41933" y="64230"/>
                  </a:lnTo>
                  <a:lnTo>
                    <a:pt x="42025" y="64024"/>
                  </a:lnTo>
                  <a:lnTo>
                    <a:pt x="42139" y="63817"/>
                  </a:lnTo>
                  <a:lnTo>
                    <a:pt x="42277" y="63634"/>
                  </a:lnTo>
                  <a:lnTo>
                    <a:pt x="42438" y="63473"/>
                  </a:lnTo>
                  <a:lnTo>
                    <a:pt x="42621" y="63313"/>
                  </a:lnTo>
                  <a:lnTo>
                    <a:pt x="42805" y="63152"/>
                  </a:lnTo>
                  <a:lnTo>
                    <a:pt x="42988" y="63015"/>
                  </a:lnTo>
                  <a:lnTo>
                    <a:pt x="43195" y="62900"/>
                  </a:lnTo>
                  <a:lnTo>
                    <a:pt x="43401" y="62808"/>
                  </a:lnTo>
                  <a:lnTo>
                    <a:pt x="43630" y="62739"/>
                  </a:lnTo>
                  <a:lnTo>
                    <a:pt x="43860" y="62670"/>
                  </a:lnTo>
                  <a:lnTo>
                    <a:pt x="44089" y="62648"/>
                  </a:lnTo>
                  <a:lnTo>
                    <a:pt x="44319" y="62625"/>
                  </a:lnTo>
                  <a:close/>
                  <a:moveTo>
                    <a:pt x="64413" y="65377"/>
                  </a:moveTo>
                  <a:lnTo>
                    <a:pt x="66203" y="68428"/>
                  </a:lnTo>
                  <a:lnTo>
                    <a:pt x="62670" y="68428"/>
                  </a:lnTo>
                  <a:lnTo>
                    <a:pt x="60881" y="65377"/>
                  </a:lnTo>
                  <a:close/>
                  <a:moveTo>
                    <a:pt x="48608" y="58037"/>
                  </a:moveTo>
                  <a:lnTo>
                    <a:pt x="50604" y="61524"/>
                  </a:lnTo>
                  <a:lnTo>
                    <a:pt x="52645" y="65056"/>
                  </a:lnTo>
                  <a:lnTo>
                    <a:pt x="50627" y="68543"/>
                  </a:lnTo>
                  <a:lnTo>
                    <a:pt x="47094" y="68543"/>
                  </a:lnTo>
                  <a:lnTo>
                    <a:pt x="49136" y="65033"/>
                  </a:lnTo>
                  <a:lnTo>
                    <a:pt x="46819" y="61134"/>
                  </a:lnTo>
                  <a:lnTo>
                    <a:pt x="48608" y="58037"/>
                  </a:lnTo>
                  <a:close/>
                  <a:moveTo>
                    <a:pt x="62440" y="57578"/>
                  </a:moveTo>
                  <a:lnTo>
                    <a:pt x="56109" y="68543"/>
                  </a:lnTo>
                  <a:lnTo>
                    <a:pt x="52600" y="68543"/>
                  </a:lnTo>
                  <a:lnTo>
                    <a:pt x="58908" y="57578"/>
                  </a:lnTo>
                  <a:close/>
                  <a:moveTo>
                    <a:pt x="135823" y="63863"/>
                  </a:moveTo>
                  <a:lnTo>
                    <a:pt x="136052" y="63909"/>
                  </a:lnTo>
                  <a:lnTo>
                    <a:pt x="136282" y="63955"/>
                  </a:lnTo>
                  <a:lnTo>
                    <a:pt x="136511" y="64024"/>
                  </a:lnTo>
                  <a:lnTo>
                    <a:pt x="136741" y="64139"/>
                  </a:lnTo>
                  <a:lnTo>
                    <a:pt x="136947" y="64276"/>
                  </a:lnTo>
                  <a:lnTo>
                    <a:pt x="137153" y="64437"/>
                  </a:lnTo>
                  <a:lnTo>
                    <a:pt x="137360" y="64620"/>
                  </a:lnTo>
                  <a:lnTo>
                    <a:pt x="137543" y="64850"/>
                  </a:lnTo>
                  <a:lnTo>
                    <a:pt x="137704" y="65102"/>
                  </a:lnTo>
                  <a:lnTo>
                    <a:pt x="137842" y="65354"/>
                  </a:lnTo>
                  <a:lnTo>
                    <a:pt x="137956" y="65630"/>
                  </a:lnTo>
                  <a:lnTo>
                    <a:pt x="138025" y="65882"/>
                  </a:lnTo>
                  <a:lnTo>
                    <a:pt x="138071" y="66134"/>
                  </a:lnTo>
                  <a:lnTo>
                    <a:pt x="138071" y="66387"/>
                  </a:lnTo>
                  <a:lnTo>
                    <a:pt x="138071" y="66616"/>
                  </a:lnTo>
                  <a:lnTo>
                    <a:pt x="138025" y="66868"/>
                  </a:lnTo>
                  <a:lnTo>
                    <a:pt x="137979" y="67075"/>
                  </a:lnTo>
                  <a:lnTo>
                    <a:pt x="137887" y="67304"/>
                  </a:lnTo>
                  <a:lnTo>
                    <a:pt x="137796" y="67511"/>
                  </a:lnTo>
                  <a:lnTo>
                    <a:pt x="137681" y="67694"/>
                  </a:lnTo>
                  <a:lnTo>
                    <a:pt x="137543" y="67901"/>
                  </a:lnTo>
                  <a:lnTo>
                    <a:pt x="137383" y="68061"/>
                  </a:lnTo>
                  <a:lnTo>
                    <a:pt x="137222" y="68222"/>
                  </a:lnTo>
                  <a:lnTo>
                    <a:pt x="137039" y="68359"/>
                  </a:lnTo>
                  <a:lnTo>
                    <a:pt x="136832" y="68497"/>
                  </a:lnTo>
                  <a:lnTo>
                    <a:pt x="136649" y="68612"/>
                  </a:lnTo>
                  <a:lnTo>
                    <a:pt x="136419" y="68704"/>
                  </a:lnTo>
                  <a:lnTo>
                    <a:pt x="136213" y="68772"/>
                  </a:lnTo>
                  <a:lnTo>
                    <a:pt x="135984" y="68841"/>
                  </a:lnTo>
                  <a:lnTo>
                    <a:pt x="135754" y="68887"/>
                  </a:lnTo>
                  <a:lnTo>
                    <a:pt x="135295" y="68887"/>
                  </a:lnTo>
                  <a:lnTo>
                    <a:pt x="135066" y="68864"/>
                  </a:lnTo>
                  <a:lnTo>
                    <a:pt x="134837" y="68818"/>
                  </a:lnTo>
                  <a:lnTo>
                    <a:pt x="134630" y="68749"/>
                  </a:lnTo>
                  <a:lnTo>
                    <a:pt x="134401" y="68635"/>
                  </a:lnTo>
                  <a:lnTo>
                    <a:pt x="134194" y="68520"/>
                  </a:lnTo>
                  <a:lnTo>
                    <a:pt x="133988" y="68359"/>
                  </a:lnTo>
                  <a:lnTo>
                    <a:pt x="133781" y="68176"/>
                  </a:lnTo>
                  <a:lnTo>
                    <a:pt x="133598" y="67969"/>
                  </a:lnTo>
                  <a:lnTo>
                    <a:pt x="133414" y="67740"/>
                  </a:lnTo>
                  <a:lnTo>
                    <a:pt x="133277" y="67465"/>
                  </a:lnTo>
                  <a:lnTo>
                    <a:pt x="133162" y="67190"/>
                  </a:lnTo>
                  <a:lnTo>
                    <a:pt x="133093" y="66937"/>
                  </a:lnTo>
                  <a:lnTo>
                    <a:pt x="133024" y="66685"/>
                  </a:lnTo>
                  <a:lnTo>
                    <a:pt x="133001" y="66433"/>
                  </a:lnTo>
                  <a:lnTo>
                    <a:pt x="133024" y="66180"/>
                  </a:lnTo>
                  <a:lnTo>
                    <a:pt x="133047" y="65928"/>
                  </a:lnTo>
                  <a:lnTo>
                    <a:pt x="133116" y="65698"/>
                  </a:lnTo>
                  <a:lnTo>
                    <a:pt x="133185" y="65492"/>
                  </a:lnTo>
                  <a:lnTo>
                    <a:pt x="133300" y="65263"/>
                  </a:lnTo>
                  <a:lnTo>
                    <a:pt x="133414" y="65079"/>
                  </a:lnTo>
                  <a:lnTo>
                    <a:pt x="133552" y="64873"/>
                  </a:lnTo>
                  <a:lnTo>
                    <a:pt x="133713" y="64712"/>
                  </a:lnTo>
                  <a:lnTo>
                    <a:pt x="133873" y="64552"/>
                  </a:lnTo>
                  <a:lnTo>
                    <a:pt x="134057" y="64391"/>
                  </a:lnTo>
                  <a:lnTo>
                    <a:pt x="134263" y="64253"/>
                  </a:lnTo>
                  <a:lnTo>
                    <a:pt x="134447" y="64139"/>
                  </a:lnTo>
                  <a:lnTo>
                    <a:pt x="134676" y="64047"/>
                  </a:lnTo>
                  <a:lnTo>
                    <a:pt x="134882" y="63978"/>
                  </a:lnTo>
                  <a:lnTo>
                    <a:pt x="135112" y="63909"/>
                  </a:lnTo>
                  <a:lnTo>
                    <a:pt x="135341" y="63886"/>
                  </a:lnTo>
                  <a:lnTo>
                    <a:pt x="135594" y="63863"/>
                  </a:lnTo>
                  <a:close/>
                  <a:moveTo>
                    <a:pt x="155642" y="66616"/>
                  </a:moveTo>
                  <a:lnTo>
                    <a:pt x="157409" y="69667"/>
                  </a:lnTo>
                  <a:lnTo>
                    <a:pt x="153876" y="69667"/>
                  </a:lnTo>
                  <a:lnTo>
                    <a:pt x="152110" y="66616"/>
                  </a:lnTo>
                  <a:close/>
                  <a:moveTo>
                    <a:pt x="139883" y="59275"/>
                  </a:moveTo>
                  <a:lnTo>
                    <a:pt x="141879" y="62762"/>
                  </a:lnTo>
                  <a:lnTo>
                    <a:pt x="143898" y="66295"/>
                  </a:lnTo>
                  <a:lnTo>
                    <a:pt x="141902" y="69782"/>
                  </a:lnTo>
                  <a:lnTo>
                    <a:pt x="138369" y="69782"/>
                  </a:lnTo>
                  <a:lnTo>
                    <a:pt x="140388" y="66272"/>
                  </a:lnTo>
                  <a:lnTo>
                    <a:pt x="138071" y="62372"/>
                  </a:lnTo>
                  <a:lnTo>
                    <a:pt x="139883" y="59275"/>
                  </a:lnTo>
                  <a:close/>
                  <a:moveTo>
                    <a:pt x="153693" y="58817"/>
                  </a:moveTo>
                  <a:lnTo>
                    <a:pt x="147384" y="69782"/>
                  </a:lnTo>
                  <a:lnTo>
                    <a:pt x="143852" y="69782"/>
                  </a:lnTo>
                  <a:lnTo>
                    <a:pt x="150183" y="58817"/>
                  </a:lnTo>
                  <a:close/>
                  <a:moveTo>
                    <a:pt x="7547" y="67281"/>
                  </a:moveTo>
                  <a:lnTo>
                    <a:pt x="9313" y="70332"/>
                  </a:lnTo>
                  <a:lnTo>
                    <a:pt x="5781" y="70332"/>
                  </a:lnTo>
                  <a:lnTo>
                    <a:pt x="4014" y="67281"/>
                  </a:lnTo>
                  <a:close/>
                  <a:moveTo>
                    <a:pt x="78085" y="65630"/>
                  </a:moveTo>
                  <a:lnTo>
                    <a:pt x="78314" y="65676"/>
                  </a:lnTo>
                  <a:lnTo>
                    <a:pt x="78544" y="65721"/>
                  </a:lnTo>
                  <a:lnTo>
                    <a:pt x="78773" y="65790"/>
                  </a:lnTo>
                  <a:lnTo>
                    <a:pt x="79003" y="65905"/>
                  </a:lnTo>
                  <a:lnTo>
                    <a:pt x="79209" y="66043"/>
                  </a:lnTo>
                  <a:lnTo>
                    <a:pt x="79415" y="66203"/>
                  </a:lnTo>
                  <a:lnTo>
                    <a:pt x="79622" y="66387"/>
                  </a:lnTo>
                  <a:lnTo>
                    <a:pt x="79805" y="66616"/>
                  </a:lnTo>
                  <a:lnTo>
                    <a:pt x="79989" y="66868"/>
                  </a:lnTo>
                  <a:lnTo>
                    <a:pt x="80104" y="67121"/>
                  </a:lnTo>
                  <a:lnTo>
                    <a:pt x="80218" y="67396"/>
                  </a:lnTo>
                  <a:lnTo>
                    <a:pt x="80287" y="67648"/>
                  </a:lnTo>
                  <a:lnTo>
                    <a:pt x="80333" y="67901"/>
                  </a:lnTo>
                  <a:lnTo>
                    <a:pt x="80356" y="68153"/>
                  </a:lnTo>
                  <a:lnTo>
                    <a:pt x="80333" y="68382"/>
                  </a:lnTo>
                  <a:lnTo>
                    <a:pt x="80310" y="68635"/>
                  </a:lnTo>
                  <a:lnTo>
                    <a:pt x="80241" y="68841"/>
                  </a:lnTo>
                  <a:lnTo>
                    <a:pt x="80150" y="69071"/>
                  </a:lnTo>
                  <a:lnTo>
                    <a:pt x="80058" y="69277"/>
                  </a:lnTo>
                  <a:lnTo>
                    <a:pt x="79943" y="69461"/>
                  </a:lnTo>
                  <a:lnTo>
                    <a:pt x="79805" y="69667"/>
                  </a:lnTo>
                  <a:lnTo>
                    <a:pt x="79645" y="69828"/>
                  </a:lnTo>
                  <a:lnTo>
                    <a:pt x="79484" y="69988"/>
                  </a:lnTo>
                  <a:lnTo>
                    <a:pt x="79301" y="70126"/>
                  </a:lnTo>
                  <a:lnTo>
                    <a:pt x="79117" y="70263"/>
                  </a:lnTo>
                  <a:lnTo>
                    <a:pt x="78911" y="70378"/>
                  </a:lnTo>
                  <a:lnTo>
                    <a:pt x="78704" y="70470"/>
                  </a:lnTo>
                  <a:lnTo>
                    <a:pt x="78475" y="70539"/>
                  </a:lnTo>
                  <a:lnTo>
                    <a:pt x="78269" y="70607"/>
                  </a:lnTo>
                  <a:lnTo>
                    <a:pt x="78039" y="70653"/>
                  </a:lnTo>
                  <a:lnTo>
                    <a:pt x="77580" y="70653"/>
                  </a:lnTo>
                  <a:lnTo>
                    <a:pt x="77351" y="70630"/>
                  </a:lnTo>
                  <a:lnTo>
                    <a:pt x="77122" y="70585"/>
                  </a:lnTo>
                  <a:lnTo>
                    <a:pt x="76892" y="70516"/>
                  </a:lnTo>
                  <a:lnTo>
                    <a:pt x="76663" y="70401"/>
                  </a:lnTo>
                  <a:lnTo>
                    <a:pt x="76456" y="70286"/>
                  </a:lnTo>
                  <a:lnTo>
                    <a:pt x="76250" y="70126"/>
                  </a:lnTo>
                  <a:lnTo>
                    <a:pt x="76043" y="69942"/>
                  </a:lnTo>
                  <a:lnTo>
                    <a:pt x="75860" y="69736"/>
                  </a:lnTo>
                  <a:lnTo>
                    <a:pt x="75676" y="69506"/>
                  </a:lnTo>
                  <a:lnTo>
                    <a:pt x="75539" y="69231"/>
                  </a:lnTo>
                  <a:lnTo>
                    <a:pt x="75424" y="68956"/>
                  </a:lnTo>
                  <a:lnTo>
                    <a:pt x="75355" y="68704"/>
                  </a:lnTo>
                  <a:lnTo>
                    <a:pt x="75309" y="68451"/>
                  </a:lnTo>
                  <a:lnTo>
                    <a:pt x="75286" y="68199"/>
                  </a:lnTo>
                  <a:lnTo>
                    <a:pt x="75286" y="67947"/>
                  </a:lnTo>
                  <a:lnTo>
                    <a:pt x="75309" y="67694"/>
                  </a:lnTo>
                  <a:lnTo>
                    <a:pt x="75378" y="67465"/>
                  </a:lnTo>
                  <a:lnTo>
                    <a:pt x="75447" y="67258"/>
                  </a:lnTo>
                  <a:lnTo>
                    <a:pt x="75562" y="67029"/>
                  </a:lnTo>
                  <a:lnTo>
                    <a:pt x="75676" y="66845"/>
                  </a:lnTo>
                  <a:lnTo>
                    <a:pt x="75814" y="66639"/>
                  </a:lnTo>
                  <a:lnTo>
                    <a:pt x="75975" y="66478"/>
                  </a:lnTo>
                  <a:lnTo>
                    <a:pt x="76135" y="66318"/>
                  </a:lnTo>
                  <a:lnTo>
                    <a:pt x="76319" y="66157"/>
                  </a:lnTo>
                  <a:lnTo>
                    <a:pt x="76525" y="66043"/>
                  </a:lnTo>
                  <a:lnTo>
                    <a:pt x="76732" y="65928"/>
                  </a:lnTo>
                  <a:lnTo>
                    <a:pt x="76938" y="65813"/>
                  </a:lnTo>
                  <a:lnTo>
                    <a:pt x="77167" y="65744"/>
                  </a:lnTo>
                  <a:lnTo>
                    <a:pt x="77397" y="65676"/>
                  </a:lnTo>
                  <a:lnTo>
                    <a:pt x="77626" y="65653"/>
                  </a:lnTo>
                  <a:lnTo>
                    <a:pt x="77856" y="65630"/>
                  </a:lnTo>
                  <a:close/>
                  <a:moveTo>
                    <a:pt x="97950" y="68382"/>
                  </a:moveTo>
                  <a:lnTo>
                    <a:pt x="99717" y="71433"/>
                  </a:lnTo>
                  <a:lnTo>
                    <a:pt x="96184" y="71433"/>
                  </a:lnTo>
                  <a:lnTo>
                    <a:pt x="94418" y="68382"/>
                  </a:lnTo>
                  <a:close/>
                  <a:moveTo>
                    <a:pt x="82145" y="61042"/>
                  </a:moveTo>
                  <a:lnTo>
                    <a:pt x="84141" y="64529"/>
                  </a:lnTo>
                  <a:lnTo>
                    <a:pt x="86183" y="68061"/>
                  </a:lnTo>
                  <a:lnTo>
                    <a:pt x="84164" y="71548"/>
                  </a:lnTo>
                  <a:lnTo>
                    <a:pt x="80631" y="71548"/>
                  </a:lnTo>
                  <a:lnTo>
                    <a:pt x="82650" y="68038"/>
                  </a:lnTo>
                  <a:lnTo>
                    <a:pt x="80356" y="64139"/>
                  </a:lnTo>
                  <a:lnTo>
                    <a:pt x="82145" y="61042"/>
                  </a:lnTo>
                  <a:close/>
                  <a:moveTo>
                    <a:pt x="95955" y="60583"/>
                  </a:moveTo>
                  <a:lnTo>
                    <a:pt x="89646" y="71548"/>
                  </a:lnTo>
                  <a:lnTo>
                    <a:pt x="86114" y="71548"/>
                  </a:lnTo>
                  <a:lnTo>
                    <a:pt x="92445" y="60583"/>
                  </a:lnTo>
                  <a:close/>
                  <a:moveTo>
                    <a:pt x="169773" y="66777"/>
                  </a:moveTo>
                  <a:lnTo>
                    <a:pt x="170002" y="66800"/>
                  </a:lnTo>
                  <a:lnTo>
                    <a:pt x="170232" y="66868"/>
                  </a:lnTo>
                  <a:lnTo>
                    <a:pt x="170461" y="66937"/>
                  </a:lnTo>
                  <a:lnTo>
                    <a:pt x="170691" y="67052"/>
                  </a:lnTo>
                  <a:lnTo>
                    <a:pt x="170897" y="67190"/>
                  </a:lnTo>
                  <a:lnTo>
                    <a:pt x="171103" y="67350"/>
                  </a:lnTo>
                  <a:lnTo>
                    <a:pt x="171310" y="67534"/>
                  </a:lnTo>
                  <a:lnTo>
                    <a:pt x="171493" y="67763"/>
                  </a:lnTo>
                  <a:lnTo>
                    <a:pt x="171654" y="68015"/>
                  </a:lnTo>
                  <a:lnTo>
                    <a:pt x="171792" y="68268"/>
                  </a:lnTo>
                  <a:lnTo>
                    <a:pt x="171906" y="68520"/>
                  </a:lnTo>
                  <a:lnTo>
                    <a:pt x="171975" y="68795"/>
                  </a:lnTo>
                  <a:lnTo>
                    <a:pt x="172021" y="69048"/>
                  </a:lnTo>
                  <a:lnTo>
                    <a:pt x="172021" y="69277"/>
                  </a:lnTo>
                  <a:lnTo>
                    <a:pt x="172021" y="69529"/>
                  </a:lnTo>
                  <a:lnTo>
                    <a:pt x="171975" y="69759"/>
                  </a:lnTo>
                  <a:lnTo>
                    <a:pt x="171929" y="69988"/>
                  </a:lnTo>
                  <a:lnTo>
                    <a:pt x="171838" y="70217"/>
                  </a:lnTo>
                  <a:lnTo>
                    <a:pt x="171746" y="70424"/>
                  </a:lnTo>
                  <a:lnTo>
                    <a:pt x="171631" y="70607"/>
                  </a:lnTo>
                  <a:lnTo>
                    <a:pt x="171493" y="70791"/>
                  </a:lnTo>
                  <a:lnTo>
                    <a:pt x="171333" y="70974"/>
                  </a:lnTo>
                  <a:lnTo>
                    <a:pt x="171172" y="71135"/>
                  </a:lnTo>
                  <a:lnTo>
                    <a:pt x="170989" y="71273"/>
                  </a:lnTo>
                  <a:lnTo>
                    <a:pt x="170805" y="71410"/>
                  </a:lnTo>
                  <a:lnTo>
                    <a:pt x="170599" y="71525"/>
                  </a:lnTo>
                  <a:lnTo>
                    <a:pt x="170392" y="71617"/>
                  </a:lnTo>
                  <a:lnTo>
                    <a:pt x="170163" y="71686"/>
                  </a:lnTo>
                  <a:lnTo>
                    <a:pt x="169934" y="71754"/>
                  </a:lnTo>
                  <a:lnTo>
                    <a:pt x="169727" y="71777"/>
                  </a:lnTo>
                  <a:lnTo>
                    <a:pt x="169498" y="71800"/>
                  </a:lnTo>
                  <a:lnTo>
                    <a:pt x="169245" y="71800"/>
                  </a:lnTo>
                  <a:lnTo>
                    <a:pt x="169016" y="71777"/>
                  </a:lnTo>
                  <a:lnTo>
                    <a:pt x="168787" y="71731"/>
                  </a:lnTo>
                  <a:lnTo>
                    <a:pt x="168580" y="71640"/>
                  </a:lnTo>
                  <a:lnTo>
                    <a:pt x="168351" y="71548"/>
                  </a:lnTo>
                  <a:lnTo>
                    <a:pt x="168144" y="71410"/>
                  </a:lnTo>
                  <a:lnTo>
                    <a:pt x="167938" y="71273"/>
                  </a:lnTo>
                  <a:lnTo>
                    <a:pt x="167731" y="71089"/>
                  </a:lnTo>
                  <a:lnTo>
                    <a:pt x="167548" y="70883"/>
                  </a:lnTo>
                  <a:lnTo>
                    <a:pt x="167364" y="70630"/>
                  </a:lnTo>
                  <a:lnTo>
                    <a:pt x="167227" y="70378"/>
                  </a:lnTo>
                  <a:lnTo>
                    <a:pt x="167112" y="70103"/>
                  </a:lnTo>
                  <a:lnTo>
                    <a:pt x="167043" y="69850"/>
                  </a:lnTo>
                  <a:lnTo>
                    <a:pt x="166997" y="69575"/>
                  </a:lnTo>
                  <a:lnTo>
                    <a:pt x="166974" y="69323"/>
                  </a:lnTo>
                  <a:lnTo>
                    <a:pt x="166974" y="69071"/>
                  </a:lnTo>
                  <a:lnTo>
                    <a:pt x="166997" y="68841"/>
                  </a:lnTo>
                  <a:lnTo>
                    <a:pt x="167066" y="68612"/>
                  </a:lnTo>
                  <a:lnTo>
                    <a:pt x="167135" y="68382"/>
                  </a:lnTo>
                  <a:lnTo>
                    <a:pt x="167250" y="68176"/>
                  </a:lnTo>
                  <a:lnTo>
                    <a:pt x="167364" y="67969"/>
                  </a:lnTo>
                  <a:lnTo>
                    <a:pt x="167502" y="67786"/>
                  </a:lnTo>
                  <a:lnTo>
                    <a:pt x="167663" y="67602"/>
                  </a:lnTo>
                  <a:lnTo>
                    <a:pt x="167823" y="67442"/>
                  </a:lnTo>
                  <a:lnTo>
                    <a:pt x="168007" y="67304"/>
                  </a:lnTo>
                  <a:lnTo>
                    <a:pt x="168213" y="67167"/>
                  </a:lnTo>
                  <a:lnTo>
                    <a:pt x="168420" y="67052"/>
                  </a:lnTo>
                  <a:lnTo>
                    <a:pt x="168626" y="66960"/>
                  </a:lnTo>
                  <a:lnTo>
                    <a:pt x="168855" y="66891"/>
                  </a:lnTo>
                  <a:lnTo>
                    <a:pt x="169062" y="66822"/>
                  </a:lnTo>
                  <a:lnTo>
                    <a:pt x="169314" y="66777"/>
                  </a:lnTo>
                  <a:close/>
                  <a:moveTo>
                    <a:pt x="21219" y="67258"/>
                  </a:moveTo>
                  <a:lnTo>
                    <a:pt x="21448" y="67281"/>
                  </a:lnTo>
                  <a:lnTo>
                    <a:pt x="21678" y="67304"/>
                  </a:lnTo>
                  <a:lnTo>
                    <a:pt x="21907" y="67350"/>
                  </a:lnTo>
                  <a:lnTo>
                    <a:pt x="22136" y="67442"/>
                  </a:lnTo>
                  <a:lnTo>
                    <a:pt x="22366" y="67534"/>
                  </a:lnTo>
                  <a:lnTo>
                    <a:pt x="22572" y="67671"/>
                  </a:lnTo>
                  <a:lnTo>
                    <a:pt x="22779" y="67832"/>
                  </a:lnTo>
                  <a:lnTo>
                    <a:pt x="22985" y="68038"/>
                  </a:lnTo>
                  <a:lnTo>
                    <a:pt x="23169" y="68245"/>
                  </a:lnTo>
                  <a:lnTo>
                    <a:pt x="23329" y="68497"/>
                  </a:lnTo>
                  <a:lnTo>
                    <a:pt x="23467" y="68772"/>
                  </a:lnTo>
                  <a:lnTo>
                    <a:pt x="23581" y="69025"/>
                  </a:lnTo>
                  <a:lnTo>
                    <a:pt x="23650" y="69277"/>
                  </a:lnTo>
                  <a:lnTo>
                    <a:pt x="23696" y="69529"/>
                  </a:lnTo>
                  <a:lnTo>
                    <a:pt x="23719" y="69782"/>
                  </a:lnTo>
                  <a:lnTo>
                    <a:pt x="23696" y="70034"/>
                  </a:lnTo>
                  <a:lnTo>
                    <a:pt x="23673" y="70263"/>
                  </a:lnTo>
                  <a:lnTo>
                    <a:pt x="23604" y="70493"/>
                  </a:lnTo>
                  <a:lnTo>
                    <a:pt x="23513" y="70699"/>
                  </a:lnTo>
                  <a:lnTo>
                    <a:pt x="23421" y="70906"/>
                  </a:lnTo>
                  <a:lnTo>
                    <a:pt x="23306" y="71112"/>
                  </a:lnTo>
                  <a:lnTo>
                    <a:pt x="23169" y="71296"/>
                  </a:lnTo>
                  <a:lnTo>
                    <a:pt x="23008" y="71456"/>
                  </a:lnTo>
                  <a:lnTo>
                    <a:pt x="22847" y="71617"/>
                  </a:lnTo>
                  <a:lnTo>
                    <a:pt x="22664" y="71777"/>
                  </a:lnTo>
                  <a:lnTo>
                    <a:pt x="22480" y="71892"/>
                  </a:lnTo>
                  <a:lnTo>
                    <a:pt x="22274" y="72007"/>
                  </a:lnTo>
                  <a:lnTo>
                    <a:pt x="22068" y="72099"/>
                  </a:lnTo>
                  <a:lnTo>
                    <a:pt x="21838" y="72190"/>
                  </a:lnTo>
                  <a:lnTo>
                    <a:pt x="21609" y="72236"/>
                  </a:lnTo>
                  <a:lnTo>
                    <a:pt x="21402" y="72282"/>
                  </a:lnTo>
                  <a:lnTo>
                    <a:pt x="21173" y="72305"/>
                  </a:lnTo>
                  <a:lnTo>
                    <a:pt x="20943" y="72305"/>
                  </a:lnTo>
                  <a:lnTo>
                    <a:pt x="20691" y="72259"/>
                  </a:lnTo>
                  <a:lnTo>
                    <a:pt x="20485" y="72213"/>
                  </a:lnTo>
                  <a:lnTo>
                    <a:pt x="20255" y="72144"/>
                  </a:lnTo>
                  <a:lnTo>
                    <a:pt x="20026" y="72053"/>
                  </a:lnTo>
                  <a:lnTo>
                    <a:pt x="19819" y="71915"/>
                  </a:lnTo>
                  <a:lnTo>
                    <a:pt x="19613" y="71754"/>
                  </a:lnTo>
                  <a:lnTo>
                    <a:pt x="19407" y="71594"/>
                  </a:lnTo>
                  <a:lnTo>
                    <a:pt x="19223" y="71364"/>
                  </a:lnTo>
                  <a:lnTo>
                    <a:pt x="19040" y="71135"/>
                  </a:lnTo>
                  <a:lnTo>
                    <a:pt x="18902" y="70860"/>
                  </a:lnTo>
                  <a:lnTo>
                    <a:pt x="18787" y="70607"/>
                  </a:lnTo>
                  <a:lnTo>
                    <a:pt x="18718" y="70332"/>
                  </a:lnTo>
                  <a:lnTo>
                    <a:pt x="18673" y="70080"/>
                  </a:lnTo>
                  <a:lnTo>
                    <a:pt x="18650" y="69828"/>
                  </a:lnTo>
                  <a:lnTo>
                    <a:pt x="18650" y="69575"/>
                  </a:lnTo>
                  <a:lnTo>
                    <a:pt x="18673" y="69346"/>
                  </a:lnTo>
                  <a:lnTo>
                    <a:pt x="18741" y="69116"/>
                  </a:lnTo>
                  <a:lnTo>
                    <a:pt x="18810" y="68887"/>
                  </a:lnTo>
                  <a:lnTo>
                    <a:pt x="18925" y="68681"/>
                  </a:lnTo>
                  <a:lnTo>
                    <a:pt x="19040" y="68474"/>
                  </a:lnTo>
                  <a:lnTo>
                    <a:pt x="19177" y="68291"/>
                  </a:lnTo>
                  <a:lnTo>
                    <a:pt x="19338" y="68107"/>
                  </a:lnTo>
                  <a:lnTo>
                    <a:pt x="19498" y="67947"/>
                  </a:lnTo>
                  <a:lnTo>
                    <a:pt x="19682" y="67809"/>
                  </a:lnTo>
                  <a:lnTo>
                    <a:pt x="19888" y="67671"/>
                  </a:lnTo>
                  <a:lnTo>
                    <a:pt x="20095" y="67557"/>
                  </a:lnTo>
                  <a:lnTo>
                    <a:pt x="20301" y="67465"/>
                  </a:lnTo>
                  <a:lnTo>
                    <a:pt x="20531" y="67373"/>
                  </a:lnTo>
                  <a:lnTo>
                    <a:pt x="20760" y="67327"/>
                  </a:lnTo>
                  <a:lnTo>
                    <a:pt x="20989" y="67281"/>
                  </a:lnTo>
                  <a:lnTo>
                    <a:pt x="21219" y="67258"/>
                  </a:lnTo>
                  <a:close/>
                  <a:moveTo>
                    <a:pt x="41313" y="70011"/>
                  </a:moveTo>
                  <a:lnTo>
                    <a:pt x="43080" y="73085"/>
                  </a:lnTo>
                  <a:lnTo>
                    <a:pt x="39547" y="73085"/>
                  </a:lnTo>
                  <a:lnTo>
                    <a:pt x="37781" y="70034"/>
                  </a:lnTo>
                  <a:lnTo>
                    <a:pt x="41313" y="70011"/>
                  </a:lnTo>
                  <a:close/>
                  <a:moveTo>
                    <a:pt x="25508" y="62670"/>
                  </a:moveTo>
                  <a:lnTo>
                    <a:pt x="27504" y="66180"/>
                  </a:lnTo>
                  <a:lnTo>
                    <a:pt x="29546" y="69690"/>
                  </a:lnTo>
                  <a:lnTo>
                    <a:pt x="27527" y="73177"/>
                  </a:lnTo>
                  <a:lnTo>
                    <a:pt x="23994" y="73200"/>
                  </a:lnTo>
                  <a:lnTo>
                    <a:pt x="23994" y="73200"/>
                  </a:lnTo>
                  <a:lnTo>
                    <a:pt x="26013" y="69690"/>
                  </a:lnTo>
                  <a:lnTo>
                    <a:pt x="23719" y="65790"/>
                  </a:lnTo>
                  <a:lnTo>
                    <a:pt x="25508" y="62670"/>
                  </a:lnTo>
                  <a:close/>
                  <a:moveTo>
                    <a:pt x="39318" y="62235"/>
                  </a:moveTo>
                  <a:lnTo>
                    <a:pt x="33010" y="73177"/>
                  </a:lnTo>
                  <a:lnTo>
                    <a:pt x="29477" y="73200"/>
                  </a:lnTo>
                  <a:lnTo>
                    <a:pt x="29477" y="73200"/>
                  </a:lnTo>
                  <a:lnTo>
                    <a:pt x="35808" y="62235"/>
                  </a:lnTo>
                  <a:close/>
                  <a:moveTo>
                    <a:pt x="111874" y="68451"/>
                  </a:moveTo>
                  <a:lnTo>
                    <a:pt x="112173" y="68474"/>
                  </a:lnTo>
                  <a:lnTo>
                    <a:pt x="112471" y="68520"/>
                  </a:lnTo>
                  <a:lnTo>
                    <a:pt x="112746" y="68589"/>
                  </a:lnTo>
                  <a:lnTo>
                    <a:pt x="113044" y="68726"/>
                  </a:lnTo>
                  <a:lnTo>
                    <a:pt x="113320" y="68887"/>
                  </a:lnTo>
                  <a:lnTo>
                    <a:pt x="113572" y="69116"/>
                  </a:lnTo>
                  <a:lnTo>
                    <a:pt x="113824" y="69369"/>
                  </a:lnTo>
                  <a:lnTo>
                    <a:pt x="114031" y="69690"/>
                  </a:lnTo>
                  <a:lnTo>
                    <a:pt x="114145" y="69896"/>
                  </a:lnTo>
                  <a:lnTo>
                    <a:pt x="114237" y="70080"/>
                  </a:lnTo>
                  <a:lnTo>
                    <a:pt x="114306" y="70286"/>
                  </a:lnTo>
                  <a:lnTo>
                    <a:pt x="114352" y="70470"/>
                  </a:lnTo>
                  <a:lnTo>
                    <a:pt x="114375" y="70653"/>
                  </a:lnTo>
                  <a:lnTo>
                    <a:pt x="114398" y="70837"/>
                  </a:lnTo>
                  <a:lnTo>
                    <a:pt x="114421" y="71020"/>
                  </a:lnTo>
                  <a:lnTo>
                    <a:pt x="114398" y="71204"/>
                  </a:lnTo>
                  <a:lnTo>
                    <a:pt x="114375" y="71387"/>
                  </a:lnTo>
                  <a:lnTo>
                    <a:pt x="114329" y="71548"/>
                  </a:lnTo>
                  <a:lnTo>
                    <a:pt x="114237" y="71892"/>
                  </a:lnTo>
                  <a:lnTo>
                    <a:pt x="114077" y="72190"/>
                  </a:lnTo>
                  <a:lnTo>
                    <a:pt x="113870" y="72466"/>
                  </a:lnTo>
                  <a:lnTo>
                    <a:pt x="113687" y="72695"/>
                  </a:lnTo>
                  <a:lnTo>
                    <a:pt x="113480" y="72901"/>
                  </a:lnTo>
                  <a:lnTo>
                    <a:pt x="113251" y="73085"/>
                  </a:lnTo>
                  <a:lnTo>
                    <a:pt x="112998" y="73245"/>
                  </a:lnTo>
                  <a:lnTo>
                    <a:pt x="112723" y="73360"/>
                  </a:lnTo>
                  <a:lnTo>
                    <a:pt x="112448" y="73475"/>
                  </a:lnTo>
                  <a:lnTo>
                    <a:pt x="112150" y="73544"/>
                  </a:lnTo>
                  <a:lnTo>
                    <a:pt x="111874" y="73567"/>
                  </a:lnTo>
                  <a:lnTo>
                    <a:pt x="111576" y="73567"/>
                  </a:lnTo>
                  <a:lnTo>
                    <a:pt x="111278" y="73521"/>
                  </a:lnTo>
                  <a:lnTo>
                    <a:pt x="110980" y="73452"/>
                  </a:lnTo>
                  <a:lnTo>
                    <a:pt x="110705" y="73337"/>
                  </a:lnTo>
                  <a:lnTo>
                    <a:pt x="110429" y="73177"/>
                  </a:lnTo>
                  <a:lnTo>
                    <a:pt x="110154" y="72970"/>
                  </a:lnTo>
                  <a:lnTo>
                    <a:pt x="109925" y="72695"/>
                  </a:lnTo>
                  <a:lnTo>
                    <a:pt x="109695" y="72397"/>
                  </a:lnTo>
                  <a:lnTo>
                    <a:pt x="109581" y="72190"/>
                  </a:lnTo>
                  <a:lnTo>
                    <a:pt x="109489" y="72007"/>
                  </a:lnTo>
                  <a:lnTo>
                    <a:pt x="109420" y="71800"/>
                  </a:lnTo>
                  <a:lnTo>
                    <a:pt x="109351" y="71594"/>
                  </a:lnTo>
                  <a:lnTo>
                    <a:pt x="109305" y="71410"/>
                  </a:lnTo>
                  <a:lnTo>
                    <a:pt x="109282" y="71227"/>
                  </a:lnTo>
                  <a:lnTo>
                    <a:pt x="109282" y="71020"/>
                  </a:lnTo>
                  <a:lnTo>
                    <a:pt x="109282" y="70837"/>
                  </a:lnTo>
                  <a:lnTo>
                    <a:pt x="109305" y="70653"/>
                  </a:lnTo>
                  <a:lnTo>
                    <a:pt x="109351" y="70493"/>
                  </a:lnTo>
                  <a:lnTo>
                    <a:pt x="109397" y="70309"/>
                  </a:lnTo>
                  <a:lnTo>
                    <a:pt x="109466" y="70149"/>
                  </a:lnTo>
                  <a:lnTo>
                    <a:pt x="109626" y="69828"/>
                  </a:lnTo>
                  <a:lnTo>
                    <a:pt x="109833" y="69552"/>
                  </a:lnTo>
                  <a:lnTo>
                    <a:pt x="110016" y="69323"/>
                  </a:lnTo>
                  <a:lnTo>
                    <a:pt x="110223" y="69116"/>
                  </a:lnTo>
                  <a:lnTo>
                    <a:pt x="110475" y="68933"/>
                  </a:lnTo>
                  <a:lnTo>
                    <a:pt x="110727" y="68772"/>
                  </a:lnTo>
                  <a:lnTo>
                    <a:pt x="111003" y="68658"/>
                  </a:lnTo>
                  <a:lnTo>
                    <a:pt x="111278" y="68566"/>
                  </a:lnTo>
                  <a:lnTo>
                    <a:pt x="111576" y="68497"/>
                  </a:lnTo>
                  <a:lnTo>
                    <a:pt x="111874" y="68451"/>
                  </a:lnTo>
                  <a:close/>
                  <a:moveTo>
                    <a:pt x="131946" y="71296"/>
                  </a:moveTo>
                  <a:lnTo>
                    <a:pt x="133736" y="74347"/>
                  </a:lnTo>
                  <a:lnTo>
                    <a:pt x="130203" y="74347"/>
                  </a:lnTo>
                  <a:lnTo>
                    <a:pt x="128414" y="71296"/>
                  </a:lnTo>
                  <a:close/>
                  <a:moveTo>
                    <a:pt x="116141" y="63955"/>
                  </a:moveTo>
                  <a:lnTo>
                    <a:pt x="118137" y="67442"/>
                  </a:lnTo>
                  <a:lnTo>
                    <a:pt x="120178" y="70952"/>
                  </a:lnTo>
                  <a:lnTo>
                    <a:pt x="118160" y="74461"/>
                  </a:lnTo>
                  <a:lnTo>
                    <a:pt x="114627" y="74461"/>
                  </a:lnTo>
                  <a:lnTo>
                    <a:pt x="116669" y="70952"/>
                  </a:lnTo>
                  <a:lnTo>
                    <a:pt x="114352" y="67052"/>
                  </a:lnTo>
                  <a:lnTo>
                    <a:pt x="116141" y="63955"/>
                  </a:lnTo>
                  <a:close/>
                  <a:moveTo>
                    <a:pt x="129973" y="63496"/>
                  </a:moveTo>
                  <a:lnTo>
                    <a:pt x="123642" y="74461"/>
                  </a:lnTo>
                  <a:lnTo>
                    <a:pt x="120133" y="74461"/>
                  </a:lnTo>
                  <a:lnTo>
                    <a:pt x="126441" y="63496"/>
                  </a:lnTo>
                  <a:close/>
                  <a:moveTo>
                    <a:pt x="55444" y="70172"/>
                  </a:moveTo>
                  <a:lnTo>
                    <a:pt x="55673" y="70217"/>
                  </a:lnTo>
                  <a:lnTo>
                    <a:pt x="55926" y="70263"/>
                  </a:lnTo>
                  <a:lnTo>
                    <a:pt x="56155" y="70355"/>
                  </a:lnTo>
                  <a:lnTo>
                    <a:pt x="56362" y="70447"/>
                  </a:lnTo>
                  <a:lnTo>
                    <a:pt x="56591" y="70585"/>
                  </a:lnTo>
                  <a:lnTo>
                    <a:pt x="56797" y="70745"/>
                  </a:lnTo>
                  <a:lnTo>
                    <a:pt x="56981" y="70929"/>
                  </a:lnTo>
                  <a:lnTo>
                    <a:pt x="57164" y="71158"/>
                  </a:lnTo>
                  <a:lnTo>
                    <a:pt x="57348" y="71410"/>
                  </a:lnTo>
                  <a:lnTo>
                    <a:pt x="57486" y="71663"/>
                  </a:lnTo>
                  <a:lnTo>
                    <a:pt x="57577" y="71938"/>
                  </a:lnTo>
                  <a:lnTo>
                    <a:pt x="57646" y="72190"/>
                  </a:lnTo>
                  <a:lnTo>
                    <a:pt x="57692" y="72443"/>
                  </a:lnTo>
                  <a:lnTo>
                    <a:pt x="57715" y="72695"/>
                  </a:lnTo>
                  <a:lnTo>
                    <a:pt x="57692" y="72924"/>
                  </a:lnTo>
                  <a:lnTo>
                    <a:pt x="57669" y="73177"/>
                  </a:lnTo>
                  <a:lnTo>
                    <a:pt x="57600" y="73406"/>
                  </a:lnTo>
                  <a:lnTo>
                    <a:pt x="57531" y="73613"/>
                  </a:lnTo>
                  <a:lnTo>
                    <a:pt x="57417" y="73819"/>
                  </a:lnTo>
                  <a:lnTo>
                    <a:pt x="57302" y="74025"/>
                  </a:lnTo>
                  <a:lnTo>
                    <a:pt x="57164" y="74209"/>
                  </a:lnTo>
                  <a:lnTo>
                    <a:pt x="57027" y="74370"/>
                  </a:lnTo>
                  <a:lnTo>
                    <a:pt x="56843" y="74530"/>
                  </a:lnTo>
                  <a:lnTo>
                    <a:pt x="56660" y="74668"/>
                  </a:lnTo>
                  <a:lnTo>
                    <a:pt x="56476" y="74805"/>
                  </a:lnTo>
                  <a:lnTo>
                    <a:pt x="56270" y="74920"/>
                  </a:lnTo>
                  <a:lnTo>
                    <a:pt x="56063" y="75012"/>
                  </a:lnTo>
                  <a:lnTo>
                    <a:pt x="55857" y="75081"/>
                  </a:lnTo>
                  <a:lnTo>
                    <a:pt x="55628" y="75149"/>
                  </a:lnTo>
                  <a:lnTo>
                    <a:pt x="55398" y="75195"/>
                  </a:lnTo>
                  <a:lnTo>
                    <a:pt x="54939" y="75195"/>
                  </a:lnTo>
                  <a:lnTo>
                    <a:pt x="54710" y="75172"/>
                  </a:lnTo>
                  <a:lnTo>
                    <a:pt x="54481" y="75126"/>
                  </a:lnTo>
                  <a:lnTo>
                    <a:pt x="54251" y="75058"/>
                  </a:lnTo>
                  <a:lnTo>
                    <a:pt x="54022" y="74943"/>
                  </a:lnTo>
                  <a:lnTo>
                    <a:pt x="53815" y="74828"/>
                  </a:lnTo>
                  <a:lnTo>
                    <a:pt x="53609" y="74668"/>
                  </a:lnTo>
                  <a:lnTo>
                    <a:pt x="53402" y="74484"/>
                  </a:lnTo>
                  <a:lnTo>
                    <a:pt x="53219" y="74278"/>
                  </a:lnTo>
                  <a:lnTo>
                    <a:pt x="53058" y="74048"/>
                  </a:lnTo>
                  <a:lnTo>
                    <a:pt x="52898" y="73773"/>
                  </a:lnTo>
                  <a:lnTo>
                    <a:pt x="52806" y="73498"/>
                  </a:lnTo>
                  <a:lnTo>
                    <a:pt x="52714" y="73245"/>
                  </a:lnTo>
                  <a:lnTo>
                    <a:pt x="52668" y="72993"/>
                  </a:lnTo>
                  <a:lnTo>
                    <a:pt x="52645" y="72741"/>
                  </a:lnTo>
                  <a:lnTo>
                    <a:pt x="52645" y="72488"/>
                  </a:lnTo>
                  <a:lnTo>
                    <a:pt x="52691" y="72236"/>
                  </a:lnTo>
                  <a:lnTo>
                    <a:pt x="52737" y="72007"/>
                  </a:lnTo>
                  <a:lnTo>
                    <a:pt x="52829" y="71800"/>
                  </a:lnTo>
                  <a:lnTo>
                    <a:pt x="52921" y="71571"/>
                  </a:lnTo>
                  <a:lnTo>
                    <a:pt x="53035" y="71387"/>
                  </a:lnTo>
                  <a:lnTo>
                    <a:pt x="53173" y="71181"/>
                  </a:lnTo>
                  <a:lnTo>
                    <a:pt x="53334" y="71020"/>
                  </a:lnTo>
                  <a:lnTo>
                    <a:pt x="53517" y="70860"/>
                  </a:lnTo>
                  <a:lnTo>
                    <a:pt x="53701" y="70699"/>
                  </a:lnTo>
                  <a:lnTo>
                    <a:pt x="53884" y="70585"/>
                  </a:lnTo>
                  <a:lnTo>
                    <a:pt x="54091" y="70470"/>
                  </a:lnTo>
                  <a:lnTo>
                    <a:pt x="54297" y="70355"/>
                  </a:lnTo>
                  <a:lnTo>
                    <a:pt x="54526" y="70286"/>
                  </a:lnTo>
                  <a:lnTo>
                    <a:pt x="54756" y="70217"/>
                  </a:lnTo>
                  <a:lnTo>
                    <a:pt x="54985" y="70195"/>
                  </a:lnTo>
                  <a:lnTo>
                    <a:pt x="55215" y="70172"/>
                  </a:lnTo>
                  <a:close/>
                  <a:moveTo>
                    <a:pt x="59504" y="65584"/>
                  </a:moveTo>
                  <a:lnTo>
                    <a:pt x="61500" y="69071"/>
                  </a:lnTo>
                  <a:lnTo>
                    <a:pt x="63542" y="72603"/>
                  </a:lnTo>
                  <a:lnTo>
                    <a:pt x="61523" y="76090"/>
                  </a:lnTo>
                  <a:lnTo>
                    <a:pt x="57990" y="76090"/>
                  </a:lnTo>
                  <a:lnTo>
                    <a:pt x="60032" y="72580"/>
                  </a:lnTo>
                  <a:lnTo>
                    <a:pt x="57715" y="68681"/>
                  </a:lnTo>
                  <a:lnTo>
                    <a:pt x="59504" y="65584"/>
                  </a:lnTo>
                  <a:close/>
                  <a:moveTo>
                    <a:pt x="73337" y="65148"/>
                  </a:moveTo>
                  <a:lnTo>
                    <a:pt x="67005" y="76090"/>
                  </a:lnTo>
                  <a:lnTo>
                    <a:pt x="63496" y="76090"/>
                  </a:lnTo>
                  <a:lnTo>
                    <a:pt x="69804" y="65148"/>
                  </a:lnTo>
                  <a:close/>
                  <a:moveTo>
                    <a:pt x="74759" y="73177"/>
                  </a:moveTo>
                  <a:lnTo>
                    <a:pt x="76525" y="76228"/>
                  </a:lnTo>
                  <a:lnTo>
                    <a:pt x="72993" y="76228"/>
                  </a:lnTo>
                  <a:lnTo>
                    <a:pt x="71226" y="73177"/>
                  </a:lnTo>
                  <a:close/>
                  <a:moveTo>
                    <a:pt x="146673" y="71410"/>
                  </a:moveTo>
                  <a:lnTo>
                    <a:pt x="146903" y="71456"/>
                  </a:lnTo>
                  <a:lnTo>
                    <a:pt x="147132" y="71502"/>
                  </a:lnTo>
                  <a:lnTo>
                    <a:pt x="147361" y="71594"/>
                  </a:lnTo>
                  <a:lnTo>
                    <a:pt x="147568" y="71686"/>
                  </a:lnTo>
                  <a:lnTo>
                    <a:pt x="147797" y="71823"/>
                  </a:lnTo>
                  <a:lnTo>
                    <a:pt x="148004" y="71984"/>
                  </a:lnTo>
                  <a:lnTo>
                    <a:pt x="148187" y="72167"/>
                  </a:lnTo>
                  <a:lnTo>
                    <a:pt x="148394" y="72397"/>
                  </a:lnTo>
                  <a:lnTo>
                    <a:pt x="148554" y="72649"/>
                  </a:lnTo>
                  <a:lnTo>
                    <a:pt x="148692" y="72924"/>
                  </a:lnTo>
                  <a:lnTo>
                    <a:pt x="148784" y="73177"/>
                  </a:lnTo>
                  <a:lnTo>
                    <a:pt x="148875" y="73429"/>
                  </a:lnTo>
                  <a:lnTo>
                    <a:pt x="148898" y="73681"/>
                  </a:lnTo>
                  <a:lnTo>
                    <a:pt x="148921" y="73934"/>
                  </a:lnTo>
                  <a:lnTo>
                    <a:pt x="148921" y="74186"/>
                  </a:lnTo>
                  <a:lnTo>
                    <a:pt x="148875" y="74415"/>
                  </a:lnTo>
                  <a:lnTo>
                    <a:pt x="148829" y="74645"/>
                  </a:lnTo>
                  <a:lnTo>
                    <a:pt x="148738" y="74851"/>
                  </a:lnTo>
                  <a:lnTo>
                    <a:pt x="148646" y="75058"/>
                  </a:lnTo>
                  <a:lnTo>
                    <a:pt x="148508" y="75264"/>
                  </a:lnTo>
                  <a:lnTo>
                    <a:pt x="148371" y="75448"/>
                  </a:lnTo>
                  <a:lnTo>
                    <a:pt x="148233" y="75608"/>
                  </a:lnTo>
                  <a:lnTo>
                    <a:pt x="148050" y="75769"/>
                  </a:lnTo>
                  <a:lnTo>
                    <a:pt x="147889" y="75906"/>
                  </a:lnTo>
                  <a:lnTo>
                    <a:pt x="147683" y="76044"/>
                  </a:lnTo>
                  <a:lnTo>
                    <a:pt x="147476" y="76159"/>
                  </a:lnTo>
                  <a:lnTo>
                    <a:pt x="147270" y="76251"/>
                  </a:lnTo>
                  <a:lnTo>
                    <a:pt x="147063" y="76342"/>
                  </a:lnTo>
                  <a:lnTo>
                    <a:pt x="146834" y="76388"/>
                  </a:lnTo>
                  <a:lnTo>
                    <a:pt x="146604" y="76434"/>
                  </a:lnTo>
                  <a:lnTo>
                    <a:pt x="146375" y="76457"/>
                  </a:lnTo>
                  <a:lnTo>
                    <a:pt x="146146" y="76434"/>
                  </a:lnTo>
                  <a:lnTo>
                    <a:pt x="145916" y="76411"/>
                  </a:lnTo>
                  <a:lnTo>
                    <a:pt x="145687" y="76365"/>
                  </a:lnTo>
                  <a:lnTo>
                    <a:pt x="145457" y="76296"/>
                  </a:lnTo>
                  <a:lnTo>
                    <a:pt x="145251" y="76182"/>
                  </a:lnTo>
                  <a:lnTo>
                    <a:pt x="145022" y="76067"/>
                  </a:lnTo>
                  <a:lnTo>
                    <a:pt x="144815" y="75906"/>
                  </a:lnTo>
                  <a:lnTo>
                    <a:pt x="144632" y="75723"/>
                  </a:lnTo>
                  <a:lnTo>
                    <a:pt x="144448" y="75516"/>
                  </a:lnTo>
                  <a:lnTo>
                    <a:pt x="144265" y="75287"/>
                  </a:lnTo>
                  <a:lnTo>
                    <a:pt x="144127" y="75012"/>
                  </a:lnTo>
                  <a:lnTo>
                    <a:pt x="144012" y="74737"/>
                  </a:lnTo>
                  <a:lnTo>
                    <a:pt x="143921" y="74484"/>
                  </a:lnTo>
                  <a:lnTo>
                    <a:pt x="143875" y="74232"/>
                  </a:lnTo>
                  <a:lnTo>
                    <a:pt x="143852" y="73980"/>
                  </a:lnTo>
                  <a:lnTo>
                    <a:pt x="143875" y="73727"/>
                  </a:lnTo>
                  <a:lnTo>
                    <a:pt x="143898" y="73498"/>
                  </a:lnTo>
                  <a:lnTo>
                    <a:pt x="143943" y="73245"/>
                  </a:lnTo>
                  <a:lnTo>
                    <a:pt x="144035" y="73039"/>
                  </a:lnTo>
                  <a:lnTo>
                    <a:pt x="144127" y="72833"/>
                  </a:lnTo>
                  <a:lnTo>
                    <a:pt x="144265" y="72626"/>
                  </a:lnTo>
                  <a:lnTo>
                    <a:pt x="144402" y="72443"/>
                  </a:lnTo>
                  <a:lnTo>
                    <a:pt x="144540" y="72259"/>
                  </a:lnTo>
                  <a:lnTo>
                    <a:pt x="144723" y="72099"/>
                  </a:lnTo>
                  <a:lnTo>
                    <a:pt x="144907" y="71938"/>
                  </a:lnTo>
                  <a:lnTo>
                    <a:pt x="145090" y="71823"/>
                  </a:lnTo>
                  <a:lnTo>
                    <a:pt x="145297" y="71709"/>
                  </a:lnTo>
                  <a:lnTo>
                    <a:pt x="145526" y="71594"/>
                  </a:lnTo>
                  <a:lnTo>
                    <a:pt x="145733" y="71525"/>
                  </a:lnTo>
                  <a:lnTo>
                    <a:pt x="145962" y="71479"/>
                  </a:lnTo>
                  <a:lnTo>
                    <a:pt x="146191" y="71433"/>
                  </a:lnTo>
                  <a:lnTo>
                    <a:pt x="146421" y="71410"/>
                  </a:lnTo>
                  <a:close/>
                  <a:moveTo>
                    <a:pt x="166539" y="74163"/>
                  </a:moveTo>
                  <a:lnTo>
                    <a:pt x="168305" y="77237"/>
                  </a:lnTo>
                  <a:lnTo>
                    <a:pt x="164772" y="77237"/>
                  </a:lnTo>
                  <a:lnTo>
                    <a:pt x="163006" y="74186"/>
                  </a:lnTo>
                  <a:lnTo>
                    <a:pt x="166539" y="74163"/>
                  </a:lnTo>
                  <a:close/>
                  <a:moveTo>
                    <a:pt x="150711" y="66822"/>
                  </a:moveTo>
                  <a:lnTo>
                    <a:pt x="152729" y="70309"/>
                  </a:lnTo>
                  <a:lnTo>
                    <a:pt x="154748" y="73842"/>
                  </a:lnTo>
                  <a:lnTo>
                    <a:pt x="152729" y="77329"/>
                  </a:lnTo>
                  <a:lnTo>
                    <a:pt x="149197" y="77329"/>
                  </a:lnTo>
                  <a:lnTo>
                    <a:pt x="151238" y="73819"/>
                  </a:lnTo>
                  <a:lnTo>
                    <a:pt x="148921" y="69942"/>
                  </a:lnTo>
                  <a:lnTo>
                    <a:pt x="150711" y="66822"/>
                  </a:lnTo>
                  <a:close/>
                  <a:moveTo>
                    <a:pt x="164543" y="66387"/>
                  </a:moveTo>
                  <a:lnTo>
                    <a:pt x="158212" y="77329"/>
                  </a:lnTo>
                  <a:lnTo>
                    <a:pt x="154702" y="77329"/>
                  </a:lnTo>
                  <a:lnTo>
                    <a:pt x="161010" y="66387"/>
                  </a:lnTo>
                  <a:close/>
                  <a:moveTo>
                    <a:pt x="18443" y="74828"/>
                  </a:moveTo>
                  <a:lnTo>
                    <a:pt x="20209" y="77879"/>
                  </a:lnTo>
                  <a:lnTo>
                    <a:pt x="16677" y="77879"/>
                  </a:lnTo>
                  <a:lnTo>
                    <a:pt x="14910" y="74828"/>
                  </a:lnTo>
                  <a:close/>
                  <a:moveTo>
                    <a:pt x="2615" y="67488"/>
                  </a:moveTo>
                  <a:lnTo>
                    <a:pt x="4634" y="70974"/>
                  </a:lnTo>
                  <a:lnTo>
                    <a:pt x="6652" y="74484"/>
                  </a:lnTo>
                  <a:lnTo>
                    <a:pt x="4634" y="77994"/>
                  </a:lnTo>
                  <a:lnTo>
                    <a:pt x="1101" y="77994"/>
                  </a:lnTo>
                  <a:lnTo>
                    <a:pt x="3143" y="74484"/>
                  </a:lnTo>
                  <a:lnTo>
                    <a:pt x="826" y="70585"/>
                  </a:lnTo>
                  <a:lnTo>
                    <a:pt x="2615" y="67488"/>
                  </a:lnTo>
                  <a:close/>
                  <a:moveTo>
                    <a:pt x="16447" y="67029"/>
                  </a:moveTo>
                  <a:lnTo>
                    <a:pt x="10116" y="77994"/>
                  </a:lnTo>
                  <a:lnTo>
                    <a:pt x="6606" y="77994"/>
                  </a:lnTo>
                  <a:lnTo>
                    <a:pt x="12915" y="67029"/>
                  </a:lnTo>
                  <a:close/>
                  <a:moveTo>
                    <a:pt x="88821" y="73177"/>
                  </a:moveTo>
                  <a:lnTo>
                    <a:pt x="89027" y="73200"/>
                  </a:lnTo>
                  <a:lnTo>
                    <a:pt x="89233" y="73223"/>
                  </a:lnTo>
                  <a:lnTo>
                    <a:pt x="89440" y="73268"/>
                  </a:lnTo>
                  <a:lnTo>
                    <a:pt x="89646" y="73337"/>
                  </a:lnTo>
                  <a:lnTo>
                    <a:pt x="89830" y="73429"/>
                  </a:lnTo>
                  <a:lnTo>
                    <a:pt x="90036" y="73544"/>
                  </a:lnTo>
                  <a:lnTo>
                    <a:pt x="90220" y="73658"/>
                  </a:lnTo>
                  <a:lnTo>
                    <a:pt x="90380" y="73819"/>
                  </a:lnTo>
                  <a:lnTo>
                    <a:pt x="90564" y="74002"/>
                  </a:lnTo>
                  <a:lnTo>
                    <a:pt x="90725" y="74186"/>
                  </a:lnTo>
                  <a:lnTo>
                    <a:pt x="90862" y="74415"/>
                  </a:lnTo>
                  <a:lnTo>
                    <a:pt x="91023" y="74714"/>
                  </a:lnTo>
                  <a:lnTo>
                    <a:pt x="91137" y="75012"/>
                  </a:lnTo>
                  <a:lnTo>
                    <a:pt x="91206" y="75310"/>
                  </a:lnTo>
                  <a:lnTo>
                    <a:pt x="91229" y="75608"/>
                  </a:lnTo>
                  <a:lnTo>
                    <a:pt x="91229" y="75883"/>
                  </a:lnTo>
                  <a:lnTo>
                    <a:pt x="91206" y="76159"/>
                  </a:lnTo>
                  <a:lnTo>
                    <a:pt x="91137" y="76411"/>
                  </a:lnTo>
                  <a:lnTo>
                    <a:pt x="91046" y="76663"/>
                  </a:lnTo>
                  <a:lnTo>
                    <a:pt x="90908" y="76893"/>
                  </a:lnTo>
                  <a:lnTo>
                    <a:pt x="90770" y="77122"/>
                  </a:lnTo>
                  <a:lnTo>
                    <a:pt x="90610" y="77329"/>
                  </a:lnTo>
                  <a:lnTo>
                    <a:pt x="90403" y="77512"/>
                  </a:lnTo>
                  <a:lnTo>
                    <a:pt x="90197" y="77673"/>
                  </a:lnTo>
                  <a:lnTo>
                    <a:pt x="89990" y="77833"/>
                  </a:lnTo>
                  <a:lnTo>
                    <a:pt x="89761" y="77948"/>
                  </a:lnTo>
                  <a:lnTo>
                    <a:pt x="89509" y="78063"/>
                  </a:lnTo>
                  <a:lnTo>
                    <a:pt x="89325" y="78132"/>
                  </a:lnTo>
                  <a:lnTo>
                    <a:pt x="89119" y="78177"/>
                  </a:lnTo>
                  <a:lnTo>
                    <a:pt x="88935" y="78223"/>
                  </a:lnTo>
                  <a:lnTo>
                    <a:pt x="88729" y="78246"/>
                  </a:lnTo>
                  <a:lnTo>
                    <a:pt x="88316" y="78246"/>
                  </a:lnTo>
                  <a:lnTo>
                    <a:pt x="88109" y="78223"/>
                  </a:lnTo>
                  <a:lnTo>
                    <a:pt x="87926" y="78177"/>
                  </a:lnTo>
                  <a:lnTo>
                    <a:pt x="87719" y="78109"/>
                  </a:lnTo>
                  <a:lnTo>
                    <a:pt x="87513" y="78017"/>
                  </a:lnTo>
                  <a:lnTo>
                    <a:pt x="87330" y="77925"/>
                  </a:lnTo>
                  <a:lnTo>
                    <a:pt x="87146" y="77810"/>
                  </a:lnTo>
                  <a:lnTo>
                    <a:pt x="86962" y="77650"/>
                  </a:lnTo>
                  <a:lnTo>
                    <a:pt x="86802" y="77489"/>
                  </a:lnTo>
                  <a:lnTo>
                    <a:pt x="86641" y="77306"/>
                  </a:lnTo>
                  <a:lnTo>
                    <a:pt x="86481" y="77076"/>
                  </a:lnTo>
                  <a:lnTo>
                    <a:pt x="86320" y="76778"/>
                  </a:lnTo>
                  <a:lnTo>
                    <a:pt x="86205" y="76480"/>
                  </a:lnTo>
                  <a:lnTo>
                    <a:pt x="86114" y="76182"/>
                  </a:lnTo>
                  <a:lnTo>
                    <a:pt x="86091" y="75883"/>
                  </a:lnTo>
                  <a:lnTo>
                    <a:pt x="86091" y="75585"/>
                  </a:lnTo>
                  <a:lnTo>
                    <a:pt x="86114" y="75310"/>
                  </a:lnTo>
                  <a:lnTo>
                    <a:pt x="86183" y="75058"/>
                  </a:lnTo>
                  <a:lnTo>
                    <a:pt x="86274" y="74805"/>
                  </a:lnTo>
                  <a:lnTo>
                    <a:pt x="86389" y="74553"/>
                  </a:lnTo>
                  <a:lnTo>
                    <a:pt x="86550" y="74347"/>
                  </a:lnTo>
                  <a:lnTo>
                    <a:pt x="86710" y="74117"/>
                  </a:lnTo>
                  <a:lnTo>
                    <a:pt x="86894" y="73934"/>
                  </a:lnTo>
                  <a:lnTo>
                    <a:pt x="87100" y="73773"/>
                  </a:lnTo>
                  <a:lnTo>
                    <a:pt x="87330" y="73613"/>
                  </a:lnTo>
                  <a:lnTo>
                    <a:pt x="87559" y="73475"/>
                  </a:lnTo>
                  <a:lnTo>
                    <a:pt x="87811" y="73383"/>
                  </a:lnTo>
                  <a:lnTo>
                    <a:pt x="88018" y="73314"/>
                  </a:lnTo>
                  <a:lnTo>
                    <a:pt x="88201" y="73245"/>
                  </a:lnTo>
                  <a:lnTo>
                    <a:pt x="88408" y="73223"/>
                  </a:lnTo>
                  <a:lnTo>
                    <a:pt x="88614" y="73177"/>
                  </a:lnTo>
                  <a:close/>
                  <a:moveTo>
                    <a:pt x="108846" y="75929"/>
                  </a:moveTo>
                  <a:lnTo>
                    <a:pt x="110613" y="79003"/>
                  </a:lnTo>
                  <a:lnTo>
                    <a:pt x="107080" y="79003"/>
                  </a:lnTo>
                  <a:lnTo>
                    <a:pt x="105314" y="75952"/>
                  </a:lnTo>
                  <a:lnTo>
                    <a:pt x="108846" y="75929"/>
                  </a:lnTo>
                  <a:close/>
                  <a:moveTo>
                    <a:pt x="93041" y="68589"/>
                  </a:moveTo>
                  <a:lnTo>
                    <a:pt x="95037" y="72076"/>
                  </a:lnTo>
                  <a:lnTo>
                    <a:pt x="97079" y="75608"/>
                  </a:lnTo>
                  <a:lnTo>
                    <a:pt x="95060" y="79095"/>
                  </a:lnTo>
                  <a:lnTo>
                    <a:pt x="91527" y="79095"/>
                  </a:lnTo>
                  <a:lnTo>
                    <a:pt x="93546" y="75585"/>
                  </a:lnTo>
                  <a:lnTo>
                    <a:pt x="91252" y="71709"/>
                  </a:lnTo>
                  <a:lnTo>
                    <a:pt x="93041" y="68589"/>
                  </a:lnTo>
                  <a:close/>
                  <a:moveTo>
                    <a:pt x="106851" y="68153"/>
                  </a:moveTo>
                  <a:lnTo>
                    <a:pt x="100542" y="79095"/>
                  </a:lnTo>
                  <a:lnTo>
                    <a:pt x="97010" y="79095"/>
                  </a:lnTo>
                  <a:lnTo>
                    <a:pt x="103341" y="68153"/>
                  </a:lnTo>
                  <a:close/>
                  <a:moveTo>
                    <a:pt x="32344" y="74828"/>
                  </a:moveTo>
                  <a:lnTo>
                    <a:pt x="32574" y="74851"/>
                  </a:lnTo>
                  <a:lnTo>
                    <a:pt x="32803" y="74920"/>
                  </a:lnTo>
                  <a:lnTo>
                    <a:pt x="33032" y="74989"/>
                  </a:lnTo>
                  <a:lnTo>
                    <a:pt x="33262" y="75104"/>
                  </a:lnTo>
                  <a:lnTo>
                    <a:pt x="33468" y="75218"/>
                  </a:lnTo>
                  <a:lnTo>
                    <a:pt x="33675" y="75379"/>
                  </a:lnTo>
                  <a:lnTo>
                    <a:pt x="33881" y="75585"/>
                  </a:lnTo>
                  <a:lnTo>
                    <a:pt x="34065" y="75792"/>
                  </a:lnTo>
                  <a:lnTo>
                    <a:pt x="34225" y="76044"/>
                  </a:lnTo>
                  <a:lnTo>
                    <a:pt x="34363" y="76319"/>
                  </a:lnTo>
                  <a:lnTo>
                    <a:pt x="34478" y="76572"/>
                  </a:lnTo>
                  <a:lnTo>
                    <a:pt x="34546" y="76847"/>
                  </a:lnTo>
                  <a:lnTo>
                    <a:pt x="34592" y="77099"/>
                  </a:lnTo>
                  <a:lnTo>
                    <a:pt x="34615" y="77329"/>
                  </a:lnTo>
                  <a:lnTo>
                    <a:pt x="34592" y="77581"/>
                  </a:lnTo>
                  <a:lnTo>
                    <a:pt x="34569" y="77810"/>
                  </a:lnTo>
                  <a:lnTo>
                    <a:pt x="34501" y="78040"/>
                  </a:lnTo>
                  <a:lnTo>
                    <a:pt x="34409" y="78246"/>
                  </a:lnTo>
                  <a:lnTo>
                    <a:pt x="34317" y="78453"/>
                  </a:lnTo>
                  <a:lnTo>
                    <a:pt x="34202" y="78659"/>
                  </a:lnTo>
                  <a:lnTo>
                    <a:pt x="34065" y="78843"/>
                  </a:lnTo>
                  <a:lnTo>
                    <a:pt x="33904" y="79026"/>
                  </a:lnTo>
                  <a:lnTo>
                    <a:pt x="33744" y="79187"/>
                  </a:lnTo>
                  <a:lnTo>
                    <a:pt x="33560" y="79324"/>
                  </a:lnTo>
                  <a:lnTo>
                    <a:pt x="33377" y="79439"/>
                  </a:lnTo>
                  <a:lnTo>
                    <a:pt x="33170" y="79554"/>
                  </a:lnTo>
                  <a:lnTo>
                    <a:pt x="32964" y="79668"/>
                  </a:lnTo>
                  <a:lnTo>
                    <a:pt x="32734" y="79737"/>
                  </a:lnTo>
                  <a:lnTo>
                    <a:pt x="32505" y="79783"/>
                  </a:lnTo>
                  <a:lnTo>
                    <a:pt x="32298" y="79829"/>
                  </a:lnTo>
                  <a:lnTo>
                    <a:pt x="32069" y="79852"/>
                  </a:lnTo>
                  <a:lnTo>
                    <a:pt x="31840" y="79852"/>
                  </a:lnTo>
                  <a:lnTo>
                    <a:pt x="31587" y="79829"/>
                  </a:lnTo>
                  <a:lnTo>
                    <a:pt x="31381" y="79760"/>
                  </a:lnTo>
                  <a:lnTo>
                    <a:pt x="31151" y="79691"/>
                  </a:lnTo>
                  <a:lnTo>
                    <a:pt x="30922" y="79600"/>
                  </a:lnTo>
                  <a:lnTo>
                    <a:pt x="30716" y="79462"/>
                  </a:lnTo>
                  <a:lnTo>
                    <a:pt x="30509" y="79324"/>
                  </a:lnTo>
                  <a:lnTo>
                    <a:pt x="30303" y="79141"/>
                  </a:lnTo>
                  <a:lnTo>
                    <a:pt x="30119" y="78934"/>
                  </a:lnTo>
                  <a:lnTo>
                    <a:pt x="29936" y="78682"/>
                  </a:lnTo>
                  <a:lnTo>
                    <a:pt x="29798" y="78407"/>
                  </a:lnTo>
                  <a:lnTo>
                    <a:pt x="29683" y="78154"/>
                  </a:lnTo>
                  <a:lnTo>
                    <a:pt x="29615" y="77879"/>
                  </a:lnTo>
                  <a:lnTo>
                    <a:pt x="29569" y="77627"/>
                  </a:lnTo>
                  <a:lnTo>
                    <a:pt x="29546" y="77375"/>
                  </a:lnTo>
                  <a:lnTo>
                    <a:pt x="29546" y="77122"/>
                  </a:lnTo>
                  <a:lnTo>
                    <a:pt x="29569" y="76893"/>
                  </a:lnTo>
                  <a:lnTo>
                    <a:pt x="29637" y="76663"/>
                  </a:lnTo>
                  <a:lnTo>
                    <a:pt x="29706" y="76434"/>
                  </a:lnTo>
                  <a:lnTo>
                    <a:pt x="29821" y="76228"/>
                  </a:lnTo>
                  <a:lnTo>
                    <a:pt x="29936" y="76021"/>
                  </a:lnTo>
                  <a:lnTo>
                    <a:pt x="30073" y="75838"/>
                  </a:lnTo>
                  <a:lnTo>
                    <a:pt x="30234" y="75654"/>
                  </a:lnTo>
                  <a:lnTo>
                    <a:pt x="30394" y="75494"/>
                  </a:lnTo>
                  <a:lnTo>
                    <a:pt x="30578" y="75356"/>
                  </a:lnTo>
                  <a:lnTo>
                    <a:pt x="30784" y="75218"/>
                  </a:lnTo>
                  <a:lnTo>
                    <a:pt x="30991" y="75104"/>
                  </a:lnTo>
                  <a:lnTo>
                    <a:pt x="31197" y="75012"/>
                  </a:lnTo>
                  <a:lnTo>
                    <a:pt x="31427" y="74920"/>
                  </a:lnTo>
                  <a:lnTo>
                    <a:pt x="31656" y="74874"/>
                  </a:lnTo>
                  <a:lnTo>
                    <a:pt x="31885" y="74828"/>
                  </a:lnTo>
                  <a:close/>
                  <a:moveTo>
                    <a:pt x="52255" y="77650"/>
                  </a:moveTo>
                  <a:lnTo>
                    <a:pt x="54022" y="80701"/>
                  </a:lnTo>
                  <a:lnTo>
                    <a:pt x="50489" y="80701"/>
                  </a:lnTo>
                  <a:lnTo>
                    <a:pt x="48723" y="77673"/>
                  </a:lnTo>
                  <a:lnTo>
                    <a:pt x="52255" y="77650"/>
                  </a:lnTo>
                  <a:close/>
                  <a:moveTo>
                    <a:pt x="36405" y="70217"/>
                  </a:moveTo>
                  <a:lnTo>
                    <a:pt x="38400" y="73727"/>
                  </a:lnTo>
                  <a:lnTo>
                    <a:pt x="40442" y="77237"/>
                  </a:lnTo>
                  <a:lnTo>
                    <a:pt x="38423" y="80747"/>
                  </a:lnTo>
                  <a:lnTo>
                    <a:pt x="34891" y="80747"/>
                  </a:lnTo>
                  <a:lnTo>
                    <a:pt x="36909" y="77237"/>
                  </a:lnTo>
                  <a:lnTo>
                    <a:pt x="34615" y="73337"/>
                  </a:lnTo>
                  <a:lnTo>
                    <a:pt x="36405" y="70217"/>
                  </a:lnTo>
                  <a:close/>
                  <a:moveTo>
                    <a:pt x="50214" y="69782"/>
                  </a:moveTo>
                  <a:lnTo>
                    <a:pt x="43906" y="80724"/>
                  </a:lnTo>
                  <a:lnTo>
                    <a:pt x="40373" y="80747"/>
                  </a:lnTo>
                  <a:lnTo>
                    <a:pt x="46704" y="69782"/>
                  </a:lnTo>
                  <a:close/>
                  <a:moveTo>
                    <a:pt x="122977" y="76090"/>
                  </a:moveTo>
                  <a:lnTo>
                    <a:pt x="123229" y="76136"/>
                  </a:lnTo>
                  <a:lnTo>
                    <a:pt x="123459" y="76182"/>
                  </a:lnTo>
                  <a:lnTo>
                    <a:pt x="123688" y="76251"/>
                  </a:lnTo>
                  <a:lnTo>
                    <a:pt x="123895" y="76365"/>
                  </a:lnTo>
                  <a:lnTo>
                    <a:pt x="124124" y="76503"/>
                  </a:lnTo>
                  <a:lnTo>
                    <a:pt x="124330" y="76663"/>
                  </a:lnTo>
                  <a:lnTo>
                    <a:pt x="124514" y="76847"/>
                  </a:lnTo>
                  <a:lnTo>
                    <a:pt x="124697" y="77076"/>
                  </a:lnTo>
                  <a:lnTo>
                    <a:pt x="124881" y="77329"/>
                  </a:lnTo>
                  <a:lnTo>
                    <a:pt x="125019" y="77581"/>
                  </a:lnTo>
                  <a:lnTo>
                    <a:pt x="125110" y="77856"/>
                  </a:lnTo>
                  <a:lnTo>
                    <a:pt x="125179" y="78109"/>
                  </a:lnTo>
                  <a:lnTo>
                    <a:pt x="125225" y="78361"/>
                  </a:lnTo>
                  <a:lnTo>
                    <a:pt x="125248" y="78613"/>
                  </a:lnTo>
                  <a:lnTo>
                    <a:pt x="125225" y="78843"/>
                  </a:lnTo>
                  <a:lnTo>
                    <a:pt x="125202" y="79072"/>
                  </a:lnTo>
                  <a:lnTo>
                    <a:pt x="125133" y="79301"/>
                  </a:lnTo>
                  <a:lnTo>
                    <a:pt x="125064" y="79531"/>
                  </a:lnTo>
                  <a:lnTo>
                    <a:pt x="124950" y="79737"/>
                  </a:lnTo>
                  <a:lnTo>
                    <a:pt x="124835" y="79921"/>
                  </a:lnTo>
                  <a:lnTo>
                    <a:pt x="124697" y="80104"/>
                  </a:lnTo>
                  <a:lnTo>
                    <a:pt x="124560" y="80288"/>
                  </a:lnTo>
                  <a:lnTo>
                    <a:pt x="124376" y="80448"/>
                  </a:lnTo>
                  <a:lnTo>
                    <a:pt x="124193" y="80586"/>
                  </a:lnTo>
                  <a:lnTo>
                    <a:pt x="124009" y="80724"/>
                  </a:lnTo>
                  <a:lnTo>
                    <a:pt x="123803" y="80838"/>
                  </a:lnTo>
                  <a:lnTo>
                    <a:pt x="123596" y="80930"/>
                  </a:lnTo>
                  <a:lnTo>
                    <a:pt x="123390" y="80999"/>
                  </a:lnTo>
                  <a:lnTo>
                    <a:pt x="123161" y="81068"/>
                  </a:lnTo>
                  <a:lnTo>
                    <a:pt x="122931" y="81114"/>
                  </a:lnTo>
                  <a:lnTo>
                    <a:pt x="122472" y="81114"/>
                  </a:lnTo>
                  <a:lnTo>
                    <a:pt x="122243" y="81091"/>
                  </a:lnTo>
                  <a:lnTo>
                    <a:pt x="122014" y="81045"/>
                  </a:lnTo>
                  <a:lnTo>
                    <a:pt x="121784" y="80976"/>
                  </a:lnTo>
                  <a:lnTo>
                    <a:pt x="121555" y="80861"/>
                  </a:lnTo>
                  <a:lnTo>
                    <a:pt x="121348" y="80747"/>
                  </a:lnTo>
                  <a:lnTo>
                    <a:pt x="121142" y="80586"/>
                  </a:lnTo>
                  <a:lnTo>
                    <a:pt x="120958" y="80403"/>
                  </a:lnTo>
                  <a:lnTo>
                    <a:pt x="120752" y="80196"/>
                  </a:lnTo>
                  <a:lnTo>
                    <a:pt x="120591" y="79944"/>
                  </a:lnTo>
                  <a:lnTo>
                    <a:pt x="120431" y="79691"/>
                  </a:lnTo>
                  <a:lnTo>
                    <a:pt x="120339" y="79416"/>
                  </a:lnTo>
                  <a:lnTo>
                    <a:pt x="120247" y="79164"/>
                  </a:lnTo>
                  <a:lnTo>
                    <a:pt x="120201" y="78889"/>
                  </a:lnTo>
                  <a:lnTo>
                    <a:pt x="120178" y="78636"/>
                  </a:lnTo>
                  <a:lnTo>
                    <a:pt x="120178" y="78407"/>
                  </a:lnTo>
                  <a:lnTo>
                    <a:pt x="120224" y="78154"/>
                  </a:lnTo>
                  <a:lnTo>
                    <a:pt x="120270" y="77925"/>
                  </a:lnTo>
                  <a:lnTo>
                    <a:pt x="120362" y="77719"/>
                  </a:lnTo>
                  <a:lnTo>
                    <a:pt x="120454" y="77489"/>
                  </a:lnTo>
                  <a:lnTo>
                    <a:pt x="120568" y="77306"/>
                  </a:lnTo>
                  <a:lnTo>
                    <a:pt x="120706" y="77099"/>
                  </a:lnTo>
                  <a:lnTo>
                    <a:pt x="120867" y="76939"/>
                  </a:lnTo>
                  <a:lnTo>
                    <a:pt x="121050" y="76778"/>
                  </a:lnTo>
                  <a:lnTo>
                    <a:pt x="121234" y="76618"/>
                  </a:lnTo>
                  <a:lnTo>
                    <a:pt x="121417" y="76480"/>
                  </a:lnTo>
                  <a:lnTo>
                    <a:pt x="121624" y="76365"/>
                  </a:lnTo>
                  <a:lnTo>
                    <a:pt x="121830" y="76273"/>
                  </a:lnTo>
                  <a:lnTo>
                    <a:pt x="122059" y="76205"/>
                  </a:lnTo>
                  <a:lnTo>
                    <a:pt x="122289" y="76136"/>
                  </a:lnTo>
                  <a:lnTo>
                    <a:pt x="122518" y="76113"/>
                  </a:lnTo>
                  <a:lnTo>
                    <a:pt x="122748" y="76090"/>
                  </a:lnTo>
                  <a:close/>
                  <a:moveTo>
                    <a:pt x="142842" y="78843"/>
                  </a:moveTo>
                  <a:lnTo>
                    <a:pt x="144632" y="81894"/>
                  </a:lnTo>
                  <a:lnTo>
                    <a:pt x="141099" y="81894"/>
                  </a:lnTo>
                  <a:lnTo>
                    <a:pt x="139310" y="78843"/>
                  </a:lnTo>
                  <a:close/>
                  <a:moveTo>
                    <a:pt x="127037" y="71502"/>
                  </a:moveTo>
                  <a:lnTo>
                    <a:pt x="129033" y="74989"/>
                  </a:lnTo>
                  <a:lnTo>
                    <a:pt x="131075" y="78522"/>
                  </a:lnTo>
                  <a:lnTo>
                    <a:pt x="129056" y="82008"/>
                  </a:lnTo>
                  <a:lnTo>
                    <a:pt x="125523" y="82008"/>
                  </a:lnTo>
                  <a:lnTo>
                    <a:pt x="127565" y="78499"/>
                  </a:lnTo>
                  <a:lnTo>
                    <a:pt x="125248" y="74599"/>
                  </a:lnTo>
                  <a:lnTo>
                    <a:pt x="127037" y="71502"/>
                  </a:lnTo>
                  <a:close/>
                  <a:moveTo>
                    <a:pt x="140870" y="71043"/>
                  </a:moveTo>
                  <a:lnTo>
                    <a:pt x="134538" y="82008"/>
                  </a:lnTo>
                  <a:lnTo>
                    <a:pt x="131029" y="82008"/>
                  </a:lnTo>
                  <a:lnTo>
                    <a:pt x="137337" y="71043"/>
                  </a:lnTo>
                  <a:close/>
                  <a:moveTo>
                    <a:pt x="65790" y="77971"/>
                  </a:moveTo>
                  <a:lnTo>
                    <a:pt x="66019" y="77994"/>
                  </a:lnTo>
                  <a:lnTo>
                    <a:pt x="66248" y="78063"/>
                  </a:lnTo>
                  <a:lnTo>
                    <a:pt x="66478" y="78132"/>
                  </a:lnTo>
                  <a:lnTo>
                    <a:pt x="66707" y="78246"/>
                  </a:lnTo>
                  <a:lnTo>
                    <a:pt x="66914" y="78384"/>
                  </a:lnTo>
                  <a:lnTo>
                    <a:pt x="67120" y="78544"/>
                  </a:lnTo>
                  <a:lnTo>
                    <a:pt x="67327" y="78728"/>
                  </a:lnTo>
                  <a:lnTo>
                    <a:pt x="67510" y="78957"/>
                  </a:lnTo>
                  <a:lnTo>
                    <a:pt x="67694" y="79210"/>
                  </a:lnTo>
                  <a:lnTo>
                    <a:pt x="67831" y="79462"/>
                  </a:lnTo>
                  <a:lnTo>
                    <a:pt x="67923" y="79714"/>
                  </a:lnTo>
                  <a:lnTo>
                    <a:pt x="67992" y="79990"/>
                  </a:lnTo>
                  <a:lnTo>
                    <a:pt x="68038" y="80242"/>
                  </a:lnTo>
                  <a:lnTo>
                    <a:pt x="68061" y="80471"/>
                  </a:lnTo>
                  <a:lnTo>
                    <a:pt x="68038" y="80724"/>
                  </a:lnTo>
                  <a:lnTo>
                    <a:pt x="68015" y="80953"/>
                  </a:lnTo>
                  <a:lnTo>
                    <a:pt x="67946" y="81182"/>
                  </a:lnTo>
                  <a:lnTo>
                    <a:pt x="67877" y="81412"/>
                  </a:lnTo>
                  <a:lnTo>
                    <a:pt x="67762" y="81618"/>
                  </a:lnTo>
                  <a:lnTo>
                    <a:pt x="67648" y="81802"/>
                  </a:lnTo>
                  <a:lnTo>
                    <a:pt x="67510" y="81985"/>
                  </a:lnTo>
                  <a:lnTo>
                    <a:pt x="67349" y="82169"/>
                  </a:lnTo>
                  <a:lnTo>
                    <a:pt x="67189" y="82329"/>
                  </a:lnTo>
                  <a:lnTo>
                    <a:pt x="67005" y="82467"/>
                  </a:lnTo>
                  <a:lnTo>
                    <a:pt x="66822" y="82605"/>
                  </a:lnTo>
                  <a:lnTo>
                    <a:pt x="66615" y="82696"/>
                  </a:lnTo>
                  <a:lnTo>
                    <a:pt x="66409" y="82811"/>
                  </a:lnTo>
                  <a:lnTo>
                    <a:pt x="66180" y="82880"/>
                  </a:lnTo>
                  <a:lnTo>
                    <a:pt x="65973" y="82949"/>
                  </a:lnTo>
                  <a:lnTo>
                    <a:pt x="65744" y="82972"/>
                  </a:lnTo>
                  <a:lnTo>
                    <a:pt x="65514" y="82995"/>
                  </a:lnTo>
                  <a:lnTo>
                    <a:pt x="65285" y="82995"/>
                  </a:lnTo>
                  <a:lnTo>
                    <a:pt x="65056" y="82972"/>
                  </a:lnTo>
                  <a:lnTo>
                    <a:pt x="64826" y="82926"/>
                  </a:lnTo>
                  <a:lnTo>
                    <a:pt x="64597" y="82834"/>
                  </a:lnTo>
                  <a:lnTo>
                    <a:pt x="64367" y="82742"/>
                  </a:lnTo>
                  <a:lnTo>
                    <a:pt x="64161" y="82605"/>
                  </a:lnTo>
                  <a:lnTo>
                    <a:pt x="63954" y="82467"/>
                  </a:lnTo>
                  <a:lnTo>
                    <a:pt x="63748" y="82284"/>
                  </a:lnTo>
                  <a:lnTo>
                    <a:pt x="63565" y="82077"/>
                  </a:lnTo>
                  <a:lnTo>
                    <a:pt x="63404" y="81825"/>
                  </a:lnTo>
                  <a:lnTo>
                    <a:pt x="63243" y="81572"/>
                  </a:lnTo>
                  <a:lnTo>
                    <a:pt x="63129" y="81297"/>
                  </a:lnTo>
                  <a:lnTo>
                    <a:pt x="63060" y="81022"/>
                  </a:lnTo>
                  <a:lnTo>
                    <a:pt x="63014" y="80770"/>
                  </a:lnTo>
                  <a:lnTo>
                    <a:pt x="62991" y="80517"/>
                  </a:lnTo>
                  <a:lnTo>
                    <a:pt x="62991" y="80265"/>
                  </a:lnTo>
                  <a:lnTo>
                    <a:pt x="63037" y="80035"/>
                  </a:lnTo>
                  <a:lnTo>
                    <a:pt x="63083" y="79806"/>
                  </a:lnTo>
                  <a:lnTo>
                    <a:pt x="63175" y="79577"/>
                  </a:lnTo>
                  <a:lnTo>
                    <a:pt x="63266" y="79370"/>
                  </a:lnTo>
                  <a:lnTo>
                    <a:pt x="63381" y="79164"/>
                  </a:lnTo>
                  <a:lnTo>
                    <a:pt x="63519" y="78980"/>
                  </a:lnTo>
                  <a:lnTo>
                    <a:pt x="63679" y="78797"/>
                  </a:lnTo>
                  <a:lnTo>
                    <a:pt x="63840" y="78636"/>
                  </a:lnTo>
                  <a:lnTo>
                    <a:pt x="64023" y="78499"/>
                  </a:lnTo>
                  <a:lnTo>
                    <a:pt x="64230" y="78361"/>
                  </a:lnTo>
                  <a:lnTo>
                    <a:pt x="64436" y="78246"/>
                  </a:lnTo>
                  <a:lnTo>
                    <a:pt x="64643" y="78154"/>
                  </a:lnTo>
                  <a:lnTo>
                    <a:pt x="64872" y="78086"/>
                  </a:lnTo>
                  <a:lnTo>
                    <a:pt x="65101" y="78017"/>
                  </a:lnTo>
                  <a:lnTo>
                    <a:pt x="65331" y="77971"/>
                  </a:lnTo>
                  <a:close/>
                  <a:moveTo>
                    <a:pt x="85976" y="80747"/>
                  </a:moveTo>
                  <a:lnTo>
                    <a:pt x="87742" y="83798"/>
                  </a:lnTo>
                  <a:lnTo>
                    <a:pt x="84210" y="83798"/>
                  </a:lnTo>
                  <a:lnTo>
                    <a:pt x="82443" y="80747"/>
                  </a:lnTo>
                  <a:close/>
                  <a:moveTo>
                    <a:pt x="69850" y="73383"/>
                  </a:moveTo>
                  <a:lnTo>
                    <a:pt x="71846" y="76870"/>
                  </a:lnTo>
                  <a:lnTo>
                    <a:pt x="73887" y="80380"/>
                  </a:lnTo>
                  <a:lnTo>
                    <a:pt x="71868" y="83889"/>
                  </a:lnTo>
                  <a:lnTo>
                    <a:pt x="68336" y="83889"/>
                  </a:lnTo>
                  <a:lnTo>
                    <a:pt x="70355" y="80380"/>
                  </a:lnTo>
                  <a:lnTo>
                    <a:pt x="68061" y="76480"/>
                  </a:lnTo>
                  <a:lnTo>
                    <a:pt x="69850" y="73383"/>
                  </a:lnTo>
                  <a:close/>
                  <a:moveTo>
                    <a:pt x="83682" y="72924"/>
                  </a:moveTo>
                  <a:lnTo>
                    <a:pt x="77351" y="83889"/>
                  </a:lnTo>
                  <a:lnTo>
                    <a:pt x="73841" y="83889"/>
                  </a:lnTo>
                  <a:lnTo>
                    <a:pt x="80150" y="72924"/>
                  </a:lnTo>
                  <a:close/>
                  <a:moveTo>
                    <a:pt x="157317" y="78957"/>
                  </a:moveTo>
                  <a:lnTo>
                    <a:pt x="157569" y="78980"/>
                  </a:lnTo>
                  <a:lnTo>
                    <a:pt x="157799" y="79003"/>
                  </a:lnTo>
                  <a:lnTo>
                    <a:pt x="158028" y="79049"/>
                  </a:lnTo>
                  <a:lnTo>
                    <a:pt x="158257" y="79141"/>
                  </a:lnTo>
                  <a:lnTo>
                    <a:pt x="158464" y="79233"/>
                  </a:lnTo>
                  <a:lnTo>
                    <a:pt x="158693" y="79370"/>
                  </a:lnTo>
                  <a:lnTo>
                    <a:pt x="158900" y="79531"/>
                  </a:lnTo>
                  <a:lnTo>
                    <a:pt x="159083" y="79737"/>
                  </a:lnTo>
                  <a:lnTo>
                    <a:pt x="159290" y="79944"/>
                  </a:lnTo>
                  <a:lnTo>
                    <a:pt x="159450" y="80196"/>
                  </a:lnTo>
                  <a:lnTo>
                    <a:pt x="159588" y="80471"/>
                  </a:lnTo>
                  <a:lnTo>
                    <a:pt x="159680" y="80724"/>
                  </a:lnTo>
                  <a:lnTo>
                    <a:pt x="159771" y="80976"/>
                  </a:lnTo>
                  <a:lnTo>
                    <a:pt x="159794" y="81228"/>
                  </a:lnTo>
                  <a:lnTo>
                    <a:pt x="159817" y="81481"/>
                  </a:lnTo>
                  <a:lnTo>
                    <a:pt x="159817" y="81733"/>
                  </a:lnTo>
                  <a:lnTo>
                    <a:pt x="159771" y="81962"/>
                  </a:lnTo>
                  <a:lnTo>
                    <a:pt x="159726" y="82192"/>
                  </a:lnTo>
                  <a:lnTo>
                    <a:pt x="159634" y="82398"/>
                  </a:lnTo>
                  <a:lnTo>
                    <a:pt x="159542" y="82605"/>
                  </a:lnTo>
                  <a:lnTo>
                    <a:pt x="159404" y="82811"/>
                  </a:lnTo>
                  <a:lnTo>
                    <a:pt x="159267" y="82995"/>
                  </a:lnTo>
                  <a:lnTo>
                    <a:pt x="159129" y="83155"/>
                  </a:lnTo>
                  <a:lnTo>
                    <a:pt x="158946" y="83316"/>
                  </a:lnTo>
                  <a:lnTo>
                    <a:pt x="158785" y="83476"/>
                  </a:lnTo>
                  <a:lnTo>
                    <a:pt x="158579" y="83591"/>
                  </a:lnTo>
                  <a:lnTo>
                    <a:pt x="158372" y="83706"/>
                  </a:lnTo>
                  <a:lnTo>
                    <a:pt x="158166" y="83798"/>
                  </a:lnTo>
                  <a:lnTo>
                    <a:pt x="157959" y="83889"/>
                  </a:lnTo>
                  <a:lnTo>
                    <a:pt x="157730" y="83935"/>
                  </a:lnTo>
                  <a:lnTo>
                    <a:pt x="157501" y="83981"/>
                  </a:lnTo>
                  <a:lnTo>
                    <a:pt x="157271" y="84004"/>
                  </a:lnTo>
                  <a:lnTo>
                    <a:pt x="157042" y="84004"/>
                  </a:lnTo>
                  <a:lnTo>
                    <a:pt x="156812" y="83958"/>
                  </a:lnTo>
                  <a:lnTo>
                    <a:pt x="156583" y="83912"/>
                  </a:lnTo>
                  <a:lnTo>
                    <a:pt x="156354" y="83843"/>
                  </a:lnTo>
                  <a:lnTo>
                    <a:pt x="156147" y="83752"/>
                  </a:lnTo>
                  <a:lnTo>
                    <a:pt x="155918" y="83614"/>
                  </a:lnTo>
                  <a:lnTo>
                    <a:pt x="155711" y="83453"/>
                  </a:lnTo>
                  <a:lnTo>
                    <a:pt x="155528" y="83293"/>
                  </a:lnTo>
                  <a:lnTo>
                    <a:pt x="155344" y="83063"/>
                  </a:lnTo>
                  <a:lnTo>
                    <a:pt x="155161" y="82834"/>
                  </a:lnTo>
                  <a:lnTo>
                    <a:pt x="155023" y="82559"/>
                  </a:lnTo>
                  <a:lnTo>
                    <a:pt x="154908" y="82306"/>
                  </a:lnTo>
                  <a:lnTo>
                    <a:pt x="154817" y="82031"/>
                  </a:lnTo>
                  <a:lnTo>
                    <a:pt x="154771" y="81779"/>
                  </a:lnTo>
                  <a:lnTo>
                    <a:pt x="154748" y="81527"/>
                  </a:lnTo>
                  <a:lnTo>
                    <a:pt x="154771" y="81274"/>
                  </a:lnTo>
                  <a:lnTo>
                    <a:pt x="154794" y="81045"/>
                  </a:lnTo>
                  <a:lnTo>
                    <a:pt x="154840" y="80815"/>
                  </a:lnTo>
                  <a:lnTo>
                    <a:pt x="154931" y="80586"/>
                  </a:lnTo>
                  <a:lnTo>
                    <a:pt x="155023" y="80380"/>
                  </a:lnTo>
                  <a:lnTo>
                    <a:pt x="155161" y="80173"/>
                  </a:lnTo>
                  <a:lnTo>
                    <a:pt x="155298" y="79990"/>
                  </a:lnTo>
                  <a:lnTo>
                    <a:pt x="155436" y="79806"/>
                  </a:lnTo>
                  <a:lnTo>
                    <a:pt x="155619" y="79646"/>
                  </a:lnTo>
                  <a:lnTo>
                    <a:pt x="155803" y="79508"/>
                  </a:lnTo>
                  <a:lnTo>
                    <a:pt x="155987" y="79370"/>
                  </a:lnTo>
                  <a:lnTo>
                    <a:pt x="156193" y="79256"/>
                  </a:lnTo>
                  <a:lnTo>
                    <a:pt x="156422" y="79164"/>
                  </a:lnTo>
                  <a:lnTo>
                    <a:pt x="156629" y="79072"/>
                  </a:lnTo>
                  <a:lnTo>
                    <a:pt x="156858" y="79026"/>
                  </a:lnTo>
                  <a:lnTo>
                    <a:pt x="157088" y="78980"/>
                  </a:lnTo>
                  <a:lnTo>
                    <a:pt x="157317" y="78957"/>
                  </a:lnTo>
                  <a:close/>
                  <a:moveTo>
                    <a:pt x="9474" y="79623"/>
                  </a:moveTo>
                  <a:lnTo>
                    <a:pt x="9703" y="79668"/>
                  </a:lnTo>
                  <a:lnTo>
                    <a:pt x="9933" y="79714"/>
                  </a:lnTo>
                  <a:lnTo>
                    <a:pt x="10162" y="79783"/>
                  </a:lnTo>
                  <a:lnTo>
                    <a:pt x="10369" y="79898"/>
                  </a:lnTo>
                  <a:lnTo>
                    <a:pt x="10598" y="80035"/>
                  </a:lnTo>
                  <a:lnTo>
                    <a:pt x="10804" y="80196"/>
                  </a:lnTo>
                  <a:lnTo>
                    <a:pt x="10988" y="80380"/>
                  </a:lnTo>
                  <a:lnTo>
                    <a:pt x="11194" y="80609"/>
                  </a:lnTo>
                  <a:lnTo>
                    <a:pt x="11355" y="80861"/>
                  </a:lnTo>
                  <a:lnTo>
                    <a:pt x="11493" y="81114"/>
                  </a:lnTo>
                  <a:lnTo>
                    <a:pt x="11584" y="81389"/>
                  </a:lnTo>
                  <a:lnTo>
                    <a:pt x="11676" y="81641"/>
                  </a:lnTo>
                  <a:lnTo>
                    <a:pt x="11699" y="81894"/>
                  </a:lnTo>
                  <a:lnTo>
                    <a:pt x="11722" y="82146"/>
                  </a:lnTo>
                  <a:lnTo>
                    <a:pt x="11722" y="82375"/>
                  </a:lnTo>
                  <a:lnTo>
                    <a:pt x="11676" y="82628"/>
                  </a:lnTo>
                  <a:lnTo>
                    <a:pt x="11630" y="82834"/>
                  </a:lnTo>
                  <a:lnTo>
                    <a:pt x="11538" y="83063"/>
                  </a:lnTo>
                  <a:lnTo>
                    <a:pt x="11447" y="83270"/>
                  </a:lnTo>
                  <a:lnTo>
                    <a:pt x="11309" y="83476"/>
                  </a:lnTo>
                  <a:lnTo>
                    <a:pt x="11171" y="83660"/>
                  </a:lnTo>
                  <a:lnTo>
                    <a:pt x="11034" y="83820"/>
                  </a:lnTo>
                  <a:lnTo>
                    <a:pt x="10850" y="83981"/>
                  </a:lnTo>
                  <a:lnTo>
                    <a:pt x="10690" y="84119"/>
                  </a:lnTo>
                  <a:lnTo>
                    <a:pt x="10483" y="84256"/>
                  </a:lnTo>
                  <a:lnTo>
                    <a:pt x="10277" y="84371"/>
                  </a:lnTo>
                  <a:lnTo>
                    <a:pt x="10070" y="84463"/>
                  </a:lnTo>
                  <a:lnTo>
                    <a:pt x="9864" y="84532"/>
                  </a:lnTo>
                  <a:lnTo>
                    <a:pt x="9634" y="84600"/>
                  </a:lnTo>
                  <a:lnTo>
                    <a:pt x="9405" y="84646"/>
                  </a:lnTo>
                  <a:lnTo>
                    <a:pt x="8946" y="84646"/>
                  </a:lnTo>
                  <a:lnTo>
                    <a:pt x="8717" y="84623"/>
                  </a:lnTo>
                  <a:lnTo>
                    <a:pt x="8488" y="84577"/>
                  </a:lnTo>
                  <a:lnTo>
                    <a:pt x="8258" y="84509"/>
                  </a:lnTo>
                  <a:lnTo>
                    <a:pt x="8052" y="84394"/>
                  </a:lnTo>
                  <a:lnTo>
                    <a:pt x="7822" y="84279"/>
                  </a:lnTo>
                  <a:lnTo>
                    <a:pt x="7616" y="84119"/>
                  </a:lnTo>
                  <a:lnTo>
                    <a:pt x="7432" y="83935"/>
                  </a:lnTo>
                  <a:lnTo>
                    <a:pt x="7249" y="83729"/>
                  </a:lnTo>
                  <a:lnTo>
                    <a:pt x="7065" y="83499"/>
                  </a:lnTo>
                  <a:lnTo>
                    <a:pt x="6928" y="83224"/>
                  </a:lnTo>
                  <a:lnTo>
                    <a:pt x="6813" y="82949"/>
                  </a:lnTo>
                  <a:lnTo>
                    <a:pt x="6721" y="82696"/>
                  </a:lnTo>
                  <a:lnTo>
                    <a:pt x="6675" y="82444"/>
                  </a:lnTo>
                  <a:lnTo>
                    <a:pt x="6652" y="82192"/>
                  </a:lnTo>
                  <a:lnTo>
                    <a:pt x="6675" y="81939"/>
                  </a:lnTo>
                  <a:lnTo>
                    <a:pt x="6698" y="81687"/>
                  </a:lnTo>
                  <a:lnTo>
                    <a:pt x="6744" y="81458"/>
                  </a:lnTo>
                  <a:lnTo>
                    <a:pt x="6836" y="81251"/>
                  </a:lnTo>
                  <a:lnTo>
                    <a:pt x="6928" y="81022"/>
                  </a:lnTo>
                  <a:lnTo>
                    <a:pt x="7065" y="80838"/>
                  </a:lnTo>
                  <a:lnTo>
                    <a:pt x="7203" y="80632"/>
                  </a:lnTo>
                  <a:lnTo>
                    <a:pt x="7341" y="80471"/>
                  </a:lnTo>
                  <a:lnTo>
                    <a:pt x="7524" y="80311"/>
                  </a:lnTo>
                  <a:lnTo>
                    <a:pt x="7708" y="80150"/>
                  </a:lnTo>
                  <a:lnTo>
                    <a:pt x="7891" y="80035"/>
                  </a:lnTo>
                  <a:lnTo>
                    <a:pt x="8098" y="79921"/>
                  </a:lnTo>
                  <a:lnTo>
                    <a:pt x="8327" y="79806"/>
                  </a:lnTo>
                  <a:lnTo>
                    <a:pt x="8533" y="79737"/>
                  </a:lnTo>
                  <a:lnTo>
                    <a:pt x="8763" y="79668"/>
                  </a:lnTo>
                  <a:lnTo>
                    <a:pt x="8992" y="79646"/>
                  </a:lnTo>
                  <a:lnTo>
                    <a:pt x="9222" y="79623"/>
                  </a:lnTo>
                  <a:close/>
                  <a:moveTo>
                    <a:pt x="161607" y="74370"/>
                  </a:moveTo>
                  <a:lnTo>
                    <a:pt x="163625" y="77879"/>
                  </a:lnTo>
                  <a:lnTo>
                    <a:pt x="165644" y="81389"/>
                  </a:lnTo>
                  <a:lnTo>
                    <a:pt x="163625" y="84876"/>
                  </a:lnTo>
                  <a:lnTo>
                    <a:pt x="160093" y="84899"/>
                  </a:lnTo>
                  <a:lnTo>
                    <a:pt x="160093" y="84899"/>
                  </a:lnTo>
                  <a:lnTo>
                    <a:pt x="162134" y="81389"/>
                  </a:lnTo>
                  <a:lnTo>
                    <a:pt x="159817" y="77489"/>
                  </a:lnTo>
                  <a:lnTo>
                    <a:pt x="161607" y="74370"/>
                  </a:lnTo>
                  <a:close/>
                  <a:moveTo>
                    <a:pt x="175439" y="73934"/>
                  </a:moveTo>
                  <a:lnTo>
                    <a:pt x="169108" y="84876"/>
                  </a:lnTo>
                  <a:lnTo>
                    <a:pt x="165598" y="84899"/>
                  </a:lnTo>
                  <a:lnTo>
                    <a:pt x="171906" y="73934"/>
                  </a:lnTo>
                  <a:close/>
                  <a:moveTo>
                    <a:pt x="29339" y="82375"/>
                  </a:moveTo>
                  <a:lnTo>
                    <a:pt x="31106" y="85426"/>
                  </a:lnTo>
                  <a:lnTo>
                    <a:pt x="27573" y="85426"/>
                  </a:lnTo>
                  <a:lnTo>
                    <a:pt x="25807" y="82375"/>
                  </a:lnTo>
                  <a:close/>
                  <a:moveTo>
                    <a:pt x="13511" y="75035"/>
                  </a:moveTo>
                  <a:lnTo>
                    <a:pt x="15530" y="78522"/>
                  </a:lnTo>
                  <a:lnTo>
                    <a:pt x="17548" y="82054"/>
                  </a:lnTo>
                  <a:lnTo>
                    <a:pt x="15530" y="85541"/>
                  </a:lnTo>
                  <a:lnTo>
                    <a:pt x="11997" y="85541"/>
                  </a:lnTo>
                  <a:lnTo>
                    <a:pt x="14039" y="82031"/>
                  </a:lnTo>
                  <a:lnTo>
                    <a:pt x="11722" y="78132"/>
                  </a:lnTo>
                  <a:lnTo>
                    <a:pt x="13511" y="75035"/>
                  </a:lnTo>
                  <a:close/>
                  <a:moveTo>
                    <a:pt x="27344" y="74599"/>
                  </a:moveTo>
                  <a:lnTo>
                    <a:pt x="21012" y="85541"/>
                  </a:lnTo>
                  <a:lnTo>
                    <a:pt x="17503" y="85541"/>
                  </a:lnTo>
                  <a:lnTo>
                    <a:pt x="23811" y="74599"/>
                  </a:lnTo>
                  <a:close/>
                  <a:moveTo>
                    <a:pt x="99648" y="80724"/>
                  </a:moveTo>
                  <a:lnTo>
                    <a:pt x="99877" y="80747"/>
                  </a:lnTo>
                  <a:lnTo>
                    <a:pt x="100107" y="80770"/>
                  </a:lnTo>
                  <a:lnTo>
                    <a:pt x="100336" y="80815"/>
                  </a:lnTo>
                  <a:lnTo>
                    <a:pt x="100565" y="80907"/>
                  </a:lnTo>
                  <a:lnTo>
                    <a:pt x="100795" y="80999"/>
                  </a:lnTo>
                  <a:lnTo>
                    <a:pt x="101001" y="81137"/>
                  </a:lnTo>
                  <a:lnTo>
                    <a:pt x="101208" y="81297"/>
                  </a:lnTo>
                  <a:lnTo>
                    <a:pt x="101414" y="81504"/>
                  </a:lnTo>
                  <a:lnTo>
                    <a:pt x="101598" y="81710"/>
                  </a:lnTo>
                  <a:lnTo>
                    <a:pt x="101758" y="81962"/>
                  </a:lnTo>
                  <a:lnTo>
                    <a:pt x="101896" y="82238"/>
                  </a:lnTo>
                  <a:lnTo>
                    <a:pt x="102011" y="82490"/>
                  </a:lnTo>
                  <a:lnTo>
                    <a:pt x="102079" y="82742"/>
                  </a:lnTo>
                  <a:lnTo>
                    <a:pt x="102125" y="82995"/>
                  </a:lnTo>
                  <a:lnTo>
                    <a:pt x="102148" y="83247"/>
                  </a:lnTo>
                  <a:lnTo>
                    <a:pt x="102125" y="83499"/>
                  </a:lnTo>
                  <a:lnTo>
                    <a:pt x="102102" y="83729"/>
                  </a:lnTo>
                  <a:lnTo>
                    <a:pt x="102034" y="83958"/>
                  </a:lnTo>
                  <a:lnTo>
                    <a:pt x="101942" y="84165"/>
                  </a:lnTo>
                  <a:lnTo>
                    <a:pt x="101850" y="84371"/>
                  </a:lnTo>
                  <a:lnTo>
                    <a:pt x="101735" y="84577"/>
                  </a:lnTo>
                  <a:lnTo>
                    <a:pt x="101598" y="84761"/>
                  </a:lnTo>
                  <a:lnTo>
                    <a:pt x="101437" y="84922"/>
                  </a:lnTo>
                  <a:lnTo>
                    <a:pt x="101277" y="85082"/>
                  </a:lnTo>
                  <a:lnTo>
                    <a:pt x="101093" y="85243"/>
                  </a:lnTo>
                  <a:lnTo>
                    <a:pt x="100910" y="85357"/>
                  </a:lnTo>
                  <a:lnTo>
                    <a:pt x="100703" y="85472"/>
                  </a:lnTo>
                  <a:lnTo>
                    <a:pt x="100497" y="85564"/>
                  </a:lnTo>
                  <a:lnTo>
                    <a:pt x="100267" y="85656"/>
                  </a:lnTo>
                  <a:lnTo>
                    <a:pt x="100038" y="85701"/>
                  </a:lnTo>
                  <a:lnTo>
                    <a:pt x="99831" y="85747"/>
                  </a:lnTo>
                  <a:lnTo>
                    <a:pt x="99602" y="85770"/>
                  </a:lnTo>
                  <a:lnTo>
                    <a:pt x="99373" y="85770"/>
                  </a:lnTo>
                  <a:lnTo>
                    <a:pt x="99120" y="85724"/>
                  </a:lnTo>
                  <a:lnTo>
                    <a:pt x="98914" y="85679"/>
                  </a:lnTo>
                  <a:lnTo>
                    <a:pt x="98684" y="85610"/>
                  </a:lnTo>
                  <a:lnTo>
                    <a:pt x="98455" y="85518"/>
                  </a:lnTo>
                  <a:lnTo>
                    <a:pt x="98249" y="85380"/>
                  </a:lnTo>
                  <a:lnTo>
                    <a:pt x="98042" y="85220"/>
                  </a:lnTo>
                  <a:lnTo>
                    <a:pt x="97836" y="85059"/>
                  </a:lnTo>
                  <a:lnTo>
                    <a:pt x="97652" y="84830"/>
                  </a:lnTo>
                  <a:lnTo>
                    <a:pt x="97469" y="84600"/>
                  </a:lnTo>
                  <a:lnTo>
                    <a:pt x="97331" y="84325"/>
                  </a:lnTo>
                  <a:lnTo>
                    <a:pt x="97216" y="84073"/>
                  </a:lnTo>
                  <a:lnTo>
                    <a:pt x="97147" y="83798"/>
                  </a:lnTo>
                  <a:lnTo>
                    <a:pt x="97102" y="83545"/>
                  </a:lnTo>
                  <a:lnTo>
                    <a:pt x="97079" y="83293"/>
                  </a:lnTo>
                  <a:lnTo>
                    <a:pt x="97079" y="83041"/>
                  </a:lnTo>
                  <a:lnTo>
                    <a:pt x="97102" y="82811"/>
                  </a:lnTo>
                  <a:lnTo>
                    <a:pt x="97170" y="82582"/>
                  </a:lnTo>
                  <a:lnTo>
                    <a:pt x="97239" y="82352"/>
                  </a:lnTo>
                  <a:lnTo>
                    <a:pt x="97354" y="82146"/>
                  </a:lnTo>
                  <a:lnTo>
                    <a:pt x="97469" y="81939"/>
                  </a:lnTo>
                  <a:lnTo>
                    <a:pt x="97606" y="81756"/>
                  </a:lnTo>
                  <a:lnTo>
                    <a:pt x="97767" y="81572"/>
                  </a:lnTo>
                  <a:lnTo>
                    <a:pt x="97927" y="81412"/>
                  </a:lnTo>
                  <a:lnTo>
                    <a:pt x="98111" y="81274"/>
                  </a:lnTo>
                  <a:lnTo>
                    <a:pt x="98317" y="81137"/>
                  </a:lnTo>
                  <a:lnTo>
                    <a:pt x="98524" y="81022"/>
                  </a:lnTo>
                  <a:lnTo>
                    <a:pt x="98730" y="80930"/>
                  </a:lnTo>
                  <a:lnTo>
                    <a:pt x="98960" y="80838"/>
                  </a:lnTo>
                  <a:lnTo>
                    <a:pt x="99189" y="80792"/>
                  </a:lnTo>
                  <a:lnTo>
                    <a:pt x="99418" y="80747"/>
                  </a:lnTo>
                  <a:lnTo>
                    <a:pt x="99648" y="80724"/>
                  </a:lnTo>
                  <a:close/>
                  <a:moveTo>
                    <a:pt x="119743" y="83476"/>
                  </a:moveTo>
                  <a:lnTo>
                    <a:pt x="121509" y="86550"/>
                  </a:lnTo>
                  <a:lnTo>
                    <a:pt x="117976" y="86550"/>
                  </a:lnTo>
                  <a:lnTo>
                    <a:pt x="116210" y="83499"/>
                  </a:lnTo>
                  <a:lnTo>
                    <a:pt x="119743" y="83476"/>
                  </a:lnTo>
                  <a:close/>
                  <a:moveTo>
                    <a:pt x="103937" y="76136"/>
                  </a:moveTo>
                  <a:lnTo>
                    <a:pt x="105933" y="79646"/>
                  </a:lnTo>
                  <a:lnTo>
                    <a:pt x="107975" y="83155"/>
                  </a:lnTo>
                  <a:lnTo>
                    <a:pt x="105956" y="86642"/>
                  </a:lnTo>
                  <a:lnTo>
                    <a:pt x="102424" y="86665"/>
                  </a:lnTo>
                  <a:lnTo>
                    <a:pt x="102424" y="86665"/>
                  </a:lnTo>
                  <a:lnTo>
                    <a:pt x="104442" y="83155"/>
                  </a:lnTo>
                  <a:lnTo>
                    <a:pt x="102148" y="79256"/>
                  </a:lnTo>
                  <a:lnTo>
                    <a:pt x="103937" y="76136"/>
                  </a:lnTo>
                  <a:close/>
                  <a:moveTo>
                    <a:pt x="117747" y="75700"/>
                  </a:moveTo>
                  <a:lnTo>
                    <a:pt x="111439" y="86642"/>
                  </a:lnTo>
                  <a:lnTo>
                    <a:pt x="107906" y="86665"/>
                  </a:lnTo>
                  <a:lnTo>
                    <a:pt x="114237" y="75700"/>
                  </a:lnTo>
                  <a:close/>
                  <a:moveTo>
                    <a:pt x="43057" y="82444"/>
                  </a:moveTo>
                  <a:lnTo>
                    <a:pt x="43286" y="82467"/>
                  </a:lnTo>
                  <a:lnTo>
                    <a:pt x="43516" y="82490"/>
                  </a:lnTo>
                  <a:lnTo>
                    <a:pt x="43745" y="82536"/>
                  </a:lnTo>
                  <a:lnTo>
                    <a:pt x="43974" y="82628"/>
                  </a:lnTo>
                  <a:lnTo>
                    <a:pt x="44204" y="82719"/>
                  </a:lnTo>
                  <a:lnTo>
                    <a:pt x="44410" y="82857"/>
                  </a:lnTo>
                  <a:lnTo>
                    <a:pt x="44617" y="83018"/>
                  </a:lnTo>
                  <a:lnTo>
                    <a:pt x="44823" y="83201"/>
                  </a:lnTo>
                  <a:lnTo>
                    <a:pt x="45007" y="83431"/>
                  </a:lnTo>
                  <a:lnTo>
                    <a:pt x="45167" y="83683"/>
                  </a:lnTo>
                  <a:lnTo>
                    <a:pt x="45305" y="83958"/>
                  </a:lnTo>
                  <a:lnTo>
                    <a:pt x="45420" y="84210"/>
                  </a:lnTo>
                  <a:lnTo>
                    <a:pt x="45488" y="84463"/>
                  </a:lnTo>
                  <a:lnTo>
                    <a:pt x="45534" y="84715"/>
                  </a:lnTo>
                  <a:lnTo>
                    <a:pt x="45534" y="84967"/>
                  </a:lnTo>
                  <a:lnTo>
                    <a:pt x="45534" y="85220"/>
                  </a:lnTo>
                  <a:lnTo>
                    <a:pt x="45488" y="85449"/>
                  </a:lnTo>
                  <a:lnTo>
                    <a:pt x="45443" y="85679"/>
                  </a:lnTo>
                  <a:lnTo>
                    <a:pt x="45351" y="85885"/>
                  </a:lnTo>
                  <a:lnTo>
                    <a:pt x="45259" y="86091"/>
                  </a:lnTo>
                  <a:lnTo>
                    <a:pt x="45144" y="86298"/>
                  </a:lnTo>
                  <a:lnTo>
                    <a:pt x="45007" y="86481"/>
                  </a:lnTo>
                  <a:lnTo>
                    <a:pt x="44846" y="86642"/>
                  </a:lnTo>
                  <a:lnTo>
                    <a:pt x="44686" y="86803"/>
                  </a:lnTo>
                  <a:lnTo>
                    <a:pt x="44502" y="86963"/>
                  </a:lnTo>
                  <a:lnTo>
                    <a:pt x="44319" y="87078"/>
                  </a:lnTo>
                  <a:lnTo>
                    <a:pt x="44112" y="87193"/>
                  </a:lnTo>
                  <a:lnTo>
                    <a:pt x="43906" y="87284"/>
                  </a:lnTo>
                  <a:lnTo>
                    <a:pt x="43676" y="87376"/>
                  </a:lnTo>
                  <a:lnTo>
                    <a:pt x="43447" y="87422"/>
                  </a:lnTo>
                  <a:lnTo>
                    <a:pt x="43217" y="87468"/>
                  </a:lnTo>
                  <a:lnTo>
                    <a:pt x="42988" y="87491"/>
                  </a:lnTo>
                  <a:lnTo>
                    <a:pt x="42759" y="87468"/>
                  </a:lnTo>
                  <a:lnTo>
                    <a:pt x="42529" y="87445"/>
                  </a:lnTo>
                  <a:lnTo>
                    <a:pt x="42300" y="87399"/>
                  </a:lnTo>
                  <a:lnTo>
                    <a:pt x="42093" y="87330"/>
                  </a:lnTo>
                  <a:lnTo>
                    <a:pt x="41864" y="87238"/>
                  </a:lnTo>
                  <a:lnTo>
                    <a:pt x="41658" y="87101"/>
                  </a:lnTo>
                  <a:lnTo>
                    <a:pt x="41451" y="86940"/>
                  </a:lnTo>
                  <a:lnTo>
                    <a:pt x="41245" y="86757"/>
                  </a:lnTo>
                  <a:lnTo>
                    <a:pt x="41061" y="86550"/>
                  </a:lnTo>
                  <a:lnTo>
                    <a:pt x="40878" y="86321"/>
                  </a:lnTo>
                  <a:lnTo>
                    <a:pt x="40740" y="86046"/>
                  </a:lnTo>
                  <a:lnTo>
                    <a:pt x="40625" y="85793"/>
                  </a:lnTo>
                  <a:lnTo>
                    <a:pt x="40556" y="85518"/>
                  </a:lnTo>
                  <a:lnTo>
                    <a:pt x="40488" y="85266"/>
                  </a:lnTo>
                  <a:lnTo>
                    <a:pt x="40488" y="85013"/>
                  </a:lnTo>
                  <a:lnTo>
                    <a:pt x="40488" y="84761"/>
                  </a:lnTo>
                  <a:lnTo>
                    <a:pt x="40511" y="84532"/>
                  </a:lnTo>
                  <a:lnTo>
                    <a:pt x="40579" y="84302"/>
                  </a:lnTo>
                  <a:lnTo>
                    <a:pt x="40648" y="84073"/>
                  </a:lnTo>
                  <a:lnTo>
                    <a:pt x="40763" y="83866"/>
                  </a:lnTo>
                  <a:lnTo>
                    <a:pt x="40878" y="83660"/>
                  </a:lnTo>
                  <a:lnTo>
                    <a:pt x="41015" y="83476"/>
                  </a:lnTo>
                  <a:lnTo>
                    <a:pt x="41176" y="83293"/>
                  </a:lnTo>
                  <a:lnTo>
                    <a:pt x="41336" y="83132"/>
                  </a:lnTo>
                  <a:lnTo>
                    <a:pt x="41520" y="82995"/>
                  </a:lnTo>
                  <a:lnTo>
                    <a:pt x="41726" y="82857"/>
                  </a:lnTo>
                  <a:lnTo>
                    <a:pt x="41933" y="82742"/>
                  </a:lnTo>
                  <a:lnTo>
                    <a:pt x="42139" y="82651"/>
                  </a:lnTo>
                  <a:lnTo>
                    <a:pt x="42369" y="82559"/>
                  </a:lnTo>
                  <a:lnTo>
                    <a:pt x="42575" y="82513"/>
                  </a:lnTo>
                  <a:lnTo>
                    <a:pt x="42805" y="82467"/>
                  </a:lnTo>
                  <a:lnTo>
                    <a:pt x="43057" y="82444"/>
                  </a:lnTo>
                  <a:close/>
                  <a:moveTo>
                    <a:pt x="61156" y="77420"/>
                  </a:moveTo>
                  <a:lnTo>
                    <a:pt x="54848" y="88362"/>
                  </a:lnTo>
                  <a:lnTo>
                    <a:pt x="51315" y="88385"/>
                  </a:lnTo>
                  <a:lnTo>
                    <a:pt x="51315" y="88385"/>
                  </a:lnTo>
                  <a:lnTo>
                    <a:pt x="57646" y="77420"/>
                  </a:lnTo>
                  <a:close/>
                  <a:moveTo>
                    <a:pt x="47346" y="77856"/>
                  </a:moveTo>
                  <a:lnTo>
                    <a:pt x="49342" y="81366"/>
                  </a:lnTo>
                  <a:lnTo>
                    <a:pt x="51384" y="84876"/>
                  </a:lnTo>
                  <a:lnTo>
                    <a:pt x="49365" y="88362"/>
                  </a:lnTo>
                  <a:lnTo>
                    <a:pt x="45833" y="88385"/>
                  </a:lnTo>
                  <a:lnTo>
                    <a:pt x="47851" y="84876"/>
                  </a:lnTo>
                  <a:lnTo>
                    <a:pt x="45534" y="80976"/>
                  </a:lnTo>
                  <a:lnTo>
                    <a:pt x="47346" y="77856"/>
                  </a:lnTo>
                  <a:close/>
                  <a:moveTo>
                    <a:pt x="62853" y="85380"/>
                  </a:moveTo>
                  <a:lnTo>
                    <a:pt x="64620" y="88454"/>
                  </a:lnTo>
                  <a:lnTo>
                    <a:pt x="61087" y="88454"/>
                  </a:lnTo>
                  <a:lnTo>
                    <a:pt x="59321" y="85403"/>
                  </a:lnTo>
                  <a:lnTo>
                    <a:pt x="62853" y="85380"/>
                  </a:lnTo>
                  <a:close/>
                  <a:moveTo>
                    <a:pt x="133873" y="83637"/>
                  </a:moveTo>
                  <a:lnTo>
                    <a:pt x="134125" y="83683"/>
                  </a:lnTo>
                  <a:lnTo>
                    <a:pt x="134355" y="83729"/>
                  </a:lnTo>
                  <a:lnTo>
                    <a:pt x="134584" y="83820"/>
                  </a:lnTo>
                  <a:lnTo>
                    <a:pt x="134791" y="83912"/>
                  </a:lnTo>
                  <a:lnTo>
                    <a:pt x="135020" y="84050"/>
                  </a:lnTo>
                  <a:lnTo>
                    <a:pt x="135227" y="84210"/>
                  </a:lnTo>
                  <a:lnTo>
                    <a:pt x="135410" y="84394"/>
                  </a:lnTo>
                  <a:lnTo>
                    <a:pt x="135594" y="84623"/>
                  </a:lnTo>
                  <a:lnTo>
                    <a:pt x="135777" y="84876"/>
                  </a:lnTo>
                  <a:lnTo>
                    <a:pt x="135915" y="85128"/>
                  </a:lnTo>
                  <a:lnTo>
                    <a:pt x="136006" y="85403"/>
                  </a:lnTo>
                  <a:lnTo>
                    <a:pt x="136075" y="85656"/>
                  </a:lnTo>
                  <a:lnTo>
                    <a:pt x="136121" y="85908"/>
                  </a:lnTo>
                  <a:lnTo>
                    <a:pt x="136144" y="86160"/>
                  </a:lnTo>
                  <a:lnTo>
                    <a:pt x="136121" y="86390"/>
                  </a:lnTo>
                  <a:lnTo>
                    <a:pt x="136098" y="86642"/>
                  </a:lnTo>
                  <a:lnTo>
                    <a:pt x="136029" y="86871"/>
                  </a:lnTo>
                  <a:lnTo>
                    <a:pt x="135961" y="87078"/>
                  </a:lnTo>
                  <a:lnTo>
                    <a:pt x="135846" y="87284"/>
                  </a:lnTo>
                  <a:lnTo>
                    <a:pt x="135731" y="87491"/>
                  </a:lnTo>
                  <a:lnTo>
                    <a:pt x="135594" y="87674"/>
                  </a:lnTo>
                  <a:lnTo>
                    <a:pt x="135456" y="87835"/>
                  </a:lnTo>
                  <a:lnTo>
                    <a:pt x="135272" y="87995"/>
                  </a:lnTo>
                  <a:lnTo>
                    <a:pt x="135089" y="88133"/>
                  </a:lnTo>
                  <a:lnTo>
                    <a:pt x="134905" y="88271"/>
                  </a:lnTo>
                  <a:lnTo>
                    <a:pt x="134699" y="88385"/>
                  </a:lnTo>
                  <a:lnTo>
                    <a:pt x="134492" y="88477"/>
                  </a:lnTo>
                  <a:lnTo>
                    <a:pt x="134286" y="88546"/>
                  </a:lnTo>
                  <a:lnTo>
                    <a:pt x="134057" y="88615"/>
                  </a:lnTo>
                  <a:lnTo>
                    <a:pt x="133827" y="88661"/>
                  </a:lnTo>
                  <a:lnTo>
                    <a:pt x="133368" y="88661"/>
                  </a:lnTo>
                  <a:lnTo>
                    <a:pt x="133139" y="88638"/>
                  </a:lnTo>
                  <a:lnTo>
                    <a:pt x="132910" y="88592"/>
                  </a:lnTo>
                  <a:lnTo>
                    <a:pt x="132680" y="88523"/>
                  </a:lnTo>
                  <a:lnTo>
                    <a:pt x="132451" y="88408"/>
                  </a:lnTo>
                  <a:lnTo>
                    <a:pt x="132244" y="88294"/>
                  </a:lnTo>
                  <a:lnTo>
                    <a:pt x="132038" y="88133"/>
                  </a:lnTo>
                  <a:lnTo>
                    <a:pt x="131854" y="87950"/>
                  </a:lnTo>
                  <a:lnTo>
                    <a:pt x="131648" y="87743"/>
                  </a:lnTo>
                  <a:lnTo>
                    <a:pt x="131487" y="87514"/>
                  </a:lnTo>
                  <a:lnTo>
                    <a:pt x="131327" y="87238"/>
                  </a:lnTo>
                  <a:lnTo>
                    <a:pt x="131235" y="86963"/>
                  </a:lnTo>
                  <a:lnTo>
                    <a:pt x="131143" y="86711"/>
                  </a:lnTo>
                  <a:lnTo>
                    <a:pt x="131097" y="86458"/>
                  </a:lnTo>
                  <a:lnTo>
                    <a:pt x="131075" y="86206"/>
                  </a:lnTo>
                  <a:lnTo>
                    <a:pt x="131075" y="85954"/>
                  </a:lnTo>
                  <a:lnTo>
                    <a:pt x="131120" y="85701"/>
                  </a:lnTo>
                  <a:lnTo>
                    <a:pt x="131166" y="85472"/>
                  </a:lnTo>
                  <a:lnTo>
                    <a:pt x="131258" y="85266"/>
                  </a:lnTo>
                  <a:lnTo>
                    <a:pt x="131350" y="85036"/>
                  </a:lnTo>
                  <a:lnTo>
                    <a:pt x="131465" y="84853"/>
                  </a:lnTo>
                  <a:lnTo>
                    <a:pt x="131602" y="84669"/>
                  </a:lnTo>
                  <a:lnTo>
                    <a:pt x="131763" y="84486"/>
                  </a:lnTo>
                  <a:lnTo>
                    <a:pt x="131946" y="84325"/>
                  </a:lnTo>
                  <a:lnTo>
                    <a:pt x="132130" y="84165"/>
                  </a:lnTo>
                  <a:lnTo>
                    <a:pt x="132313" y="84050"/>
                  </a:lnTo>
                  <a:lnTo>
                    <a:pt x="132520" y="83935"/>
                  </a:lnTo>
                  <a:lnTo>
                    <a:pt x="132726" y="83820"/>
                  </a:lnTo>
                  <a:lnTo>
                    <a:pt x="132956" y="83752"/>
                  </a:lnTo>
                  <a:lnTo>
                    <a:pt x="133185" y="83683"/>
                  </a:lnTo>
                  <a:lnTo>
                    <a:pt x="133414" y="83660"/>
                  </a:lnTo>
                  <a:lnTo>
                    <a:pt x="133644" y="83637"/>
                  </a:lnTo>
                  <a:close/>
                  <a:moveTo>
                    <a:pt x="153693" y="86390"/>
                  </a:moveTo>
                  <a:lnTo>
                    <a:pt x="155459" y="89464"/>
                  </a:lnTo>
                  <a:lnTo>
                    <a:pt x="151926" y="89464"/>
                  </a:lnTo>
                  <a:lnTo>
                    <a:pt x="150160" y="86413"/>
                  </a:lnTo>
                  <a:lnTo>
                    <a:pt x="153693" y="86390"/>
                  </a:lnTo>
                  <a:close/>
                  <a:moveTo>
                    <a:pt x="137933" y="79049"/>
                  </a:moveTo>
                  <a:lnTo>
                    <a:pt x="139929" y="82536"/>
                  </a:lnTo>
                  <a:lnTo>
                    <a:pt x="141971" y="86069"/>
                  </a:lnTo>
                  <a:lnTo>
                    <a:pt x="139952" y="89555"/>
                  </a:lnTo>
                  <a:lnTo>
                    <a:pt x="136419" y="89555"/>
                  </a:lnTo>
                  <a:lnTo>
                    <a:pt x="138461" y="86046"/>
                  </a:lnTo>
                  <a:lnTo>
                    <a:pt x="136144" y="82146"/>
                  </a:lnTo>
                  <a:lnTo>
                    <a:pt x="137933" y="79049"/>
                  </a:lnTo>
                  <a:close/>
                  <a:moveTo>
                    <a:pt x="151766" y="78613"/>
                  </a:moveTo>
                  <a:lnTo>
                    <a:pt x="145434" y="89555"/>
                  </a:lnTo>
                  <a:lnTo>
                    <a:pt x="141925" y="89555"/>
                  </a:lnTo>
                  <a:lnTo>
                    <a:pt x="148233" y="78613"/>
                  </a:lnTo>
                  <a:close/>
                  <a:moveTo>
                    <a:pt x="6217" y="87032"/>
                  </a:moveTo>
                  <a:lnTo>
                    <a:pt x="7983" y="90083"/>
                  </a:lnTo>
                  <a:lnTo>
                    <a:pt x="4450" y="90083"/>
                  </a:lnTo>
                  <a:lnTo>
                    <a:pt x="2684" y="87032"/>
                  </a:lnTo>
                  <a:close/>
                  <a:moveTo>
                    <a:pt x="77007" y="85541"/>
                  </a:moveTo>
                  <a:lnTo>
                    <a:pt x="77236" y="85564"/>
                  </a:lnTo>
                  <a:lnTo>
                    <a:pt x="77466" y="85633"/>
                  </a:lnTo>
                  <a:lnTo>
                    <a:pt x="77695" y="85701"/>
                  </a:lnTo>
                  <a:lnTo>
                    <a:pt x="77902" y="85816"/>
                  </a:lnTo>
                  <a:lnTo>
                    <a:pt x="78131" y="85954"/>
                  </a:lnTo>
                  <a:lnTo>
                    <a:pt x="78337" y="86114"/>
                  </a:lnTo>
                  <a:lnTo>
                    <a:pt x="78521" y="86298"/>
                  </a:lnTo>
                  <a:lnTo>
                    <a:pt x="78727" y="86527"/>
                  </a:lnTo>
                  <a:lnTo>
                    <a:pt x="78888" y="86780"/>
                  </a:lnTo>
                  <a:lnTo>
                    <a:pt x="79026" y="87032"/>
                  </a:lnTo>
                  <a:lnTo>
                    <a:pt x="79117" y="87307"/>
                  </a:lnTo>
                  <a:lnTo>
                    <a:pt x="79209" y="87560"/>
                  </a:lnTo>
                  <a:lnTo>
                    <a:pt x="79232" y="87812"/>
                  </a:lnTo>
                  <a:lnTo>
                    <a:pt x="79255" y="88064"/>
                  </a:lnTo>
                  <a:lnTo>
                    <a:pt x="79255" y="88294"/>
                  </a:lnTo>
                  <a:lnTo>
                    <a:pt x="79209" y="88523"/>
                  </a:lnTo>
                  <a:lnTo>
                    <a:pt x="79163" y="88752"/>
                  </a:lnTo>
                  <a:lnTo>
                    <a:pt x="79071" y="88982"/>
                  </a:lnTo>
                  <a:lnTo>
                    <a:pt x="78980" y="89188"/>
                  </a:lnTo>
                  <a:lnTo>
                    <a:pt x="78842" y="89372"/>
                  </a:lnTo>
                  <a:lnTo>
                    <a:pt x="78704" y="89555"/>
                  </a:lnTo>
                  <a:lnTo>
                    <a:pt x="78567" y="89739"/>
                  </a:lnTo>
                  <a:lnTo>
                    <a:pt x="78383" y="89899"/>
                  </a:lnTo>
                  <a:lnTo>
                    <a:pt x="78223" y="90037"/>
                  </a:lnTo>
                  <a:lnTo>
                    <a:pt x="78016" y="90175"/>
                  </a:lnTo>
                  <a:lnTo>
                    <a:pt x="77810" y="90289"/>
                  </a:lnTo>
                  <a:lnTo>
                    <a:pt x="77603" y="90381"/>
                  </a:lnTo>
                  <a:lnTo>
                    <a:pt x="77397" y="90450"/>
                  </a:lnTo>
                  <a:lnTo>
                    <a:pt x="77167" y="90519"/>
                  </a:lnTo>
                  <a:lnTo>
                    <a:pt x="76938" y="90542"/>
                  </a:lnTo>
                  <a:lnTo>
                    <a:pt x="76709" y="90565"/>
                  </a:lnTo>
                  <a:lnTo>
                    <a:pt x="76479" y="90565"/>
                  </a:lnTo>
                  <a:lnTo>
                    <a:pt x="76250" y="90542"/>
                  </a:lnTo>
                  <a:lnTo>
                    <a:pt x="76020" y="90496"/>
                  </a:lnTo>
                  <a:lnTo>
                    <a:pt x="75791" y="90404"/>
                  </a:lnTo>
                  <a:lnTo>
                    <a:pt x="75585" y="90312"/>
                  </a:lnTo>
                  <a:lnTo>
                    <a:pt x="75355" y="90198"/>
                  </a:lnTo>
                  <a:lnTo>
                    <a:pt x="75149" y="90037"/>
                  </a:lnTo>
                  <a:lnTo>
                    <a:pt x="74965" y="89853"/>
                  </a:lnTo>
                  <a:lnTo>
                    <a:pt x="74782" y="89647"/>
                  </a:lnTo>
                  <a:lnTo>
                    <a:pt x="74598" y="89395"/>
                  </a:lnTo>
                  <a:lnTo>
                    <a:pt x="74461" y="89142"/>
                  </a:lnTo>
                  <a:lnTo>
                    <a:pt x="74346" y="88867"/>
                  </a:lnTo>
                  <a:lnTo>
                    <a:pt x="74254" y="88615"/>
                  </a:lnTo>
                  <a:lnTo>
                    <a:pt x="74208" y="88340"/>
                  </a:lnTo>
                  <a:lnTo>
                    <a:pt x="74185" y="88087"/>
                  </a:lnTo>
                  <a:lnTo>
                    <a:pt x="74208" y="87858"/>
                  </a:lnTo>
                  <a:lnTo>
                    <a:pt x="74231" y="87605"/>
                  </a:lnTo>
                  <a:lnTo>
                    <a:pt x="74277" y="87376"/>
                  </a:lnTo>
                  <a:lnTo>
                    <a:pt x="74369" y="87147"/>
                  </a:lnTo>
                  <a:lnTo>
                    <a:pt x="74461" y="86940"/>
                  </a:lnTo>
                  <a:lnTo>
                    <a:pt x="74598" y="86734"/>
                  </a:lnTo>
                  <a:lnTo>
                    <a:pt x="74736" y="86550"/>
                  </a:lnTo>
                  <a:lnTo>
                    <a:pt x="74874" y="86390"/>
                  </a:lnTo>
                  <a:lnTo>
                    <a:pt x="75057" y="86229"/>
                  </a:lnTo>
                  <a:lnTo>
                    <a:pt x="75241" y="86069"/>
                  </a:lnTo>
                  <a:lnTo>
                    <a:pt x="75424" y="85931"/>
                  </a:lnTo>
                  <a:lnTo>
                    <a:pt x="75631" y="85816"/>
                  </a:lnTo>
                  <a:lnTo>
                    <a:pt x="75860" y="85724"/>
                  </a:lnTo>
                  <a:lnTo>
                    <a:pt x="76066" y="85656"/>
                  </a:lnTo>
                  <a:lnTo>
                    <a:pt x="76296" y="85587"/>
                  </a:lnTo>
                  <a:lnTo>
                    <a:pt x="76525" y="85564"/>
                  </a:lnTo>
                  <a:lnTo>
                    <a:pt x="76755" y="85541"/>
                  </a:lnTo>
                  <a:close/>
                  <a:moveTo>
                    <a:pt x="96872" y="88294"/>
                  </a:moveTo>
                  <a:lnTo>
                    <a:pt x="98639" y="91345"/>
                  </a:lnTo>
                  <a:lnTo>
                    <a:pt x="95106" y="91345"/>
                  </a:lnTo>
                  <a:lnTo>
                    <a:pt x="93340" y="88294"/>
                  </a:lnTo>
                  <a:close/>
                  <a:moveTo>
                    <a:pt x="81044" y="80953"/>
                  </a:moveTo>
                  <a:lnTo>
                    <a:pt x="83063" y="84440"/>
                  </a:lnTo>
                  <a:lnTo>
                    <a:pt x="85081" y="87972"/>
                  </a:lnTo>
                  <a:lnTo>
                    <a:pt x="83063" y="91459"/>
                  </a:lnTo>
                  <a:lnTo>
                    <a:pt x="79530" y="91459"/>
                  </a:lnTo>
                  <a:lnTo>
                    <a:pt x="81572" y="87950"/>
                  </a:lnTo>
                  <a:lnTo>
                    <a:pt x="79255" y="84050"/>
                  </a:lnTo>
                  <a:lnTo>
                    <a:pt x="81044" y="80953"/>
                  </a:lnTo>
                  <a:close/>
                  <a:moveTo>
                    <a:pt x="94877" y="80494"/>
                  </a:moveTo>
                  <a:lnTo>
                    <a:pt x="88545" y="91459"/>
                  </a:lnTo>
                  <a:lnTo>
                    <a:pt x="85036" y="91459"/>
                  </a:lnTo>
                  <a:lnTo>
                    <a:pt x="91344" y="80494"/>
                  </a:lnTo>
                  <a:close/>
                  <a:moveTo>
                    <a:pt x="168465" y="86527"/>
                  </a:moveTo>
                  <a:lnTo>
                    <a:pt x="168695" y="86550"/>
                  </a:lnTo>
                  <a:lnTo>
                    <a:pt x="168924" y="86619"/>
                  </a:lnTo>
                  <a:lnTo>
                    <a:pt x="169154" y="86688"/>
                  </a:lnTo>
                  <a:lnTo>
                    <a:pt x="169360" y="86803"/>
                  </a:lnTo>
                  <a:lnTo>
                    <a:pt x="169589" y="86917"/>
                  </a:lnTo>
                  <a:lnTo>
                    <a:pt x="169796" y="87078"/>
                  </a:lnTo>
                  <a:lnTo>
                    <a:pt x="169979" y="87284"/>
                  </a:lnTo>
                  <a:lnTo>
                    <a:pt x="170186" y="87491"/>
                  </a:lnTo>
                  <a:lnTo>
                    <a:pt x="170346" y="87743"/>
                  </a:lnTo>
                  <a:lnTo>
                    <a:pt x="170484" y="88018"/>
                  </a:lnTo>
                  <a:lnTo>
                    <a:pt x="170576" y="88271"/>
                  </a:lnTo>
                  <a:lnTo>
                    <a:pt x="170668" y="88546"/>
                  </a:lnTo>
                  <a:lnTo>
                    <a:pt x="170691" y="88798"/>
                  </a:lnTo>
                  <a:lnTo>
                    <a:pt x="170713" y="89028"/>
                  </a:lnTo>
                  <a:lnTo>
                    <a:pt x="170713" y="89280"/>
                  </a:lnTo>
                  <a:lnTo>
                    <a:pt x="170668" y="89509"/>
                  </a:lnTo>
                  <a:lnTo>
                    <a:pt x="170622" y="89739"/>
                  </a:lnTo>
                  <a:lnTo>
                    <a:pt x="170530" y="89945"/>
                  </a:lnTo>
                  <a:lnTo>
                    <a:pt x="170438" y="90175"/>
                  </a:lnTo>
                  <a:lnTo>
                    <a:pt x="170301" y="90358"/>
                  </a:lnTo>
                  <a:lnTo>
                    <a:pt x="170163" y="90542"/>
                  </a:lnTo>
                  <a:lnTo>
                    <a:pt x="170025" y="90725"/>
                  </a:lnTo>
                  <a:lnTo>
                    <a:pt x="169842" y="90886"/>
                  </a:lnTo>
                  <a:lnTo>
                    <a:pt x="169681" y="91023"/>
                  </a:lnTo>
                  <a:lnTo>
                    <a:pt x="169475" y="91138"/>
                  </a:lnTo>
                  <a:lnTo>
                    <a:pt x="169268" y="91253"/>
                  </a:lnTo>
                  <a:lnTo>
                    <a:pt x="169062" y="91367"/>
                  </a:lnTo>
                  <a:lnTo>
                    <a:pt x="168855" y="91436"/>
                  </a:lnTo>
                  <a:lnTo>
                    <a:pt x="168626" y="91482"/>
                  </a:lnTo>
                  <a:lnTo>
                    <a:pt x="168397" y="91528"/>
                  </a:lnTo>
                  <a:lnTo>
                    <a:pt x="168167" y="91551"/>
                  </a:lnTo>
                  <a:lnTo>
                    <a:pt x="167938" y="91551"/>
                  </a:lnTo>
                  <a:lnTo>
                    <a:pt x="167708" y="91528"/>
                  </a:lnTo>
                  <a:lnTo>
                    <a:pt x="167479" y="91459"/>
                  </a:lnTo>
                  <a:lnTo>
                    <a:pt x="167250" y="91390"/>
                  </a:lnTo>
                  <a:lnTo>
                    <a:pt x="167043" y="91299"/>
                  </a:lnTo>
                  <a:lnTo>
                    <a:pt x="166814" y="91161"/>
                  </a:lnTo>
                  <a:lnTo>
                    <a:pt x="166607" y="91023"/>
                  </a:lnTo>
                  <a:lnTo>
                    <a:pt x="166424" y="90840"/>
                  </a:lnTo>
                  <a:lnTo>
                    <a:pt x="166240" y="90633"/>
                  </a:lnTo>
                  <a:lnTo>
                    <a:pt x="166057" y="90381"/>
                  </a:lnTo>
                  <a:lnTo>
                    <a:pt x="165919" y="90106"/>
                  </a:lnTo>
                  <a:lnTo>
                    <a:pt x="165804" y="89853"/>
                  </a:lnTo>
                  <a:lnTo>
                    <a:pt x="165713" y="89578"/>
                  </a:lnTo>
                  <a:lnTo>
                    <a:pt x="165667" y="89326"/>
                  </a:lnTo>
                  <a:lnTo>
                    <a:pt x="165644" y="89074"/>
                  </a:lnTo>
                  <a:lnTo>
                    <a:pt x="165667" y="88821"/>
                  </a:lnTo>
                  <a:lnTo>
                    <a:pt x="165690" y="88592"/>
                  </a:lnTo>
                  <a:lnTo>
                    <a:pt x="165736" y="88362"/>
                  </a:lnTo>
                  <a:lnTo>
                    <a:pt x="165827" y="88133"/>
                  </a:lnTo>
                  <a:lnTo>
                    <a:pt x="165919" y="87927"/>
                  </a:lnTo>
                  <a:lnTo>
                    <a:pt x="166057" y="87720"/>
                  </a:lnTo>
                  <a:lnTo>
                    <a:pt x="166194" y="87537"/>
                  </a:lnTo>
                  <a:lnTo>
                    <a:pt x="166332" y="87353"/>
                  </a:lnTo>
                  <a:lnTo>
                    <a:pt x="166516" y="87193"/>
                  </a:lnTo>
                  <a:lnTo>
                    <a:pt x="166699" y="87055"/>
                  </a:lnTo>
                  <a:lnTo>
                    <a:pt x="166883" y="86917"/>
                  </a:lnTo>
                  <a:lnTo>
                    <a:pt x="167089" y="86803"/>
                  </a:lnTo>
                  <a:lnTo>
                    <a:pt x="167318" y="86711"/>
                  </a:lnTo>
                  <a:lnTo>
                    <a:pt x="167525" y="86619"/>
                  </a:lnTo>
                  <a:lnTo>
                    <a:pt x="167754" y="86573"/>
                  </a:lnTo>
                  <a:lnTo>
                    <a:pt x="167984" y="86527"/>
                  </a:lnTo>
                  <a:close/>
                  <a:moveTo>
                    <a:pt x="20118" y="87170"/>
                  </a:moveTo>
                  <a:lnTo>
                    <a:pt x="20370" y="87193"/>
                  </a:lnTo>
                  <a:lnTo>
                    <a:pt x="20599" y="87215"/>
                  </a:lnTo>
                  <a:lnTo>
                    <a:pt x="20829" y="87261"/>
                  </a:lnTo>
                  <a:lnTo>
                    <a:pt x="21058" y="87353"/>
                  </a:lnTo>
                  <a:lnTo>
                    <a:pt x="21265" y="87445"/>
                  </a:lnTo>
                  <a:lnTo>
                    <a:pt x="21494" y="87583"/>
                  </a:lnTo>
                  <a:lnTo>
                    <a:pt x="21700" y="87743"/>
                  </a:lnTo>
                  <a:lnTo>
                    <a:pt x="21884" y="87927"/>
                  </a:lnTo>
                  <a:lnTo>
                    <a:pt x="22090" y="88156"/>
                  </a:lnTo>
                  <a:lnTo>
                    <a:pt x="22251" y="88408"/>
                  </a:lnTo>
                  <a:lnTo>
                    <a:pt x="22389" y="88684"/>
                  </a:lnTo>
                  <a:lnTo>
                    <a:pt x="22480" y="88936"/>
                  </a:lnTo>
                  <a:lnTo>
                    <a:pt x="22572" y="89188"/>
                  </a:lnTo>
                  <a:lnTo>
                    <a:pt x="22595" y="89441"/>
                  </a:lnTo>
                  <a:lnTo>
                    <a:pt x="22618" y="89693"/>
                  </a:lnTo>
                  <a:lnTo>
                    <a:pt x="22618" y="89945"/>
                  </a:lnTo>
                  <a:lnTo>
                    <a:pt x="22572" y="90175"/>
                  </a:lnTo>
                  <a:lnTo>
                    <a:pt x="22526" y="90404"/>
                  </a:lnTo>
                  <a:lnTo>
                    <a:pt x="22435" y="90610"/>
                  </a:lnTo>
                  <a:lnTo>
                    <a:pt x="22343" y="90817"/>
                  </a:lnTo>
                  <a:lnTo>
                    <a:pt x="22205" y="91023"/>
                  </a:lnTo>
                  <a:lnTo>
                    <a:pt x="22068" y="91207"/>
                  </a:lnTo>
                  <a:lnTo>
                    <a:pt x="21930" y="91367"/>
                  </a:lnTo>
                  <a:lnTo>
                    <a:pt x="21746" y="91528"/>
                  </a:lnTo>
                  <a:lnTo>
                    <a:pt x="21586" y="91689"/>
                  </a:lnTo>
                  <a:lnTo>
                    <a:pt x="21379" y="91803"/>
                  </a:lnTo>
                  <a:lnTo>
                    <a:pt x="21173" y="91918"/>
                  </a:lnTo>
                  <a:lnTo>
                    <a:pt x="20966" y="92010"/>
                  </a:lnTo>
                  <a:lnTo>
                    <a:pt x="20760" y="92102"/>
                  </a:lnTo>
                  <a:lnTo>
                    <a:pt x="20531" y="92147"/>
                  </a:lnTo>
                  <a:lnTo>
                    <a:pt x="20301" y="92193"/>
                  </a:lnTo>
                  <a:lnTo>
                    <a:pt x="20072" y="92216"/>
                  </a:lnTo>
                  <a:lnTo>
                    <a:pt x="19842" y="92193"/>
                  </a:lnTo>
                  <a:lnTo>
                    <a:pt x="19613" y="92170"/>
                  </a:lnTo>
                  <a:lnTo>
                    <a:pt x="19384" y="92124"/>
                  </a:lnTo>
                  <a:lnTo>
                    <a:pt x="19154" y="92056"/>
                  </a:lnTo>
                  <a:lnTo>
                    <a:pt x="18948" y="91964"/>
                  </a:lnTo>
                  <a:lnTo>
                    <a:pt x="18718" y="91826"/>
                  </a:lnTo>
                  <a:lnTo>
                    <a:pt x="18512" y="91666"/>
                  </a:lnTo>
                  <a:lnTo>
                    <a:pt x="18328" y="91482"/>
                  </a:lnTo>
                  <a:lnTo>
                    <a:pt x="18145" y="91276"/>
                  </a:lnTo>
                  <a:lnTo>
                    <a:pt x="17961" y="91046"/>
                  </a:lnTo>
                  <a:lnTo>
                    <a:pt x="17824" y="90771"/>
                  </a:lnTo>
                  <a:lnTo>
                    <a:pt x="17709" y="90496"/>
                  </a:lnTo>
                  <a:lnTo>
                    <a:pt x="17617" y="90243"/>
                  </a:lnTo>
                  <a:lnTo>
                    <a:pt x="17571" y="89991"/>
                  </a:lnTo>
                  <a:lnTo>
                    <a:pt x="17548" y="89739"/>
                  </a:lnTo>
                  <a:lnTo>
                    <a:pt x="17571" y="89486"/>
                  </a:lnTo>
                  <a:lnTo>
                    <a:pt x="17594" y="89257"/>
                  </a:lnTo>
                  <a:lnTo>
                    <a:pt x="17640" y="89028"/>
                  </a:lnTo>
                  <a:lnTo>
                    <a:pt x="17732" y="88798"/>
                  </a:lnTo>
                  <a:lnTo>
                    <a:pt x="17824" y="88592"/>
                  </a:lnTo>
                  <a:lnTo>
                    <a:pt x="17961" y="88385"/>
                  </a:lnTo>
                  <a:lnTo>
                    <a:pt x="18099" y="88202"/>
                  </a:lnTo>
                  <a:lnTo>
                    <a:pt x="18237" y="88018"/>
                  </a:lnTo>
                  <a:lnTo>
                    <a:pt x="18420" y="87858"/>
                  </a:lnTo>
                  <a:lnTo>
                    <a:pt x="18604" y="87697"/>
                  </a:lnTo>
                  <a:lnTo>
                    <a:pt x="18787" y="87583"/>
                  </a:lnTo>
                  <a:lnTo>
                    <a:pt x="18994" y="87468"/>
                  </a:lnTo>
                  <a:lnTo>
                    <a:pt x="19223" y="87376"/>
                  </a:lnTo>
                  <a:lnTo>
                    <a:pt x="19430" y="87284"/>
                  </a:lnTo>
                  <a:lnTo>
                    <a:pt x="19659" y="87238"/>
                  </a:lnTo>
                  <a:lnTo>
                    <a:pt x="19888" y="87193"/>
                  </a:lnTo>
                  <a:lnTo>
                    <a:pt x="20118" y="87170"/>
                  </a:lnTo>
                  <a:close/>
                  <a:moveTo>
                    <a:pt x="40235" y="89922"/>
                  </a:moveTo>
                  <a:lnTo>
                    <a:pt x="42002" y="92996"/>
                  </a:lnTo>
                  <a:lnTo>
                    <a:pt x="38469" y="92996"/>
                  </a:lnTo>
                  <a:lnTo>
                    <a:pt x="36703" y="89945"/>
                  </a:lnTo>
                  <a:lnTo>
                    <a:pt x="40235" y="89922"/>
                  </a:lnTo>
                  <a:close/>
                  <a:moveTo>
                    <a:pt x="24407" y="82582"/>
                  </a:moveTo>
                  <a:lnTo>
                    <a:pt x="26426" y="86091"/>
                  </a:lnTo>
                  <a:lnTo>
                    <a:pt x="28445" y="89601"/>
                  </a:lnTo>
                  <a:lnTo>
                    <a:pt x="26426" y="93088"/>
                  </a:lnTo>
                  <a:lnTo>
                    <a:pt x="22893" y="93088"/>
                  </a:lnTo>
                  <a:lnTo>
                    <a:pt x="24935" y="89601"/>
                  </a:lnTo>
                  <a:lnTo>
                    <a:pt x="22618" y="85701"/>
                  </a:lnTo>
                  <a:lnTo>
                    <a:pt x="24407" y="82582"/>
                  </a:lnTo>
                  <a:close/>
                  <a:moveTo>
                    <a:pt x="38240" y="82146"/>
                  </a:moveTo>
                  <a:lnTo>
                    <a:pt x="31908" y="93088"/>
                  </a:lnTo>
                  <a:lnTo>
                    <a:pt x="28399" y="93088"/>
                  </a:lnTo>
                  <a:lnTo>
                    <a:pt x="34707" y="82146"/>
                  </a:lnTo>
                  <a:close/>
                  <a:moveTo>
                    <a:pt x="110773" y="88294"/>
                  </a:moveTo>
                  <a:lnTo>
                    <a:pt x="111003" y="88317"/>
                  </a:lnTo>
                  <a:lnTo>
                    <a:pt x="111232" y="88385"/>
                  </a:lnTo>
                  <a:lnTo>
                    <a:pt x="111462" y="88454"/>
                  </a:lnTo>
                  <a:lnTo>
                    <a:pt x="111691" y="88569"/>
                  </a:lnTo>
                  <a:lnTo>
                    <a:pt x="111897" y="88684"/>
                  </a:lnTo>
                  <a:lnTo>
                    <a:pt x="112104" y="88867"/>
                  </a:lnTo>
                  <a:lnTo>
                    <a:pt x="112310" y="89051"/>
                  </a:lnTo>
                  <a:lnTo>
                    <a:pt x="112494" y="89257"/>
                  </a:lnTo>
                  <a:lnTo>
                    <a:pt x="112654" y="89509"/>
                  </a:lnTo>
                  <a:lnTo>
                    <a:pt x="112792" y="89785"/>
                  </a:lnTo>
                  <a:lnTo>
                    <a:pt x="112907" y="90037"/>
                  </a:lnTo>
                  <a:lnTo>
                    <a:pt x="112976" y="90312"/>
                  </a:lnTo>
                  <a:lnTo>
                    <a:pt x="113021" y="90565"/>
                  </a:lnTo>
                  <a:lnTo>
                    <a:pt x="113044" y="90794"/>
                  </a:lnTo>
                  <a:lnTo>
                    <a:pt x="113021" y="91046"/>
                  </a:lnTo>
                  <a:lnTo>
                    <a:pt x="112998" y="91276"/>
                  </a:lnTo>
                  <a:lnTo>
                    <a:pt x="112930" y="91505"/>
                  </a:lnTo>
                  <a:lnTo>
                    <a:pt x="112838" y="91712"/>
                  </a:lnTo>
                  <a:lnTo>
                    <a:pt x="112746" y="91941"/>
                  </a:lnTo>
                  <a:lnTo>
                    <a:pt x="112631" y="92124"/>
                  </a:lnTo>
                  <a:lnTo>
                    <a:pt x="112494" y="92308"/>
                  </a:lnTo>
                  <a:lnTo>
                    <a:pt x="112333" y="92492"/>
                  </a:lnTo>
                  <a:lnTo>
                    <a:pt x="112173" y="92652"/>
                  </a:lnTo>
                  <a:lnTo>
                    <a:pt x="111989" y="92790"/>
                  </a:lnTo>
                  <a:lnTo>
                    <a:pt x="111806" y="92927"/>
                  </a:lnTo>
                  <a:lnTo>
                    <a:pt x="111599" y="93019"/>
                  </a:lnTo>
                  <a:lnTo>
                    <a:pt x="111393" y="93134"/>
                  </a:lnTo>
                  <a:lnTo>
                    <a:pt x="111163" y="93203"/>
                  </a:lnTo>
                  <a:lnTo>
                    <a:pt x="110934" y="93271"/>
                  </a:lnTo>
                  <a:lnTo>
                    <a:pt x="110727" y="93294"/>
                  </a:lnTo>
                  <a:lnTo>
                    <a:pt x="110498" y="93317"/>
                  </a:lnTo>
                  <a:lnTo>
                    <a:pt x="110269" y="93317"/>
                  </a:lnTo>
                  <a:lnTo>
                    <a:pt x="110016" y="93294"/>
                  </a:lnTo>
                  <a:lnTo>
                    <a:pt x="109810" y="93226"/>
                  </a:lnTo>
                  <a:lnTo>
                    <a:pt x="109581" y="93157"/>
                  </a:lnTo>
                  <a:lnTo>
                    <a:pt x="109351" y="93065"/>
                  </a:lnTo>
                  <a:lnTo>
                    <a:pt x="109145" y="92927"/>
                  </a:lnTo>
                  <a:lnTo>
                    <a:pt x="108938" y="92790"/>
                  </a:lnTo>
                  <a:lnTo>
                    <a:pt x="108732" y="92606"/>
                  </a:lnTo>
                  <a:lnTo>
                    <a:pt x="108548" y="92400"/>
                  </a:lnTo>
                  <a:lnTo>
                    <a:pt x="108365" y="92147"/>
                  </a:lnTo>
                  <a:lnTo>
                    <a:pt x="108227" y="91872"/>
                  </a:lnTo>
                  <a:lnTo>
                    <a:pt x="108112" y="91620"/>
                  </a:lnTo>
                  <a:lnTo>
                    <a:pt x="108044" y="91345"/>
                  </a:lnTo>
                  <a:lnTo>
                    <a:pt x="107998" y="91092"/>
                  </a:lnTo>
                  <a:lnTo>
                    <a:pt x="107975" y="90840"/>
                  </a:lnTo>
                  <a:lnTo>
                    <a:pt x="107975" y="90588"/>
                  </a:lnTo>
                  <a:lnTo>
                    <a:pt x="107998" y="90358"/>
                  </a:lnTo>
                  <a:lnTo>
                    <a:pt x="108067" y="90129"/>
                  </a:lnTo>
                  <a:lnTo>
                    <a:pt x="108135" y="89899"/>
                  </a:lnTo>
                  <a:lnTo>
                    <a:pt x="108250" y="89693"/>
                  </a:lnTo>
                  <a:lnTo>
                    <a:pt x="108365" y="89486"/>
                  </a:lnTo>
                  <a:lnTo>
                    <a:pt x="108502" y="89303"/>
                  </a:lnTo>
                  <a:lnTo>
                    <a:pt x="108663" y="89119"/>
                  </a:lnTo>
                  <a:lnTo>
                    <a:pt x="108824" y="88959"/>
                  </a:lnTo>
                  <a:lnTo>
                    <a:pt x="109007" y="88821"/>
                  </a:lnTo>
                  <a:lnTo>
                    <a:pt x="109214" y="88684"/>
                  </a:lnTo>
                  <a:lnTo>
                    <a:pt x="109420" y="88569"/>
                  </a:lnTo>
                  <a:lnTo>
                    <a:pt x="109626" y="88477"/>
                  </a:lnTo>
                  <a:lnTo>
                    <a:pt x="109856" y="88408"/>
                  </a:lnTo>
                  <a:lnTo>
                    <a:pt x="110085" y="88340"/>
                  </a:lnTo>
                  <a:lnTo>
                    <a:pt x="110315" y="88294"/>
                  </a:lnTo>
                  <a:close/>
                  <a:moveTo>
                    <a:pt x="130593" y="91046"/>
                  </a:moveTo>
                  <a:lnTo>
                    <a:pt x="132359" y="94097"/>
                  </a:lnTo>
                  <a:lnTo>
                    <a:pt x="128827" y="94097"/>
                  </a:lnTo>
                  <a:lnTo>
                    <a:pt x="127060" y="91046"/>
                  </a:lnTo>
                  <a:close/>
                  <a:moveTo>
                    <a:pt x="114834" y="83683"/>
                  </a:moveTo>
                  <a:lnTo>
                    <a:pt x="116829" y="87193"/>
                  </a:lnTo>
                  <a:lnTo>
                    <a:pt x="118871" y="90702"/>
                  </a:lnTo>
                  <a:lnTo>
                    <a:pt x="116852" y="94212"/>
                  </a:lnTo>
                  <a:lnTo>
                    <a:pt x="113320" y="94212"/>
                  </a:lnTo>
                  <a:lnTo>
                    <a:pt x="115338" y="90702"/>
                  </a:lnTo>
                  <a:lnTo>
                    <a:pt x="113044" y="86803"/>
                  </a:lnTo>
                  <a:lnTo>
                    <a:pt x="114834" y="83683"/>
                  </a:lnTo>
                  <a:close/>
                  <a:moveTo>
                    <a:pt x="128643" y="83247"/>
                  </a:moveTo>
                  <a:lnTo>
                    <a:pt x="122335" y="94189"/>
                  </a:lnTo>
                  <a:lnTo>
                    <a:pt x="118802" y="94212"/>
                  </a:lnTo>
                  <a:lnTo>
                    <a:pt x="125133" y="83247"/>
                  </a:lnTo>
                  <a:close/>
                  <a:moveTo>
                    <a:pt x="53655" y="90175"/>
                  </a:moveTo>
                  <a:lnTo>
                    <a:pt x="53884" y="90198"/>
                  </a:lnTo>
                  <a:lnTo>
                    <a:pt x="54114" y="90221"/>
                  </a:lnTo>
                  <a:lnTo>
                    <a:pt x="54343" y="90266"/>
                  </a:lnTo>
                  <a:lnTo>
                    <a:pt x="54572" y="90358"/>
                  </a:lnTo>
                  <a:lnTo>
                    <a:pt x="54802" y="90450"/>
                  </a:lnTo>
                  <a:lnTo>
                    <a:pt x="55008" y="90588"/>
                  </a:lnTo>
                  <a:lnTo>
                    <a:pt x="55238" y="90748"/>
                  </a:lnTo>
                  <a:lnTo>
                    <a:pt x="55421" y="90955"/>
                  </a:lnTo>
                  <a:lnTo>
                    <a:pt x="55605" y="91161"/>
                  </a:lnTo>
                  <a:lnTo>
                    <a:pt x="55788" y="91413"/>
                  </a:lnTo>
                  <a:lnTo>
                    <a:pt x="55926" y="91689"/>
                  </a:lnTo>
                  <a:lnTo>
                    <a:pt x="56018" y="91941"/>
                  </a:lnTo>
                  <a:lnTo>
                    <a:pt x="56086" y="92193"/>
                  </a:lnTo>
                  <a:lnTo>
                    <a:pt x="56132" y="92446"/>
                  </a:lnTo>
                  <a:lnTo>
                    <a:pt x="56155" y="92698"/>
                  </a:lnTo>
                  <a:lnTo>
                    <a:pt x="56132" y="92950"/>
                  </a:lnTo>
                  <a:lnTo>
                    <a:pt x="56109" y="93180"/>
                  </a:lnTo>
                  <a:lnTo>
                    <a:pt x="56040" y="93409"/>
                  </a:lnTo>
                  <a:lnTo>
                    <a:pt x="55972" y="93616"/>
                  </a:lnTo>
                  <a:lnTo>
                    <a:pt x="55857" y="93822"/>
                  </a:lnTo>
                  <a:lnTo>
                    <a:pt x="55742" y="94028"/>
                  </a:lnTo>
                  <a:lnTo>
                    <a:pt x="55605" y="94212"/>
                  </a:lnTo>
                  <a:lnTo>
                    <a:pt x="55444" y="94373"/>
                  </a:lnTo>
                  <a:lnTo>
                    <a:pt x="55283" y="94533"/>
                  </a:lnTo>
                  <a:lnTo>
                    <a:pt x="55100" y="94694"/>
                  </a:lnTo>
                  <a:lnTo>
                    <a:pt x="54916" y="94808"/>
                  </a:lnTo>
                  <a:lnTo>
                    <a:pt x="54710" y="94923"/>
                  </a:lnTo>
                  <a:lnTo>
                    <a:pt x="54504" y="95015"/>
                  </a:lnTo>
                  <a:lnTo>
                    <a:pt x="54274" y="95107"/>
                  </a:lnTo>
                  <a:lnTo>
                    <a:pt x="54068" y="95152"/>
                  </a:lnTo>
                  <a:lnTo>
                    <a:pt x="53838" y="95198"/>
                  </a:lnTo>
                  <a:lnTo>
                    <a:pt x="53609" y="95221"/>
                  </a:lnTo>
                  <a:lnTo>
                    <a:pt x="53380" y="95221"/>
                  </a:lnTo>
                  <a:lnTo>
                    <a:pt x="53150" y="95175"/>
                  </a:lnTo>
                  <a:lnTo>
                    <a:pt x="52921" y="95130"/>
                  </a:lnTo>
                  <a:lnTo>
                    <a:pt x="52691" y="95061"/>
                  </a:lnTo>
                  <a:lnTo>
                    <a:pt x="52462" y="94969"/>
                  </a:lnTo>
                  <a:lnTo>
                    <a:pt x="52255" y="94831"/>
                  </a:lnTo>
                  <a:lnTo>
                    <a:pt x="52049" y="94671"/>
                  </a:lnTo>
                  <a:lnTo>
                    <a:pt x="51843" y="94510"/>
                  </a:lnTo>
                  <a:lnTo>
                    <a:pt x="51659" y="94281"/>
                  </a:lnTo>
                  <a:lnTo>
                    <a:pt x="51498" y="94051"/>
                  </a:lnTo>
                  <a:lnTo>
                    <a:pt x="51338" y="93776"/>
                  </a:lnTo>
                  <a:lnTo>
                    <a:pt x="51223" y="93524"/>
                  </a:lnTo>
                  <a:lnTo>
                    <a:pt x="51154" y="93249"/>
                  </a:lnTo>
                  <a:lnTo>
                    <a:pt x="51109" y="92996"/>
                  </a:lnTo>
                  <a:lnTo>
                    <a:pt x="51086" y="92744"/>
                  </a:lnTo>
                  <a:lnTo>
                    <a:pt x="51086" y="92492"/>
                  </a:lnTo>
                  <a:lnTo>
                    <a:pt x="51131" y="92262"/>
                  </a:lnTo>
                  <a:lnTo>
                    <a:pt x="51177" y="92033"/>
                  </a:lnTo>
                  <a:lnTo>
                    <a:pt x="51269" y="91803"/>
                  </a:lnTo>
                  <a:lnTo>
                    <a:pt x="51361" y="91597"/>
                  </a:lnTo>
                  <a:lnTo>
                    <a:pt x="51476" y="91390"/>
                  </a:lnTo>
                  <a:lnTo>
                    <a:pt x="51613" y="91207"/>
                  </a:lnTo>
                  <a:lnTo>
                    <a:pt x="51774" y="91023"/>
                  </a:lnTo>
                  <a:lnTo>
                    <a:pt x="51934" y="90863"/>
                  </a:lnTo>
                  <a:lnTo>
                    <a:pt x="52118" y="90725"/>
                  </a:lnTo>
                  <a:lnTo>
                    <a:pt x="52324" y="90588"/>
                  </a:lnTo>
                  <a:lnTo>
                    <a:pt x="52531" y="90473"/>
                  </a:lnTo>
                  <a:lnTo>
                    <a:pt x="52737" y="90381"/>
                  </a:lnTo>
                  <a:lnTo>
                    <a:pt x="52967" y="90289"/>
                  </a:lnTo>
                  <a:lnTo>
                    <a:pt x="53196" y="90243"/>
                  </a:lnTo>
                  <a:lnTo>
                    <a:pt x="53425" y="90198"/>
                  </a:lnTo>
                  <a:lnTo>
                    <a:pt x="53655" y="90175"/>
                  </a:lnTo>
                  <a:close/>
                  <a:moveTo>
                    <a:pt x="73750" y="92927"/>
                  </a:moveTo>
                  <a:lnTo>
                    <a:pt x="75516" y="96001"/>
                  </a:lnTo>
                  <a:lnTo>
                    <a:pt x="71983" y="96001"/>
                  </a:lnTo>
                  <a:lnTo>
                    <a:pt x="70217" y="92950"/>
                  </a:lnTo>
                  <a:lnTo>
                    <a:pt x="73750" y="92927"/>
                  </a:lnTo>
                  <a:close/>
                  <a:moveTo>
                    <a:pt x="57944" y="85587"/>
                  </a:moveTo>
                  <a:lnTo>
                    <a:pt x="59940" y="89096"/>
                  </a:lnTo>
                  <a:lnTo>
                    <a:pt x="61982" y="92606"/>
                  </a:lnTo>
                  <a:lnTo>
                    <a:pt x="59963" y="96093"/>
                  </a:lnTo>
                  <a:lnTo>
                    <a:pt x="56430" y="96116"/>
                  </a:lnTo>
                  <a:lnTo>
                    <a:pt x="58449" y="92606"/>
                  </a:lnTo>
                  <a:lnTo>
                    <a:pt x="56155" y="88707"/>
                  </a:lnTo>
                  <a:lnTo>
                    <a:pt x="57944" y="85587"/>
                  </a:lnTo>
                  <a:close/>
                  <a:moveTo>
                    <a:pt x="71777" y="85151"/>
                  </a:moveTo>
                  <a:lnTo>
                    <a:pt x="65446" y="96093"/>
                  </a:lnTo>
                  <a:lnTo>
                    <a:pt x="61936" y="96116"/>
                  </a:lnTo>
                  <a:lnTo>
                    <a:pt x="68244" y="85151"/>
                  </a:lnTo>
                  <a:close/>
                  <a:moveTo>
                    <a:pt x="144058" y="91299"/>
                  </a:moveTo>
                  <a:lnTo>
                    <a:pt x="144310" y="91345"/>
                  </a:lnTo>
                  <a:lnTo>
                    <a:pt x="144540" y="91390"/>
                  </a:lnTo>
                  <a:lnTo>
                    <a:pt x="144769" y="91459"/>
                  </a:lnTo>
                  <a:lnTo>
                    <a:pt x="144976" y="91574"/>
                  </a:lnTo>
                  <a:lnTo>
                    <a:pt x="145205" y="91712"/>
                  </a:lnTo>
                  <a:lnTo>
                    <a:pt x="145412" y="91872"/>
                  </a:lnTo>
                  <a:lnTo>
                    <a:pt x="145595" y="92056"/>
                  </a:lnTo>
                  <a:lnTo>
                    <a:pt x="145779" y="92285"/>
                  </a:lnTo>
                  <a:lnTo>
                    <a:pt x="145962" y="92537"/>
                  </a:lnTo>
                  <a:lnTo>
                    <a:pt x="146100" y="92790"/>
                  </a:lnTo>
                  <a:lnTo>
                    <a:pt x="146191" y="93065"/>
                  </a:lnTo>
                  <a:lnTo>
                    <a:pt x="146260" y="93317"/>
                  </a:lnTo>
                  <a:lnTo>
                    <a:pt x="146306" y="93570"/>
                  </a:lnTo>
                  <a:lnTo>
                    <a:pt x="146329" y="93822"/>
                  </a:lnTo>
                  <a:lnTo>
                    <a:pt x="146329" y="94051"/>
                  </a:lnTo>
                  <a:lnTo>
                    <a:pt x="146283" y="94304"/>
                  </a:lnTo>
                  <a:lnTo>
                    <a:pt x="146214" y="94510"/>
                  </a:lnTo>
                  <a:lnTo>
                    <a:pt x="146146" y="94740"/>
                  </a:lnTo>
                  <a:lnTo>
                    <a:pt x="146054" y="94946"/>
                  </a:lnTo>
                  <a:lnTo>
                    <a:pt x="145916" y="95152"/>
                  </a:lnTo>
                  <a:lnTo>
                    <a:pt x="145779" y="95336"/>
                  </a:lnTo>
                  <a:lnTo>
                    <a:pt x="145641" y="95497"/>
                  </a:lnTo>
                  <a:lnTo>
                    <a:pt x="145457" y="95657"/>
                  </a:lnTo>
                  <a:lnTo>
                    <a:pt x="145274" y="95795"/>
                  </a:lnTo>
                  <a:lnTo>
                    <a:pt x="145090" y="95932"/>
                  </a:lnTo>
                  <a:lnTo>
                    <a:pt x="144884" y="96047"/>
                  </a:lnTo>
                  <a:lnTo>
                    <a:pt x="144677" y="96139"/>
                  </a:lnTo>
                  <a:lnTo>
                    <a:pt x="144471" y="96208"/>
                  </a:lnTo>
                  <a:lnTo>
                    <a:pt x="144242" y="96276"/>
                  </a:lnTo>
                  <a:lnTo>
                    <a:pt x="144012" y="96322"/>
                  </a:lnTo>
                  <a:lnTo>
                    <a:pt x="143553" y="96322"/>
                  </a:lnTo>
                  <a:lnTo>
                    <a:pt x="143324" y="96299"/>
                  </a:lnTo>
                  <a:lnTo>
                    <a:pt x="143095" y="96254"/>
                  </a:lnTo>
                  <a:lnTo>
                    <a:pt x="142865" y="96185"/>
                  </a:lnTo>
                  <a:lnTo>
                    <a:pt x="142659" y="96070"/>
                  </a:lnTo>
                  <a:lnTo>
                    <a:pt x="142429" y="95955"/>
                  </a:lnTo>
                  <a:lnTo>
                    <a:pt x="142223" y="95795"/>
                  </a:lnTo>
                  <a:lnTo>
                    <a:pt x="142039" y="95611"/>
                  </a:lnTo>
                  <a:lnTo>
                    <a:pt x="141833" y="95405"/>
                  </a:lnTo>
                  <a:lnTo>
                    <a:pt x="141672" y="95175"/>
                  </a:lnTo>
                  <a:lnTo>
                    <a:pt x="141535" y="94900"/>
                  </a:lnTo>
                  <a:lnTo>
                    <a:pt x="141420" y="94625"/>
                  </a:lnTo>
                  <a:lnTo>
                    <a:pt x="141328" y="94373"/>
                  </a:lnTo>
                  <a:lnTo>
                    <a:pt x="141282" y="94120"/>
                  </a:lnTo>
                  <a:lnTo>
                    <a:pt x="141260" y="93868"/>
                  </a:lnTo>
                  <a:lnTo>
                    <a:pt x="141260" y="93616"/>
                  </a:lnTo>
                  <a:lnTo>
                    <a:pt x="141305" y="93363"/>
                  </a:lnTo>
                  <a:lnTo>
                    <a:pt x="141351" y="93134"/>
                  </a:lnTo>
                  <a:lnTo>
                    <a:pt x="141443" y="92927"/>
                  </a:lnTo>
                  <a:lnTo>
                    <a:pt x="141535" y="92698"/>
                  </a:lnTo>
                  <a:lnTo>
                    <a:pt x="141650" y="92514"/>
                  </a:lnTo>
                  <a:lnTo>
                    <a:pt x="141810" y="92308"/>
                  </a:lnTo>
                  <a:lnTo>
                    <a:pt x="141948" y="92147"/>
                  </a:lnTo>
                  <a:lnTo>
                    <a:pt x="142131" y="91987"/>
                  </a:lnTo>
                  <a:lnTo>
                    <a:pt x="142315" y="91826"/>
                  </a:lnTo>
                  <a:lnTo>
                    <a:pt x="142498" y="91712"/>
                  </a:lnTo>
                  <a:lnTo>
                    <a:pt x="142705" y="91597"/>
                  </a:lnTo>
                  <a:lnTo>
                    <a:pt x="142911" y="91482"/>
                  </a:lnTo>
                  <a:lnTo>
                    <a:pt x="143141" y="91413"/>
                  </a:lnTo>
                  <a:lnTo>
                    <a:pt x="143370" y="91345"/>
                  </a:lnTo>
                  <a:lnTo>
                    <a:pt x="143599" y="91322"/>
                  </a:lnTo>
                  <a:lnTo>
                    <a:pt x="143829" y="91299"/>
                  </a:lnTo>
                  <a:close/>
                  <a:moveTo>
                    <a:pt x="164589" y="93937"/>
                  </a:moveTo>
                  <a:lnTo>
                    <a:pt x="166355" y="97011"/>
                  </a:lnTo>
                  <a:lnTo>
                    <a:pt x="162822" y="97011"/>
                  </a:lnTo>
                  <a:lnTo>
                    <a:pt x="161056" y="93960"/>
                  </a:lnTo>
                  <a:lnTo>
                    <a:pt x="164589" y="93937"/>
                  </a:lnTo>
                  <a:close/>
                  <a:moveTo>
                    <a:pt x="148784" y="86596"/>
                  </a:moveTo>
                  <a:lnTo>
                    <a:pt x="150779" y="90106"/>
                  </a:lnTo>
                  <a:lnTo>
                    <a:pt x="152821" y="93616"/>
                  </a:lnTo>
                  <a:lnTo>
                    <a:pt x="150802" y="97102"/>
                  </a:lnTo>
                  <a:lnTo>
                    <a:pt x="147270" y="97125"/>
                  </a:lnTo>
                  <a:lnTo>
                    <a:pt x="149288" y="93616"/>
                  </a:lnTo>
                  <a:lnTo>
                    <a:pt x="146994" y="89716"/>
                  </a:lnTo>
                  <a:lnTo>
                    <a:pt x="148784" y="86596"/>
                  </a:lnTo>
                  <a:close/>
                  <a:moveTo>
                    <a:pt x="162593" y="86160"/>
                  </a:moveTo>
                  <a:lnTo>
                    <a:pt x="156285" y="97102"/>
                  </a:lnTo>
                  <a:lnTo>
                    <a:pt x="152775" y="97125"/>
                  </a:lnTo>
                  <a:lnTo>
                    <a:pt x="159083" y="86160"/>
                  </a:lnTo>
                  <a:close/>
                  <a:moveTo>
                    <a:pt x="17113" y="94579"/>
                  </a:moveTo>
                  <a:lnTo>
                    <a:pt x="18879" y="97630"/>
                  </a:lnTo>
                  <a:lnTo>
                    <a:pt x="15346" y="97630"/>
                  </a:lnTo>
                  <a:lnTo>
                    <a:pt x="13580" y="94579"/>
                  </a:lnTo>
                  <a:close/>
                  <a:moveTo>
                    <a:pt x="15140" y="86780"/>
                  </a:moveTo>
                  <a:lnTo>
                    <a:pt x="8809" y="97745"/>
                  </a:lnTo>
                  <a:lnTo>
                    <a:pt x="5299" y="97745"/>
                  </a:lnTo>
                  <a:lnTo>
                    <a:pt x="11607" y="86780"/>
                  </a:lnTo>
                  <a:close/>
                  <a:moveTo>
                    <a:pt x="87903" y="93088"/>
                  </a:moveTo>
                  <a:lnTo>
                    <a:pt x="88132" y="93134"/>
                  </a:lnTo>
                  <a:lnTo>
                    <a:pt x="88362" y="93180"/>
                  </a:lnTo>
                  <a:lnTo>
                    <a:pt x="88591" y="93271"/>
                  </a:lnTo>
                  <a:lnTo>
                    <a:pt x="88798" y="93363"/>
                  </a:lnTo>
                  <a:lnTo>
                    <a:pt x="89027" y="93501"/>
                  </a:lnTo>
                  <a:lnTo>
                    <a:pt x="89233" y="93661"/>
                  </a:lnTo>
                  <a:lnTo>
                    <a:pt x="89417" y="93845"/>
                  </a:lnTo>
                  <a:lnTo>
                    <a:pt x="89623" y="94074"/>
                  </a:lnTo>
                  <a:lnTo>
                    <a:pt x="89784" y="94327"/>
                  </a:lnTo>
                  <a:lnTo>
                    <a:pt x="89922" y="94579"/>
                  </a:lnTo>
                  <a:lnTo>
                    <a:pt x="90013" y="94854"/>
                  </a:lnTo>
                  <a:lnTo>
                    <a:pt x="90105" y="95107"/>
                  </a:lnTo>
                  <a:lnTo>
                    <a:pt x="90128" y="95359"/>
                  </a:lnTo>
                  <a:lnTo>
                    <a:pt x="90151" y="95611"/>
                  </a:lnTo>
                  <a:lnTo>
                    <a:pt x="90151" y="95841"/>
                  </a:lnTo>
                  <a:lnTo>
                    <a:pt x="90105" y="96093"/>
                  </a:lnTo>
                  <a:lnTo>
                    <a:pt x="90059" y="96299"/>
                  </a:lnTo>
                  <a:lnTo>
                    <a:pt x="89968" y="96529"/>
                  </a:lnTo>
                  <a:lnTo>
                    <a:pt x="89876" y="96735"/>
                  </a:lnTo>
                  <a:lnTo>
                    <a:pt x="89738" y="96942"/>
                  </a:lnTo>
                  <a:lnTo>
                    <a:pt x="89600" y="97125"/>
                  </a:lnTo>
                  <a:lnTo>
                    <a:pt x="89463" y="97286"/>
                  </a:lnTo>
                  <a:lnTo>
                    <a:pt x="89279" y="97446"/>
                  </a:lnTo>
                  <a:lnTo>
                    <a:pt x="89119" y="97584"/>
                  </a:lnTo>
                  <a:lnTo>
                    <a:pt x="88912" y="97722"/>
                  </a:lnTo>
                  <a:lnTo>
                    <a:pt x="88706" y="97836"/>
                  </a:lnTo>
                  <a:lnTo>
                    <a:pt x="88499" y="97928"/>
                  </a:lnTo>
                  <a:lnTo>
                    <a:pt x="88293" y="97997"/>
                  </a:lnTo>
                  <a:lnTo>
                    <a:pt x="88064" y="98066"/>
                  </a:lnTo>
                  <a:lnTo>
                    <a:pt x="87834" y="98112"/>
                  </a:lnTo>
                  <a:lnTo>
                    <a:pt x="87375" y="98112"/>
                  </a:lnTo>
                  <a:lnTo>
                    <a:pt x="87146" y="98089"/>
                  </a:lnTo>
                  <a:lnTo>
                    <a:pt x="86917" y="98043"/>
                  </a:lnTo>
                  <a:lnTo>
                    <a:pt x="86687" y="97974"/>
                  </a:lnTo>
                  <a:lnTo>
                    <a:pt x="86481" y="97859"/>
                  </a:lnTo>
                  <a:lnTo>
                    <a:pt x="86251" y="97745"/>
                  </a:lnTo>
                  <a:lnTo>
                    <a:pt x="86045" y="97584"/>
                  </a:lnTo>
                  <a:lnTo>
                    <a:pt x="85861" y="97401"/>
                  </a:lnTo>
                  <a:lnTo>
                    <a:pt x="85678" y="97194"/>
                  </a:lnTo>
                  <a:lnTo>
                    <a:pt x="85494" y="96965"/>
                  </a:lnTo>
                  <a:lnTo>
                    <a:pt x="85357" y="96689"/>
                  </a:lnTo>
                  <a:lnTo>
                    <a:pt x="85242" y="96414"/>
                  </a:lnTo>
                  <a:lnTo>
                    <a:pt x="85150" y="96162"/>
                  </a:lnTo>
                  <a:lnTo>
                    <a:pt x="85104" y="95909"/>
                  </a:lnTo>
                  <a:lnTo>
                    <a:pt x="85081" y="95657"/>
                  </a:lnTo>
                  <a:lnTo>
                    <a:pt x="85104" y="95405"/>
                  </a:lnTo>
                  <a:lnTo>
                    <a:pt x="85127" y="95152"/>
                  </a:lnTo>
                  <a:lnTo>
                    <a:pt x="85173" y="94923"/>
                  </a:lnTo>
                  <a:lnTo>
                    <a:pt x="85265" y="94717"/>
                  </a:lnTo>
                  <a:lnTo>
                    <a:pt x="85357" y="94487"/>
                  </a:lnTo>
                  <a:lnTo>
                    <a:pt x="85494" y="94304"/>
                  </a:lnTo>
                  <a:lnTo>
                    <a:pt x="85632" y="94097"/>
                  </a:lnTo>
                  <a:lnTo>
                    <a:pt x="85770" y="93937"/>
                  </a:lnTo>
                  <a:lnTo>
                    <a:pt x="85953" y="93776"/>
                  </a:lnTo>
                  <a:lnTo>
                    <a:pt x="86137" y="93616"/>
                  </a:lnTo>
                  <a:lnTo>
                    <a:pt x="86320" y="93501"/>
                  </a:lnTo>
                  <a:lnTo>
                    <a:pt x="86527" y="93386"/>
                  </a:lnTo>
                  <a:lnTo>
                    <a:pt x="86756" y="93271"/>
                  </a:lnTo>
                  <a:lnTo>
                    <a:pt x="86962" y="93203"/>
                  </a:lnTo>
                  <a:lnTo>
                    <a:pt x="87192" y="93134"/>
                  </a:lnTo>
                  <a:lnTo>
                    <a:pt x="87421" y="93111"/>
                  </a:lnTo>
                  <a:lnTo>
                    <a:pt x="87651" y="93088"/>
                  </a:lnTo>
                  <a:close/>
                  <a:moveTo>
                    <a:pt x="107768" y="95841"/>
                  </a:moveTo>
                  <a:lnTo>
                    <a:pt x="109535" y="98892"/>
                  </a:lnTo>
                  <a:lnTo>
                    <a:pt x="106002" y="98892"/>
                  </a:lnTo>
                  <a:lnTo>
                    <a:pt x="104236" y="95864"/>
                  </a:lnTo>
                  <a:lnTo>
                    <a:pt x="107768" y="95841"/>
                  </a:lnTo>
                  <a:close/>
                  <a:moveTo>
                    <a:pt x="91940" y="88500"/>
                  </a:moveTo>
                  <a:lnTo>
                    <a:pt x="93959" y="91987"/>
                  </a:lnTo>
                  <a:lnTo>
                    <a:pt x="95978" y="95519"/>
                  </a:lnTo>
                  <a:lnTo>
                    <a:pt x="93959" y="99006"/>
                  </a:lnTo>
                  <a:lnTo>
                    <a:pt x="90426" y="99006"/>
                  </a:lnTo>
                  <a:lnTo>
                    <a:pt x="92468" y="95497"/>
                  </a:lnTo>
                  <a:lnTo>
                    <a:pt x="90151" y="91597"/>
                  </a:lnTo>
                  <a:lnTo>
                    <a:pt x="91940" y="88500"/>
                  </a:lnTo>
                  <a:close/>
                  <a:moveTo>
                    <a:pt x="105773" y="88064"/>
                  </a:moveTo>
                  <a:lnTo>
                    <a:pt x="99441" y="99006"/>
                  </a:lnTo>
                  <a:lnTo>
                    <a:pt x="95932" y="99006"/>
                  </a:lnTo>
                  <a:lnTo>
                    <a:pt x="102240" y="88064"/>
                  </a:lnTo>
                  <a:close/>
                  <a:moveTo>
                    <a:pt x="9038" y="0"/>
                  </a:moveTo>
                  <a:lnTo>
                    <a:pt x="2776" y="10874"/>
                  </a:lnTo>
                  <a:lnTo>
                    <a:pt x="0" y="10874"/>
                  </a:lnTo>
                  <a:lnTo>
                    <a:pt x="0" y="13351"/>
                  </a:lnTo>
                  <a:lnTo>
                    <a:pt x="206" y="13145"/>
                  </a:lnTo>
                  <a:lnTo>
                    <a:pt x="436" y="12984"/>
                  </a:lnTo>
                  <a:lnTo>
                    <a:pt x="665" y="12846"/>
                  </a:lnTo>
                  <a:lnTo>
                    <a:pt x="918" y="12709"/>
                  </a:lnTo>
                  <a:lnTo>
                    <a:pt x="1170" y="12617"/>
                  </a:lnTo>
                  <a:lnTo>
                    <a:pt x="1445" y="12548"/>
                  </a:lnTo>
                  <a:lnTo>
                    <a:pt x="1720" y="12525"/>
                  </a:lnTo>
                  <a:lnTo>
                    <a:pt x="1996" y="12502"/>
                  </a:lnTo>
                  <a:lnTo>
                    <a:pt x="2271" y="12525"/>
                  </a:lnTo>
                  <a:lnTo>
                    <a:pt x="2546" y="12594"/>
                  </a:lnTo>
                  <a:lnTo>
                    <a:pt x="2822" y="12686"/>
                  </a:lnTo>
                  <a:lnTo>
                    <a:pt x="3074" y="12824"/>
                  </a:lnTo>
                  <a:lnTo>
                    <a:pt x="3326" y="12984"/>
                  </a:lnTo>
                  <a:lnTo>
                    <a:pt x="3579" y="13191"/>
                  </a:lnTo>
                  <a:lnTo>
                    <a:pt x="3808" y="13443"/>
                  </a:lnTo>
                  <a:lnTo>
                    <a:pt x="4014" y="13741"/>
                  </a:lnTo>
                  <a:lnTo>
                    <a:pt x="4129" y="13993"/>
                  </a:lnTo>
                  <a:lnTo>
                    <a:pt x="4221" y="14246"/>
                  </a:lnTo>
                  <a:lnTo>
                    <a:pt x="4313" y="14475"/>
                  </a:lnTo>
                  <a:lnTo>
                    <a:pt x="4358" y="14727"/>
                  </a:lnTo>
                  <a:lnTo>
                    <a:pt x="4381" y="14957"/>
                  </a:lnTo>
                  <a:lnTo>
                    <a:pt x="4358" y="15186"/>
                  </a:lnTo>
                  <a:lnTo>
                    <a:pt x="4336" y="15416"/>
                  </a:lnTo>
                  <a:lnTo>
                    <a:pt x="4290" y="15645"/>
                  </a:lnTo>
                  <a:lnTo>
                    <a:pt x="4221" y="15851"/>
                  </a:lnTo>
                  <a:lnTo>
                    <a:pt x="4129" y="16058"/>
                  </a:lnTo>
                  <a:lnTo>
                    <a:pt x="4037" y="16241"/>
                  </a:lnTo>
                  <a:lnTo>
                    <a:pt x="3923" y="16425"/>
                  </a:lnTo>
                  <a:lnTo>
                    <a:pt x="3785" y="16586"/>
                  </a:lnTo>
                  <a:lnTo>
                    <a:pt x="3624" y="16746"/>
                  </a:lnTo>
                  <a:lnTo>
                    <a:pt x="3464" y="16907"/>
                  </a:lnTo>
                  <a:lnTo>
                    <a:pt x="3280" y="17044"/>
                  </a:lnTo>
                  <a:lnTo>
                    <a:pt x="3097" y="17159"/>
                  </a:lnTo>
                  <a:lnTo>
                    <a:pt x="2913" y="17251"/>
                  </a:lnTo>
                  <a:lnTo>
                    <a:pt x="2707" y="17343"/>
                  </a:lnTo>
                  <a:lnTo>
                    <a:pt x="2500" y="17434"/>
                  </a:lnTo>
                  <a:lnTo>
                    <a:pt x="2294" y="17480"/>
                  </a:lnTo>
                  <a:lnTo>
                    <a:pt x="2087" y="17526"/>
                  </a:lnTo>
                  <a:lnTo>
                    <a:pt x="1422" y="17526"/>
                  </a:lnTo>
                  <a:lnTo>
                    <a:pt x="1216" y="17480"/>
                  </a:lnTo>
                  <a:lnTo>
                    <a:pt x="986" y="17411"/>
                  </a:lnTo>
                  <a:lnTo>
                    <a:pt x="780" y="17320"/>
                  </a:lnTo>
                  <a:lnTo>
                    <a:pt x="573" y="17228"/>
                  </a:lnTo>
                  <a:lnTo>
                    <a:pt x="367" y="17090"/>
                  </a:lnTo>
                  <a:lnTo>
                    <a:pt x="184" y="16930"/>
                  </a:lnTo>
                  <a:lnTo>
                    <a:pt x="0" y="16746"/>
                  </a:lnTo>
                  <a:lnTo>
                    <a:pt x="0" y="21632"/>
                  </a:lnTo>
                  <a:lnTo>
                    <a:pt x="872" y="23123"/>
                  </a:lnTo>
                  <a:lnTo>
                    <a:pt x="0" y="23123"/>
                  </a:lnTo>
                  <a:lnTo>
                    <a:pt x="0" y="27596"/>
                  </a:lnTo>
                  <a:lnTo>
                    <a:pt x="4473" y="19820"/>
                  </a:lnTo>
                  <a:lnTo>
                    <a:pt x="8006" y="19820"/>
                  </a:lnTo>
                  <a:lnTo>
                    <a:pt x="1675" y="30785"/>
                  </a:lnTo>
                  <a:lnTo>
                    <a:pt x="0" y="30785"/>
                  </a:lnTo>
                  <a:lnTo>
                    <a:pt x="0" y="32574"/>
                  </a:lnTo>
                  <a:lnTo>
                    <a:pt x="367" y="32505"/>
                  </a:lnTo>
                  <a:lnTo>
                    <a:pt x="551" y="32482"/>
                  </a:lnTo>
                  <a:lnTo>
                    <a:pt x="734" y="32482"/>
                  </a:lnTo>
                  <a:lnTo>
                    <a:pt x="918" y="32505"/>
                  </a:lnTo>
                  <a:lnTo>
                    <a:pt x="1124" y="32528"/>
                  </a:lnTo>
                  <a:lnTo>
                    <a:pt x="1308" y="32551"/>
                  </a:lnTo>
                  <a:lnTo>
                    <a:pt x="1491" y="32620"/>
                  </a:lnTo>
                  <a:lnTo>
                    <a:pt x="1675" y="32689"/>
                  </a:lnTo>
                  <a:lnTo>
                    <a:pt x="1835" y="32781"/>
                  </a:lnTo>
                  <a:lnTo>
                    <a:pt x="2019" y="32895"/>
                  </a:lnTo>
                  <a:lnTo>
                    <a:pt x="2179" y="33010"/>
                  </a:lnTo>
                  <a:lnTo>
                    <a:pt x="2340" y="33171"/>
                  </a:lnTo>
                  <a:lnTo>
                    <a:pt x="2500" y="33331"/>
                  </a:lnTo>
                  <a:lnTo>
                    <a:pt x="2638" y="33515"/>
                  </a:lnTo>
                  <a:lnTo>
                    <a:pt x="2776" y="33721"/>
                  </a:lnTo>
                  <a:lnTo>
                    <a:pt x="2890" y="33928"/>
                  </a:lnTo>
                  <a:lnTo>
                    <a:pt x="2959" y="34134"/>
                  </a:lnTo>
                  <a:lnTo>
                    <a:pt x="3028" y="34318"/>
                  </a:lnTo>
                  <a:lnTo>
                    <a:pt x="3097" y="34524"/>
                  </a:lnTo>
                  <a:lnTo>
                    <a:pt x="3120" y="34708"/>
                  </a:lnTo>
                  <a:lnTo>
                    <a:pt x="3143" y="34914"/>
                  </a:lnTo>
                  <a:lnTo>
                    <a:pt x="3143" y="35098"/>
                  </a:lnTo>
                  <a:lnTo>
                    <a:pt x="3120" y="35281"/>
                  </a:lnTo>
                  <a:lnTo>
                    <a:pt x="3097" y="35465"/>
                  </a:lnTo>
                  <a:lnTo>
                    <a:pt x="3051" y="35625"/>
                  </a:lnTo>
                  <a:lnTo>
                    <a:pt x="3005" y="35809"/>
                  </a:lnTo>
                  <a:lnTo>
                    <a:pt x="2936" y="35969"/>
                  </a:lnTo>
                  <a:lnTo>
                    <a:pt x="2776" y="36290"/>
                  </a:lnTo>
                  <a:lnTo>
                    <a:pt x="2546" y="36566"/>
                  </a:lnTo>
                  <a:lnTo>
                    <a:pt x="2317" y="36818"/>
                  </a:lnTo>
                  <a:lnTo>
                    <a:pt x="2019" y="37047"/>
                  </a:lnTo>
                  <a:lnTo>
                    <a:pt x="1720" y="37208"/>
                  </a:lnTo>
                  <a:lnTo>
                    <a:pt x="1399" y="37369"/>
                  </a:lnTo>
                  <a:lnTo>
                    <a:pt x="1055" y="37460"/>
                  </a:lnTo>
                  <a:lnTo>
                    <a:pt x="711" y="37506"/>
                  </a:lnTo>
                  <a:lnTo>
                    <a:pt x="344" y="37506"/>
                  </a:lnTo>
                  <a:lnTo>
                    <a:pt x="184" y="37483"/>
                  </a:lnTo>
                  <a:lnTo>
                    <a:pt x="0" y="37460"/>
                  </a:lnTo>
                  <a:lnTo>
                    <a:pt x="0" y="45076"/>
                  </a:lnTo>
                  <a:lnTo>
                    <a:pt x="3166" y="39571"/>
                  </a:lnTo>
                  <a:lnTo>
                    <a:pt x="6698" y="39571"/>
                  </a:lnTo>
                  <a:lnTo>
                    <a:pt x="367" y="50536"/>
                  </a:lnTo>
                  <a:lnTo>
                    <a:pt x="0" y="50536"/>
                  </a:lnTo>
                  <a:lnTo>
                    <a:pt x="0" y="52233"/>
                  </a:lnTo>
                  <a:lnTo>
                    <a:pt x="206" y="52279"/>
                  </a:lnTo>
                  <a:lnTo>
                    <a:pt x="436" y="52371"/>
                  </a:lnTo>
                  <a:lnTo>
                    <a:pt x="642" y="52485"/>
                  </a:lnTo>
                  <a:lnTo>
                    <a:pt x="826" y="52600"/>
                  </a:lnTo>
                  <a:lnTo>
                    <a:pt x="1032" y="52761"/>
                  </a:lnTo>
                  <a:lnTo>
                    <a:pt x="1216" y="52944"/>
                  </a:lnTo>
                  <a:lnTo>
                    <a:pt x="1376" y="53151"/>
                  </a:lnTo>
                  <a:lnTo>
                    <a:pt x="1537" y="53403"/>
                  </a:lnTo>
                  <a:lnTo>
                    <a:pt x="1698" y="53724"/>
                  </a:lnTo>
                  <a:lnTo>
                    <a:pt x="1812" y="54022"/>
                  </a:lnTo>
                  <a:lnTo>
                    <a:pt x="1881" y="54344"/>
                  </a:lnTo>
                  <a:lnTo>
                    <a:pt x="1927" y="54642"/>
                  </a:lnTo>
                  <a:lnTo>
                    <a:pt x="1904" y="54917"/>
                  </a:lnTo>
                  <a:lnTo>
                    <a:pt x="1858" y="55215"/>
                  </a:lnTo>
                  <a:lnTo>
                    <a:pt x="1789" y="55468"/>
                  </a:lnTo>
                  <a:lnTo>
                    <a:pt x="1675" y="55720"/>
                  </a:lnTo>
                  <a:lnTo>
                    <a:pt x="1537" y="55972"/>
                  </a:lnTo>
                  <a:lnTo>
                    <a:pt x="1376" y="56202"/>
                  </a:lnTo>
                  <a:lnTo>
                    <a:pt x="1193" y="56408"/>
                  </a:lnTo>
                  <a:lnTo>
                    <a:pt x="986" y="56592"/>
                  </a:lnTo>
                  <a:lnTo>
                    <a:pt x="757" y="56752"/>
                  </a:lnTo>
                  <a:lnTo>
                    <a:pt x="505" y="56890"/>
                  </a:lnTo>
                  <a:lnTo>
                    <a:pt x="252" y="57004"/>
                  </a:lnTo>
                  <a:lnTo>
                    <a:pt x="0" y="57096"/>
                  </a:lnTo>
                  <a:lnTo>
                    <a:pt x="0" y="63083"/>
                  </a:lnTo>
                  <a:lnTo>
                    <a:pt x="2065" y="59482"/>
                  </a:lnTo>
                  <a:lnTo>
                    <a:pt x="5597" y="59482"/>
                  </a:lnTo>
                  <a:lnTo>
                    <a:pt x="0" y="69185"/>
                  </a:lnTo>
                  <a:lnTo>
                    <a:pt x="0" y="72741"/>
                  </a:lnTo>
                  <a:lnTo>
                    <a:pt x="229" y="72993"/>
                  </a:lnTo>
                  <a:lnTo>
                    <a:pt x="459" y="73314"/>
                  </a:lnTo>
                  <a:lnTo>
                    <a:pt x="573" y="73544"/>
                  </a:lnTo>
                  <a:lnTo>
                    <a:pt x="665" y="73750"/>
                  </a:lnTo>
                  <a:lnTo>
                    <a:pt x="734" y="73980"/>
                  </a:lnTo>
                  <a:lnTo>
                    <a:pt x="803" y="74209"/>
                  </a:lnTo>
                  <a:lnTo>
                    <a:pt x="826" y="74415"/>
                  </a:lnTo>
                  <a:lnTo>
                    <a:pt x="826" y="74622"/>
                  </a:lnTo>
                  <a:lnTo>
                    <a:pt x="826" y="74851"/>
                  </a:lnTo>
                  <a:lnTo>
                    <a:pt x="780" y="75035"/>
                  </a:lnTo>
                  <a:lnTo>
                    <a:pt x="734" y="75241"/>
                  </a:lnTo>
                  <a:lnTo>
                    <a:pt x="665" y="75425"/>
                  </a:lnTo>
                  <a:lnTo>
                    <a:pt x="596" y="75608"/>
                  </a:lnTo>
                  <a:lnTo>
                    <a:pt x="505" y="75792"/>
                  </a:lnTo>
                  <a:lnTo>
                    <a:pt x="390" y="75952"/>
                  </a:lnTo>
                  <a:lnTo>
                    <a:pt x="275" y="76113"/>
                  </a:lnTo>
                  <a:lnTo>
                    <a:pt x="138" y="76251"/>
                  </a:lnTo>
                  <a:lnTo>
                    <a:pt x="0" y="76388"/>
                  </a:lnTo>
                  <a:lnTo>
                    <a:pt x="0" y="80471"/>
                  </a:lnTo>
                  <a:lnTo>
                    <a:pt x="711" y="79233"/>
                  </a:lnTo>
                  <a:lnTo>
                    <a:pt x="4244" y="79233"/>
                  </a:lnTo>
                  <a:lnTo>
                    <a:pt x="0" y="86573"/>
                  </a:lnTo>
                  <a:lnTo>
                    <a:pt x="0" y="89486"/>
                  </a:lnTo>
                  <a:lnTo>
                    <a:pt x="1308" y="87238"/>
                  </a:lnTo>
                  <a:lnTo>
                    <a:pt x="3303" y="90725"/>
                  </a:lnTo>
                  <a:lnTo>
                    <a:pt x="5345" y="94235"/>
                  </a:lnTo>
                  <a:lnTo>
                    <a:pt x="3326" y="97745"/>
                  </a:lnTo>
                  <a:lnTo>
                    <a:pt x="0" y="97745"/>
                  </a:lnTo>
                  <a:lnTo>
                    <a:pt x="0" y="99098"/>
                  </a:lnTo>
                  <a:lnTo>
                    <a:pt x="11126" y="99098"/>
                  </a:lnTo>
                  <a:lnTo>
                    <a:pt x="10414" y="97882"/>
                  </a:lnTo>
                  <a:lnTo>
                    <a:pt x="12204" y="94785"/>
                  </a:lnTo>
                  <a:lnTo>
                    <a:pt x="14681" y="99098"/>
                  </a:lnTo>
                  <a:lnTo>
                    <a:pt x="19751" y="99098"/>
                  </a:lnTo>
                  <a:lnTo>
                    <a:pt x="22503" y="94327"/>
                  </a:lnTo>
                  <a:lnTo>
                    <a:pt x="26036" y="94327"/>
                  </a:lnTo>
                  <a:lnTo>
                    <a:pt x="23283" y="99098"/>
                  </a:lnTo>
                  <a:lnTo>
                    <a:pt x="29270" y="99098"/>
                  </a:lnTo>
                  <a:lnTo>
                    <a:pt x="29064" y="98869"/>
                  </a:lnTo>
                  <a:lnTo>
                    <a:pt x="28858" y="98593"/>
                  </a:lnTo>
                  <a:lnTo>
                    <a:pt x="28720" y="98318"/>
                  </a:lnTo>
                  <a:lnTo>
                    <a:pt x="28605" y="98066"/>
                  </a:lnTo>
                  <a:lnTo>
                    <a:pt x="28513" y="97790"/>
                  </a:lnTo>
                  <a:lnTo>
                    <a:pt x="28468" y="97538"/>
                  </a:lnTo>
                  <a:lnTo>
                    <a:pt x="28445" y="97286"/>
                  </a:lnTo>
                  <a:lnTo>
                    <a:pt x="28468" y="97033"/>
                  </a:lnTo>
                  <a:lnTo>
                    <a:pt x="28490" y="96804"/>
                  </a:lnTo>
                  <a:lnTo>
                    <a:pt x="28536" y="96575"/>
                  </a:lnTo>
                  <a:lnTo>
                    <a:pt x="28628" y="96345"/>
                  </a:lnTo>
                  <a:lnTo>
                    <a:pt x="28720" y="96139"/>
                  </a:lnTo>
                  <a:lnTo>
                    <a:pt x="28858" y="95932"/>
                  </a:lnTo>
                  <a:lnTo>
                    <a:pt x="28995" y="95749"/>
                  </a:lnTo>
                  <a:lnTo>
                    <a:pt x="29133" y="95565"/>
                  </a:lnTo>
                  <a:lnTo>
                    <a:pt x="29316" y="95405"/>
                  </a:lnTo>
                  <a:lnTo>
                    <a:pt x="29500" y="95267"/>
                  </a:lnTo>
                  <a:lnTo>
                    <a:pt x="29683" y="95130"/>
                  </a:lnTo>
                  <a:lnTo>
                    <a:pt x="29890" y="95015"/>
                  </a:lnTo>
                  <a:lnTo>
                    <a:pt x="30119" y="94923"/>
                  </a:lnTo>
                  <a:lnTo>
                    <a:pt x="30326" y="94831"/>
                  </a:lnTo>
                  <a:lnTo>
                    <a:pt x="30555" y="94785"/>
                  </a:lnTo>
                  <a:lnTo>
                    <a:pt x="30784" y="94740"/>
                  </a:lnTo>
                  <a:lnTo>
                    <a:pt x="31014" y="94717"/>
                  </a:lnTo>
                  <a:lnTo>
                    <a:pt x="31266" y="94740"/>
                  </a:lnTo>
                  <a:lnTo>
                    <a:pt x="31496" y="94762"/>
                  </a:lnTo>
                  <a:lnTo>
                    <a:pt x="31725" y="94808"/>
                  </a:lnTo>
                  <a:lnTo>
                    <a:pt x="31954" y="94900"/>
                  </a:lnTo>
                  <a:lnTo>
                    <a:pt x="32161" y="94992"/>
                  </a:lnTo>
                  <a:lnTo>
                    <a:pt x="32390" y="95130"/>
                  </a:lnTo>
                  <a:lnTo>
                    <a:pt x="32597" y="95290"/>
                  </a:lnTo>
                  <a:lnTo>
                    <a:pt x="32780" y="95497"/>
                  </a:lnTo>
                  <a:lnTo>
                    <a:pt x="32964" y="95703"/>
                  </a:lnTo>
                  <a:lnTo>
                    <a:pt x="33147" y="95955"/>
                  </a:lnTo>
                  <a:lnTo>
                    <a:pt x="33262" y="96185"/>
                  </a:lnTo>
                  <a:lnTo>
                    <a:pt x="33354" y="96414"/>
                  </a:lnTo>
                  <a:lnTo>
                    <a:pt x="33445" y="96644"/>
                  </a:lnTo>
                  <a:lnTo>
                    <a:pt x="33491" y="96873"/>
                  </a:lnTo>
                  <a:lnTo>
                    <a:pt x="33514" y="97102"/>
                  </a:lnTo>
                  <a:lnTo>
                    <a:pt x="33514" y="97309"/>
                  </a:lnTo>
                  <a:lnTo>
                    <a:pt x="33491" y="97515"/>
                  </a:lnTo>
                  <a:lnTo>
                    <a:pt x="33468" y="97722"/>
                  </a:lnTo>
                  <a:lnTo>
                    <a:pt x="33422" y="97928"/>
                  </a:lnTo>
                  <a:lnTo>
                    <a:pt x="33354" y="98135"/>
                  </a:lnTo>
                  <a:lnTo>
                    <a:pt x="33262" y="98318"/>
                  </a:lnTo>
                  <a:lnTo>
                    <a:pt x="33170" y="98479"/>
                  </a:lnTo>
                  <a:lnTo>
                    <a:pt x="33055" y="98662"/>
                  </a:lnTo>
                  <a:lnTo>
                    <a:pt x="32918" y="98823"/>
                  </a:lnTo>
                  <a:lnTo>
                    <a:pt x="32780" y="98960"/>
                  </a:lnTo>
                  <a:lnTo>
                    <a:pt x="32642" y="99098"/>
                  </a:lnTo>
                  <a:lnTo>
                    <a:pt x="34684" y="99098"/>
                  </a:lnTo>
                  <a:lnTo>
                    <a:pt x="35831" y="97148"/>
                  </a:lnTo>
                  <a:lnTo>
                    <a:pt x="33514" y="93249"/>
                  </a:lnTo>
                  <a:lnTo>
                    <a:pt x="35303" y="90129"/>
                  </a:lnTo>
                  <a:lnTo>
                    <a:pt x="37322" y="93638"/>
                  </a:lnTo>
                  <a:lnTo>
                    <a:pt x="39341" y="97148"/>
                  </a:lnTo>
                  <a:lnTo>
                    <a:pt x="38217" y="99098"/>
                  </a:lnTo>
                  <a:lnTo>
                    <a:pt x="40189" y="99098"/>
                  </a:lnTo>
                  <a:lnTo>
                    <a:pt x="45603" y="89693"/>
                  </a:lnTo>
                  <a:lnTo>
                    <a:pt x="49136" y="89693"/>
                  </a:lnTo>
                  <a:lnTo>
                    <a:pt x="43699" y="99098"/>
                  </a:lnTo>
                  <a:lnTo>
                    <a:pt x="44984" y="99098"/>
                  </a:lnTo>
                  <a:lnTo>
                    <a:pt x="45741" y="97790"/>
                  </a:lnTo>
                  <a:lnTo>
                    <a:pt x="46475" y="99098"/>
                  </a:lnTo>
                  <a:lnTo>
                    <a:pt x="47989" y="99098"/>
                  </a:lnTo>
                  <a:lnTo>
                    <a:pt x="47117" y="97607"/>
                  </a:lnTo>
                  <a:lnTo>
                    <a:pt x="50650" y="97584"/>
                  </a:lnTo>
                  <a:lnTo>
                    <a:pt x="51521" y="99098"/>
                  </a:lnTo>
                  <a:lnTo>
                    <a:pt x="55031" y="99098"/>
                  </a:lnTo>
                  <a:lnTo>
                    <a:pt x="56040" y="97355"/>
                  </a:lnTo>
                  <a:lnTo>
                    <a:pt x="59573" y="97355"/>
                  </a:lnTo>
                  <a:lnTo>
                    <a:pt x="58564" y="99098"/>
                  </a:lnTo>
                  <a:lnTo>
                    <a:pt x="62280" y="99098"/>
                  </a:lnTo>
                  <a:lnTo>
                    <a:pt x="62463" y="98823"/>
                  </a:lnTo>
                  <a:lnTo>
                    <a:pt x="62670" y="98593"/>
                  </a:lnTo>
                  <a:lnTo>
                    <a:pt x="62899" y="98364"/>
                  </a:lnTo>
                  <a:lnTo>
                    <a:pt x="63152" y="98180"/>
                  </a:lnTo>
                  <a:lnTo>
                    <a:pt x="63427" y="98020"/>
                  </a:lnTo>
                  <a:lnTo>
                    <a:pt x="63725" y="97882"/>
                  </a:lnTo>
                  <a:lnTo>
                    <a:pt x="64023" y="97790"/>
                  </a:lnTo>
                  <a:lnTo>
                    <a:pt x="64344" y="97745"/>
                  </a:lnTo>
                  <a:lnTo>
                    <a:pt x="64666" y="97745"/>
                  </a:lnTo>
                  <a:lnTo>
                    <a:pt x="64987" y="97768"/>
                  </a:lnTo>
                  <a:lnTo>
                    <a:pt x="65285" y="97836"/>
                  </a:lnTo>
                  <a:lnTo>
                    <a:pt x="65606" y="97951"/>
                  </a:lnTo>
                  <a:lnTo>
                    <a:pt x="65904" y="98135"/>
                  </a:lnTo>
                  <a:lnTo>
                    <a:pt x="66180" y="98364"/>
                  </a:lnTo>
                  <a:lnTo>
                    <a:pt x="66432" y="98639"/>
                  </a:lnTo>
                  <a:lnTo>
                    <a:pt x="66684" y="98960"/>
                  </a:lnTo>
                  <a:lnTo>
                    <a:pt x="66753" y="99098"/>
                  </a:lnTo>
                  <a:lnTo>
                    <a:pt x="68726" y="99098"/>
                  </a:lnTo>
                  <a:lnTo>
                    <a:pt x="67051" y="96254"/>
                  </a:lnTo>
                  <a:lnTo>
                    <a:pt x="68841" y="93134"/>
                  </a:lnTo>
                  <a:lnTo>
                    <a:pt x="70446" y="95932"/>
                  </a:lnTo>
                  <a:lnTo>
                    <a:pt x="72258" y="99098"/>
                  </a:lnTo>
                  <a:lnTo>
                    <a:pt x="75447" y="99098"/>
                  </a:lnTo>
                  <a:lnTo>
                    <a:pt x="79140" y="92698"/>
                  </a:lnTo>
                  <a:lnTo>
                    <a:pt x="82673" y="92698"/>
                  </a:lnTo>
                  <a:lnTo>
                    <a:pt x="78980" y="99098"/>
                  </a:lnTo>
                  <a:lnTo>
                    <a:pt x="101093" y="99098"/>
                  </a:lnTo>
                  <a:lnTo>
                    <a:pt x="102836" y="96047"/>
                  </a:lnTo>
                  <a:lnTo>
                    <a:pt x="104580" y="99098"/>
                  </a:lnTo>
                  <a:lnTo>
                    <a:pt x="111140" y="99098"/>
                  </a:lnTo>
                  <a:lnTo>
                    <a:pt x="113136" y="95611"/>
                  </a:lnTo>
                  <a:lnTo>
                    <a:pt x="116669" y="95611"/>
                  </a:lnTo>
                  <a:lnTo>
                    <a:pt x="114650" y="99098"/>
                  </a:lnTo>
                  <a:lnTo>
                    <a:pt x="118252" y="99098"/>
                  </a:lnTo>
                  <a:lnTo>
                    <a:pt x="118183" y="98869"/>
                  </a:lnTo>
                  <a:lnTo>
                    <a:pt x="118160" y="98616"/>
                  </a:lnTo>
                  <a:lnTo>
                    <a:pt x="118160" y="98387"/>
                  </a:lnTo>
                  <a:lnTo>
                    <a:pt x="118160" y="98180"/>
                  </a:lnTo>
                  <a:lnTo>
                    <a:pt x="118206" y="97951"/>
                  </a:lnTo>
                  <a:lnTo>
                    <a:pt x="118274" y="97745"/>
                  </a:lnTo>
                  <a:lnTo>
                    <a:pt x="118343" y="97538"/>
                  </a:lnTo>
                  <a:lnTo>
                    <a:pt x="118435" y="97355"/>
                  </a:lnTo>
                  <a:lnTo>
                    <a:pt x="118550" y="97171"/>
                  </a:lnTo>
                  <a:lnTo>
                    <a:pt x="118664" y="96988"/>
                  </a:lnTo>
                  <a:lnTo>
                    <a:pt x="118802" y="96827"/>
                  </a:lnTo>
                  <a:lnTo>
                    <a:pt x="118963" y="96666"/>
                  </a:lnTo>
                  <a:lnTo>
                    <a:pt x="119123" y="96529"/>
                  </a:lnTo>
                  <a:lnTo>
                    <a:pt x="119307" y="96414"/>
                  </a:lnTo>
                  <a:lnTo>
                    <a:pt x="119490" y="96299"/>
                  </a:lnTo>
                  <a:lnTo>
                    <a:pt x="119674" y="96208"/>
                  </a:lnTo>
                  <a:lnTo>
                    <a:pt x="119880" y="96116"/>
                  </a:lnTo>
                  <a:lnTo>
                    <a:pt x="120064" y="96047"/>
                  </a:lnTo>
                  <a:lnTo>
                    <a:pt x="120293" y="96001"/>
                  </a:lnTo>
                  <a:lnTo>
                    <a:pt x="120500" y="95955"/>
                  </a:lnTo>
                  <a:lnTo>
                    <a:pt x="120912" y="95955"/>
                  </a:lnTo>
                  <a:lnTo>
                    <a:pt x="121142" y="95978"/>
                  </a:lnTo>
                  <a:lnTo>
                    <a:pt x="121348" y="96024"/>
                  </a:lnTo>
                  <a:lnTo>
                    <a:pt x="121555" y="96070"/>
                  </a:lnTo>
                  <a:lnTo>
                    <a:pt x="121761" y="96162"/>
                  </a:lnTo>
                  <a:lnTo>
                    <a:pt x="121968" y="96276"/>
                  </a:lnTo>
                  <a:lnTo>
                    <a:pt x="122151" y="96414"/>
                  </a:lnTo>
                  <a:lnTo>
                    <a:pt x="122358" y="96552"/>
                  </a:lnTo>
                  <a:lnTo>
                    <a:pt x="122518" y="96735"/>
                  </a:lnTo>
                  <a:lnTo>
                    <a:pt x="122702" y="96942"/>
                  </a:lnTo>
                  <a:lnTo>
                    <a:pt x="122862" y="97171"/>
                  </a:lnTo>
                  <a:lnTo>
                    <a:pt x="122977" y="97423"/>
                  </a:lnTo>
                  <a:lnTo>
                    <a:pt x="123092" y="97676"/>
                  </a:lnTo>
                  <a:lnTo>
                    <a:pt x="123161" y="97928"/>
                  </a:lnTo>
                  <a:lnTo>
                    <a:pt x="123206" y="98180"/>
                  </a:lnTo>
                  <a:lnTo>
                    <a:pt x="123229" y="98410"/>
                  </a:lnTo>
                  <a:lnTo>
                    <a:pt x="123206" y="98639"/>
                  </a:lnTo>
                  <a:lnTo>
                    <a:pt x="123183" y="98869"/>
                  </a:lnTo>
                  <a:lnTo>
                    <a:pt x="123138" y="99098"/>
                  </a:lnTo>
                  <a:lnTo>
                    <a:pt x="125707" y="99098"/>
                  </a:lnTo>
                  <a:lnTo>
                    <a:pt x="126189" y="98249"/>
                  </a:lnTo>
                  <a:lnTo>
                    <a:pt x="123872" y="94350"/>
                  </a:lnTo>
                  <a:lnTo>
                    <a:pt x="125661" y="91253"/>
                  </a:lnTo>
                  <a:lnTo>
                    <a:pt x="127680" y="94740"/>
                  </a:lnTo>
                  <a:lnTo>
                    <a:pt x="129698" y="98249"/>
                  </a:lnTo>
                  <a:lnTo>
                    <a:pt x="129216" y="99098"/>
                  </a:lnTo>
                  <a:lnTo>
                    <a:pt x="131189" y="99098"/>
                  </a:lnTo>
                  <a:lnTo>
                    <a:pt x="135961" y="90794"/>
                  </a:lnTo>
                  <a:lnTo>
                    <a:pt x="139493" y="90794"/>
                  </a:lnTo>
                  <a:lnTo>
                    <a:pt x="134699" y="99098"/>
                  </a:lnTo>
                  <a:lnTo>
                    <a:pt x="138232" y="99098"/>
                  </a:lnTo>
                  <a:lnTo>
                    <a:pt x="137956" y="98593"/>
                  </a:lnTo>
                  <a:lnTo>
                    <a:pt x="141489" y="98593"/>
                  </a:lnTo>
                  <a:lnTo>
                    <a:pt x="141787" y="99098"/>
                  </a:lnTo>
                  <a:lnTo>
                    <a:pt x="146444" y="99098"/>
                  </a:lnTo>
                  <a:lnTo>
                    <a:pt x="146857" y="98364"/>
                  </a:lnTo>
                  <a:lnTo>
                    <a:pt x="150389" y="98364"/>
                  </a:lnTo>
                  <a:lnTo>
                    <a:pt x="149954" y="99098"/>
                  </a:lnTo>
                  <a:lnTo>
                    <a:pt x="154128" y="99098"/>
                  </a:lnTo>
                  <a:lnTo>
                    <a:pt x="154427" y="98960"/>
                  </a:lnTo>
                  <a:lnTo>
                    <a:pt x="154748" y="98846"/>
                  </a:lnTo>
                  <a:lnTo>
                    <a:pt x="155069" y="98777"/>
                  </a:lnTo>
                  <a:lnTo>
                    <a:pt x="155390" y="98754"/>
                  </a:lnTo>
                  <a:lnTo>
                    <a:pt x="155711" y="98754"/>
                  </a:lnTo>
                  <a:lnTo>
                    <a:pt x="156032" y="98823"/>
                  </a:lnTo>
                  <a:lnTo>
                    <a:pt x="156354" y="98937"/>
                  </a:lnTo>
                  <a:lnTo>
                    <a:pt x="156675" y="99098"/>
                  </a:lnTo>
                  <a:lnTo>
                    <a:pt x="158969" y="99098"/>
                  </a:lnTo>
                  <a:lnTo>
                    <a:pt x="157890" y="97263"/>
                  </a:lnTo>
                  <a:lnTo>
                    <a:pt x="159680" y="94143"/>
                  </a:lnTo>
                  <a:lnTo>
                    <a:pt x="160964" y="96414"/>
                  </a:lnTo>
                  <a:lnTo>
                    <a:pt x="162524" y="99098"/>
                  </a:lnTo>
                  <a:lnTo>
                    <a:pt x="166860" y="99098"/>
                  </a:lnTo>
                  <a:lnTo>
                    <a:pt x="169979" y="93707"/>
                  </a:lnTo>
                  <a:lnTo>
                    <a:pt x="173489" y="93707"/>
                  </a:lnTo>
                  <a:lnTo>
                    <a:pt x="170392" y="99098"/>
                  </a:lnTo>
                  <a:lnTo>
                    <a:pt x="176173" y="99098"/>
                  </a:lnTo>
                  <a:lnTo>
                    <a:pt x="176173" y="89578"/>
                  </a:lnTo>
                  <a:lnTo>
                    <a:pt x="174521" y="92446"/>
                  </a:lnTo>
                  <a:lnTo>
                    <a:pt x="170989" y="92446"/>
                  </a:lnTo>
                  <a:lnTo>
                    <a:pt x="173030" y="88936"/>
                  </a:lnTo>
                  <a:lnTo>
                    <a:pt x="170713" y="85036"/>
                  </a:lnTo>
                  <a:lnTo>
                    <a:pt x="172503" y="81917"/>
                  </a:lnTo>
                  <a:lnTo>
                    <a:pt x="174246" y="84967"/>
                  </a:lnTo>
                  <a:lnTo>
                    <a:pt x="176173" y="88294"/>
                  </a:lnTo>
                  <a:lnTo>
                    <a:pt x="176173" y="84784"/>
                  </a:lnTo>
                  <a:lnTo>
                    <a:pt x="175668" y="84784"/>
                  </a:lnTo>
                  <a:lnTo>
                    <a:pt x="173902" y="81733"/>
                  </a:lnTo>
                  <a:lnTo>
                    <a:pt x="176173" y="81733"/>
                  </a:lnTo>
                  <a:lnTo>
                    <a:pt x="176173" y="72121"/>
                  </a:lnTo>
                  <a:lnTo>
                    <a:pt x="175852" y="72695"/>
                  </a:lnTo>
                  <a:lnTo>
                    <a:pt x="172319" y="72695"/>
                  </a:lnTo>
                  <a:lnTo>
                    <a:pt x="174338" y="69185"/>
                  </a:lnTo>
                  <a:lnTo>
                    <a:pt x="172021" y="65286"/>
                  </a:lnTo>
                  <a:lnTo>
                    <a:pt x="173833" y="62189"/>
                  </a:lnTo>
                  <a:lnTo>
                    <a:pt x="176173" y="66272"/>
                  </a:lnTo>
                  <a:lnTo>
                    <a:pt x="176173" y="63634"/>
                  </a:lnTo>
                  <a:lnTo>
                    <a:pt x="175210" y="61982"/>
                  </a:lnTo>
                  <a:lnTo>
                    <a:pt x="176173" y="61982"/>
                  </a:lnTo>
                  <a:lnTo>
                    <a:pt x="176173" y="55284"/>
                  </a:lnTo>
                  <a:lnTo>
                    <a:pt x="170484" y="65125"/>
                  </a:lnTo>
                  <a:lnTo>
                    <a:pt x="166974" y="65148"/>
                  </a:lnTo>
                  <a:lnTo>
                    <a:pt x="173283" y="54183"/>
                  </a:lnTo>
                  <a:lnTo>
                    <a:pt x="176173" y="54183"/>
                  </a:lnTo>
                  <a:lnTo>
                    <a:pt x="176173" y="52784"/>
                  </a:lnTo>
                  <a:lnTo>
                    <a:pt x="173397" y="52784"/>
                  </a:lnTo>
                  <a:lnTo>
                    <a:pt x="175439" y="49274"/>
                  </a:lnTo>
                  <a:lnTo>
                    <a:pt x="173122" y="45374"/>
                  </a:lnTo>
                  <a:lnTo>
                    <a:pt x="174911" y="42277"/>
                  </a:lnTo>
                  <a:lnTo>
                    <a:pt x="176173" y="44480"/>
                  </a:lnTo>
                  <a:lnTo>
                    <a:pt x="176173" y="37254"/>
                  </a:lnTo>
                  <a:lnTo>
                    <a:pt x="171562" y="45214"/>
                  </a:lnTo>
                  <a:lnTo>
                    <a:pt x="168053" y="45237"/>
                  </a:lnTo>
                  <a:lnTo>
                    <a:pt x="174361" y="34272"/>
                  </a:lnTo>
                  <a:lnTo>
                    <a:pt x="176173" y="34272"/>
                  </a:lnTo>
                  <a:lnTo>
                    <a:pt x="176173" y="33033"/>
                  </a:lnTo>
                  <a:lnTo>
                    <a:pt x="174774" y="33033"/>
                  </a:lnTo>
                  <a:lnTo>
                    <a:pt x="176173" y="30601"/>
                  </a:lnTo>
                  <a:lnTo>
                    <a:pt x="176173" y="28468"/>
                  </a:lnTo>
                  <a:lnTo>
                    <a:pt x="174498" y="25624"/>
                  </a:lnTo>
                  <a:lnTo>
                    <a:pt x="176173" y="22710"/>
                  </a:lnTo>
                  <a:lnTo>
                    <a:pt x="176173" y="19774"/>
                  </a:lnTo>
                  <a:lnTo>
                    <a:pt x="172893" y="25486"/>
                  </a:lnTo>
                  <a:lnTo>
                    <a:pt x="169360" y="25486"/>
                  </a:lnTo>
                  <a:lnTo>
                    <a:pt x="175691" y="14521"/>
                  </a:lnTo>
                  <a:lnTo>
                    <a:pt x="176173" y="14521"/>
                  </a:lnTo>
                  <a:lnTo>
                    <a:pt x="176173" y="13902"/>
                  </a:lnTo>
                  <a:lnTo>
                    <a:pt x="176173" y="13122"/>
                  </a:lnTo>
                  <a:lnTo>
                    <a:pt x="176173" y="12571"/>
                  </a:lnTo>
                  <a:lnTo>
                    <a:pt x="176173" y="12456"/>
                  </a:lnTo>
                  <a:lnTo>
                    <a:pt x="176173" y="6722"/>
                  </a:lnTo>
                  <a:lnTo>
                    <a:pt x="175577" y="5712"/>
                  </a:lnTo>
                  <a:lnTo>
                    <a:pt x="176173" y="4680"/>
                  </a:lnTo>
                  <a:lnTo>
                    <a:pt x="176173" y="1767"/>
                  </a:lnTo>
                  <a:lnTo>
                    <a:pt x="173971" y="5575"/>
                  </a:lnTo>
                  <a:lnTo>
                    <a:pt x="170461" y="5575"/>
                  </a:lnTo>
                  <a:lnTo>
                    <a:pt x="173673" y="0"/>
                  </a:lnTo>
                  <a:lnTo>
                    <a:pt x="169314" y="0"/>
                  </a:lnTo>
                  <a:lnTo>
                    <a:pt x="170507" y="2065"/>
                  </a:lnTo>
                  <a:lnTo>
                    <a:pt x="168488" y="5575"/>
                  </a:lnTo>
                  <a:lnTo>
                    <a:pt x="164956" y="5575"/>
                  </a:lnTo>
                  <a:lnTo>
                    <a:pt x="166997" y="2065"/>
                  </a:lnTo>
                  <a:lnTo>
                    <a:pt x="165759" y="0"/>
                  </a:lnTo>
                  <a:lnTo>
                    <a:pt x="163465" y="0"/>
                  </a:lnTo>
                  <a:lnTo>
                    <a:pt x="163694" y="161"/>
                  </a:lnTo>
                  <a:lnTo>
                    <a:pt x="163901" y="367"/>
                  </a:lnTo>
                  <a:lnTo>
                    <a:pt x="164130" y="620"/>
                  </a:lnTo>
                  <a:lnTo>
                    <a:pt x="164313" y="895"/>
                  </a:lnTo>
                  <a:lnTo>
                    <a:pt x="164451" y="1147"/>
                  </a:lnTo>
                  <a:lnTo>
                    <a:pt x="164543" y="1423"/>
                  </a:lnTo>
                  <a:lnTo>
                    <a:pt x="164612" y="1675"/>
                  </a:lnTo>
                  <a:lnTo>
                    <a:pt x="164658" y="1927"/>
                  </a:lnTo>
                  <a:lnTo>
                    <a:pt x="164680" y="2180"/>
                  </a:lnTo>
                  <a:lnTo>
                    <a:pt x="164680" y="2409"/>
                  </a:lnTo>
                  <a:lnTo>
                    <a:pt x="164635" y="2638"/>
                  </a:lnTo>
                  <a:lnTo>
                    <a:pt x="164566" y="2868"/>
                  </a:lnTo>
                  <a:lnTo>
                    <a:pt x="164497" y="3097"/>
                  </a:lnTo>
                  <a:lnTo>
                    <a:pt x="164382" y="3304"/>
                  </a:lnTo>
                  <a:lnTo>
                    <a:pt x="164268" y="3487"/>
                  </a:lnTo>
                  <a:lnTo>
                    <a:pt x="164130" y="3671"/>
                  </a:lnTo>
                  <a:lnTo>
                    <a:pt x="163992" y="3854"/>
                  </a:lnTo>
                  <a:lnTo>
                    <a:pt x="163809" y="4015"/>
                  </a:lnTo>
                  <a:lnTo>
                    <a:pt x="163625" y="4152"/>
                  </a:lnTo>
                  <a:lnTo>
                    <a:pt x="163442" y="4290"/>
                  </a:lnTo>
                  <a:lnTo>
                    <a:pt x="163235" y="4405"/>
                  </a:lnTo>
                  <a:lnTo>
                    <a:pt x="163029" y="4497"/>
                  </a:lnTo>
                  <a:lnTo>
                    <a:pt x="162822" y="4565"/>
                  </a:lnTo>
                  <a:lnTo>
                    <a:pt x="162593" y="4634"/>
                  </a:lnTo>
                  <a:lnTo>
                    <a:pt x="162364" y="4657"/>
                  </a:lnTo>
                  <a:lnTo>
                    <a:pt x="162134" y="4680"/>
                  </a:lnTo>
                  <a:lnTo>
                    <a:pt x="161905" y="4680"/>
                  </a:lnTo>
                  <a:lnTo>
                    <a:pt x="161675" y="4657"/>
                  </a:lnTo>
                  <a:lnTo>
                    <a:pt x="161446" y="4611"/>
                  </a:lnTo>
                  <a:lnTo>
                    <a:pt x="161217" y="4519"/>
                  </a:lnTo>
                  <a:lnTo>
                    <a:pt x="161010" y="4428"/>
                  </a:lnTo>
                  <a:lnTo>
                    <a:pt x="160781" y="4313"/>
                  </a:lnTo>
                  <a:lnTo>
                    <a:pt x="160574" y="4152"/>
                  </a:lnTo>
                  <a:lnTo>
                    <a:pt x="160391" y="3969"/>
                  </a:lnTo>
                  <a:lnTo>
                    <a:pt x="160184" y="3763"/>
                  </a:lnTo>
                  <a:lnTo>
                    <a:pt x="160024" y="3510"/>
                  </a:lnTo>
                  <a:lnTo>
                    <a:pt x="159863" y="3235"/>
                  </a:lnTo>
                  <a:lnTo>
                    <a:pt x="159749" y="2960"/>
                  </a:lnTo>
                  <a:lnTo>
                    <a:pt x="159680" y="2707"/>
                  </a:lnTo>
                  <a:lnTo>
                    <a:pt x="159634" y="2432"/>
                  </a:lnTo>
                  <a:lnTo>
                    <a:pt x="159611" y="2180"/>
                  </a:lnTo>
                  <a:lnTo>
                    <a:pt x="159634" y="1927"/>
                  </a:lnTo>
                  <a:lnTo>
                    <a:pt x="159657" y="1675"/>
                  </a:lnTo>
                  <a:lnTo>
                    <a:pt x="159726" y="1446"/>
                  </a:lnTo>
                  <a:lnTo>
                    <a:pt x="159817" y="1216"/>
                  </a:lnTo>
                  <a:lnTo>
                    <a:pt x="159932" y="1010"/>
                  </a:lnTo>
                  <a:lnTo>
                    <a:pt x="160047" y="803"/>
                  </a:lnTo>
                  <a:lnTo>
                    <a:pt x="160207" y="620"/>
                  </a:lnTo>
                  <a:lnTo>
                    <a:pt x="160368" y="436"/>
                  </a:lnTo>
                  <a:lnTo>
                    <a:pt x="160551" y="276"/>
                  </a:lnTo>
                  <a:lnTo>
                    <a:pt x="160735" y="138"/>
                  </a:lnTo>
                  <a:lnTo>
                    <a:pt x="160941" y="0"/>
                  </a:lnTo>
                  <a:lnTo>
                    <a:pt x="156766" y="0"/>
                  </a:lnTo>
                  <a:lnTo>
                    <a:pt x="150871" y="10231"/>
                  </a:lnTo>
                  <a:lnTo>
                    <a:pt x="147361" y="10231"/>
                  </a:lnTo>
                  <a:lnTo>
                    <a:pt x="153257" y="0"/>
                  </a:lnTo>
                  <a:lnTo>
                    <a:pt x="148577" y="0"/>
                  </a:lnTo>
                  <a:lnTo>
                    <a:pt x="150068" y="2570"/>
                  </a:lnTo>
                  <a:lnTo>
                    <a:pt x="146536" y="2570"/>
                  </a:lnTo>
                  <a:lnTo>
                    <a:pt x="145045" y="0"/>
                  </a:lnTo>
                  <a:lnTo>
                    <a:pt x="143531" y="0"/>
                  </a:lnTo>
                  <a:lnTo>
                    <a:pt x="145503" y="3418"/>
                  </a:lnTo>
                  <a:lnTo>
                    <a:pt x="147407" y="6722"/>
                  </a:lnTo>
                  <a:lnTo>
                    <a:pt x="145389" y="10231"/>
                  </a:lnTo>
                  <a:lnTo>
                    <a:pt x="141856" y="10231"/>
                  </a:lnTo>
                  <a:lnTo>
                    <a:pt x="143898" y="6722"/>
                  </a:lnTo>
                  <a:lnTo>
                    <a:pt x="141581" y="2822"/>
                  </a:lnTo>
                  <a:lnTo>
                    <a:pt x="143209" y="0"/>
                  </a:lnTo>
                  <a:lnTo>
                    <a:pt x="141925" y="0"/>
                  </a:lnTo>
                  <a:lnTo>
                    <a:pt x="140457" y="2570"/>
                  </a:lnTo>
                  <a:lnTo>
                    <a:pt x="136924" y="2570"/>
                  </a:lnTo>
                  <a:lnTo>
                    <a:pt x="138415" y="0"/>
                  </a:lnTo>
                  <a:lnTo>
                    <a:pt x="136442" y="0"/>
                  </a:lnTo>
                  <a:lnTo>
                    <a:pt x="134974" y="2570"/>
                  </a:lnTo>
                  <a:lnTo>
                    <a:pt x="131442" y="2570"/>
                  </a:lnTo>
                  <a:lnTo>
                    <a:pt x="132910" y="0"/>
                  </a:lnTo>
                  <a:lnTo>
                    <a:pt x="131006" y="0"/>
                  </a:lnTo>
                  <a:lnTo>
                    <a:pt x="130845" y="299"/>
                  </a:lnTo>
                  <a:lnTo>
                    <a:pt x="130662" y="597"/>
                  </a:lnTo>
                  <a:lnTo>
                    <a:pt x="130455" y="849"/>
                  </a:lnTo>
                  <a:lnTo>
                    <a:pt x="130203" y="1079"/>
                  </a:lnTo>
                  <a:lnTo>
                    <a:pt x="129928" y="1262"/>
                  </a:lnTo>
                  <a:lnTo>
                    <a:pt x="129629" y="1423"/>
                  </a:lnTo>
                  <a:lnTo>
                    <a:pt x="129308" y="1560"/>
                  </a:lnTo>
                  <a:lnTo>
                    <a:pt x="128987" y="1629"/>
                  </a:lnTo>
                  <a:lnTo>
                    <a:pt x="128666" y="1675"/>
                  </a:lnTo>
                  <a:lnTo>
                    <a:pt x="128322" y="1675"/>
                  </a:lnTo>
                  <a:lnTo>
                    <a:pt x="127978" y="1606"/>
                  </a:lnTo>
                  <a:lnTo>
                    <a:pt x="127657" y="1514"/>
                  </a:lnTo>
                  <a:lnTo>
                    <a:pt x="127496" y="1446"/>
                  </a:lnTo>
                  <a:lnTo>
                    <a:pt x="127335" y="1354"/>
                  </a:lnTo>
                  <a:lnTo>
                    <a:pt x="127175" y="1239"/>
                  </a:lnTo>
                  <a:lnTo>
                    <a:pt x="127037" y="1124"/>
                  </a:lnTo>
                  <a:lnTo>
                    <a:pt x="126900" y="1010"/>
                  </a:lnTo>
                  <a:lnTo>
                    <a:pt x="126739" y="849"/>
                  </a:lnTo>
                  <a:lnTo>
                    <a:pt x="126624" y="689"/>
                  </a:lnTo>
                  <a:lnTo>
                    <a:pt x="126487" y="505"/>
                  </a:lnTo>
                  <a:lnTo>
                    <a:pt x="126349" y="253"/>
                  </a:lnTo>
                  <a:lnTo>
                    <a:pt x="126234" y="0"/>
                  </a:lnTo>
                  <a:lnTo>
                    <a:pt x="121486" y="0"/>
                  </a:lnTo>
                  <a:lnTo>
                    <a:pt x="117334" y="7203"/>
                  </a:lnTo>
                  <a:lnTo>
                    <a:pt x="113824" y="7203"/>
                  </a:lnTo>
                  <a:lnTo>
                    <a:pt x="117976" y="0"/>
                  </a:lnTo>
                  <a:lnTo>
                    <a:pt x="111737" y="0"/>
                  </a:lnTo>
                  <a:lnTo>
                    <a:pt x="113870" y="3717"/>
                  </a:lnTo>
                  <a:lnTo>
                    <a:pt x="111852" y="7203"/>
                  </a:lnTo>
                  <a:lnTo>
                    <a:pt x="108319" y="7203"/>
                  </a:lnTo>
                  <a:lnTo>
                    <a:pt x="110360" y="3694"/>
                  </a:lnTo>
                  <a:lnTo>
                    <a:pt x="108158" y="0"/>
                  </a:lnTo>
                  <a:lnTo>
                    <a:pt x="86137" y="0"/>
                  </a:lnTo>
                  <a:lnTo>
                    <a:pt x="83567" y="4451"/>
                  </a:lnTo>
                  <a:lnTo>
                    <a:pt x="80035" y="4474"/>
                  </a:lnTo>
                  <a:lnTo>
                    <a:pt x="82627" y="0"/>
                  </a:lnTo>
                  <a:lnTo>
                    <a:pt x="79530" y="0"/>
                  </a:lnTo>
                  <a:lnTo>
                    <a:pt x="80104" y="964"/>
                  </a:lnTo>
                  <a:lnTo>
                    <a:pt x="78085" y="4451"/>
                  </a:lnTo>
                  <a:lnTo>
                    <a:pt x="74552" y="4474"/>
                  </a:lnTo>
                  <a:lnTo>
                    <a:pt x="76571" y="964"/>
                  </a:lnTo>
                  <a:lnTo>
                    <a:pt x="75998" y="0"/>
                  </a:lnTo>
                  <a:lnTo>
                    <a:pt x="74002" y="0"/>
                  </a:lnTo>
                  <a:lnTo>
                    <a:pt x="74117" y="253"/>
                  </a:lnTo>
                  <a:lnTo>
                    <a:pt x="74185" y="505"/>
                  </a:lnTo>
                  <a:lnTo>
                    <a:pt x="74231" y="757"/>
                  </a:lnTo>
                  <a:lnTo>
                    <a:pt x="74254" y="987"/>
                  </a:lnTo>
                  <a:lnTo>
                    <a:pt x="74254" y="1239"/>
                  </a:lnTo>
                  <a:lnTo>
                    <a:pt x="74231" y="1469"/>
                  </a:lnTo>
                  <a:lnTo>
                    <a:pt x="74185" y="1698"/>
                  </a:lnTo>
                  <a:lnTo>
                    <a:pt x="74117" y="1904"/>
                  </a:lnTo>
                  <a:lnTo>
                    <a:pt x="74025" y="2111"/>
                  </a:lnTo>
                  <a:lnTo>
                    <a:pt x="73910" y="2294"/>
                  </a:lnTo>
                  <a:lnTo>
                    <a:pt x="73795" y="2478"/>
                  </a:lnTo>
                  <a:lnTo>
                    <a:pt x="73635" y="2661"/>
                  </a:lnTo>
                  <a:lnTo>
                    <a:pt x="73497" y="2822"/>
                  </a:lnTo>
                  <a:lnTo>
                    <a:pt x="73314" y="2983"/>
                  </a:lnTo>
                  <a:lnTo>
                    <a:pt x="73130" y="3097"/>
                  </a:lnTo>
                  <a:lnTo>
                    <a:pt x="72947" y="3235"/>
                  </a:lnTo>
                  <a:lnTo>
                    <a:pt x="72740" y="3327"/>
                  </a:lnTo>
                  <a:lnTo>
                    <a:pt x="72534" y="3418"/>
                  </a:lnTo>
                  <a:lnTo>
                    <a:pt x="72327" y="3487"/>
                  </a:lnTo>
                  <a:lnTo>
                    <a:pt x="72098" y="3533"/>
                  </a:lnTo>
                  <a:lnTo>
                    <a:pt x="71891" y="3556"/>
                  </a:lnTo>
                  <a:lnTo>
                    <a:pt x="71662" y="3579"/>
                  </a:lnTo>
                  <a:lnTo>
                    <a:pt x="71433" y="3556"/>
                  </a:lnTo>
                  <a:lnTo>
                    <a:pt x="71203" y="3533"/>
                  </a:lnTo>
                  <a:lnTo>
                    <a:pt x="70997" y="3487"/>
                  </a:lnTo>
                  <a:lnTo>
                    <a:pt x="70767" y="3395"/>
                  </a:lnTo>
                  <a:lnTo>
                    <a:pt x="70561" y="3304"/>
                  </a:lnTo>
                  <a:lnTo>
                    <a:pt x="70355" y="3189"/>
                  </a:lnTo>
                  <a:lnTo>
                    <a:pt x="70148" y="3028"/>
                  </a:lnTo>
                  <a:lnTo>
                    <a:pt x="69965" y="2845"/>
                  </a:lnTo>
                  <a:lnTo>
                    <a:pt x="69781" y="2638"/>
                  </a:lnTo>
                  <a:lnTo>
                    <a:pt x="69598" y="2409"/>
                  </a:lnTo>
                  <a:lnTo>
                    <a:pt x="69437" y="2088"/>
                  </a:lnTo>
                  <a:lnTo>
                    <a:pt x="69299" y="1767"/>
                  </a:lnTo>
                  <a:lnTo>
                    <a:pt x="69230" y="1446"/>
                  </a:lnTo>
                  <a:lnTo>
                    <a:pt x="69208" y="1124"/>
                  </a:lnTo>
                  <a:lnTo>
                    <a:pt x="69208" y="826"/>
                  </a:lnTo>
                  <a:lnTo>
                    <a:pt x="69253" y="551"/>
                  </a:lnTo>
                  <a:lnTo>
                    <a:pt x="69345" y="253"/>
                  </a:lnTo>
                  <a:lnTo>
                    <a:pt x="69460" y="0"/>
                  </a:lnTo>
                  <a:lnTo>
                    <a:pt x="65698" y="0"/>
                  </a:lnTo>
                  <a:lnTo>
                    <a:pt x="60445" y="9107"/>
                  </a:lnTo>
                  <a:lnTo>
                    <a:pt x="56935" y="9107"/>
                  </a:lnTo>
                  <a:lnTo>
                    <a:pt x="62188" y="0"/>
                  </a:lnTo>
                  <a:lnTo>
                    <a:pt x="58793" y="0"/>
                  </a:lnTo>
                  <a:lnTo>
                    <a:pt x="59642" y="1446"/>
                  </a:lnTo>
                  <a:lnTo>
                    <a:pt x="56109" y="1446"/>
                  </a:lnTo>
                  <a:lnTo>
                    <a:pt x="55261" y="0"/>
                  </a:lnTo>
                  <a:lnTo>
                    <a:pt x="53747" y="0"/>
                  </a:lnTo>
                  <a:lnTo>
                    <a:pt x="56981" y="5621"/>
                  </a:lnTo>
                  <a:lnTo>
                    <a:pt x="54962" y="9107"/>
                  </a:lnTo>
                  <a:lnTo>
                    <a:pt x="51430" y="9107"/>
                  </a:lnTo>
                  <a:lnTo>
                    <a:pt x="53471" y="5598"/>
                  </a:lnTo>
                  <a:lnTo>
                    <a:pt x="51154" y="1698"/>
                  </a:lnTo>
                  <a:lnTo>
                    <a:pt x="52141" y="0"/>
                  </a:lnTo>
                  <a:lnTo>
                    <a:pt x="50512" y="0"/>
                  </a:lnTo>
                  <a:lnTo>
                    <a:pt x="49617" y="1560"/>
                  </a:lnTo>
                  <a:lnTo>
                    <a:pt x="46085" y="1560"/>
                  </a:lnTo>
                  <a:lnTo>
                    <a:pt x="46979" y="0"/>
                  </a:lnTo>
                  <a:lnTo>
                    <a:pt x="45030" y="0"/>
                  </a:lnTo>
                  <a:lnTo>
                    <a:pt x="44135" y="1560"/>
                  </a:lnTo>
                  <a:lnTo>
                    <a:pt x="40602" y="1560"/>
                  </a:lnTo>
                  <a:lnTo>
                    <a:pt x="41497" y="0"/>
                  </a:lnTo>
                  <a:lnTo>
                    <a:pt x="39432" y="0"/>
                  </a:lnTo>
                  <a:lnTo>
                    <a:pt x="39272" y="138"/>
                  </a:lnTo>
                  <a:lnTo>
                    <a:pt x="39065" y="276"/>
                  </a:lnTo>
                  <a:lnTo>
                    <a:pt x="38882" y="367"/>
                  </a:lnTo>
                  <a:lnTo>
                    <a:pt x="38675" y="482"/>
                  </a:lnTo>
                  <a:lnTo>
                    <a:pt x="38469" y="551"/>
                  </a:lnTo>
                  <a:lnTo>
                    <a:pt x="38240" y="597"/>
                  </a:lnTo>
                  <a:lnTo>
                    <a:pt x="38010" y="643"/>
                  </a:lnTo>
                  <a:lnTo>
                    <a:pt x="37781" y="666"/>
                  </a:lnTo>
                  <a:lnTo>
                    <a:pt x="37574" y="666"/>
                  </a:lnTo>
                  <a:lnTo>
                    <a:pt x="37345" y="643"/>
                  </a:lnTo>
                  <a:lnTo>
                    <a:pt x="37116" y="597"/>
                  </a:lnTo>
                  <a:lnTo>
                    <a:pt x="36886" y="528"/>
                  </a:lnTo>
                  <a:lnTo>
                    <a:pt x="36680" y="436"/>
                  </a:lnTo>
                  <a:lnTo>
                    <a:pt x="36473" y="322"/>
                  </a:lnTo>
                  <a:lnTo>
                    <a:pt x="36267" y="161"/>
                  </a:lnTo>
                  <a:lnTo>
                    <a:pt x="36060" y="0"/>
                  </a:lnTo>
                  <a:lnTo>
                    <a:pt x="29477" y="0"/>
                  </a:lnTo>
                  <a:lnTo>
                    <a:pt x="25875" y="6217"/>
                  </a:lnTo>
                  <a:lnTo>
                    <a:pt x="22366" y="6240"/>
                  </a:lnTo>
                  <a:lnTo>
                    <a:pt x="25944" y="0"/>
                  </a:lnTo>
                  <a:lnTo>
                    <a:pt x="20829" y="0"/>
                  </a:lnTo>
                  <a:lnTo>
                    <a:pt x="22412" y="2730"/>
                  </a:lnTo>
                  <a:lnTo>
                    <a:pt x="20393" y="6240"/>
                  </a:lnTo>
                  <a:lnTo>
                    <a:pt x="16860" y="6240"/>
                  </a:lnTo>
                  <a:lnTo>
                    <a:pt x="18902" y="2730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9"/>
            <p:cNvSpPr/>
            <p:nvPr/>
          </p:nvSpPr>
          <p:spPr>
            <a:xfrm>
              <a:off x="1607825" y="2999425"/>
              <a:ext cx="138225" cy="239750"/>
            </a:xfrm>
            <a:custGeom>
              <a:rect b="b" l="l" r="r" t="t"/>
              <a:pathLst>
                <a:path extrusionOk="0" h="9590" w="5529">
                  <a:moveTo>
                    <a:pt x="0" y="0"/>
                  </a:moveTo>
                  <a:lnTo>
                    <a:pt x="0" y="161"/>
                  </a:lnTo>
                  <a:lnTo>
                    <a:pt x="184" y="161"/>
                  </a:lnTo>
                  <a:lnTo>
                    <a:pt x="1950" y="3212"/>
                  </a:lnTo>
                  <a:lnTo>
                    <a:pt x="0" y="3212"/>
                  </a:lnTo>
                  <a:lnTo>
                    <a:pt x="0" y="9589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7" name="Google Shape;1387;p19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8" name="Google Shape;1388;p19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9" name="Google Shape;1389;p19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0" name="Google Shape;1390;p19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6">
  <p:cSld name="TITLE_1_1_1_1_1_1_2">
    <p:bg>
      <p:bgPr>
        <a:solidFill>
          <a:schemeClr val="lt2"/>
        </a:solid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" name="Google Shape;1392;p20"/>
          <p:cNvGrpSpPr/>
          <p:nvPr/>
        </p:nvGrpSpPr>
        <p:grpSpPr>
          <a:xfrm>
            <a:off x="69" y="1371531"/>
            <a:ext cx="6705144" cy="3771670"/>
            <a:chOff x="1607825" y="2999425"/>
            <a:chExt cx="4404325" cy="2477450"/>
          </a:xfrm>
        </p:grpSpPr>
        <p:sp>
          <p:nvSpPr>
            <p:cNvPr id="1393" name="Google Shape;1393;p20"/>
            <p:cNvSpPr/>
            <p:nvPr/>
          </p:nvSpPr>
          <p:spPr>
            <a:xfrm>
              <a:off x="1607825" y="5278450"/>
              <a:ext cx="45325" cy="155425"/>
            </a:xfrm>
            <a:custGeom>
              <a:rect b="b" l="l" r="r" t="t"/>
              <a:pathLst>
                <a:path extrusionOk="0" h="6217" w="1813">
                  <a:moveTo>
                    <a:pt x="0" y="0"/>
                  </a:moveTo>
                  <a:lnTo>
                    <a:pt x="0" y="6217"/>
                  </a:lnTo>
                  <a:lnTo>
                    <a:pt x="1812" y="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0"/>
            <p:cNvSpPr/>
            <p:nvPr/>
          </p:nvSpPr>
          <p:spPr>
            <a:xfrm>
              <a:off x="1607825" y="2999425"/>
              <a:ext cx="4404325" cy="2477450"/>
            </a:xfrm>
            <a:custGeom>
              <a:rect b="b" l="l" r="r" t="t"/>
              <a:pathLst>
                <a:path extrusionOk="0" h="99098" w="176173">
                  <a:moveTo>
                    <a:pt x="91871" y="1308"/>
                  </a:moveTo>
                  <a:lnTo>
                    <a:pt x="93638" y="4359"/>
                  </a:lnTo>
                  <a:lnTo>
                    <a:pt x="90105" y="4359"/>
                  </a:lnTo>
                  <a:lnTo>
                    <a:pt x="88339" y="1308"/>
                  </a:lnTo>
                  <a:close/>
                  <a:moveTo>
                    <a:pt x="13672" y="322"/>
                  </a:moveTo>
                  <a:lnTo>
                    <a:pt x="13901" y="345"/>
                  </a:lnTo>
                  <a:lnTo>
                    <a:pt x="14131" y="390"/>
                  </a:lnTo>
                  <a:lnTo>
                    <a:pt x="14360" y="482"/>
                  </a:lnTo>
                  <a:lnTo>
                    <a:pt x="14589" y="597"/>
                  </a:lnTo>
                  <a:lnTo>
                    <a:pt x="14796" y="712"/>
                  </a:lnTo>
                  <a:lnTo>
                    <a:pt x="15002" y="872"/>
                  </a:lnTo>
                  <a:lnTo>
                    <a:pt x="15209" y="1079"/>
                  </a:lnTo>
                  <a:lnTo>
                    <a:pt x="15392" y="1285"/>
                  </a:lnTo>
                  <a:lnTo>
                    <a:pt x="15576" y="1537"/>
                  </a:lnTo>
                  <a:lnTo>
                    <a:pt x="15713" y="1813"/>
                  </a:lnTo>
                  <a:lnTo>
                    <a:pt x="15805" y="2065"/>
                  </a:lnTo>
                  <a:lnTo>
                    <a:pt x="15874" y="2317"/>
                  </a:lnTo>
                  <a:lnTo>
                    <a:pt x="15920" y="2570"/>
                  </a:lnTo>
                  <a:lnTo>
                    <a:pt x="15943" y="2822"/>
                  </a:lnTo>
                  <a:lnTo>
                    <a:pt x="15920" y="3074"/>
                  </a:lnTo>
                  <a:lnTo>
                    <a:pt x="15897" y="3304"/>
                  </a:lnTo>
                  <a:lnTo>
                    <a:pt x="15828" y="3533"/>
                  </a:lnTo>
                  <a:lnTo>
                    <a:pt x="15759" y="3740"/>
                  </a:lnTo>
                  <a:lnTo>
                    <a:pt x="15645" y="3946"/>
                  </a:lnTo>
                  <a:lnTo>
                    <a:pt x="15530" y="4152"/>
                  </a:lnTo>
                  <a:lnTo>
                    <a:pt x="15392" y="4336"/>
                  </a:lnTo>
                  <a:lnTo>
                    <a:pt x="15232" y="4519"/>
                  </a:lnTo>
                  <a:lnTo>
                    <a:pt x="15071" y="4657"/>
                  </a:lnTo>
                  <a:lnTo>
                    <a:pt x="14888" y="4818"/>
                  </a:lnTo>
                  <a:lnTo>
                    <a:pt x="14704" y="4932"/>
                  </a:lnTo>
                  <a:lnTo>
                    <a:pt x="14498" y="5047"/>
                  </a:lnTo>
                  <a:lnTo>
                    <a:pt x="14291" y="5139"/>
                  </a:lnTo>
                  <a:lnTo>
                    <a:pt x="14062" y="5231"/>
                  </a:lnTo>
                  <a:lnTo>
                    <a:pt x="13855" y="5276"/>
                  </a:lnTo>
                  <a:lnTo>
                    <a:pt x="13626" y="5322"/>
                  </a:lnTo>
                  <a:lnTo>
                    <a:pt x="13396" y="5345"/>
                  </a:lnTo>
                  <a:lnTo>
                    <a:pt x="13167" y="5345"/>
                  </a:lnTo>
                  <a:lnTo>
                    <a:pt x="12938" y="5322"/>
                  </a:lnTo>
                  <a:lnTo>
                    <a:pt x="12708" y="5254"/>
                  </a:lnTo>
                  <a:lnTo>
                    <a:pt x="12479" y="5185"/>
                  </a:lnTo>
                  <a:lnTo>
                    <a:pt x="12250" y="5093"/>
                  </a:lnTo>
                  <a:lnTo>
                    <a:pt x="12043" y="4955"/>
                  </a:lnTo>
                  <a:lnTo>
                    <a:pt x="11837" y="4818"/>
                  </a:lnTo>
                  <a:lnTo>
                    <a:pt x="11630" y="4634"/>
                  </a:lnTo>
                  <a:lnTo>
                    <a:pt x="11447" y="4428"/>
                  </a:lnTo>
                  <a:lnTo>
                    <a:pt x="11286" y="4175"/>
                  </a:lnTo>
                  <a:lnTo>
                    <a:pt x="11126" y="3900"/>
                  </a:lnTo>
                  <a:lnTo>
                    <a:pt x="11011" y="3648"/>
                  </a:lnTo>
                  <a:lnTo>
                    <a:pt x="10942" y="3373"/>
                  </a:lnTo>
                  <a:lnTo>
                    <a:pt x="10896" y="3120"/>
                  </a:lnTo>
                  <a:lnTo>
                    <a:pt x="10873" y="2868"/>
                  </a:lnTo>
                  <a:lnTo>
                    <a:pt x="10873" y="2616"/>
                  </a:lnTo>
                  <a:lnTo>
                    <a:pt x="10919" y="2386"/>
                  </a:lnTo>
                  <a:lnTo>
                    <a:pt x="10965" y="2157"/>
                  </a:lnTo>
                  <a:lnTo>
                    <a:pt x="11057" y="1927"/>
                  </a:lnTo>
                  <a:lnTo>
                    <a:pt x="11148" y="1721"/>
                  </a:lnTo>
                  <a:lnTo>
                    <a:pt x="11263" y="1514"/>
                  </a:lnTo>
                  <a:lnTo>
                    <a:pt x="11401" y="1331"/>
                  </a:lnTo>
                  <a:lnTo>
                    <a:pt x="11561" y="1147"/>
                  </a:lnTo>
                  <a:lnTo>
                    <a:pt x="11722" y="987"/>
                  </a:lnTo>
                  <a:lnTo>
                    <a:pt x="11905" y="849"/>
                  </a:lnTo>
                  <a:lnTo>
                    <a:pt x="12112" y="712"/>
                  </a:lnTo>
                  <a:lnTo>
                    <a:pt x="12318" y="597"/>
                  </a:lnTo>
                  <a:lnTo>
                    <a:pt x="12525" y="505"/>
                  </a:lnTo>
                  <a:lnTo>
                    <a:pt x="12754" y="413"/>
                  </a:lnTo>
                  <a:lnTo>
                    <a:pt x="12984" y="367"/>
                  </a:lnTo>
                  <a:lnTo>
                    <a:pt x="13213" y="322"/>
                  </a:lnTo>
                  <a:close/>
                  <a:moveTo>
                    <a:pt x="34179" y="3074"/>
                  </a:moveTo>
                  <a:lnTo>
                    <a:pt x="35969" y="6125"/>
                  </a:lnTo>
                  <a:lnTo>
                    <a:pt x="32436" y="6125"/>
                  </a:lnTo>
                  <a:lnTo>
                    <a:pt x="30647" y="3074"/>
                  </a:lnTo>
                  <a:close/>
                  <a:moveTo>
                    <a:pt x="105773" y="1285"/>
                  </a:moveTo>
                  <a:lnTo>
                    <a:pt x="106025" y="1331"/>
                  </a:lnTo>
                  <a:lnTo>
                    <a:pt x="106254" y="1377"/>
                  </a:lnTo>
                  <a:lnTo>
                    <a:pt x="106484" y="1469"/>
                  </a:lnTo>
                  <a:lnTo>
                    <a:pt x="106690" y="1560"/>
                  </a:lnTo>
                  <a:lnTo>
                    <a:pt x="106920" y="1698"/>
                  </a:lnTo>
                  <a:lnTo>
                    <a:pt x="107126" y="1859"/>
                  </a:lnTo>
                  <a:lnTo>
                    <a:pt x="107310" y="2042"/>
                  </a:lnTo>
                  <a:lnTo>
                    <a:pt x="107493" y="2271"/>
                  </a:lnTo>
                  <a:lnTo>
                    <a:pt x="107677" y="2524"/>
                  </a:lnTo>
                  <a:lnTo>
                    <a:pt x="107814" y="2799"/>
                  </a:lnTo>
                  <a:lnTo>
                    <a:pt x="107906" y="3051"/>
                  </a:lnTo>
                  <a:lnTo>
                    <a:pt x="107975" y="3304"/>
                  </a:lnTo>
                  <a:lnTo>
                    <a:pt x="108021" y="3556"/>
                  </a:lnTo>
                  <a:lnTo>
                    <a:pt x="108044" y="3808"/>
                  </a:lnTo>
                  <a:lnTo>
                    <a:pt x="108021" y="4061"/>
                  </a:lnTo>
                  <a:lnTo>
                    <a:pt x="107998" y="4290"/>
                  </a:lnTo>
                  <a:lnTo>
                    <a:pt x="107929" y="4519"/>
                  </a:lnTo>
                  <a:lnTo>
                    <a:pt x="107860" y="4726"/>
                  </a:lnTo>
                  <a:lnTo>
                    <a:pt x="107745" y="4932"/>
                  </a:lnTo>
                  <a:lnTo>
                    <a:pt x="107631" y="5139"/>
                  </a:lnTo>
                  <a:lnTo>
                    <a:pt x="107493" y="5322"/>
                  </a:lnTo>
                  <a:lnTo>
                    <a:pt x="107355" y="5483"/>
                  </a:lnTo>
                  <a:lnTo>
                    <a:pt x="107172" y="5644"/>
                  </a:lnTo>
                  <a:lnTo>
                    <a:pt x="106988" y="5781"/>
                  </a:lnTo>
                  <a:lnTo>
                    <a:pt x="106805" y="5919"/>
                  </a:lnTo>
                  <a:lnTo>
                    <a:pt x="106598" y="6033"/>
                  </a:lnTo>
                  <a:lnTo>
                    <a:pt x="106392" y="6125"/>
                  </a:lnTo>
                  <a:lnTo>
                    <a:pt x="106186" y="6217"/>
                  </a:lnTo>
                  <a:lnTo>
                    <a:pt x="105956" y="6263"/>
                  </a:lnTo>
                  <a:lnTo>
                    <a:pt x="105727" y="6309"/>
                  </a:lnTo>
                  <a:lnTo>
                    <a:pt x="105497" y="6332"/>
                  </a:lnTo>
                  <a:lnTo>
                    <a:pt x="105268" y="6309"/>
                  </a:lnTo>
                  <a:lnTo>
                    <a:pt x="105039" y="6286"/>
                  </a:lnTo>
                  <a:lnTo>
                    <a:pt x="104809" y="6240"/>
                  </a:lnTo>
                  <a:lnTo>
                    <a:pt x="104580" y="6171"/>
                  </a:lnTo>
                  <a:lnTo>
                    <a:pt x="104350" y="6056"/>
                  </a:lnTo>
                  <a:lnTo>
                    <a:pt x="104144" y="5942"/>
                  </a:lnTo>
                  <a:lnTo>
                    <a:pt x="103937" y="5781"/>
                  </a:lnTo>
                  <a:lnTo>
                    <a:pt x="103754" y="5598"/>
                  </a:lnTo>
                  <a:lnTo>
                    <a:pt x="103548" y="5391"/>
                  </a:lnTo>
                  <a:lnTo>
                    <a:pt x="103387" y="5162"/>
                  </a:lnTo>
                  <a:lnTo>
                    <a:pt x="103226" y="4887"/>
                  </a:lnTo>
                  <a:lnTo>
                    <a:pt x="103135" y="4611"/>
                  </a:lnTo>
                  <a:lnTo>
                    <a:pt x="103043" y="4359"/>
                  </a:lnTo>
                  <a:lnTo>
                    <a:pt x="102997" y="4107"/>
                  </a:lnTo>
                  <a:lnTo>
                    <a:pt x="102974" y="3854"/>
                  </a:lnTo>
                  <a:lnTo>
                    <a:pt x="102974" y="3602"/>
                  </a:lnTo>
                  <a:lnTo>
                    <a:pt x="103020" y="3373"/>
                  </a:lnTo>
                  <a:lnTo>
                    <a:pt x="103066" y="3120"/>
                  </a:lnTo>
                  <a:lnTo>
                    <a:pt x="103158" y="2914"/>
                  </a:lnTo>
                  <a:lnTo>
                    <a:pt x="103249" y="2707"/>
                  </a:lnTo>
                  <a:lnTo>
                    <a:pt x="103364" y="2501"/>
                  </a:lnTo>
                  <a:lnTo>
                    <a:pt x="103502" y="2317"/>
                  </a:lnTo>
                  <a:lnTo>
                    <a:pt x="103662" y="2134"/>
                  </a:lnTo>
                  <a:lnTo>
                    <a:pt x="103846" y="1973"/>
                  </a:lnTo>
                  <a:lnTo>
                    <a:pt x="104029" y="1813"/>
                  </a:lnTo>
                  <a:lnTo>
                    <a:pt x="104213" y="1698"/>
                  </a:lnTo>
                  <a:lnTo>
                    <a:pt x="104419" y="1583"/>
                  </a:lnTo>
                  <a:lnTo>
                    <a:pt x="104626" y="1492"/>
                  </a:lnTo>
                  <a:lnTo>
                    <a:pt x="104855" y="1400"/>
                  </a:lnTo>
                  <a:lnTo>
                    <a:pt x="105084" y="1354"/>
                  </a:lnTo>
                  <a:lnTo>
                    <a:pt x="105314" y="1308"/>
                  </a:lnTo>
                  <a:lnTo>
                    <a:pt x="105543" y="1285"/>
                  </a:lnTo>
                  <a:close/>
                  <a:moveTo>
                    <a:pt x="125684" y="4244"/>
                  </a:moveTo>
                  <a:lnTo>
                    <a:pt x="127450" y="7295"/>
                  </a:lnTo>
                  <a:lnTo>
                    <a:pt x="123940" y="7295"/>
                  </a:lnTo>
                  <a:lnTo>
                    <a:pt x="122151" y="4244"/>
                  </a:lnTo>
                  <a:close/>
                  <a:moveTo>
                    <a:pt x="48906" y="3189"/>
                  </a:moveTo>
                  <a:lnTo>
                    <a:pt x="49136" y="3235"/>
                  </a:lnTo>
                  <a:lnTo>
                    <a:pt x="49365" y="3281"/>
                  </a:lnTo>
                  <a:lnTo>
                    <a:pt x="49595" y="3350"/>
                  </a:lnTo>
                  <a:lnTo>
                    <a:pt x="49801" y="3464"/>
                  </a:lnTo>
                  <a:lnTo>
                    <a:pt x="50030" y="3602"/>
                  </a:lnTo>
                  <a:lnTo>
                    <a:pt x="50237" y="3763"/>
                  </a:lnTo>
                  <a:lnTo>
                    <a:pt x="50420" y="3946"/>
                  </a:lnTo>
                  <a:lnTo>
                    <a:pt x="50627" y="4175"/>
                  </a:lnTo>
                  <a:lnTo>
                    <a:pt x="50787" y="4428"/>
                  </a:lnTo>
                  <a:lnTo>
                    <a:pt x="50925" y="4680"/>
                  </a:lnTo>
                  <a:lnTo>
                    <a:pt x="51017" y="4955"/>
                  </a:lnTo>
                  <a:lnTo>
                    <a:pt x="51109" y="5208"/>
                  </a:lnTo>
                  <a:lnTo>
                    <a:pt x="51154" y="5460"/>
                  </a:lnTo>
                  <a:lnTo>
                    <a:pt x="51154" y="5712"/>
                  </a:lnTo>
                  <a:lnTo>
                    <a:pt x="51154" y="5942"/>
                  </a:lnTo>
                  <a:lnTo>
                    <a:pt x="51109" y="6194"/>
                  </a:lnTo>
                  <a:lnTo>
                    <a:pt x="51063" y="6401"/>
                  </a:lnTo>
                  <a:lnTo>
                    <a:pt x="50971" y="6630"/>
                  </a:lnTo>
                  <a:lnTo>
                    <a:pt x="50879" y="6836"/>
                  </a:lnTo>
                  <a:lnTo>
                    <a:pt x="50741" y="7020"/>
                  </a:lnTo>
                  <a:lnTo>
                    <a:pt x="50604" y="7226"/>
                  </a:lnTo>
                  <a:lnTo>
                    <a:pt x="50466" y="7387"/>
                  </a:lnTo>
                  <a:lnTo>
                    <a:pt x="50283" y="7547"/>
                  </a:lnTo>
                  <a:lnTo>
                    <a:pt x="50122" y="7685"/>
                  </a:lnTo>
                  <a:lnTo>
                    <a:pt x="49916" y="7823"/>
                  </a:lnTo>
                  <a:lnTo>
                    <a:pt x="49709" y="7937"/>
                  </a:lnTo>
                  <a:lnTo>
                    <a:pt x="49503" y="8029"/>
                  </a:lnTo>
                  <a:lnTo>
                    <a:pt x="49296" y="8098"/>
                  </a:lnTo>
                  <a:lnTo>
                    <a:pt x="49067" y="8167"/>
                  </a:lnTo>
                  <a:lnTo>
                    <a:pt x="48838" y="8213"/>
                  </a:lnTo>
                  <a:lnTo>
                    <a:pt x="48379" y="8213"/>
                  </a:lnTo>
                  <a:lnTo>
                    <a:pt x="48149" y="8190"/>
                  </a:lnTo>
                  <a:lnTo>
                    <a:pt x="47920" y="8144"/>
                  </a:lnTo>
                  <a:lnTo>
                    <a:pt x="47691" y="8075"/>
                  </a:lnTo>
                  <a:lnTo>
                    <a:pt x="47484" y="7960"/>
                  </a:lnTo>
                  <a:lnTo>
                    <a:pt x="47255" y="7846"/>
                  </a:lnTo>
                  <a:lnTo>
                    <a:pt x="47048" y="7685"/>
                  </a:lnTo>
                  <a:lnTo>
                    <a:pt x="46865" y="7502"/>
                  </a:lnTo>
                  <a:lnTo>
                    <a:pt x="46681" y="7295"/>
                  </a:lnTo>
                  <a:lnTo>
                    <a:pt x="46498" y="7043"/>
                  </a:lnTo>
                  <a:lnTo>
                    <a:pt x="46360" y="6790"/>
                  </a:lnTo>
                  <a:lnTo>
                    <a:pt x="46245" y="6515"/>
                  </a:lnTo>
                  <a:lnTo>
                    <a:pt x="46154" y="6263"/>
                  </a:lnTo>
                  <a:lnTo>
                    <a:pt x="46108" y="6011"/>
                  </a:lnTo>
                  <a:lnTo>
                    <a:pt x="46085" y="5735"/>
                  </a:lnTo>
                  <a:lnTo>
                    <a:pt x="46108" y="5506"/>
                  </a:lnTo>
                  <a:lnTo>
                    <a:pt x="46131" y="5254"/>
                  </a:lnTo>
                  <a:lnTo>
                    <a:pt x="46200" y="5024"/>
                  </a:lnTo>
                  <a:lnTo>
                    <a:pt x="46268" y="4818"/>
                  </a:lnTo>
                  <a:lnTo>
                    <a:pt x="46360" y="4588"/>
                  </a:lnTo>
                  <a:lnTo>
                    <a:pt x="46498" y="4405"/>
                  </a:lnTo>
                  <a:lnTo>
                    <a:pt x="46635" y="4198"/>
                  </a:lnTo>
                  <a:lnTo>
                    <a:pt x="46773" y="4038"/>
                  </a:lnTo>
                  <a:lnTo>
                    <a:pt x="46957" y="3877"/>
                  </a:lnTo>
                  <a:lnTo>
                    <a:pt x="47140" y="3717"/>
                  </a:lnTo>
                  <a:lnTo>
                    <a:pt x="47324" y="3579"/>
                  </a:lnTo>
                  <a:lnTo>
                    <a:pt x="47530" y="3464"/>
                  </a:lnTo>
                  <a:lnTo>
                    <a:pt x="47759" y="3373"/>
                  </a:lnTo>
                  <a:lnTo>
                    <a:pt x="47966" y="3304"/>
                  </a:lnTo>
                  <a:lnTo>
                    <a:pt x="48195" y="3235"/>
                  </a:lnTo>
                  <a:lnTo>
                    <a:pt x="48425" y="3212"/>
                  </a:lnTo>
                  <a:lnTo>
                    <a:pt x="48654" y="3189"/>
                  </a:lnTo>
                  <a:close/>
                  <a:moveTo>
                    <a:pt x="68772" y="5942"/>
                  </a:moveTo>
                  <a:lnTo>
                    <a:pt x="70538" y="8993"/>
                  </a:lnTo>
                  <a:lnTo>
                    <a:pt x="67005" y="8993"/>
                  </a:lnTo>
                  <a:lnTo>
                    <a:pt x="65239" y="5942"/>
                  </a:lnTo>
                  <a:close/>
                  <a:moveTo>
                    <a:pt x="139310" y="4313"/>
                  </a:moveTo>
                  <a:lnTo>
                    <a:pt x="139562" y="4336"/>
                  </a:lnTo>
                  <a:lnTo>
                    <a:pt x="139791" y="4405"/>
                  </a:lnTo>
                  <a:lnTo>
                    <a:pt x="140021" y="4474"/>
                  </a:lnTo>
                  <a:lnTo>
                    <a:pt x="140227" y="4588"/>
                  </a:lnTo>
                  <a:lnTo>
                    <a:pt x="140457" y="4726"/>
                  </a:lnTo>
                  <a:lnTo>
                    <a:pt x="140663" y="4887"/>
                  </a:lnTo>
                  <a:lnTo>
                    <a:pt x="140847" y="5070"/>
                  </a:lnTo>
                  <a:lnTo>
                    <a:pt x="141030" y="5299"/>
                  </a:lnTo>
                  <a:lnTo>
                    <a:pt x="141214" y="5552"/>
                  </a:lnTo>
                  <a:lnTo>
                    <a:pt x="141351" y="5804"/>
                  </a:lnTo>
                  <a:lnTo>
                    <a:pt x="141443" y="6079"/>
                  </a:lnTo>
                  <a:lnTo>
                    <a:pt x="141512" y="6332"/>
                  </a:lnTo>
                  <a:lnTo>
                    <a:pt x="141558" y="6584"/>
                  </a:lnTo>
                  <a:lnTo>
                    <a:pt x="141581" y="6836"/>
                  </a:lnTo>
                  <a:lnTo>
                    <a:pt x="141558" y="7066"/>
                  </a:lnTo>
                  <a:lnTo>
                    <a:pt x="141535" y="7295"/>
                  </a:lnTo>
                  <a:lnTo>
                    <a:pt x="141466" y="7525"/>
                  </a:lnTo>
                  <a:lnTo>
                    <a:pt x="141397" y="7754"/>
                  </a:lnTo>
                  <a:lnTo>
                    <a:pt x="141282" y="7960"/>
                  </a:lnTo>
                  <a:lnTo>
                    <a:pt x="141168" y="8144"/>
                  </a:lnTo>
                  <a:lnTo>
                    <a:pt x="141030" y="8327"/>
                  </a:lnTo>
                  <a:lnTo>
                    <a:pt x="140893" y="8511"/>
                  </a:lnTo>
                  <a:lnTo>
                    <a:pt x="140709" y="8672"/>
                  </a:lnTo>
                  <a:lnTo>
                    <a:pt x="140526" y="8809"/>
                  </a:lnTo>
                  <a:lnTo>
                    <a:pt x="140342" y="8947"/>
                  </a:lnTo>
                  <a:lnTo>
                    <a:pt x="140136" y="9061"/>
                  </a:lnTo>
                  <a:lnTo>
                    <a:pt x="139929" y="9153"/>
                  </a:lnTo>
                  <a:lnTo>
                    <a:pt x="139723" y="9222"/>
                  </a:lnTo>
                  <a:lnTo>
                    <a:pt x="139493" y="9291"/>
                  </a:lnTo>
                  <a:lnTo>
                    <a:pt x="139264" y="9314"/>
                  </a:lnTo>
                  <a:lnTo>
                    <a:pt x="139034" y="9337"/>
                  </a:lnTo>
                  <a:lnTo>
                    <a:pt x="138805" y="9337"/>
                  </a:lnTo>
                  <a:lnTo>
                    <a:pt x="138576" y="9314"/>
                  </a:lnTo>
                  <a:lnTo>
                    <a:pt x="138346" y="9268"/>
                  </a:lnTo>
                  <a:lnTo>
                    <a:pt x="138117" y="9176"/>
                  </a:lnTo>
                  <a:lnTo>
                    <a:pt x="137887" y="9084"/>
                  </a:lnTo>
                  <a:lnTo>
                    <a:pt x="137681" y="8970"/>
                  </a:lnTo>
                  <a:lnTo>
                    <a:pt x="137475" y="8809"/>
                  </a:lnTo>
                  <a:lnTo>
                    <a:pt x="137291" y="8626"/>
                  </a:lnTo>
                  <a:lnTo>
                    <a:pt x="137085" y="8419"/>
                  </a:lnTo>
                  <a:lnTo>
                    <a:pt x="136924" y="8167"/>
                  </a:lnTo>
                  <a:lnTo>
                    <a:pt x="136763" y="7915"/>
                  </a:lnTo>
                  <a:lnTo>
                    <a:pt x="136672" y="7639"/>
                  </a:lnTo>
                  <a:lnTo>
                    <a:pt x="136580" y="7387"/>
                  </a:lnTo>
                  <a:lnTo>
                    <a:pt x="136534" y="7112"/>
                  </a:lnTo>
                  <a:lnTo>
                    <a:pt x="136511" y="6859"/>
                  </a:lnTo>
                  <a:lnTo>
                    <a:pt x="136511" y="6630"/>
                  </a:lnTo>
                  <a:lnTo>
                    <a:pt x="136557" y="6378"/>
                  </a:lnTo>
                  <a:lnTo>
                    <a:pt x="136603" y="6148"/>
                  </a:lnTo>
                  <a:lnTo>
                    <a:pt x="136695" y="5919"/>
                  </a:lnTo>
                  <a:lnTo>
                    <a:pt x="136786" y="5712"/>
                  </a:lnTo>
                  <a:lnTo>
                    <a:pt x="136901" y="5506"/>
                  </a:lnTo>
                  <a:lnTo>
                    <a:pt x="137039" y="5322"/>
                  </a:lnTo>
                  <a:lnTo>
                    <a:pt x="137199" y="5162"/>
                  </a:lnTo>
                  <a:lnTo>
                    <a:pt x="137383" y="4978"/>
                  </a:lnTo>
                  <a:lnTo>
                    <a:pt x="137566" y="4841"/>
                  </a:lnTo>
                  <a:lnTo>
                    <a:pt x="137750" y="4703"/>
                  </a:lnTo>
                  <a:lnTo>
                    <a:pt x="137956" y="4588"/>
                  </a:lnTo>
                  <a:lnTo>
                    <a:pt x="138163" y="4497"/>
                  </a:lnTo>
                  <a:lnTo>
                    <a:pt x="138392" y="4428"/>
                  </a:lnTo>
                  <a:lnTo>
                    <a:pt x="138622" y="4359"/>
                  </a:lnTo>
                  <a:lnTo>
                    <a:pt x="138851" y="4336"/>
                  </a:lnTo>
                  <a:lnTo>
                    <a:pt x="139080" y="4313"/>
                  </a:lnTo>
                  <a:close/>
                  <a:moveTo>
                    <a:pt x="159404" y="7203"/>
                  </a:moveTo>
                  <a:lnTo>
                    <a:pt x="161171" y="10277"/>
                  </a:lnTo>
                  <a:lnTo>
                    <a:pt x="157638" y="10277"/>
                  </a:lnTo>
                  <a:lnTo>
                    <a:pt x="155872" y="7226"/>
                  </a:lnTo>
                  <a:lnTo>
                    <a:pt x="159404" y="7203"/>
                  </a:lnTo>
                  <a:close/>
                  <a:moveTo>
                    <a:pt x="11080" y="7708"/>
                  </a:moveTo>
                  <a:lnTo>
                    <a:pt x="12846" y="10759"/>
                  </a:lnTo>
                  <a:lnTo>
                    <a:pt x="9313" y="10759"/>
                  </a:lnTo>
                  <a:lnTo>
                    <a:pt x="7547" y="7708"/>
                  </a:lnTo>
                  <a:close/>
                  <a:moveTo>
                    <a:pt x="82902" y="6102"/>
                  </a:moveTo>
                  <a:lnTo>
                    <a:pt x="83132" y="6125"/>
                  </a:lnTo>
                  <a:lnTo>
                    <a:pt x="83361" y="6194"/>
                  </a:lnTo>
                  <a:lnTo>
                    <a:pt x="83590" y="6263"/>
                  </a:lnTo>
                  <a:lnTo>
                    <a:pt x="83820" y="6378"/>
                  </a:lnTo>
                  <a:lnTo>
                    <a:pt x="84026" y="6515"/>
                  </a:lnTo>
                  <a:lnTo>
                    <a:pt x="84233" y="6676"/>
                  </a:lnTo>
                  <a:lnTo>
                    <a:pt x="84439" y="6859"/>
                  </a:lnTo>
                  <a:lnTo>
                    <a:pt x="84623" y="7089"/>
                  </a:lnTo>
                  <a:lnTo>
                    <a:pt x="84783" y="7341"/>
                  </a:lnTo>
                  <a:lnTo>
                    <a:pt x="84921" y="7593"/>
                  </a:lnTo>
                  <a:lnTo>
                    <a:pt x="85036" y="7846"/>
                  </a:lnTo>
                  <a:lnTo>
                    <a:pt x="85104" y="8121"/>
                  </a:lnTo>
                  <a:lnTo>
                    <a:pt x="85150" y="8373"/>
                  </a:lnTo>
                  <a:lnTo>
                    <a:pt x="85173" y="8603"/>
                  </a:lnTo>
                  <a:lnTo>
                    <a:pt x="85150" y="8855"/>
                  </a:lnTo>
                  <a:lnTo>
                    <a:pt x="85104" y="9084"/>
                  </a:lnTo>
                  <a:lnTo>
                    <a:pt x="85059" y="9314"/>
                  </a:lnTo>
                  <a:lnTo>
                    <a:pt x="84967" y="9543"/>
                  </a:lnTo>
                  <a:lnTo>
                    <a:pt x="84875" y="9750"/>
                  </a:lnTo>
                  <a:lnTo>
                    <a:pt x="84760" y="9933"/>
                  </a:lnTo>
                  <a:lnTo>
                    <a:pt x="84623" y="10117"/>
                  </a:lnTo>
                  <a:lnTo>
                    <a:pt x="84462" y="10300"/>
                  </a:lnTo>
                  <a:lnTo>
                    <a:pt x="84302" y="10461"/>
                  </a:lnTo>
                  <a:lnTo>
                    <a:pt x="84118" y="10598"/>
                  </a:lnTo>
                  <a:lnTo>
                    <a:pt x="83935" y="10736"/>
                  </a:lnTo>
                  <a:lnTo>
                    <a:pt x="83728" y="10851"/>
                  </a:lnTo>
                  <a:lnTo>
                    <a:pt x="83522" y="10942"/>
                  </a:lnTo>
                  <a:lnTo>
                    <a:pt x="83292" y="11011"/>
                  </a:lnTo>
                  <a:lnTo>
                    <a:pt x="83063" y="11080"/>
                  </a:lnTo>
                  <a:lnTo>
                    <a:pt x="82856" y="11103"/>
                  </a:lnTo>
                  <a:lnTo>
                    <a:pt x="82627" y="11126"/>
                  </a:lnTo>
                  <a:lnTo>
                    <a:pt x="82375" y="11126"/>
                  </a:lnTo>
                  <a:lnTo>
                    <a:pt x="82145" y="11103"/>
                  </a:lnTo>
                  <a:lnTo>
                    <a:pt x="81916" y="11057"/>
                  </a:lnTo>
                  <a:lnTo>
                    <a:pt x="81709" y="10965"/>
                  </a:lnTo>
                  <a:lnTo>
                    <a:pt x="81480" y="10874"/>
                  </a:lnTo>
                  <a:lnTo>
                    <a:pt x="81274" y="10736"/>
                  </a:lnTo>
                  <a:lnTo>
                    <a:pt x="81067" y="10598"/>
                  </a:lnTo>
                  <a:lnTo>
                    <a:pt x="80861" y="10415"/>
                  </a:lnTo>
                  <a:lnTo>
                    <a:pt x="80677" y="10208"/>
                  </a:lnTo>
                  <a:lnTo>
                    <a:pt x="80494" y="9956"/>
                  </a:lnTo>
                  <a:lnTo>
                    <a:pt x="80356" y="9704"/>
                  </a:lnTo>
                  <a:lnTo>
                    <a:pt x="80241" y="9428"/>
                  </a:lnTo>
                  <a:lnTo>
                    <a:pt x="80172" y="9153"/>
                  </a:lnTo>
                  <a:lnTo>
                    <a:pt x="80127" y="8901"/>
                  </a:lnTo>
                  <a:lnTo>
                    <a:pt x="80104" y="8649"/>
                  </a:lnTo>
                  <a:lnTo>
                    <a:pt x="80104" y="8396"/>
                  </a:lnTo>
                  <a:lnTo>
                    <a:pt x="80127" y="8167"/>
                  </a:lnTo>
                  <a:lnTo>
                    <a:pt x="80195" y="7937"/>
                  </a:lnTo>
                  <a:lnTo>
                    <a:pt x="80264" y="7708"/>
                  </a:lnTo>
                  <a:lnTo>
                    <a:pt x="80379" y="7502"/>
                  </a:lnTo>
                  <a:lnTo>
                    <a:pt x="80494" y="7295"/>
                  </a:lnTo>
                  <a:lnTo>
                    <a:pt x="80631" y="7112"/>
                  </a:lnTo>
                  <a:lnTo>
                    <a:pt x="80792" y="6928"/>
                  </a:lnTo>
                  <a:lnTo>
                    <a:pt x="80952" y="6768"/>
                  </a:lnTo>
                  <a:lnTo>
                    <a:pt x="81136" y="6630"/>
                  </a:lnTo>
                  <a:lnTo>
                    <a:pt x="81342" y="6492"/>
                  </a:lnTo>
                  <a:lnTo>
                    <a:pt x="81549" y="6378"/>
                  </a:lnTo>
                  <a:lnTo>
                    <a:pt x="81755" y="6286"/>
                  </a:lnTo>
                  <a:lnTo>
                    <a:pt x="81985" y="6217"/>
                  </a:lnTo>
                  <a:lnTo>
                    <a:pt x="82191" y="6148"/>
                  </a:lnTo>
                  <a:lnTo>
                    <a:pt x="82443" y="6102"/>
                  </a:lnTo>
                  <a:close/>
                  <a:moveTo>
                    <a:pt x="102768" y="8855"/>
                  </a:moveTo>
                  <a:lnTo>
                    <a:pt x="104534" y="11906"/>
                  </a:lnTo>
                  <a:lnTo>
                    <a:pt x="101001" y="11906"/>
                  </a:lnTo>
                  <a:lnTo>
                    <a:pt x="99235" y="8855"/>
                  </a:lnTo>
                  <a:close/>
                  <a:moveTo>
                    <a:pt x="86962" y="1514"/>
                  </a:moveTo>
                  <a:lnTo>
                    <a:pt x="88958" y="5001"/>
                  </a:lnTo>
                  <a:lnTo>
                    <a:pt x="91000" y="8511"/>
                  </a:lnTo>
                  <a:lnTo>
                    <a:pt x="88981" y="12021"/>
                  </a:lnTo>
                  <a:lnTo>
                    <a:pt x="85449" y="12021"/>
                  </a:lnTo>
                  <a:lnTo>
                    <a:pt x="87467" y="8511"/>
                  </a:lnTo>
                  <a:lnTo>
                    <a:pt x="85173" y="4611"/>
                  </a:lnTo>
                  <a:lnTo>
                    <a:pt x="86962" y="1514"/>
                  </a:lnTo>
                  <a:close/>
                  <a:moveTo>
                    <a:pt x="100772" y="1056"/>
                  </a:moveTo>
                  <a:lnTo>
                    <a:pt x="94464" y="12021"/>
                  </a:lnTo>
                  <a:lnTo>
                    <a:pt x="90931" y="12021"/>
                  </a:lnTo>
                  <a:lnTo>
                    <a:pt x="97262" y="1056"/>
                  </a:lnTo>
                  <a:close/>
                  <a:moveTo>
                    <a:pt x="173306" y="7203"/>
                  </a:moveTo>
                  <a:lnTo>
                    <a:pt x="173558" y="7249"/>
                  </a:lnTo>
                  <a:lnTo>
                    <a:pt x="173787" y="7295"/>
                  </a:lnTo>
                  <a:lnTo>
                    <a:pt x="174017" y="7364"/>
                  </a:lnTo>
                  <a:lnTo>
                    <a:pt x="174223" y="7479"/>
                  </a:lnTo>
                  <a:lnTo>
                    <a:pt x="174453" y="7616"/>
                  </a:lnTo>
                  <a:lnTo>
                    <a:pt x="174659" y="7777"/>
                  </a:lnTo>
                  <a:lnTo>
                    <a:pt x="174843" y="7960"/>
                  </a:lnTo>
                  <a:lnTo>
                    <a:pt x="175026" y="8190"/>
                  </a:lnTo>
                  <a:lnTo>
                    <a:pt x="175210" y="8442"/>
                  </a:lnTo>
                  <a:lnTo>
                    <a:pt x="175347" y="8694"/>
                  </a:lnTo>
                  <a:lnTo>
                    <a:pt x="175439" y="8970"/>
                  </a:lnTo>
                  <a:lnTo>
                    <a:pt x="175508" y="9222"/>
                  </a:lnTo>
                  <a:lnTo>
                    <a:pt x="175554" y="9474"/>
                  </a:lnTo>
                  <a:lnTo>
                    <a:pt x="175577" y="9727"/>
                  </a:lnTo>
                  <a:lnTo>
                    <a:pt x="175554" y="9956"/>
                  </a:lnTo>
                  <a:lnTo>
                    <a:pt x="175531" y="10208"/>
                  </a:lnTo>
                  <a:lnTo>
                    <a:pt x="175462" y="10415"/>
                  </a:lnTo>
                  <a:lnTo>
                    <a:pt x="175393" y="10644"/>
                  </a:lnTo>
                  <a:lnTo>
                    <a:pt x="175278" y="10851"/>
                  </a:lnTo>
                  <a:lnTo>
                    <a:pt x="175164" y="11057"/>
                  </a:lnTo>
                  <a:lnTo>
                    <a:pt x="175026" y="11241"/>
                  </a:lnTo>
                  <a:lnTo>
                    <a:pt x="174888" y="11401"/>
                  </a:lnTo>
                  <a:lnTo>
                    <a:pt x="174705" y="11562"/>
                  </a:lnTo>
                  <a:lnTo>
                    <a:pt x="174521" y="11699"/>
                  </a:lnTo>
                  <a:lnTo>
                    <a:pt x="174338" y="11837"/>
                  </a:lnTo>
                  <a:lnTo>
                    <a:pt x="174131" y="11952"/>
                  </a:lnTo>
                  <a:lnTo>
                    <a:pt x="173925" y="12044"/>
                  </a:lnTo>
                  <a:lnTo>
                    <a:pt x="173719" y="12112"/>
                  </a:lnTo>
                  <a:lnTo>
                    <a:pt x="173489" y="12181"/>
                  </a:lnTo>
                  <a:lnTo>
                    <a:pt x="173260" y="12227"/>
                  </a:lnTo>
                  <a:lnTo>
                    <a:pt x="172801" y="12227"/>
                  </a:lnTo>
                  <a:lnTo>
                    <a:pt x="172572" y="12204"/>
                  </a:lnTo>
                  <a:lnTo>
                    <a:pt x="172342" y="12158"/>
                  </a:lnTo>
                  <a:lnTo>
                    <a:pt x="172113" y="12089"/>
                  </a:lnTo>
                  <a:lnTo>
                    <a:pt x="171906" y="11975"/>
                  </a:lnTo>
                  <a:lnTo>
                    <a:pt x="171677" y="11860"/>
                  </a:lnTo>
                  <a:lnTo>
                    <a:pt x="171470" y="11699"/>
                  </a:lnTo>
                  <a:lnTo>
                    <a:pt x="171287" y="11516"/>
                  </a:lnTo>
                  <a:lnTo>
                    <a:pt x="171081" y="11310"/>
                  </a:lnTo>
                  <a:lnTo>
                    <a:pt x="170920" y="11080"/>
                  </a:lnTo>
                  <a:lnTo>
                    <a:pt x="170759" y="10805"/>
                  </a:lnTo>
                  <a:lnTo>
                    <a:pt x="170668" y="10530"/>
                  </a:lnTo>
                  <a:lnTo>
                    <a:pt x="170576" y="10277"/>
                  </a:lnTo>
                  <a:lnTo>
                    <a:pt x="170530" y="10025"/>
                  </a:lnTo>
                  <a:lnTo>
                    <a:pt x="170507" y="9773"/>
                  </a:lnTo>
                  <a:lnTo>
                    <a:pt x="170507" y="9520"/>
                  </a:lnTo>
                  <a:lnTo>
                    <a:pt x="170553" y="9268"/>
                  </a:lnTo>
                  <a:lnTo>
                    <a:pt x="170599" y="9039"/>
                  </a:lnTo>
                  <a:lnTo>
                    <a:pt x="170691" y="8832"/>
                  </a:lnTo>
                  <a:lnTo>
                    <a:pt x="170782" y="8603"/>
                  </a:lnTo>
                  <a:lnTo>
                    <a:pt x="170897" y="8419"/>
                  </a:lnTo>
                  <a:lnTo>
                    <a:pt x="171035" y="8213"/>
                  </a:lnTo>
                  <a:lnTo>
                    <a:pt x="171195" y="8052"/>
                  </a:lnTo>
                  <a:lnTo>
                    <a:pt x="171379" y="7892"/>
                  </a:lnTo>
                  <a:lnTo>
                    <a:pt x="171562" y="7731"/>
                  </a:lnTo>
                  <a:lnTo>
                    <a:pt x="171746" y="7616"/>
                  </a:lnTo>
                  <a:lnTo>
                    <a:pt x="171952" y="7502"/>
                  </a:lnTo>
                  <a:lnTo>
                    <a:pt x="172159" y="7387"/>
                  </a:lnTo>
                  <a:lnTo>
                    <a:pt x="172388" y="7318"/>
                  </a:lnTo>
                  <a:lnTo>
                    <a:pt x="172617" y="7249"/>
                  </a:lnTo>
                  <a:lnTo>
                    <a:pt x="172847" y="7226"/>
                  </a:lnTo>
                  <a:lnTo>
                    <a:pt x="173076" y="7203"/>
                  </a:lnTo>
                  <a:close/>
                  <a:moveTo>
                    <a:pt x="25210" y="7869"/>
                  </a:moveTo>
                  <a:lnTo>
                    <a:pt x="25463" y="7892"/>
                  </a:lnTo>
                  <a:lnTo>
                    <a:pt x="25692" y="7960"/>
                  </a:lnTo>
                  <a:lnTo>
                    <a:pt x="25921" y="8029"/>
                  </a:lnTo>
                  <a:lnTo>
                    <a:pt x="26128" y="8144"/>
                  </a:lnTo>
                  <a:lnTo>
                    <a:pt x="26357" y="8282"/>
                  </a:lnTo>
                  <a:lnTo>
                    <a:pt x="26564" y="8442"/>
                  </a:lnTo>
                  <a:lnTo>
                    <a:pt x="26747" y="8626"/>
                  </a:lnTo>
                  <a:lnTo>
                    <a:pt x="26931" y="8855"/>
                  </a:lnTo>
                  <a:lnTo>
                    <a:pt x="27114" y="9107"/>
                  </a:lnTo>
                  <a:lnTo>
                    <a:pt x="27252" y="9360"/>
                  </a:lnTo>
                  <a:lnTo>
                    <a:pt x="27344" y="9612"/>
                  </a:lnTo>
                  <a:lnTo>
                    <a:pt x="27412" y="9887"/>
                  </a:lnTo>
                  <a:lnTo>
                    <a:pt x="27458" y="10140"/>
                  </a:lnTo>
                  <a:lnTo>
                    <a:pt x="27481" y="10392"/>
                  </a:lnTo>
                  <a:lnTo>
                    <a:pt x="27458" y="10621"/>
                  </a:lnTo>
                  <a:lnTo>
                    <a:pt x="27435" y="10851"/>
                  </a:lnTo>
                  <a:lnTo>
                    <a:pt x="27366" y="11080"/>
                  </a:lnTo>
                  <a:lnTo>
                    <a:pt x="27298" y="11310"/>
                  </a:lnTo>
                  <a:lnTo>
                    <a:pt x="27183" y="11516"/>
                  </a:lnTo>
                  <a:lnTo>
                    <a:pt x="27068" y="11699"/>
                  </a:lnTo>
                  <a:lnTo>
                    <a:pt x="26931" y="11883"/>
                  </a:lnTo>
                  <a:lnTo>
                    <a:pt x="26793" y="12067"/>
                  </a:lnTo>
                  <a:lnTo>
                    <a:pt x="26609" y="12227"/>
                  </a:lnTo>
                  <a:lnTo>
                    <a:pt x="26426" y="12365"/>
                  </a:lnTo>
                  <a:lnTo>
                    <a:pt x="26242" y="12502"/>
                  </a:lnTo>
                  <a:lnTo>
                    <a:pt x="26036" y="12617"/>
                  </a:lnTo>
                  <a:lnTo>
                    <a:pt x="25830" y="12709"/>
                  </a:lnTo>
                  <a:lnTo>
                    <a:pt x="25623" y="12778"/>
                  </a:lnTo>
                  <a:lnTo>
                    <a:pt x="25394" y="12846"/>
                  </a:lnTo>
                  <a:lnTo>
                    <a:pt x="25164" y="12869"/>
                  </a:lnTo>
                  <a:lnTo>
                    <a:pt x="24935" y="12892"/>
                  </a:lnTo>
                  <a:lnTo>
                    <a:pt x="24706" y="12892"/>
                  </a:lnTo>
                  <a:lnTo>
                    <a:pt x="24476" y="12869"/>
                  </a:lnTo>
                  <a:lnTo>
                    <a:pt x="24247" y="12824"/>
                  </a:lnTo>
                  <a:lnTo>
                    <a:pt x="24017" y="12732"/>
                  </a:lnTo>
                  <a:lnTo>
                    <a:pt x="23788" y="12640"/>
                  </a:lnTo>
                  <a:lnTo>
                    <a:pt x="23581" y="12502"/>
                  </a:lnTo>
                  <a:lnTo>
                    <a:pt x="23375" y="12365"/>
                  </a:lnTo>
                  <a:lnTo>
                    <a:pt x="23192" y="12181"/>
                  </a:lnTo>
                  <a:lnTo>
                    <a:pt x="22985" y="11975"/>
                  </a:lnTo>
                  <a:lnTo>
                    <a:pt x="22825" y="11722"/>
                  </a:lnTo>
                  <a:lnTo>
                    <a:pt x="22664" y="11470"/>
                  </a:lnTo>
                  <a:lnTo>
                    <a:pt x="22572" y="11195"/>
                  </a:lnTo>
                  <a:lnTo>
                    <a:pt x="22480" y="10942"/>
                  </a:lnTo>
                  <a:lnTo>
                    <a:pt x="22435" y="10667"/>
                  </a:lnTo>
                  <a:lnTo>
                    <a:pt x="22412" y="10415"/>
                  </a:lnTo>
                  <a:lnTo>
                    <a:pt x="22412" y="10163"/>
                  </a:lnTo>
                  <a:lnTo>
                    <a:pt x="22457" y="9933"/>
                  </a:lnTo>
                  <a:lnTo>
                    <a:pt x="22503" y="9704"/>
                  </a:lnTo>
                  <a:lnTo>
                    <a:pt x="22595" y="9474"/>
                  </a:lnTo>
                  <a:lnTo>
                    <a:pt x="22687" y="9268"/>
                  </a:lnTo>
                  <a:lnTo>
                    <a:pt x="22802" y="9061"/>
                  </a:lnTo>
                  <a:lnTo>
                    <a:pt x="22939" y="8878"/>
                  </a:lnTo>
                  <a:lnTo>
                    <a:pt x="23100" y="8694"/>
                  </a:lnTo>
                  <a:lnTo>
                    <a:pt x="23283" y="8534"/>
                  </a:lnTo>
                  <a:lnTo>
                    <a:pt x="23467" y="8396"/>
                  </a:lnTo>
                  <a:lnTo>
                    <a:pt x="23650" y="8259"/>
                  </a:lnTo>
                  <a:lnTo>
                    <a:pt x="23857" y="8144"/>
                  </a:lnTo>
                  <a:lnTo>
                    <a:pt x="24063" y="8052"/>
                  </a:lnTo>
                  <a:lnTo>
                    <a:pt x="24293" y="7983"/>
                  </a:lnTo>
                  <a:lnTo>
                    <a:pt x="24522" y="7915"/>
                  </a:lnTo>
                  <a:lnTo>
                    <a:pt x="24751" y="7869"/>
                  </a:lnTo>
                  <a:close/>
                  <a:moveTo>
                    <a:pt x="45076" y="10621"/>
                  </a:moveTo>
                  <a:lnTo>
                    <a:pt x="46865" y="13672"/>
                  </a:lnTo>
                  <a:lnTo>
                    <a:pt x="43332" y="13672"/>
                  </a:lnTo>
                  <a:lnTo>
                    <a:pt x="41543" y="10621"/>
                  </a:lnTo>
                  <a:close/>
                  <a:moveTo>
                    <a:pt x="29270" y="3281"/>
                  </a:moveTo>
                  <a:lnTo>
                    <a:pt x="31289" y="6768"/>
                  </a:lnTo>
                  <a:lnTo>
                    <a:pt x="33308" y="10277"/>
                  </a:lnTo>
                  <a:lnTo>
                    <a:pt x="31289" y="13787"/>
                  </a:lnTo>
                  <a:lnTo>
                    <a:pt x="27756" y="13787"/>
                  </a:lnTo>
                  <a:lnTo>
                    <a:pt x="29798" y="10277"/>
                  </a:lnTo>
                  <a:lnTo>
                    <a:pt x="27481" y="6378"/>
                  </a:lnTo>
                  <a:lnTo>
                    <a:pt x="29270" y="3281"/>
                  </a:lnTo>
                  <a:close/>
                  <a:moveTo>
                    <a:pt x="43103" y="2822"/>
                  </a:moveTo>
                  <a:lnTo>
                    <a:pt x="36772" y="13787"/>
                  </a:lnTo>
                  <a:lnTo>
                    <a:pt x="33262" y="13787"/>
                  </a:lnTo>
                  <a:lnTo>
                    <a:pt x="39570" y="2822"/>
                  </a:lnTo>
                  <a:close/>
                  <a:moveTo>
                    <a:pt x="116715" y="9039"/>
                  </a:moveTo>
                  <a:lnTo>
                    <a:pt x="116944" y="9084"/>
                  </a:lnTo>
                  <a:lnTo>
                    <a:pt x="117196" y="9130"/>
                  </a:lnTo>
                  <a:lnTo>
                    <a:pt x="117403" y="9222"/>
                  </a:lnTo>
                  <a:lnTo>
                    <a:pt x="117632" y="9314"/>
                  </a:lnTo>
                  <a:lnTo>
                    <a:pt x="117862" y="9451"/>
                  </a:lnTo>
                  <a:lnTo>
                    <a:pt x="118068" y="9612"/>
                  </a:lnTo>
                  <a:lnTo>
                    <a:pt x="118252" y="9796"/>
                  </a:lnTo>
                  <a:lnTo>
                    <a:pt x="118435" y="10025"/>
                  </a:lnTo>
                  <a:lnTo>
                    <a:pt x="118619" y="10277"/>
                  </a:lnTo>
                  <a:lnTo>
                    <a:pt x="118756" y="10530"/>
                  </a:lnTo>
                  <a:lnTo>
                    <a:pt x="118848" y="10805"/>
                  </a:lnTo>
                  <a:lnTo>
                    <a:pt x="118917" y="11057"/>
                  </a:lnTo>
                  <a:lnTo>
                    <a:pt x="118963" y="11310"/>
                  </a:lnTo>
                  <a:lnTo>
                    <a:pt x="118986" y="11562"/>
                  </a:lnTo>
                  <a:lnTo>
                    <a:pt x="118963" y="11791"/>
                  </a:lnTo>
                  <a:lnTo>
                    <a:pt x="118940" y="12044"/>
                  </a:lnTo>
                  <a:lnTo>
                    <a:pt x="118871" y="12273"/>
                  </a:lnTo>
                  <a:lnTo>
                    <a:pt x="118802" y="12479"/>
                  </a:lnTo>
                  <a:lnTo>
                    <a:pt x="118687" y="12686"/>
                  </a:lnTo>
                  <a:lnTo>
                    <a:pt x="118573" y="12892"/>
                  </a:lnTo>
                  <a:lnTo>
                    <a:pt x="118435" y="13076"/>
                  </a:lnTo>
                  <a:lnTo>
                    <a:pt x="118274" y="13236"/>
                  </a:lnTo>
                  <a:lnTo>
                    <a:pt x="118114" y="13397"/>
                  </a:lnTo>
                  <a:lnTo>
                    <a:pt x="117930" y="13535"/>
                  </a:lnTo>
                  <a:lnTo>
                    <a:pt x="117747" y="13672"/>
                  </a:lnTo>
                  <a:lnTo>
                    <a:pt x="117540" y="13787"/>
                  </a:lnTo>
                  <a:lnTo>
                    <a:pt x="117334" y="13879"/>
                  </a:lnTo>
                  <a:lnTo>
                    <a:pt x="117105" y="13948"/>
                  </a:lnTo>
                  <a:lnTo>
                    <a:pt x="116898" y="14016"/>
                  </a:lnTo>
                  <a:lnTo>
                    <a:pt x="116669" y="14062"/>
                  </a:lnTo>
                  <a:lnTo>
                    <a:pt x="116210" y="14062"/>
                  </a:lnTo>
                  <a:lnTo>
                    <a:pt x="115981" y="14039"/>
                  </a:lnTo>
                  <a:lnTo>
                    <a:pt x="115751" y="13993"/>
                  </a:lnTo>
                  <a:lnTo>
                    <a:pt x="115522" y="13925"/>
                  </a:lnTo>
                  <a:lnTo>
                    <a:pt x="115292" y="13810"/>
                  </a:lnTo>
                  <a:lnTo>
                    <a:pt x="115086" y="13695"/>
                  </a:lnTo>
                  <a:lnTo>
                    <a:pt x="114879" y="13535"/>
                  </a:lnTo>
                  <a:lnTo>
                    <a:pt x="114673" y="13351"/>
                  </a:lnTo>
                  <a:lnTo>
                    <a:pt x="114490" y="13145"/>
                  </a:lnTo>
                  <a:lnTo>
                    <a:pt x="114329" y="12915"/>
                  </a:lnTo>
                  <a:lnTo>
                    <a:pt x="114168" y="12640"/>
                  </a:lnTo>
                  <a:lnTo>
                    <a:pt x="114054" y="12365"/>
                  </a:lnTo>
                  <a:lnTo>
                    <a:pt x="113985" y="12112"/>
                  </a:lnTo>
                  <a:lnTo>
                    <a:pt x="113939" y="11860"/>
                  </a:lnTo>
                  <a:lnTo>
                    <a:pt x="113916" y="11608"/>
                  </a:lnTo>
                  <a:lnTo>
                    <a:pt x="113916" y="11355"/>
                  </a:lnTo>
                  <a:lnTo>
                    <a:pt x="113962" y="11103"/>
                  </a:lnTo>
                  <a:lnTo>
                    <a:pt x="114008" y="10874"/>
                  </a:lnTo>
                  <a:lnTo>
                    <a:pt x="114100" y="10667"/>
                  </a:lnTo>
                  <a:lnTo>
                    <a:pt x="114191" y="10438"/>
                  </a:lnTo>
                  <a:lnTo>
                    <a:pt x="114306" y="10254"/>
                  </a:lnTo>
                  <a:lnTo>
                    <a:pt x="114444" y="10048"/>
                  </a:lnTo>
                  <a:lnTo>
                    <a:pt x="114604" y="9887"/>
                  </a:lnTo>
                  <a:lnTo>
                    <a:pt x="114788" y="9727"/>
                  </a:lnTo>
                  <a:lnTo>
                    <a:pt x="114971" y="9566"/>
                  </a:lnTo>
                  <a:lnTo>
                    <a:pt x="115155" y="9451"/>
                  </a:lnTo>
                  <a:lnTo>
                    <a:pt x="115361" y="9337"/>
                  </a:lnTo>
                  <a:lnTo>
                    <a:pt x="115568" y="9222"/>
                  </a:lnTo>
                  <a:lnTo>
                    <a:pt x="115797" y="9153"/>
                  </a:lnTo>
                  <a:lnTo>
                    <a:pt x="116026" y="9084"/>
                  </a:lnTo>
                  <a:lnTo>
                    <a:pt x="116256" y="9061"/>
                  </a:lnTo>
                  <a:lnTo>
                    <a:pt x="116485" y="9039"/>
                  </a:lnTo>
                  <a:close/>
                  <a:moveTo>
                    <a:pt x="136305" y="11860"/>
                  </a:moveTo>
                  <a:lnTo>
                    <a:pt x="138071" y="14911"/>
                  </a:lnTo>
                  <a:lnTo>
                    <a:pt x="134538" y="14911"/>
                  </a:lnTo>
                  <a:lnTo>
                    <a:pt x="132772" y="11860"/>
                  </a:lnTo>
                  <a:close/>
                  <a:moveTo>
                    <a:pt x="120775" y="4451"/>
                  </a:moveTo>
                  <a:lnTo>
                    <a:pt x="122771" y="7937"/>
                  </a:lnTo>
                  <a:lnTo>
                    <a:pt x="124812" y="11470"/>
                  </a:lnTo>
                  <a:lnTo>
                    <a:pt x="122794" y="14957"/>
                  </a:lnTo>
                  <a:lnTo>
                    <a:pt x="119261" y="14957"/>
                  </a:lnTo>
                  <a:lnTo>
                    <a:pt x="121302" y="11447"/>
                  </a:lnTo>
                  <a:lnTo>
                    <a:pt x="118986" y="7547"/>
                  </a:lnTo>
                  <a:lnTo>
                    <a:pt x="120775" y="4451"/>
                  </a:lnTo>
                  <a:close/>
                  <a:moveTo>
                    <a:pt x="134607" y="4015"/>
                  </a:moveTo>
                  <a:lnTo>
                    <a:pt x="128276" y="14957"/>
                  </a:lnTo>
                  <a:lnTo>
                    <a:pt x="124766" y="14957"/>
                  </a:lnTo>
                  <a:lnTo>
                    <a:pt x="131075" y="4015"/>
                  </a:lnTo>
                  <a:close/>
                  <a:moveTo>
                    <a:pt x="59802" y="10736"/>
                  </a:moveTo>
                  <a:lnTo>
                    <a:pt x="60032" y="10782"/>
                  </a:lnTo>
                  <a:lnTo>
                    <a:pt x="60261" y="10828"/>
                  </a:lnTo>
                  <a:lnTo>
                    <a:pt x="60491" y="10920"/>
                  </a:lnTo>
                  <a:lnTo>
                    <a:pt x="60697" y="11011"/>
                  </a:lnTo>
                  <a:lnTo>
                    <a:pt x="60926" y="11149"/>
                  </a:lnTo>
                  <a:lnTo>
                    <a:pt x="61133" y="11310"/>
                  </a:lnTo>
                  <a:lnTo>
                    <a:pt x="61316" y="11493"/>
                  </a:lnTo>
                  <a:lnTo>
                    <a:pt x="61523" y="11722"/>
                  </a:lnTo>
                  <a:lnTo>
                    <a:pt x="61683" y="11975"/>
                  </a:lnTo>
                  <a:lnTo>
                    <a:pt x="61821" y="12227"/>
                  </a:lnTo>
                  <a:lnTo>
                    <a:pt x="61913" y="12502"/>
                  </a:lnTo>
                  <a:lnTo>
                    <a:pt x="62005" y="12755"/>
                  </a:lnTo>
                  <a:lnTo>
                    <a:pt x="62028" y="13007"/>
                  </a:lnTo>
                  <a:lnTo>
                    <a:pt x="62051" y="13259"/>
                  </a:lnTo>
                  <a:lnTo>
                    <a:pt x="62051" y="13489"/>
                  </a:lnTo>
                  <a:lnTo>
                    <a:pt x="62005" y="13741"/>
                  </a:lnTo>
                  <a:lnTo>
                    <a:pt x="61959" y="13970"/>
                  </a:lnTo>
                  <a:lnTo>
                    <a:pt x="61867" y="14177"/>
                  </a:lnTo>
                  <a:lnTo>
                    <a:pt x="61775" y="14383"/>
                  </a:lnTo>
                  <a:lnTo>
                    <a:pt x="61638" y="14590"/>
                  </a:lnTo>
                  <a:lnTo>
                    <a:pt x="61500" y="14773"/>
                  </a:lnTo>
                  <a:lnTo>
                    <a:pt x="61362" y="14934"/>
                  </a:lnTo>
                  <a:lnTo>
                    <a:pt x="61179" y="15094"/>
                  </a:lnTo>
                  <a:lnTo>
                    <a:pt x="61018" y="15232"/>
                  </a:lnTo>
                  <a:lnTo>
                    <a:pt x="60812" y="15370"/>
                  </a:lnTo>
                  <a:lnTo>
                    <a:pt x="60605" y="15484"/>
                  </a:lnTo>
                  <a:lnTo>
                    <a:pt x="60399" y="15576"/>
                  </a:lnTo>
                  <a:lnTo>
                    <a:pt x="60192" y="15668"/>
                  </a:lnTo>
                  <a:lnTo>
                    <a:pt x="59963" y="15714"/>
                  </a:lnTo>
                  <a:lnTo>
                    <a:pt x="59734" y="15760"/>
                  </a:lnTo>
                  <a:lnTo>
                    <a:pt x="59504" y="15783"/>
                  </a:lnTo>
                  <a:lnTo>
                    <a:pt x="59275" y="15760"/>
                  </a:lnTo>
                  <a:lnTo>
                    <a:pt x="59045" y="15737"/>
                  </a:lnTo>
                  <a:lnTo>
                    <a:pt x="58816" y="15691"/>
                  </a:lnTo>
                  <a:lnTo>
                    <a:pt x="58587" y="15622"/>
                  </a:lnTo>
                  <a:lnTo>
                    <a:pt x="58380" y="15507"/>
                  </a:lnTo>
                  <a:lnTo>
                    <a:pt x="58151" y="15393"/>
                  </a:lnTo>
                  <a:lnTo>
                    <a:pt x="57944" y="15232"/>
                  </a:lnTo>
                  <a:lnTo>
                    <a:pt x="57761" y="15049"/>
                  </a:lnTo>
                  <a:lnTo>
                    <a:pt x="57577" y="14842"/>
                  </a:lnTo>
                  <a:lnTo>
                    <a:pt x="57394" y="14613"/>
                  </a:lnTo>
                  <a:lnTo>
                    <a:pt x="57256" y="14337"/>
                  </a:lnTo>
                  <a:lnTo>
                    <a:pt x="57142" y="14062"/>
                  </a:lnTo>
                  <a:lnTo>
                    <a:pt x="57050" y="13810"/>
                  </a:lnTo>
                  <a:lnTo>
                    <a:pt x="57004" y="13558"/>
                  </a:lnTo>
                  <a:lnTo>
                    <a:pt x="56981" y="13305"/>
                  </a:lnTo>
                  <a:lnTo>
                    <a:pt x="57004" y="13053"/>
                  </a:lnTo>
                  <a:lnTo>
                    <a:pt x="57027" y="12824"/>
                  </a:lnTo>
                  <a:lnTo>
                    <a:pt x="57096" y="12571"/>
                  </a:lnTo>
                  <a:lnTo>
                    <a:pt x="57164" y="12365"/>
                  </a:lnTo>
                  <a:lnTo>
                    <a:pt x="57256" y="12158"/>
                  </a:lnTo>
                  <a:lnTo>
                    <a:pt x="57394" y="11952"/>
                  </a:lnTo>
                  <a:lnTo>
                    <a:pt x="57531" y="11768"/>
                  </a:lnTo>
                  <a:lnTo>
                    <a:pt x="57669" y="11585"/>
                  </a:lnTo>
                  <a:lnTo>
                    <a:pt x="57853" y="11424"/>
                  </a:lnTo>
                  <a:lnTo>
                    <a:pt x="58036" y="11264"/>
                  </a:lnTo>
                  <a:lnTo>
                    <a:pt x="58220" y="11149"/>
                  </a:lnTo>
                  <a:lnTo>
                    <a:pt x="58426" y="11034"/>
                  </a:lnTo>
                  <a:lnTo>
                    <a:pt x="58656" y="10920"/>
                  </a:lnTo>
                  <a:lnTo>
                    <a:pt x="58862" y="10851"/>
                  </a:lnTo>
                  <a:lnTo>
                    <a:pt x="59091" y="10805"/>
                  </a:lnTo>
                  <a:lnTo>
                    <a:pt x="59321" y="10759"/>
                  </a:lnTo>
                  <a:lnTo>
                    <a:pt x="59550" y="10736"/>
                  </a:lnTo>
                  <a:close/>
                  <a:moveTo>
                    <a:pt x="79668" y="13489"/>
                  </a:moveTo>
                  <a:lnTo>
                    <a:pt x="81434" y="16563"/>
                  </a:lnTo>
                  <a:lnTo>
                    <a:pt x="77902" y="16563"/>
                  </a:lnTo>
                  <a:lnTo>
                    <a:pt x="76135" y="13512"/>
                  </a:lnTo>
                  <a:lnTo>
                    <a:pt x="79668" y="13489"/>
                  </a:lnTo>
                  <a:close/>
                  <a:moveTo>
                    <a:pt x="63840" y="6148"/>
                  </a:moveTo>
                  <a:lnTo>
                    <a:pt x="65858" y="9635"/>
                  </a:lnTo>
                  <a:lnTo>
                    <a:pt x="67877" y="13168"/>
                  </a:lnTo>
                  <a:lnTo>
                    <a:pt x="65858" y="16654"/>
                  </a:lnTo>
                  <a:lnTo>
                    <a:pt x="62326" y="16654"/>
                  </a:lnTo>
                  <a:lnTo>
                    <a:pt x="64367" y="13145"/>
                  </a:lnTo>
                  <a:lnTo>
                    <a:pt x="62051" y="9268"/>
                  </a:lnTo>
                  <a:lnTo>
                    <a:pt x="63840" y="6148"/>
                  </a:lnTo>
                  <a:close/>
                  <a:moveTo>
                    <a:pt x="77672" y="5712"/>
                  </a:moveTo>
                  <a:lnTo>
                    <a:pt x="71341" y="16654"/>
                  </a:lnTo>
                  <a:lnTo>
                    <a:pt x="67831" y="16654"/>
                  </a:lnTo>
                  <a:lnTo>
                    <a:pt x="74139" y="5712"/>
                  </a:lnTo>
                  <a:close/>
                  <a:moveTo>
                    <a:pt x="150435" y="12021"/>
                  </a:moveTo>
                  <a:lnTo>
                    <a:pt x="150665" y="12044"/>
                  </a:lnTo>
                  <a:lnTo>
                    <a:pt x="150894" y="12089"/>
                  </a:lnTo>
                  <a:lnTo>
                    <a:pt x="151123" y="12181"/>
                  </a:lnTo>
                  <a:lnTo>
                    <a:pt x="151353" y="12296"/>
                  </a:lnTo>
                  <a:lnTo>
                    <a:pt x="151559" y="12411"/>
                  </a:lnTo>
                  <a:lnTo>
                    <a:pt x="151766" y="12571"/>
                  </a:lnTo>
                  <a:lnTo>
                    <a:pt x="151972" y="12778"/>
                  </a:lnTo>
                  <a:lnTo>
                    <a:pt x="152156" y="12984"/>
                  </a:lnTo>
                  <a:lnTo>
                    <a:pt x="152316" y="13236"/>
                  </a:lnTo>
                  <a:lnTo>
                    <a:pt x="152454" y="13512"/>
                  </a:lnTo>
                  <a:lnTo>
                    <a:pt x="152569" y="13764"/>
                  </a:lnTo>
                  <a:lnTo>
                    <a:pt x="152637" y="14016"/>
                  </a:lnTo>
                  <a:lnTo>
                    <a:pt x="152683" y="14292"/>
                  </a:lnTo>
                  <a:lnTo>
                    <a:pt x="152706" y="14521"/>
                  </a:lnTo>
                  <a:lnTo>
                    <a:pt x="152683" y="14773"/>
                  </a:lnTo>
                  <a:lnTo>
                    <a:pt x="152660" y="15003"/>
                  </a:lnTo>
                  <a:lnTo>
                    <a:pt x="152592" y="15232"/>
                  </a:lnTo>
                  <a:lnTo>
                    <a:pt x="152500" y="15439"/>
                  </a:lnTo>
                  <a:lnTo>
                    <a:pt x="152408" y="15645"/>
                  </a:lnTo>
                  <a:lnTo>
                    <a:pt x="152293" y="15851"/>
                  </a:lnTo>
                  <a:lnTo>
                    <a:pt x="152156" y="16035"/>
                  </a:lnTo>
                  <a:lnTo>
                    <a:pt x="151995" y="16219"/>
                  </a:lnTo>
                  <a:lnTo>
                    <a:pt x="151835" y="16379"/>
                  </a:lnTo>
                  <a:lnTo>
                    <a:pt x="151651" y="16517"/>
                  </a:lnTo>
                  <a:lnTo>
                    <a:pt x="151467" y="16631"/>
                  </a:lnTo>
                  <a:lnTo>
                    <a:pt x="151261" y="16746"/>
                  </a:lnTo>
                  <a:lnTo>
                    <a:pt x="151055" y="16861"/>
                  </a:lnTo>
                  <a:lnTo>
                    <a:pt x="150825" y="16930"/>
                  </a:lnTo>
                  <a:lnTo>
                    <a:pt x="150596" y="16976"/>
                  </a:lnTo>
                  <a:lnTo>
                    <a:pt x="150389" y="17021"/>
                  </a:lnTo>
                  <a:lnTo>
                    <a:pt x="150160" y="17044"/>
                  </a:lnTo>
                  <a:lnTo>
                    <a:pt x="149908" y="17044"/>
                  </a:lnTo>
                  <a:lnTo>
                    <a:pt x="149678" y="17021"/>
                  </a:lnTo>
                  <a:lnTo>
                    <a:pt x="149449" y="16953"/>
                  </a:lnTo>
                  <a:lnTo>
                    <a:pt x="149242" y="16884"/>
                  </a:lnTo>
                  <a:lnTo>
                    <a:pt x="149013" y="16792"/>
                  </a:lnTo>
                  <a:lnTo>
                    <a:pt x="148807" y="16654"/>
                  </a:lnTo>
                  <a:lnTo>
                    <a:pt x="148600" y="16517"/>
                  </a:lnTo>
                  <a:lnTo>
                    <a:pt x="148394" y="16333"/>
                  </a:lnTo>
                  <a:lnTo>
                    <a:pt x="148210" y="16127"/>
                  </a:lnTo>
                  <a:lnTo>
                    <a:pt x="148027" y="15874"/>
                  </a:lnTo>
                  <a:lnTo>
                    <a:pt x="147889" y="15599"/>
                  </a:lnTo>
                  <a:lnTo>
                    <a:pt x="147774" y="15347"/>
                  </a:lnTo>
                  <a:lnTo>
                    <a:pt x="147705" y="15072"/>
                  </a:lnTo>
                  <a:lnTo>
                    <a:pt x="147660" y="14819"/>
                  </a:lnTo>
                  <a:lnTo>
                    <a:pt x="147637" y="14567"/>
                  </a:lnTo>
                  <a:lnTo>
                    <a:pt x="147637" y="14315"/>
                  </a:lnTo>
                  <a:lnTo>
                    <a:pt x="147660" y="14085"/>
                  </a:lnTo>
                  <a:lnTo>
                    <a:pt x="147728" y="13856"/>
                  </a:lnTo>
                  <a:lnTo>
                    <a:pt x="147797" y="13626"/>
                  </a:lnTo>
                  <a:lnTo>
                    <a:pt x="147912" y="13420"/>
                  </a:lnTo>
                  <a:lnTo>
                    <a:pt x="148027" y="13213"/>
                  </a:lnTo>
                  <a:lnTo>
                    <a:pt x="148164" y="13030"/>
                  </a:lnTo>
                  <a:lnTo>
                    <a:pt x="148325" y="12846"/>
                  </a:lnTo>
                  <a:lnTo>
                    <a:pt x="148485" y="12686"/>
                  </a:lnTo>
                  <a:lnTo>
                    <a:pt x="148669" y="12548"/>
                  </a:lnTo>
                  <a:lnTo>
                    <a:pt x="148875" y="12411"/>
                  </a:lnTo>
                  <a:lnTo>
                    <a:pt x="149082" y="12296"/>
                  </a:lnTo>
                  <a:lnTo>
                    <a:pt x="149288" y="12204"/>
                  </a:lnTo>
                  <a:lnTo>
                    <a:pt x="149518" y="12112"/>
                  </a:lnTo>
                  <a:lnTo>
                    <a:pt x="149747" y="12067"/>
                  </a:lnTo>
                  <a:lnTo>
                    <a:pt x="149976" y="12021"/>
                  </a:lnTo>
                  <a:close/>
                  <a:moveTo>
                    <a:pt x="170301" y="14773"/>
                  </a:moveTo>
                  <a:lnTo>
                    <a:pt x="172067" y="17824"/>
                  </a:lnTo>
                  <a:lnTo>
                    <a:pt x="168534" y="17824"/>
                  </a:lnTo>
                  <a:lnTo>
                    <a:pt x="166768" y="14773"/>
                  </a:lnTo>
                  <a:close/>
                  <a:moveTo>
                    <a:pt x="168305" y="6974"/>
                  </a:moveTo>
                  <a:lnTo>
                    <a:pt x="161997" y="17916"/>
                  </a:lnTo>
                  <a:lnTo>
                    <a:pt x="158464" y="17939"/>
                  </a:lnTo>
                  <a:lnTo>
                    <a:pt x="158464" y="17939"/>
                  </a:lnTo>
                  <a:lnTo>
                    <a:pt x="164795" y="6974"/>
                  </a:lnTo>
                  <a:close/>
                  <a:moveTo>
                    <a:pt x="154495" y="7410"/>
                  </a:moveTo>
                  <a:lnTo>
                    <a:pt x="156491" y="10920"/>
                  </a:lnTo>
                  <a:lnTo>
                    <a:pt x="158533" y="14429"/>
                  </a:lnTo>
                  <a:lnTo>
                    <a:pt x="156514" y="17939"/>
                  </a:lnTo>
                  <a:lnTo>
                    <a:pt x="152981" y="17939"/>
                  </a:lnTo>
                  <a:lnTo>
                    <a:pt x="155000" y="14429"/>
                  </a:lnTo>
                  <a:lnTo>
                    <a:pt x="152706" y="10530"/>
                  </a:lnTo>
                  <a:lnTo>
                    <a:pt x="154495" y="7410"/>
                  </a:lnTo>
                  <a:close/>
                  <a:moveTo>
                    <a:pt x="21976" y="15255"/>
                  </a:moveTo>
                  <a:lnTo>
                    <a:pt x="23742" y="18329"/>
                  </a:lnTo>
                  <a:lnTo>
                    <a:pt x="20209" y="18329"/>
                  </a:lnTo>
                  <a:lnTo>
                    <a:pt x="18443" y="15278"/>
                  </a:lnTo>
                  <a:lnTo>
                    <a:pt x="21976" y="15255"/>
                  </a:lnTo>
                  <a:close/>
                  <a:moveTo>
                    <a:pt x="6171" y="7915"/>
                  </a:moveTo>
                  <a:lnTo>
                    <a:pt x="8166" y="11401"/>
                  </a:lnTo>
                  <a:lnTo>
                    <a:pt x="10208" y="14934"/>
                  </a:lnTo>
                  <a:lnTo>
                    <a:pt x="8189" y="18421"/>
                  </a:lnTo>
                  <a:lnTo>
                    <a:pt x="4657" y="18421"/>
                  </a:lnTo>
                  <a:lnTo>
                    <a:pt x="6675" y="14911"/>
                  </a:lnTo>
                  <a:lnTo>
                    <a:pt x="4381" y="11034"/>
                  </a:lnTo>
                  <a:lnTo>
                    <a:pt x="6171" y="7915"/>
                  </a:lnTo>
                  <a:close/>
                  <a:moveTo>
                    <a:pt x="19980" y="7479"/>
                  </a:moveTo>
                  <a:lnTo>
                    <a:pt x="13672" y="18421"/>
                  </a:lnTo>
                  <a:lnTo>
                    <a:pt x="10139" y="18421"/>
                  </a:lnTo>
                  <a:lnTo>
                    <a:pt x="16470" y="7479"/>
                  </a:lnTo>
                  <a:close/>
                  <a:moveTo>
                    <a:pt x="93798" y="13649"/>
                  </a:moveTo>
                  <a:lnTo>
                    <a:pt x="94028" y="13672"/>
                  </a:lnTo>
                  <a:lnTo>
                    <a:pt x="94257" y="13741"/>
                  </a:lnTo>
                  <a:lnTo>
                    <a:pt x="94487" y="13810"/>
                  </a:lnTo>
                  <a:lnTo>
                    <a:pt x="94716" y="13925"/>
                  </a:lnTo>
                  <a:lnTo>
                    <a:pt x="94922" y="14062"/>
                  </a:lnTo>
                  <a:lnTo>
                    <a:pt x="95129" y="14223"/>
                  </a:lnTo>
                  <a:lnTo>
                    <a:pt x="95335" y="14406"/>
                  </a:lnTo>
                  <a:lnTo>
                    <a:pt x="95519" y="14636"/>
                  </a:lnTo>
                  <a:lnTo>
                    <a:pt x="95679" y="14888"/>
                  </a:lnTo>
                  <a:lnTo>
                    <a:pt x="95817" y="15140"/>
                  </a:lnTo>
                  <a:lnTo>
                    <a:pt x="95932" y="15416"/>
                  </a:lnTo>
                  <a:lnTo>
                    <a:pt x="96001" y="15668"/>
                  </a:lnTo>
                  <a:lnTo>
                    <a:pt x="96046" y="15920"/>
                  </a:lnTo>
                  <a:lnTo>
                    <a:pt x="96069" y="16173"/>
                  </a:lnTo>
                  <a:lnTo>
                    <a:pt x="96046" y="16402"/>
                  </a:lnTo>
                  <a:lnTo>
                    <a:pt x="96001" y="16631"/>
                  </a:lnTo>
                  <a:lnTo>
                    <a:pt x="95955" y="16861"/>
                  </a:lnTo>
                  <a:lnTo>
                    <a:pt x="95863" y="17090"/>
                  </a:lnTo>
                  <a:lnTo>
                    <a:pt x="95771" y="17297"/>
                  </a:lnTo>
                  <a:lnTo>
                    <a:pt x="95656" y="17480"/>
                  </a:lnTo>
                  <a:lnTo>
                    <a:pt x="95519" y="17664"/>
                  </a:lnTo>
                  <a:lnTo>
                    <a:pt x="95358" y="17847"/>
                  </a:lnTo>
                  <a:lnTo>
                    <a:pt x="95198" y="18008"/>
                  </a:lnTo>
                  <a:lnTo>
                    <a:pt x="95014" y="18145"/>
                  </a:lnTo>
                  <a:lnTo>
                    <a:pt x="94831" y="18283"/>
                  </a:lnTo>
                  <a:lnTo>
                    <a:pt x="94624" y="18398"/>
                  </a:lnTo>
                  <a:lnTo>
                    <a:pt x="94418" y="18490"/>
                  </a:lnTo>
                  <a:lnTo>
                    <a:pt x="94188" y="18558"/>
                  </a:lnTo>
                  <a:lnTo>
                    <a:pt x="93959" y="18627"/>
                  </a:lnTo>
                  <a:lnTo>
                    <a:pt x="93752" y="18650"/>
                  </a:lnTo>
                  <a:lnTo>
                    <a:pt x="93523" y="18673"/>
                  </a:lnTo>
                  <a:lnTo>
                    <a:pt x="93271" y="18673"/>
                  </a:lnTo>
                  <a:lnTo>
                    <a:pt x="93041" y="18650"/>
                  </a:lnTo>
                  <a:lnTo>
                    <a:pt x="92812" y="18604"/>
                  </a:lnTo>
                  <a:lnTo>
                    <a:pt x="92606" y="18512"/>
                  </a:lnTo>
                  <a:lnTo>
                    <a:pt x="92376" y="18421"/>
                  </a:lnTo>
                  <a:lnTo>
                    <a:pt x="92170" y="18306"/>
                  </a:lnTo>
                  <a:lnTo>
                    <a:pt x="91963" y="18145"/>
                  </a:lnTo>
                  <a:lnTo>
                    <a:pt x="91757" y="17962"/>
                  </a:lnTo>
                  <a:lnTo>
                    <a:pt x="91573" y="17755"/>
                  </a:lnTo>
                  <a:lnTo>
                    <a:pt x="91390" y="17503"/>
                  </a:lnTo>
                  <a:lnTo>
                    <a:pt x="91252" y="17251"/>
                  </a:lnTo>
                  <a:lnTo>
                    <a:pt x="91137" y="16976"/>
                  </a:lnTo>
                  <a:lnTo>
                    <a:pt x="91069" y="16723"/>
                  </a:lnTo>
                  <a:lnTo>
                    <a:pt x="91023" y="16448"/>
                  </a:lnTo>
                  <a:lnTo>
                    <a:pt x="91000" y="16196"/>
                  </a:lnTo>
                  <a:lnTo>
                    <a:pt x="91000" y="15966"/>
                  </a:lnTo>
                  <a:lnTo>
                    <a:pt x="91023" y="15714"/>
                  </a:lnTo>
                  <a:lnTo>
                    <a:pt x="91092" y="15484"/>
                  </a:lnTo>
                  <a:lnTo>
                    <a:pt x="91160" y="15255"/>
                  </a:lnTo>
                  <a:lnTo>
                    <a:pt x="91275" y="15049"/>
                  </a:lnTo>
                  <a:lnTo>
                    <a:pt x="91390" y="14842"/>
                  </a:lnTo>
                  <a:lnTo>
                    <a:pt x="91527" y="14659"/>
                  </a:lnTo>
                  <a:lnTo>
                    <a:pt x="91688" y="14498"/>
                  </a:lnTo>
                  <a:lnTo>
                    <a:pt x="91849" y="14337"/>
                  </a:lnTo>
                  <a:lnTo>
                    <a:pt x="92032" y="14177"/>
                  </a:lnTo>
                  <a:lnTo>
                    <a:pt x="92239" y="14039"/>
                  </a:lnTo>
                  <a:lnTo>
                    <a:pt x="92445" y="13925"/>
                  </a:lnTo>
                  <a:lnTo>
                    <a:pt x="92651" y="13833"/>
                  </a:lnTo>
                  <a:lnTo>
                    <a:pt x="92881" y="13764"/>
                  </a:lnTo>
                  <a:lnTo>
                    <a:pt x="93087" y="13695"/>
                  </a:lnTo>
                  <a:lnTo>
                    <a:pt x="93340" y="13672"/>
                  </a:lnTo>
                  <a:lnTo>
                    <a:pt x="93569" y="13649"/>
                  </a:lnTo>
                  <a:close/>
                  <a:moveTo>
                    <a:pt x="113664" y="16402"/>
                  </a:moveTo>
                  <a:lnTo>
                    <a:pt x="115430" y="19453"/>
                  </a:lnTo>
                  <a:lnTo>
                    <a:pt x="111897" y="19453"/>
                  </a:lnTo>
                  <a:lnTo>
                    <a:pt x="110131" y="16402"/>
                  </a:lnTo>
                  <a:close/>
                  <a:moveTo>
                    <a:pt x="97859" y="9061"/>
                  </a:moveTo>
                  <a:lnTo>
                    <a:pt x="99854" y="12548"/>
                  </a:lnTo>
                  <a:lnTo>
                    <a:pt x="101896" y="16081"/>
                  </a:lnTo>
                  <a:lnTo>
                    <a:pt x="99877" y="19568"/>
                  </a:lnTo>
                  <a:lnTo>
                    <a:pt x="96345" y="19568"/>
                  </a:lnTo>
                  <a:lnTo>
                    <a:pt x="98363" y="16058"/>
                  </a:lnTo>
                  <a:lnTo>
                    <a:pt x="96069" y="12158"/>
                  </a:lnTo>
                  <a:lnTo>
                    <a:pt x="97859" y="9061"/>
                  </a:lnTo>
                  <a:close/>
                  <a:moveTo>
                    <a:pt x="111668" y="8603"/>
                  </a:moveTo>
                  <a:lnTo>
                    <a:pt x="105360" y="19568"/>
                  </a:lnTo>
                  <a:lnTo>
                    <a:pt x="101827" y="19568"/>
                  </a:lnTo>
                  <a:lnTo>
                    <a:pt x="108158" y="8603"/>
                  </a:lnTo>
                  <a:close/>
                  <a:moveTo>
                    <a:pt x="36106" y="15416"/>
                  </a:moveTo>
                  <a:lnTo>
                    <a:pt x="36359" y="15439"/>
                  </a:lnTo>
                  <a:lnTo>
                    <a:pt x="36588" y="15507"/>
                  </a:lnTo>
                  <a:lnTo>
                    <a:pt x="36817" y="15576"/>
                  </a:lnTo>
                  <a:lnTo>
                    <a:pt x="37024" y="15691"/>
                  </a:lnTo>
                  <a:lnTo>
                    <a:pt x="37253" y="15829"/>
                  </a:lnTo>
                  <a:lnTo>
                    <a:pt x="37460" y="15989"/>
                  </a:lnTo>
                  <a:lnTo>
                    <a:pt x="37643" y="16173"/>
                  </a:lnTo>
                  <a:lnTo>
                    <a:pt x="37827" y="16402"/>
                  </a:lnTo>
                  <a:lnTo>
                    <a:pt x="38010" y="16654"/>
                  </a:lnTo>
                  <a:lnTo>
                    <a:pt x="38148" y="16907"/>
                  </a:lnTo>
                  <a:lnTo>
                    <a:pt x="38240" y="17182"/>
                  </a:lnTo>
                  <a:lnTo>
                    <a:pt x="38308" y="17434"/>
                  </a:lnTo>
                  <a:lnTo>
                    <a:pt x="38354" y="17687"/>
                  </a:lnTo>
                  <a:lnTo>
                    <a:pt x="38377" y="17939"/>
                  </a:lnTo>
                  <a:lnTo>
                    <a:pt x="38354" y="18168"/>
                  </a:lnTo>
                  <a:lnTo>
                    <a:pt x="38331" y="18398"/>
                  </a:lnTo>
                  <a:lnTo>
                    <a:pt x="38263" y="18627"/>
                  </a:lnTo>
                  <a:lnTo>
                    <a:pt x="38194" y="18857"/>
                  </a:lnTo>
                  <a:lnTo>
                    <a:pt x="38079" y="19063"/>
                  </a:lnTo>
                  <a:lnTo>
                    <a:pt x="37964" y="19246"/>
                  </a:lnTo>
                  <a:lnTo>
                    <a:pt x="37827" y="19430"/>
                  </a:lnTo>
                  <a:lnTo>
                    <a:pt x="37689" y="19614"/>
                  </a:lnTo>
                  <a:lnTo>
                    <a:pt x="37506" y="19774"/>
                  </a:lnTo>
                  <a:lnTo>
                    <a:pt x="37322" y="19912"/>
                  </a:lnTo>
                  <a:lnTo>
                    <a:pt x="37139" y="20049"/>
                  </a:lnTo>
                  <a:lnTo>
                    <a:pt x="36932" y="20164"/>
                  </a:lnTo>
                  <a:lnTo>
                    <a:pt x="36726" y="20256"/>
                  </a:lnTo>
                  <a:lnTo>
                    <a:pt x="36519" y="20325"/>
                  </a:lnTo>
                  <a:lnTo>
                    <a:pt x="36290" y="20393"/>
                  </a:lnTo>
                  <a:lnTo>
                    <a:pt x="36060" y="20439"/>
                  </a:lnTo>
                  <a:lnTo>
                    <a:pt x="35602" y="20439"/>
                  </a:lnTo>
                  <a:lnTo>
                    <a:pt x="35372" y="20416"/>
                  </a:lnTo>
                  <a:lnTo>
                    <a:pt x="35143" y="20371"/>
                  </a:lnTo>
                  <a:lnTo>
                    <a:pt x="34913" y="20302"/>
                  </a:lnTo>
                  <a:lnTo>
                    <a:pt x="34684" y="20187"/>
                  </a:lnTo>
                  <a:lnTo>
                    <a:pt x="34478" y="20072"/>
                  </a:lnTo>
                  <a:lnTo>
                    <a:pt x="34271" y="19912"/>
                  </a:lnTo>
                  <a:lnTo>
                    <a:pt x="34088" y="19728"/>
                  </a:lnTo>
                  <a:lnTo>
                    <a:pt x="33881" y="19522"/>
                  </a:lnTo>
                  <a:lnTo>
                    <a:pt x="33721" y="19269"/>
                  </a:lnTo>
                  <a:lnTo>
                    <a:pt x="33560" y="19017"/>
                  </a:lnTo>
                  <a:lnTo>
                    <a:pt x="33468" y="18742"/>
                  </a:lnTo>
                  <a:lnTo>
                    <a:pt x="33377" y="18490"/>
                  </a:lnTo>
                  <a:lnTo>
                    <a:pt x="33331" y="18214"/>
                  </a:lnTo>
                  <a:lnTo>
                    <a:pt x="33308" y="17962"/>
                  </a:lnTo>
                  <a:lnTo>
                    <a:pt x="33308" y="17733"/>
                  </a:lnTo>
                  <a:lnTo>
                    <a:pt x="33354" y="17480"/>
                  </a:lnTo>
                  <a:lnTo>
                    <a:pt x="33399" y="17251"/>
                  </a:lnTo>
                  <a:lnTo>
                    <a:pt x="33491" y="17044"/>
                  </a:lnTo>
                  <a:lnTo>
                    <a:pt x="33583" y="16815"/>
                  </a:lnTo>
                  <a:lnTo>
                    <a:pt x="33698" y="16631"/>
                  </a:lnTo>
                  <a:lnTo>
                    <a:pt x="33835" y="16425"/>
                  </a:lnTo>
                  <a:lnTo>
                    <a:pt x="33996" y="16264"/>
                  </a:lnTo>
                  <a:lnTo>
                    <a:pt x="34179" y="16104"/>
                  </a:lnTo>
                  <a:lnTo>
                    <a:pt x="34363" y="15943"/>
                  </a:lnTo>
                  <a:lnTo>
                    <a:pt x="34546" y="15806"/>
                  </a:lnTo>
                  <a:lnTo>
                    <a:pt x="34753" y="15691"/>
                  </a:lnTo>
                  <a:lnTo>
                    <a:pt x="34959" y="15599"/>
                  </a:lnTo>
                  <a:lnTo>
                    <a:pt x="35189" y="15530"/>
                  </a:lnTo>
                  <a:lnTo>
                    <a:pt x="35418" y="15462"/>
                  </a:lnTo>
                  <a:lnTo>
                    <a:pt x="35648" y="15439"/>
                  </a:lnTo>
                  <a:lnTo>
                    <a:pt x="35877" y="15416"/>
                  </a:lnTo>
                  <a:close/>
                  <a:moveTo>
                    <a:pt x="55926" y="18168"/>
                  </a:moveTo>
                  <a:lnTo>
                    <a:pt x="57692" y="21219"/>
                  </a:lnTo>
                  <a:lnTo>
                    <a:pt x="54159" y="21219"/>
                  </a:lnTo>
                  <a:lnTo>
                    <a:pt x="52393" y="18168"/>
                  </a:lnTo>
                  <a:close/>
                  <a:moveTo>
                    <a:pt x="40167" y="10828"/>
                  </a:moveTo>
                  <a:lnTo>
                    <a:pt x="42185" y="14315"/>
                  </a:lnTo>
                  <a:lnTo>
                    <a:pt x="44204" y="17847"/>
                  </a:lnTo>
                  <a:lnTo>
                    <a:pt x="42185" y="21334"/>
                  </a:lnTo>
                  <a:lnTo>
                    <a:pt x="38653" y="21334"/>
                  </a:lnTo>
                  <a:lnTo>
                    <a:pt x="40694" y="17824"/>
                  </a:lnTo>
                  <a:lnTo>
                    <a:pt x="38377" y="13925"/>
                  </a:lnTo>
                  <a:lnTo>
                    <a:pt x="40167" y="10828"/>
                  </a:lnTo>
                  <a:close/>
                  <a:moveTo>
                    <a:pt x="53999" y="10369"/>
                  </a:moveTo>
                  <a:lnTo>
                    <a:pt x="47668" y="21334"/>
                  </a:lnTo>
                  <a:lnTo>
                    <a:pt x="44158" y="21334"/>
                  </a:lnTo>
                  <a:lnTo>
                    <a:pt x="50466" y="10369"/>
                  </a:lnTo>
                  <a:close/>
                  <a:moveTo>
                    <a:pt x="127335" y="16654"/>
                  </a:moveTo>
                  <a:lnTo>
                    <a:pt x="127565" y="16700"/>
                  </a:lnTo>
                  <a:lnTo>
                    <a:pt x="127794" y="16746"/>
                  </a:lnTo>
                  <a:lnTo>
                    <a:pt x="128024" y="16815"/>
                  </a:lnTo>
                  <a:lnTo>
                    <a:pt x="128230" y="16930"/>
                  </a:lnTo>
                  <a:lnTo>
                    <a:pt x="128459" y="17067"/>
                  </a:lnTo>
                  <a:lnTo>
                    <a:pt x="128666" y="17228"/>
                  </a:lnTo>
                  <a:lnTo>
                    <a:pt x="128872" y="17411"/>
                  </a:lnTo>
                  <a:lnTo>
                    <a:pt x="129056" y="17641"/>
                  </a:lnTo>
                  <a:lnTo>
                    <a:pt x="129216" y="17893"/>
                  </a:lnTo>
                  <a:lnTo>
                    <a:pt x="129354" y="18145"/>
                  </a:lnTo>
                  <a:lnTo>
                    <a:pt x="129446" y="18421"/>
                  </a:lnTo>
                  <a:lnTo>
                    <a:pt x="129538" y="18673"/>
                  </a:lnTo>
                  <a:lnTo>
                    <a:pt x="129584" y="18925"/>
                  </a:lnTo>
                  <a:lnTo>
                    <a:pt x="129584" y="19178"/>
                  </a:lnTo>
                  <a:lnTo>
                    <a:pt x="129584" y="19407"/>
                  </a:lnTo>
                  <a:lnTo>
                    <a:pt x="129538" y="19659"/>
                  </a:lnTo>
                  <a:lnTo>
                    <a:pt x="129492" y="19866"/>
                  </a:lnTo>
                  <a:lnTo>
                    <a:pt x="129400" y="20095"/>
                  </a:lnTo>
                  <a:lnTo>
                    <a:pt x="129308" y="20302"/>
                  </a:lnTo>
                  <a:lnTo>
                    <a:pt x="129171" y="20485"/>
                  </a:lnTo>
                  <a:lnTo>
                    <a:pt x="129033" y="20692"/>
                  </a:lnTo>
                  <a:lnTo>
                    <a:pt x="128895" y="20852"/>
                  </a:lnTo>
                  <a:lnTo>
                    <a:pt x="128735" y="21013"/>
                  </a:lnTo>
                  <a:lnTo>
                    <a:pt x="128551" y="21150"/>
                  </a:lnTo>
                  <a:lnTo>
                    <a:pt x="128345" y="21288"/>
                  </a:lnTo>
                  <a:lnTo>
                    <a:pt x="128138" y="21403"/>
                  </a:lnTo>
                  <a:lnTo>
                    <a:pt x="127932" y="21495"/>
                  </a:lnTo>
                  <a:lnTo>
                    <a:pt x="127725" y="21563"/>
                  </a:lnTo>
                  <a:lnTo>
                    <a:pt x="127496" y="21632"/>
                  </a:lnTo>
                  <a:lnTo>
                    <a:pt x="127267" y="21678"/>
                  </a:lnTo>
                  <a:lnTo>
                    <a:pt x="126808" y="21678"/>
                  </a:lnTo>
                  <a:lnTo>
                    <a:pt x="126578" y="21655"/>
                  </a:lnTo>
                  <a:lnTo>
                    <a:pt x="126349" y="21609"/>
                  </a:lnTo>
                  <a:lnTo>
                    <a:pt x="126120" y="21540"/>
                  </a:lnTo>
                  <a:lnTo>
                    <a:pt x="125913" y="21426"/>
                  </a:lnTo>
                  <a:lnTo>
                    <a:pt x="125684" y="21311"/>
                  </a:lnTo>
                  <a:lnTo>
                    <a:pt x="125477" y="21150"/>
                  </a:lnTo>
                  <a:lnTo>
                    <a:pt x="125294" y="20967"/>
                  </a:lnTo>
                  <a:lnTo>
                    <a:pt x="125110" y="20760"/>
                  </a:lnTo>
                  <a:lnTo>
                    <a:pt x="124927" y="20531"/>
                  </a:lnTo>
                  <a:lnTo>
                    <a:pt x="124789" y="20256"/>
                  </a:lnTo>
                  <a:lnTo>
                    <a:pt x="124675" y="19981"/>
                  </a:lnTo>
                  <a:lnTo>
                    <a:pt x="124583" y="19728"/>
                  </a:lnTo>
                  <a:lnTo>
                    <a:pt x="124537" y="19476"/>
                  </a:lnTo>
                  <a:lnTo>
                    <a:pt x="124514" y="19224"/>
                  </a:lnTo>
                  <a:lnTo>
                    <a:pt x="124537" y="18971"/>
                  </a:lnTo>
                  <a:lnTo>
                    <a:pt x="124560" y="18719"/>
                  </a:lnTo>
                  <a:lnTo>
                    <a:pt x="124629" y="18490"/>
                  </a:lnTo>
                  <a:lnTo>
                    <a:pt x="124697" y="18283"/>
                  </a:lnTo>
                  <a:lnTo>
                    <a:pt x="124789" y="18054"/>
                  </a:lnTo>
                  <a:lnTo>
                    <a:pt x="124927" y="17870"/>
                  </a:lnTo>
                  <a:lnTo>
                    <a:pt x="125064" y="17664"/>
                  </a:lnTo>
                  <a:lnTo>
                    <a:pt x="125202" y="17503"/>
                  </a:lnTo>
                  <a:lnTo>
                    <a:pt x="125386" y="17343"/>
                  </a:lnTo>
                  <a:lnTo>
                    <a:pt x="125569" y="17182"/>
                  </a:lnTo>
                  <a:lnTo>
                    <a:pt x="125753" y="17067"/>
                  </a:lnTo>
                  <a:lnTo>
                    <a:pt x="125959" y="16953"/>
                  </a:lnTo>
                  <a:lnTo>
                    <a:pt x="126189" y="16838"/>
                  </a:lnTo>
                  <a:lnTo>
                    <a:pt x="126395" y="16769"/>
                  </a:lnTo>
                  <a:lnTo>
                    <a:pt x="126624" y="16700"/>
                  </a:lnTo>
                  <a:lnTo>
                    <a:pt x="126854" y="16677"/>
                  </a:lnTo>
                  <a:lnTo>
                    <a:pt x="127083" y="16654"/>
                  </a:lnTo>
                  <a:close/>
                  <a:moveTo>
                    <a:pt x="147201" y="19407"/>
                  </a:moveTo>
                  <a:lnTo>
                    <a:pt x="148967" y="22458"/>
                  </a:lnTo>
                  <a:lnTo>
                    <a:pt x="145434" y="22458"/>
                  </a:lnTo>
                  <a:lnTo>
                    <a:pt x="143668" y="19407"/>
                  </a:lnTo>
                  <a:close/>
                  <a:moveTo>
                    <a:pt x="131373" y="12067"/>
                  </a:moveTo>
                  <a:lnTo>
                    <a:pt x="133391" y="15553"/>
                  </a:lnTo>
                  <a:lnTo>
                    <a:pt x="135410" y="19086"/>
                  </a:lnTo>
                  <a:lnTo>
                    <a:pt x="133391" y="22573"/>
                  </a:lnTo>
                  <a:lnTo>
                    <a:pt x="129859" y="22573"/>
                  </a:lnTo>
                  <a:lnTo>
                    <a:pt x="131900" y="19063"/>
                  </a:lnTo>
                  <a:lnTo>
                    <a:pt x="129584" y="15163"/>
                  </a:lnTo>
                  <a:lnTo>
                    <a:pt x="131373" y="12067"/>
                  </a:lnTo>
                  <a:close/>
                  <a:moveTo>
                    <a:pt x="145205" y="11608"/>
                  </a:moveTo>
                  <a:lnTo>
                    <a:pt x="138874" y="22573"/>
                  </a:lnTo>
                  <a:lnTo>
                    <a:pt x="135364" y="22573"/>
                  </a:lnTo>
                  <a:lnTo>
                    <a:pt x="141672" y="11608"/>
                  </a:lnTo>
                  <a:close/>
                  <a:moveTo>
                    <a:pt x="70446" y="18283"/>
                  </a:moveTo>
                  <a:lnTo>
                    <a:pt x="70699" y="18306"/>
                  </a:lnTo>
                  <a:lnTo>
                    <a:pt x="70928" y="18329"/>
                  </a:lnTo>
                  <a:lnTo>
                    <a:pt x="71157" y="18375"/>
                  </a:lnTo>
                  <a:lnTo>
                    <a:pt x="71387" y="18467"/>
                  </a:lnTo>
                  <a:lnTo>
                    <a:pt x="71593" y="18558"/>
                  </a:lnTo>
                  <a:lnTo>
                    <a:pt x="71823" y="18696"/>
                  </a:lnTo>
                  <a:lnTo>
                    <a:pt x="72029" y="18857"/>
                  </a:lnTo>
                  <a:lnTo>
                    <a:pt x="72213" y="19063"/>
                  </a:lnTo>
                  <a:lnTo>
                    <a:pt x="72419" y="19269"/>
                  </a:lnTo>
                  <a:lnTo>
                    <a:pt x="72580" y="19522"/>
                  </a:lnTo>
                  <a:lnTo>
                    <a:pt x="72717" y="19797"/>
                  </a:lnTo>
                  <a:lnTo>
                    <a:pt x="72809" y="20049"/>
                  </a:lnTo>
                  <a:lnTo>
                    <a:pt x="72901" y="20302"/>
                  </a:lnTo>
                  <a:lnTo>
                    <a:pt x="72924" y="20554"/>
                  </a:lnTo>
                  <a:lnTo>
                    <a:pt x="72947" y="20806"/>
                  </a:lnTo>
                  <a:lnTo>
                    <a:pt x="72947" y="21059"/>
                  </a:lnTo>
                  <a:lnTo>
                    <a:pt x="72901" y="21288"/>
                  </a:lnTo>
                  <a:lnTo>
                    <a:pt x="72855" y="21517"/>
                  </a:lnTo>
                  <a:lnTo>
                    <a:pt x="72763" y="21724"/>
                  </a:lnTo>
                  <a:lnTo>
                    <a:pt x="72671" y="21930"/>
                  </a:lnTo>
                  <a:lnTo>
                    <a:pt x="72534" y="22137"/>
                  </a:lnTo>
                  <a:lnTo>
                    <a:pt x="72396" y="22320"/>
                  </a:lnTo>
                  <a:lnTo>
                    <a:pt x="72258" y="22481"/>
                  </a:lnTo>
                  <a:lnTo>
                    <a:pt x="72075" y="22642"/>
                  </a:lnTo>
                  <a:lnTo>
                    <a:pt x="71914" y="22802"/>
                  </a:lnTo>
                  <a:lnTo>
                    <a:pt x="71708" y="22917"/>
                  </a:lnTo>
                  <a:lnTo>
                    <a:pt x="71501" y="23031"/>
                  </a:lnTo>
                  <a:lnTo>
                    <a:pt x="71295" y="23123"/>
                  </a:lnTo>
                  <a:lnTo>
                    <a:pt x="71089" y="23215"/>
                  </a:lnTo>
                  <a:lnTo>
                    <a:pt x="70859" y="23261"/>
                  </a:lnTo>
                  <a:lnTo>
                    <a:pt x="70630" y="23307"/>
                  </a:lnTo>
                  <a:lnTo>
                    <a:pt x="70400" y="23330"/>
                  </a:lnTo>
                  <a:lnTo>
                    <a:pt x="70171" y="23330"/>
                  </a:lnTo>
                  <a:lnTo>
                    <a:pt x="69942" y="23284"/>
                  </a:lnTo>
                  <a:lnTo>
                    <a:pt x="69712" y="23238"/>
                  </a:lnTo>
                  <a:lnTo>
                    <a:pt x="69483" y="23169"/>
                  </a:lnTo>
                  <a:lnTo>
                    <a:pt x="69276" y="23077"/>
                  </a:lnTo>
                  <a:lnTo>
                    <a:pt x="69047" y="22940"/>
                  </a:lnTo>
                  <a:lnTo>
                    <a:pt x="68841" y="22779"/>
                  </a:lnTo>
                  <a:lnTo>
                    <a:pt x="68657" y="22619"/>
                  </a:lnTo>
                  <a:lnTo>
                    <a:pt x="68473" y="22389"/>
                  </a:lnTo>
                  <a:lnTo>
                    <a:pt x="68290" y="22160"/>
                  </a:lnTo>
                  <a:lnTo>
                    <a:pt x="68152" y="21885"/>
                  </a:lnTo>
                  <a:lnTo>
                    <a:pt x="68038" y="21632"/>
                  </a:lnTo>
                  <a:lnTo>
                    <a:pt x="67946" y="21357"/>
                  </a:lnTo>
                  <a:lnTo>
                    <a:pt x="67900" y="21105"/>
                  </a:lnTo>
                  <a:lnTo>
                    <a:pt x="67877" y="20852"/>
                  </a:lnTo>
                  <a:lnTo>
                    <a:pt x="67900" y="20600"/>
                  </a:lnTo>
                  <a:lnTo>
                    <a:pt x="67923" y="20371"/>
                  </a:lnTo>
                  <a:lnTo>
                    <a:pt x="67969" y="20141"/>
                  </a:lnTo>
                  <a:lnTo>
                    <a:pt x="68061" y="19912"/>
                  </a:lnTo>
                  <a:lnTo>
                    <a:pt x="68152" y="19705"/>
                  </a:lnTo>
                  <a:lnTo>
                    <a:pt x="68290" y="19499"/>
                  </a:lnTo>
                  <a:lnTo>
                    <a:pt x="68428" y="19315"/>
                  </a:lnTo>
                  <a:lnTo>
                    <a:pt x="68565" y="19132"/>
                  </a:lnTo>
                  <a:lnTo>
                    <a:pt x="68749" y="18971"/>
                  </a:lnTo>
                  <a:lnTo>
                    <a:pt x="68932" y="18834"/>
                  </a:lnTo>
                  <a:lnTo>
                    <a:pt x="69116" y="18696"/>
                  </a:lnTo>
                  <a:lnTo>
                    <a:pt x="69322" y="18581"/>
                  </a:lnTo>
                  <a:lnTo>
                    <a:pt x="69552" y="18490"/>
                  </a:lnTo>
                  <a:lnTo>
                    <a:pt x="69758" y="18398"/>
                  </a:lnTo>
                  <a:lnTo>
                    <a:pt x="69987" y="18352"/>
                  </a:lnTo>
                  <a:lnTo>
                    <a:pt x="70217" y="18306"/>
                  </a:lnTo>
                  <a:lnTo>
                    <a:pt x="70446" y="18283"/>
                  </a:lnTo>
                  <a:close/>
                  <a:moveTo>
                    <a:pt x="90564" y="21036"/>
                  </a:moveTo>
                  <a:lnTo>
                    <a:pt x="92330" y="24110"/>
                  </a:lnTo>
                  <a:lnTo>
                    <a:pt x="88798" y="24110"/>
                  </a:lnTo>
                  <a:lnTo>
                    <a:pt x="87031" y="21059"/>
                  </a:lnTo>
                  <a:lnTo>
                    <a:pt x="90564" y="21036"/>
                  </a:lnTo>
                  <a:close/>
                  <a:moveTo>
                    <a:pt x="74736" y="13695"/>
                  </a:moveTo>
                  <a:lnTo>
                    <a:pt x="76755" y="17205"/>
                  </a:lnTo>
                  <a:lnTo>
                    <a:pt x="78773" y="20715"/>
                  </a:lnTo>
                  <a:lnTo>
                    <a:pt x="76755" y="24201"/>
                  </a:lnTo>
                  <a:lnTo>
                    <a:pt x="73222" y="24224"/>
                  </a:lnTo>
                  <a:lnTo>
                    <a:pt x="75263" y="20715"/>
                  </a:lnTo>
                  <a:lnTo>
                    <a:pt x="72947" y="16815"/>
                  </a:lnTo>
                  <a:lnTo>
                    <a:pt x="74736" y="13695"/>
                  </a:lnTo>
                  <a:close/>
                  <a:moveTo>
                    <a:pt x="88568" y="13259"/>
                  </a:moveTo>
                  <a:lnTo>
                    <a:pt x="82237" y="24201"/>
                  </a:lnTo>
                  <a:lnTo>
                    <a:pt x="78727" y="24224"/>
                  </a:lnTo>
                  <a:lnTo>
                    <a:pt x="85036" y="13259"/>
                  </a:lnTo>
                  <a:close/>
                  <a:moveTo>
                    <a:pt x="161331" y="19568"/>
                  </a:moveTo>
                  <a:lnTo>
                    <a:pt x="161561" y="19591"/>
                  </a:lnTo>
                  <a:lnTo>
                    <a:pt x="161790" y="19659"/>
                  </a:lnTo>
                  <a:lnTo>
                    <a:pt x="162020" y="19728"/>
                  </a:lnTo>
                  <a:lnTo>
                    <a:pt x="162249" y="19843"/>
                  </a:lnTo>
                  <a:lnTo>
                    <a:pt x="162455" y="19981"/>
                  </a:lnTo>
                  <a:lnTo>
                    <a:pt x="162662" y="20141"/>
                  </a:lnTo>
                  <a:lnTo>
                    <a:pt x="162868" y="20325"/>
                  </a:lnTo>
                  <a:lnTo>
                    <a:pt x="163052" y="20554"/>
                  </a:lnTo>
                  <a:lnTo>
                    <a:pt x="163212" y="20806"/>
                  </a:lnTo>
                  <a:lnTo>
                    <a:pt x="163350" y="21059"/>
                  </a:lnTo>
                  <a:lnTo>
                    <a:pt x="163465" y="21311"/>
                  </a:lnTo>
                  <a:lnTo>
                    <a:pt x="163534" y="21586"/>
                  </a:lnTo>
                  <a:lnTo>
                    <a:pt x="163579" y="21839"/>
                  </a:lnTo>
                  <a:lnTo>
                    <a:pt x="163602" y="22091"/>
                  </a:lnTo>
                  <a:lnTo>
                    <a:pt x="163579" y="22320"/>
                  </a:lnTo>
                  <a:lnTo>
                    <a:pt x="163556" y="22550"/>
                  </a:lnTo>
                  <a:lnTo>
                    <a:pt x="163488" y="22779"/>
                  </a:lnTo>
                  <a:lnTo>
                    <a:pt x="163396" y="23009"/>
                  </a:lnTo>
                  <a:lnTo>
                    <a:pt x="163304" y="23215"/>
                  </a:lnTo>
                  <a:lnTo>
                    <a:pt x="163189" y="23399"/>
                  </a:lnTo>
                  <a:lnTo>
                    <a:pt x="163052" y="23582"/>
                  </a:lnTo>
                  <a:lnTo>
                    <a:pt x="162891" y="23766"/>
                  </a:lnTo>
                  <a:lnTo>
                    <a:pt x="162731" y="23926"/>
                  </a:lnTo>
                  <a:lnTo>
                    <a:pt x="162547" y="24064"/>
                  </a:lnTo>
                  <a:lnTo>
                    <a:pt x="162364" y="24201"/>
                  </a:lnTo>
                  <a:lnTo>
                    <a:pt x="162157" y="24316"/>
                  </a:lnTo>
                  <a:lnTo>
                    <a:pt x="161951" y="24408"/>
                  </a:lnTo>
                  <a:lnTo>
                    <a:pt x="161721" y="24477"/>
                  </a:lnTo>
                  <a:lnTo>
                    <a:pt x="161492" y="24545"/>
                  </a:lnTo>
                  <a:lnTo>
                    <a:pt x="161285" y="24568"/>
                  </a:lnTo>
                  <a:lnTo>
                    <a:pt x="161056" y="24591"/>
                  </a:lnTo>
                  <a:lnTo>
                    <a:pt x="160804" y="24591"/>
                  </a:lnTo>
                  <a:lnTo>
                    <a:pt x="160574" y="24568"/>
                  </a:lnTo>
                  <a:lnTo>
                    <a:pt x="160345" y="24523"/>
                  </a:lnTo>
                  <a:lnTo>
                    <a:pt x="160139" y="24431"/>
                  </a:lnTo>
                  <a:lnTo>
                    <a:pt x="159909" y="24339"/>
                  </a:lnTo>
                  <a:lnTo>
                    <a:pt x="159703" y="24201"/>
                  </a:lnTo>
                  <a:lnTo>
                    <a:pt x="159496" y="24064"/>
                  </a:lnTo>
                  <a:lnTo>
                    <a:pt x="159290" y="23880"/>
                  </a:lnTo>
                  <a:lnTo>
                    <a:pt x="159106" y="23674"/>
                  </a:lnTo>
                  <a:lnTo>
                    <a:pt x="158923" y="23421"/>
                  </a:lnTo>
                  <a:lnTo>
                    <a:pt x="158785" y="23169"/>
                  </a:lnTo>
                  <a:lnTo>
                    <a:pt x="158670" y="22894"/>
                  </a:lnTo>
                  <a:lnTo>
                    <a:pt x="158602" y="22642"/>
                  </a:lnTo>
                  <a:lnTo>
                    <a:pt x="158556" y="22366"/>
                  </a:lnTo>
                  <a:lnTo>
                    <a:pt x="158533" y="22114"/>
                  </a:lnTo>
                  <a:lnTo>
                    <a:pt x="158533" y="21885"/>
                  </a:lnTo>
                  <a:lnTo>
                    <a:pt x="158556" y="21632"/>
                  </a:lnTo>
                  <a:lnTo>
                    <a:pt x="158625" y="21403"/>
                  </a:lnTo>
                  <a:lnTo>
                    <a:pt x="158693" y="21173"/>
                  </a:lnTo>
                  <a:lnTo>
                    <a:pt x="158808" y="20967"/>
                  </a:lnTo>
                  <a:lnTo>
                    <a:pt x="158923" y="20760"/>
                  </a:lnTo>
                  <a:lnTo>
                    <a:pt x="159060" y="20577"/>
                  </a:lnTo>
                  <a:lnTo>
                    <a:pt x="159221" y="20393"/>
                  </a:lnTo>
                  <a:lnTo>
                    <a:pt x="159382" y="20233"/>
                  </a:lnTo>
                  <a:lnTo>
                    <a:pt x="159565" y="20095"/>
                  </a:lnTo>
                  <a:lnTo>
                    <a:pt x="159771" y="19958"/>
                  </a:lnTo>
                  <a:lnTo>
                    <a:pt x="159978" y="19843"/>
                  </a:lnTo>
                  <a:lnTo>
                    <a:pt x="160184" y="19751"/>
                  </a:lnTo>
                  <a:lnTo>
                    <a:pt x="160414" y="19682"/>
                  </a:lnTo>
                  <a:lnTo>
                    <a:pt x="160643" y="19614"/>
                  </a:lnTo>
                  <a:lnTo>
                    <a:pt x="160873" y="19568"/>
                  </a:lnTo>
                  <a:close/>
                  <a:moveTo>
                    <a:pt x="12777" y="20049"/>
                  </a:moveTo>
                  <a:lnTo>
                    <a:pt x="13007" y="20072"/>
                  </a:lnTo>
                  <a:lnTo>
                    <a:pt x="13236" y="20095"/>
                  </a:lnTo>
                  <a:lnTo>
                    <a:pt x="13465" y="20141"/>
                  </a:lnTo>
                  <a:lnTo>
                    <a:pt x="13695" y="20233"/>
                  </a:lnTo>
                  <a:lnTo>
                    <a:pt x="13924" y="20325"/>
                  </a:lnTo>
                  <a:lnTo>
                    <a:pt x="14131" y="20462"/>
                  </a:lnTo>
                  <a:lnTo>
                    <a:pt x="14337" y="20623"/>
                  </a:lnTo>
                  <a:lnTo>
                    <a:pt x="14543" y="20829"/>
                  </a:lnTo>
                  <a:lnTo>
                    <a:pt x="14727" y="21036"/>
                  </a:lnTo>
                  <a:lnTo>
                    <a:pt x="14910" y="21288"/>
                  </a:lnTo>
                  <a:lnTo>
                    <a:pt x="15025" y="21563"/>
                  </a:lnTo>
                  <a:lnTo>
                    <a:pt x="15140" y="21816"/>
                  </a:lnTo>
                  <a:lnTo>
                    <a:pt x="15209" y="22068"/>
                  </a:lnTo>
                  <a:lnTo>
                    <a:pt x="15255" y="22320"/>
                  </a:lnTo>
                  <a:lnTo>
                    <a:pt x="15278" y="22573"/>
                  </a:lnTo>
                  <a:lnTo>
                    <a:pt x="15255" y="22825"/>
                  </a:lnTo>
                  <a:lnTo>
                    <a:pt x="15232" y="23054"/>
                  </a:lnTo>
                  <a:lnTo>
                    <a:pt x="15163" y="23284"/>
                  </a:lnTo>
                  <a:lnTo>
                    <a:pt x="15071" y="23490"/>
                  </a:lnTo>
                  <a:lnTo>
                    <a:pt x="14979" y="23697"/>
                  </a:lnTo>
                  <a:lnTo>
                    <a:pt x="14865" y="23903"/>
                  </a:lnTo>
                  <a:lnTo>
                    <a:pt x="14727" y="24087"/>
                  </a:lnTo>
                  <a:lnTo>
                    <a:pt x="14566" y="24247"/>
                  </a:lnTo>
                  <a:lnTo>
                    <a:pt x="14406" y="24408"/>
                  </a:lnTo>
                  <a:lnTo>
                    <a:pt x="14222" y="24568"/>
                  </a:lnTo>
                  <a:lnTo>
                    <a:pt x="14039" y="24683"/>
                  </a:lnTo>
                  <a:lnTo>
                    <a:pt x="13832" y="24798"/>
                  </a:lnTo>
                  <a:lnTo>
                    <a:pt x="13626" y="24890"/>
                  </a:lnTo>
                  <a:lnTo>
                    <a:pt x="13396" y="24981"/>
                  </a:lnTo>
                  <a:lnTo>
                    <a:pt x="13190" y="25027"/>
                  </a:lnTo>
                  <a:lnTo>
                    <a:pt x="12961" y="25073"/>
                  </a:lnTo>
                  <a:lnTo>
                    <a:pt x="12731" y="25096"/>
                  </a:lnTo>
                  <a:lnTo>
                    <a:pt x="12502" y="25096"/>
                  </a:lnTo>
                  <a:lnTo>
                    <a:pt x="12272" y="25050"/>
                  </a:lnTo>
                  <a:lnTo>
                    <a:pt x="12043" y="25004"/>
                  </a:lnTo>
                  <a:lnTo>
                    <a:pt x="11814" y="24935"/>
                  </a:lnTo>
                  <a:lnTo>
                    <a:pt x="11584" y="24844"/>
                  </a:lnTo>
                  <a:lnTo>
                    <a:pt x="11378" y="24706"/>
                  </a:lnTo>
                  <a:lnTo>
                    <a:pt x="11171" y="24545"/>
                  </a:lnTo>
                  <a:lnTo>
                    <a:pt x="10965" y="24385"/>
                  </a:lnTo>
                  <a:lnTo>
                    <a:pt x="10781" y="24155"/>
                  </a:lnTo>
                  <a:lnTo>
                    <a:pt x="10598" y="23926"/>
                  </a:lnTo>
                  <a:lnTo>
                    <a:pt x="10460" y="23651"/>
                  </a:lnTo>
                  <a:lnTo>
                    <a:pt x="10346" y="23399"/>
                  </a:lnTo>
                  <a:lnTo>
                    <a:pt x="10277" y="23123"/>
                  </a:lnTo>
                  <a:lnTo>
                    <a:pt x="10231" y="22871"/>
                  </a:lnTo>
                  <a:lnTo>
                    <a:pt x="10208" y="22619"/>
                  </a:lnTo>
                  <a:lnTo>
                    <a:pt x="10208" y="22366"/>
                  </a:lnTo>
                  <a:lnTo>
                    <a:pt x="10231" y="22137"/>
                  </a:lnTo>
                  <a:lnTo>
                    <a:pt x="10300" y="21907"/>
                  </a:lnTo>
                  <a:lnTo>
                    <a:pt x="10369" y="21678"/>
                  </a:lnTo>
                  <a:lnTo>
                    <a:pt x="10483" y="21472"/>
                  </a:lnTo>
                  <a:lnTo>
                    <a:pt x="10598" y="21265"/>
                  </a:lnTo>
                  <a:lnTo>
                    <a:pt x="10736" y="21082"/>
                  </a:lnTo>
                  <a:lnTo>
                    <a:pt x="10896" y="20898"/>
                  </a:lnTo>
                  <a:lnTo>
                    <a:pt x="11057" y="20738"/>
                  </a:lnTo>
                  <a:lnTo>
                    <a:pt x="11240" y="20600"/>
                  </a:lnTo>
                  <a:lnTo>
                    <a:pt x="11447" y="20462"/>
                  </a:lnTo>
                  <a:lnTo>
                    <a:pt x="11653" y="20348"/>
                  </a:lnTo>
                  <a:lnTo>
                    <a:pt x="11860" y="20256"/>
                  </a:lnTo>
                  <a:lnTo>
                    <a:pt x="12089" y="20164"/>
                  </a:lnTo>
                  <a:lnTo>
                    <a:pt x="12318" y="20118"/>
                  </a:lnTo>
                  <a:lnTo>
                    <a:pt x="12548" y="20072"/>
                  </a:lnTo>
                  <a:lnTo>
                    <a:pt x="12777" y="20049"/>
                  </a:lnTo>
                  <a:close/>
                  <a:moveTo>
                    <a:pt x="165392" y="14980"/>
                  </a:moveTo>
                  <a:lnTo>
                    <a:pt x="167387" y="18467"/>
                  </a:lnTo>
                  <a:lnTo>
                    <a:pt x="169429" y="21976"/>
                  </a:lnTo>
                  <a:lnTo>
                    <a:pt x="167410" y="25486"/>
                  </a:lnTo>
                  <a:lnTo>
                    <a:pt x="163878" y="25486"/>
                  </a:lnTo>
                  <a:lnTo>
                    <a:pt x="165896" y="21976"/>
                  </a:lnTo>
                  <a:lnTo>
                    <a:pt x="163602" y="18077"/>
                  </a:lnTo>
                  <a:lnTo>
                    <a:pt x="165392" y="14980"/>
                  </a:lnTo>
                  <a:close/>
                  <a:moveTo>
                    <a:pt x="32826" y="22802"/>
                  </a:moveTo>
                  <a:lnTo>
                    <a:pt x="34592" y="25876"/>
                  </a:lnTo>
                  <a:lnTo>
                    <a:pt x="31060" y="25876"/>
                  </a:lnTo>
                  <a:lnTo>
                    <a:pt x="29293" y="22825"/>
                  </a:lnTo>
                  <a:lnTo>
                    <a:pt x="32826" y="22802"/>
                  </a:lnTo>
                  <a:close/>
                  <a:moveTo>
                    <a:pt x="30876" y="15026"/>
                  </a:moveTo>
                  <a:lnTo>
                    <a:pt x="24568" y="25968"/>
                  </a:lnTo>
                  <a:lnTo>
                    <a:pt x="21035" y="25991"/>
                  </a:lnTo>
                  <a:lnTo>
                    <a:pt x="21035" y="25991"/>
                  </a:lnTo>
                  <a:lnTo>
                    <a:pt x="27366" y="15026"/>
                  </a:lnTo>
                  <a:close/>
                  <a:moveTo>
                    <a:pt x="17067" y="15462"/>
                  </a:moveTo>
                  <a:lnTo>
                    <a:pt x="19062" y="18971"/>
                  </a:lnTo>
                  <a:lnTo>
                    <a:pt x="21104" y="22481"/>
                  </a:lnTo>
                  <a:lnTo>
                    <a:pt x="19085" y="25968"/>
                  </a:lnTo>
                  <a:lnTo>
                    <a:pt x="15553" y="25991"/>
                  </a:lnTo>
                  <a:lnTo>
                    <a:pt x="17571" y="22481"/>
                  </a:lnTo>
                  <a:lnTo>
                    <a:pt x="15278" y="18581"/>
                  </a:lnTo>
                  <a:lnTo>
                    <a:pt x="17067" y="15462"/>
                  </a:lnTo>
                  <a:close/>
                  <a:moveTo>
                    <a:pt x="104694" y="21196"/>
                  </a:moveTo>
                  <a:lnTo>
                    <a:pt x="104924" y="21242"/>
                  </a:lnTo>
                  <a:lnTo>
                    <a:pt x="105153" y="21288"/>
                  </a:lnTo>
                  <a:lnTo>
                    <a:pt x="105383" y="21380"/>
                  </a:lnTo>
                  <a:lnTo>
                    <a:pt x="105612" y="21472"/>
                  </a:lnTo>
                  <a:lnTo>
                    <a:pt x="105819" y="21609"/>
                  </a:lnTo>
                  <a:lnTo>
                    <a:pt x="106025" y="21770"/>
                  </a:lnTo>
                  <a:lnTo>
                    <a:pt x="106231" y="21953"/>
                  </a:lnTo>
                  <a:lnTo>
                    <a:pt x="106415" y="22183"/>
                  </a:lnTo>
                  <a:lnTo>
                    <a:pt x="106575" y="22435"/>
                  </a:lnTo>
                  <a:lnTo>
                    <a:pt x="106713" y="22687"/>
                  </a:lnTo>
                  <a:lnTo>
                    <a:pt x="106828" y="22963"/>
                  </a:lnTo>
                  <a:lnTo>
                    <a:pt x="106897" y="23215"/>
                  </a:lnTo>
                  <a:lnTo>
                    <a:pt x="106943" y="23467"/>
                  </a:lnTo>
                  <a:lnTo>
                    <a:pt x="106943" y="23720"/>
                  </a:lnTo>
                  <a:lnTo>
                    <a:pt x="106943" y="23949"/>
                  </a:lnTo>
                  <a:lnTo>
                    <a:pt x="106897" y="24201"/>
                  </a:lnTo>
                  <a:lnTo>
                    <a:pt x="106851" y="24431"/>
                  </a:lnTo>
                  <a:lnTo>
                    <a:pt x="106759" y="24637"/>
                  </a:lnTo>
                  <a:lnTo>
                    <a:pt x="106667" y="24844"/>
                  </a:lnTo>
                  <a:lnTo>
                    <a:pt x="106553" y="25050"/>
                  </a:lnTo>
                  <a:lnTo>
                    <a:pt x="106415" y="25234"/>
                  </a:lnTo>
                  <a:lnTo>
                    <a:pt x="106254" y="25394"/>
                  </a:lnTo>
                  <a:lnTo>
                    <a:pt x="106094" y="25555"/>
                  </a:lnTo>
                  <a:lnTo>
                    <a:pt x="105910" y="25692"/>
                  </a:lnTo>
                  <a:lnTo>
                    <a:pt x="105727" y="25830"/>
                  </a:lnTo>
                  <a:lnTo>
                    <a:pt x="105520" y="25945"/>
                  </a:lnTo>
                  <a:lnTo>
                    <a:pt x="105314" y="26037"/>
                  </a:lnTo>
                  <a:lnTo>
                    <a:pt x="105084" y="26105"/>
                  </a:lnTo>
                  <a:lnTo>
                    <a:pt x="104855" y="26174"/>
                  </a:lnTo>
                  <a:lnTo>
                    <a:pt x="104649" y="26220"/>
                  </a:lnTo>
                  <a:lnTo>
                    <a:pt x="104167" y="26220"/>
                  </a:lnTo>
                  <a:lnTo>
                    <a:pt x="103937" y="26197"/>
                  </a:lnTo>
                  <a:lnTo>
                    <a:pt x="103708" y="26151"/>
                  </a:lnTo>
                  <a:lnTo>
                    <a:pt x="103502" y="26082"/>
                  </a:lnTo>
                  <a:lnTo>
                    <a:pt x="103272" y="25968"/>
                  </a:lnTo>
                  <a:lnTo>
                    <a:pt x="103066" y="25853"/>
                  </a:lnTo>
                  <a:lnTo>
                    <a:pt x="102859" y="25692"/>
                  </a:lnTo>
                  <a:lnTo>
                    <a:pt x="102653" y="25509"/>
                  </a:lnTo>
                  <a:lnTo>
                    <a:pt x="102469" y="25302"/>
                  </a:lnTo>
                  <a:lnTo>
                    <a:pt x="102286" y="25073"/>
                  </a:lnTo>
                  <a:lnTo>
                    <a:pt x="102148" y="24798"/>
                  </a:lnTo>
                  <a:lnTo>
                    <a:pt x="102034" y="24523"/>
                  </a:lnTo>
                  <a:lnTo>
                    <a:pt x="101965" y="24270"/>
                  </a:lnTo>
                  <a:lnTo>
                    <a:pt x="101919" y="24018"/>
                  </a:lnTo>
                  <a:lnTo>
                    <a:pt x="101896" y="23766"/>
                  </a:lnTo>
                  <a:lnTo>
                    <a:pt x="101896" y="23513"/>
                  </a:lnTo>
                  <a:lnTo>
                    <a:pt x="101919" y="23261"/>
                  </a:lnTo>
                  <a:lnTo>
                    <a:pt x="101988" y="23031"/>
                  </a:lnTo>
                  <a:lnTo>
                    <a:pt x="102056" y="22825"/>
                  </a:lnTo>
                  <a:lnTo>
                    <a:pt x="102171" y="22596"/>
                  </a:lnTo>
                  <a:lnTo>
                    <a:pt x="102286" y="22412"/>
                  </a:lnTo>
                  <a:lnTo>
                    <a:pt x="102424" y="22206"/>
                  </a:lnTo>
                  <a:lnTo>
                    <a:pt x="102584" y="22045"/>
                  </a:lnTo>
                  <a:lnTo>
                    <a:pt x="102745" y="21885"/>
                  </a:lnTo>
                  <a:lnTo>
                    <a:pt x="102928" y="21724"/>
                  </a:lnTo>
                  <a:lnTo>
                    <a:pt x="103135" y="21609"/>
                  </a:lnTo>
                  <a:lnTo>
                    <a:pt x="103341" y="21495"/>
                  </a:lnTo>
                  <a:lnTo>
                    <a:pt x="103548" y="21380"/>
                  </a:lnTo>
                  <a:lnTo>
                    <a:pt x="103777" y="21311"/>
                  </a:lnTo>
                  <a:lnTo>
                    <a:pt x="103983" y="21242"/>
                  </a:lnTo>
                  <a:lnTo>
                    <a:pt x="104236" y="21219"/>
                  </a:lnTo>
                  <a:lnTo>
                    <a:pt x="104465" y="21196"/>
                  </a:lnTo>
                  <a:close/>
                  <a:moveTo>
                    <a:pt x="108755" y="16608"/>
                  </a:moveTo>
                  <a:lnTo>
                    <a:pt x="110750" y="20095"/>
                  </a:lnTo>
                  <a:lnTo>
                    <a:pt x="112792" y="23628"/>
                  </a:lnTo>
                  <a:lnTo>
                    <a:pt x="110773" y="27115"/>
                  </a:lnTo>
                  <a:lnTo>
                    <a:pt x="107241" y="27115"/>
                  </a:lnTo>
                  <a:lnTo>
                    <a:pt x="109259" y="23605"/>
                  </a:lnTo>
                  <a:lnTo>
                    <a:pt x="106943" y="19705"/>
                  </a:lnTo>
                  <a:lnTo>
                    <a:pt x="108755" y="16608"/>
                  </a:lnTo>
                  <a:close/>
                  <a:moveTo>
                    <a:pt x="122564" y="16173"/>
                  </a:moveTo>
                  <a:lnTo>
                    <a:pt x="116256" y="27115"/>
                  </a:lnTo>
                  <a:lnTo>
                    <a:pt x="112723" y="27115"/>
                  </a:lnTo>
                  <a:lnTo>
                    <a:pt x="119054" y="16173"/>
                  </a:lnTo>
                  <a:close/>
                  <a:moveTo>
                    <a:pt x="124307" y="24133"/>
                  </a:moveTo>
                  <a:lnTo>
                    <a:pt x="126074" y="27183"/>
                  </a:lnTo>
                  <a:lnTo>
                    <a:pt x="122541" y="27183"/>
                  </a:lnTo>
                  <a:lnTo>
                    <a:pt x="120775" y="24133"/>
                  </a:lnTo>
                  <a:close/>
                  <a:moveTo>
                    <a:pt x="46590" y="23100"/>
                  </a:moveTo>
                  <a:lnTo>
                    <a:pt x="46819" y="23123"/>
                  </a:lnTo>
                  <a:lnTo>
                    <a:pt x="47048" y="23192"/>
                  </a:lnTo>
                  <a:lnTo>
                    <a:pt x="47278" y="23261"/>
                  </a:lnTo>
                  <a:lnTo>
                    <a:pt x="47507" y="23376"/>
                  </a:lnTo>
                  <a:lnTo>
                    <a:pt x="47714" y="23513"/>
                  </a:lnTo>
                  <a:lnTo>
                    <a:pt x="47920" y="23674"/>
                  </a:lnTo>
                  <a:lnTo>
                    <a:pt x="48126" y="23857"/>
                  </a:lnTo>
                  <a:lnTo>
                    <a:pt x="48310" y="24087"/>
                  </a:lnTo>
                  <a:lnTo>
                    <a:pt x="48471" y="24339"/>
                  </a:lnTo>
                  <a:lnTo>
                    <a:pt x="48608" y="24591"/>
                  </a:lnTo>
                  <a:lnTo>
                    <a:pt x="48723" y="24867"/>
                  </a:lnTo>
                  <a:lnTo>
                    <a:pt x="48792" y="25119"/>
                  </a:lnTo>
                  <a:lnTo>
                    <a:pt x="48838" y="25371"/>
                  </a:lnTo>
                  <a:lnTo>
                    <a:pt x="48838" y="25624"/>
                  </a:lnTo>
                  <a:lnTo>
                    <a:pt x="48838" y="25853"/>
                  </a:lnTo>
                  <a:lnTo>
                    <a:pt x="48792" y="26082"/>
                  </a:lnTo>
                  <a:lnTo>
                    <a:pt x="48746" y="26312"/>
                  </a:lnTo>
                  <a:lnTo>
                    <a:pt x="48654" y="26541"/>
                  </a:lnTo>
                  <a:lnTo>
                    <a:pt x="48562" y="26748"/>
                  </a:lnTo>
                  <a:lnTo>
                    <a:pt x="48425" y="26931"/>
                  </a:lnTo>
                  <a:lnTo>
                    <a:pt x="48287" y="27115"/>
                  </a:lnTo>
                  <a:lnTo>
                    <a:pt x="48149" y="27298"/>
                  </a:lnTo>
                  <a:lnTo>
                    <a:pt x="47989" y="27459"/>
                  </a:lnTo>
                  <a:lnTo>
                    <a:pt x="47805" y="27596"/>
                  </a:lnTo>
                  <a:lnTo>
                    <a:pt x="47599" y="27734"/>
                  </a:lnTo>
                  <a:lnTo>
                    <a:pt x="47392" y="27849"/>
                  </a:lnTo>
                  <a:lnTo>
                    <a:pt x="47186" y="27940"/>
                  </a:lnTo>
                  <a:lnTo>
                    <a:pt x="46979" y="28009"/>
                  </a:lnTo>
                  <a:lnTo>
                    <a:pt x="46750" y="28078"/>
                  </a:lnTo>
                  <a:lnTo>
                    <a:pt x="46521" y="28101"/>
                  </a:lnTo>
                  <a:lnTo>
                    <a:pt x="46291" y="28124"/>
                  </a:lnTo>
                  <a:lnTo>
                    <a:pt x="46062" y="28124"/>
                  </a:lnTo>
                  <a:lnTo>
                    <a:pt x="45833" y="28101"/>
                  </a:lnTo>
                  <a:lnTo>
                    <a:pt x="45603" y="28055"/>
                  </a:lnTo>
                  <a:lnTo>
                    <a:pt x="45374" y="27963"/>
                  </a:lnTo>
                  <a:lnTo>
                    <a:pt x="45167" y="27872"/>
                  </a:lnTo>
                  <a:lnTo>
                    <a:pt x="44938" y="27757"/>
                  </a:lnTo>
                  <a:lnTo>
                    <a:pt x="44731" y="27596"/>
                  </a:lnTo>
                  <a:lnTo>
                    <a:pt x="44548" y="27413"/>
                  </a:lnTo>
                  <a:lnTo>
                    <a:pt x="44364" y="27206"/>
                  </a:lnTo>
                  <a:lnTo>
                    <a:pt x="44181" y="26954"/>
                  </a:lnTo>
                  <a:lnTo>
                    <a:pt x="44043" y="26702"/>
                  </a:lnTo>
                  <a:lnTo>
                    <a:pt x="43929" y="26426"/>
                  </a:lnTo>
                  <a:lnTo>
                    <a:pt x="43837" y="26174"/>
                  </a:lnTo>
                  <a:lnTo>
                    <a:pt x="43791" y="25899"/>
                  </a:lnTo>
                  <a:lnTo>
                    <a:pt x="43768" y="25647"/>
                  </a:lnTo>
                  <a:lnTo>
                    <a:pt x="43791" y="25417"/>
                  </a:lnTo>
                  <a:lnTo>
                    <a:pt x="43814" y="25165"/>
                  </a:lnTo>
                  <a:lnTo>
                    <a:pt x="43883" y="24935"/>
                  </a:lnTo>
                  <a:lnTo>
                    <a:pt x="43951" y="24706"/>
                  </a:lnTo>
                  <a:lnTo>
                    <a:pt x="44043" y="24500"/>
                  </a:lnTo>
                  <a:lnTo>
                    <a:pt x="44181" y="24293"/>
                  </a:lnTo>
                  <a:lnTo>
                    <a:pt x="44319" y="24110"/>
                  </a:lnTo>
                  <a:lnTo>
                    <a:pt x="44456" y="23949"/>
                  </a:lnTo>
                  <a:lnTo>
                    <a:pt x="44640" y="23766"/>
                  </a:lnTo>
                  <a:lnTo>
                    <a:pt x="44823" y="23628"/>
                  </a:lnTo>
                  <a:lnTo>
                    <a:pt x="45007" y="23490"/>
                  </a:lnTo>
                  <a:lnTo>
                    <a:pt x="45213" y="23376"/>
                  </a:lnTo>
                  <a:lnTo>
                    <a:pt x="45443" y="23284"/>
                  </a:lnTo>
                  <a:lnTo>
                    <a:pt x="45649" y="23215"/>
                  </a:lnTo>
                  <a:lnTo>
                    <a:pt x="45878" y="23146"/>
                  </a:lnTo>
                  <a:lnTo>
                    <a:pt x="46108" y="23123"/>
                  </a:lnTo>
                  <a:lnTo>
                    <a:pt x="46337" y="23100"/>
                  </a:lnTo>
                  <a:close/>
                  <a:moveTo>
                    <a:pt x="66822" y="25715"/>
                  </a:moveTo>
                  <a:lnTo>
                    <a:pt x="68588" y="28766"/>
                  </a:lnTo>
                  <a:lnTo>
                    <a:pt x="65056" y="28766"/>
                  </a:lnTo>
                  <a:lnTo>
                    <a:pt x="63289" y="25738"/>
                  </a:lnTo>
                  <a:lnTo>
                    <a:pt x="66822" y="25715"/>
                  </a:lnTo>
                  <a:close/>
                  <a:moveTo>
                    <a:pt x="51017" y="18375"/>
                  </a:moveTo>
                  <a:lnTo>
                    <a:pt x="53012" y="21862"/>
                  </a:lnTo>
                  <a:lnTo>
                    <a:pt x="55054" y="25394"/>
                  </a:lnTo>
                  <a:lnTo>
                    <a:pt x="53035" y="28881"/>
                  </a:lnTo>
                  <a:lnTo>
                    <a:pt x="49503" y="28881"/>
                  </a:lnTo>
                  <a:lnTo>
                    <a:pt x="51521" y="25371"/>
                  </a:lnTo>
                  <a:lnTo>
                    <a:pt x="49228" y="21472"/>
                  </a:lnTo>
                  <a:lnTo>
                    <a:pt x="51017" y="18375"/>
                  </a:lnTo>
                  <a:close/>
                  <a:moveTo>
                    <a:pt x="64849" y="17939"/>
                  </a:moveTo>
                  <a:lnTo>
                    <a:pt x="58518" y="28881"/>
                  </a:lnTo>
                  <a:lnTo>
                    <a:pt x="55008" y="28881"/>
                  </a:lnTo>
                  <a:lnTo>
                    <a:pt x="61316" y="17939"/>
                  </a:lnTo>
                  <a:close/>
                  <a:moveTo>
                    <a:pt x="138232" y="24201"/>
                  </a:moveTo>
                  <a:lnTo>
                    <a:pt x="138461" y="24247"/>
                  </a:lnTo>
                  <a:lnTo>
                    <a:pt x="138690" y="24293"/>
                  </a:lnTo>
                  <a:lnTo>
                    <a:pt x="138920" y="24385"/>
                  </a:lnTo>
                  <a:lnTo>
                    <a:pt x="139126" y="24477"/>
                  </a:lnTo>
                  <a:lnTo>
                    <a:pt x="139356" y="24614"/>
                  </a:lnTo>
                  <a:lnTo>
                    <a:pt x="139562" y="24775"/>
                  </a:lnTo>
                  <a:lnTo>
                    <a:pt x="139746" y="24958"/>
                  </a:lnTo>
                  <a:lnTo>
                    <a:pt x="139952" y="25188"/>
                  </a:lnTo>
                  <a:lnTo>
                    <a:pt x="140113" y="25440"/>
                  </a:lnTo>
                  <a:lnTo>
                    <a:pt x="140250" y="25715"/>
                  </a:lnTo>
                  <a:lnTo>
                    <a:pt x="140342" y="25968"/>
                  </a:lnTo>
                  <a:lnTo>
                    <a:pt x="140434" y="26220"/>
                  </a:lnTo>
                  <a:lnTo>
                    <a:pt x="140480" y="26472"/>
                  </a:lnTo>
                  <a:lnTo>
                    <a:pt x="140480" y="26725"/>
                  </a:lnTo>
                  <a:lnTo>
                    <a:pt x="140480" y="26977"/>
                  </a:lnTo>
                  <a:lnTo>
                    <a:pt x="140434" y="27206"/>
                  </a:lnTo>
                  <a:lnTo>
                    <a:pt x="140388" y="27436"/>
                  </a:lnTo>
                  <a:lnTo>
                    <a:pt x="140296" y="27642"/>
                  </a:lnTo>
                  <a:lnTo>
                    <a:pt x="140204" y="27849"/>
                  </a:lnTo>
                  <a:lnTo>
                    <a:pt x="140067" y="28055"/>
                  </a:lnTo>
                  <a:lnTo>
                    <a:pt x="139929" y="28239"/>
                  </a:lnTo>
                  <a:lnTo>
                    <a:pt x="139791" y="28399"/>
                  </a:lnTo>
                  <a:lnTo>
                    <a:pt x="139631" y="28560"/>
                  </a:lnTo>
                  <a:lnTo>
                    <a:pt x="139447" y="28697"/>
                  </a:lnTo>
                  <a:lnTo>
                    <a:pt x="139241" y="28835"/>
                  </a:lnTo>
                  <a:lnTo>
                    <a:pt x="139034" y="28950"/>
                  </a:lnTo>
                  <a:lnTo>
                    <a:pt x="138828" y="29042"/>
                  </a:lnTo>
                  <a:lnTo>
                    <a:pt x="138622" y="29133"/>
                  </a:lnTo>
                  <a:lnTo>
                    <a:pt x="138392" y="29179"/>
                  </a:lnTo>
                  <a:lnTo>
                    <a:pt x="138163" y="29225"/>
                  </a:lnTo>
                  <a:lnTo>
                    <a:pt x="137933" y="29248"/>
                  </a:lnTo>
                  <a:lnTo>
                    <a:pt x="137704" y="29225"/>
                  </a:lnTo>
                  <a:lnTo>
                    <a:pt x="137475" y="29202"/>
                  </a:lnTo>
                  <a:lnTo>
                    <a:pt x="137245" y="29156"/>
                  </a:lnTo>
                  <a:lnTo>
                    <a:pt x="137016" y="29087"/>
                  </a:lnTo>
                  <a:lnTo>
                    <a:pt x="136809" y="28973"/>
                  </a:lnTo>
                  <a:lnTo>
                    <a:pt x="136580" y="28858"/>
                  </a:lnTo>
                  <a:lnTo>
                    <a:pt x="136374" y="28697"/>
                  </a:lnTo>
                  <a:lnTo>
                    <a:pt x="136190" y="28514"/>
                  </a:lnTo>
                  <a:lnTo>
                    <a:pt x="136006" y="28307"/>
                  </a:lnTo>
                  <a:lnTo>
                    <a:pt x="135823" y="28078"/>
                  </a:lnTo>
                  <a:lnTo>
                    <a:pt x="135685" y="27803"/>
                  </a:lnTo>
                  <a:lnTo>
                    <a:pt x="135571" y="27528"/>
                  </a:lnTo>
                  <a:lnTo>
                    <a:pt x="135479" y="27275"/>
                  </a:lnTo>
                  <a:lnTo>
                    <a:pt x="135433" y="27023"/>
                  </a:lnTo>
                  <a:lnTo>
                    <a:pt x="135410" y="26771"/>
                  </a:lnTo>
                  <a:lnTo>
                    <a:pt x="135433" y="26518"/>
                  </a:lnTo>
                  <a:lnTo>
                    <a:pt x="135456" y="26289"/>
                  </a:lnTo>
                  <a:lnTo>
                    <a:pt x="135525" y="26037"/>
                  </a:lnTo>
                  <a:lnTo>
                    <a:pt x="135594" y="25830"/>
                  </a:lnTo>
                  <a:lnTo>
                    <a:pt x="135685" y="25624"/>
                  </a:lnTo>
                  <a:lnTo>
                    <a:pt x="135823" y="25417"/>
                  </a:lnTo>
                  <a:lnTo>
                    <a:pt x="135961" y="25234"/>
                  </a:lnTo>
                  <a:lnTo>
                    <a:pt x="136098" y="25050"/>
                  </a:lnTo>
                  <a:lnTo>
                    <a:pt x="136282" y="24890"/>
                  </a:lnTo>
                  <a:lnTo>
                    <a:pt x="136465" y="24729"/>
                  </a:lnTo>
                  <a:lnTo>
                    <a:pt x="136649" y="24614"/>
                  </a:lnTo>
                  <a:lnTo>
                    <a:pt x="136855" y="24500"/>
                  </a:lnTo>
                  <a:lnTo>
                    <a:pt x="137085" y="24408"/>
                  </a:lnTo>
                  <a:lnTo>
                    <a:pt x="137291" y="24316"/>
                  </a:lnTo>
                  <a:lnTo>
                    <a:pt x="137520" y="24270"/>
                  </a:lnTo>
                  <a:lnTo>
                    <a:pt x="137750" y="24224"/>
                  </a:lnTo>
                  <a:lnTo>
                    <a:pt x="137979" y="24201"/>
                  </a:lnTo>
                  <a:close/>
                  <a:moveTo>
                    <a:pt x="158097" y="26954"/>
                  </a:moveTo>
                  <a:lnTo>
                    <a:pt x="159863" y="30028"/>
                  </a:lnTo>
                  <a:lnTo>
                    <a:pt x="156331" y="30028"/>
                  </a:lnTo>
                  <a:lnTo>
                    <a:pt x="154564" y="26977"/>
                  </a:lnTo>
                  <a:lnTo>
                    <a:pt x="158097" y="26954"/>
                  </a:lnTo>
                  <a:close/>
                  <a:moveTo>
                    <a:pt x="142269" y="19614"/>
                  </a:moveTo>
                  <a:lnTo>
                    <a:pt x="144288" y="23100"/>
                  </a:lnTo>
                  <a:lnTo>
                    <a:pt x="146306" y="26633"/>
                  </a:lnTo>
                  <a:lnTo>
                    <a:pt x="144288" y="30120"/>
                  </a:lnTo>
                  <a:lnTo>
                    <a:pt x="140755" y="30120"/>
                  </a:lnTo>
                  <a:lnTo>
                    <a:pt x="142796" y="26610"/>
                  </a:lnTo>
                  <a:lnTo>
                    <a:pt x="140480" y="22733"/>
                  </a:lnTo>
                  <a:lnTo>
                    <a:pt x="142269" y="19614"/>
                  </a:lnTo>
                  <a:close/>
                  <a:moveTo>
                    <a:pt x="156101" y="19178"/>
                  </a:moveTo>
                  <a:lnTo>
                    <a:pt x="149770" y="30120"/>
                  </a:lnTo>
                  <a:lnTo>
                    <a:pt x="146260" y="30120"/>
                  </a:lnTo>
                  <a:lnTo>
                    <a:pt x="152569" y="19178"/>
                  </a:lnTo>
                  <a:close/>
                  <a:moveTo>
                    <a:pt x="10001" y="27619"/>
                  </a:moveTo>
                  <a:lnTo>
                    <a:pt x="11768" y="30670"/>
                  </a:lnTo>
                  <a:lnTo>
                    <a:pt x="8235" y="30670"/>
                  </a:lnTo>
                  <a:lnTo>
                    <a:pt x="6469" y="27619"/>
                  </a:lnTo>
                  <a:close/>
                  <a:moveTo>
                    <a:pt x="81595" y="25853"/>
                  </a:moveTo>
                  <a:lnTo>
                    <a:pt x="81824" y="25876"/>
                  </a:lnTo>
                  <a:lnTo>
                    <a:pt x="82054" y="25945"/>
                  </a:lnTo>
                  <a:lnTo>
                    <a:pt x="82283" y="26014"/>
                  </a:lnTo>
                  <a:lnTo>
                    <a:pt x="82489" y="26128"/>
                  </a:lnTo>
                  <a:lnTo>
                    <a:pt x="82719" y="26243"/>
                  </a:lnTo>
                  <a:lnTo>
                    <a:pt x="82925" y="26404"/>
                  </a:lnTo>
                  <a:lnTo>
                    <a:pt x="83109" y="26610"/>
                  </a:lnTo>
                  <a:lnTo>
                    <a:pt x="83315" y="26816"/>
                  </a:lnTo>
                  <a:lnTo>
                    <a:pt x="83476" y="27069"/>
                  </a:lnTo>
                  <a:lnTo>
                    <a:pt x="83613" y="27344"/>
                  </a:lnTo>
                  <a:lnTo>
                    <a:pt x="83705" y="27596"/>
                  </a:lnTo>
                  <a:lnTo>
                    <a:pt x="83797" y="27872"/>
                  </a:lnTo>
                  <a:lnTo>
                    <a:pt x="83820" y="28124"/>
                  </a:lnTo>
                  <a:lnTo>
                    <a:pt x="83843" y="28353"/>
                  </a:lnTo>
                  <a:lnTo>
                    <a:pt x="83843" y="28606"/>
                  </a:lnTo>
                  <a:lnTo>
                    <a:pt x="83797" y="28835"/>
                  </a:lnTo>
                  <a:lnTo>
                    <a:pt x="83751" y="29064"/>
                  </a:lnTo>
                  <a:lnTo>
                    <a:pt x="83659" y="29271"/>
                  </a:lnTo>
                  <a:lnTo>
                    <a:pt x="83567" y="29477"/>
                  </a:lnTo>
                  <a:lnTo>
                    <a:pt x="83430" y="29684"/>
                  </a:lnTo>
                  <a:lnTo>
                    <a:pt x="83292" y="29867"/>
                  </a:lnTo>
                  <a:lnTo>
                    <a:pt x="83155" y="30051"/>
                  </a:lnTo>
                  <a:lnTo>
                    <a:pt x="82971" y="30211"/>
                  </a:lnTo>
                  <a:lnTo>
                    <a:pt x="82810" y="30349"/>
                  </a:lnTo>
                  <a:lnTo>
                    <a:pt x="82604" y="30464"/>
                  </a:lnTo>
                  <a:lnTo>
                    <a:pt x="82398" y="30578"/>
                  </a:lnTo>
                  <a:lnTo>
                    <a:pt x="82191" y="30693"/>
                  </a:lnTo>
                  <a:lnTo>
                    <a:pt x="81985" y="30762"/>
                  </a:lnTo>
                  <a:lnTo>
                    <a:pt x="81755" y="30808"/>
                  </a:lnTo>
                  <a:lnTo>
                    <a:pt x="81526" y="30854"/>
                  </a:lnTo>
                  <a:lnTo>
                    <a:pt x="81297" y="30877"/>
                  </a:lnTo>
                  <a:lnTo>
                    <a:pt x="81067" y="30877"/>
                  </a:lnTo>
                  <a:lnTo>
                    <a:pt x="80838" y="30854"/>
                  </a:lnTo>
                  <a:lnTo>
                    <a:pt x="80608" y="30785"/>
                  </a:lnTo>
                  <a:lnTo>
                    <a:pt x="80379" y="30716"/>
                  </a:lnTo>
                  <a:lnTo>
                    <a:pt x="80172" y="30624"/>
                  </a:lnTo>
                  <a:lnTo>
                    <a:pt x="79943" y="30487"/>
                  </a:lnTo>
                  <a:lnTo>
                    <a:pt x="79737" y="30349"/>
                  </a:lnTo>
                  <a:lnTo>
                    <a:pt x="79553" y="30166"/>
                  </a:lnTo>
                  <a:lnTo>
                    <a:pt x="79370" y="29959"/>
                  </a:lnTo>
                  <a:lnTo>
                    <a:pt x="79186" y="29707"/>
                  </a:lnTo>
                  <a:lnTo>
                    <a:pt x="79048" y="29432"/>
                  </a:lnTo>
                  <a:lnTo>
                    <a:pt x="78934" y="29179"/>
                  </a:lnTo>
                  <a:lnTo>
                    <a:pt x="78842" y="28904"/>
                  </a:lnTo>
                  <a:lnTo>
                    <a:pt x="78796" y="28652"/>
                  </a:lnTo>
                  <a:lnTo>
                    <a:pt x="78773" y="28399"/>
                  </a:lnTo>
                  <a:lnTo>
                    <a:pt x="78796" y="28147"/>
                  </a:lnTo>
                  <a:lnTo>
                    <a:pt x="78819" y="27918"/>
                  </a:lnTo>
                  <a:lnTo>
                    <a:pt x="78865" y="27688"/>
                  </a:lnTo>
                  <a:lnTo>
                    <a:pt x="78957" y="27459"/>
                  </a:lnTo>
                  <a:lnTo>
                    <a:pt x="79048" y="27252"/>
                  </a:lnTo>
                  <a:lnTo>
                    <a:pt x="79186" y="27046"/>
                  </a:lnTo>
                  <a:lnTo>
                    <a:pt x="79324" y="26862"/>
                  </a:lnTo>
                  <a:lnTo>
                    <a:pt x="79461" y="26679"/>
                  </a:lnTo>
                  <a:lnTo>
                    <a:pt x="79645" y="26518"/>
                  </a:lnTo>
                  <a:lnTo>
                    <a:pt x="79828" y="26381"/>
                  </a:lnTo>
                  <a:lnTo>
                    <a:pt x="80012" y="26243"/>
                  </a:lnTo>
                  <a:lnTo>
                    <a:pt x="80218" y="26128"/>
                  </a:lnTo>
                  <a:lnTo>
                    <a:pt x="80448" y="26037"/>
                  </a:lnTo>
                  <a:lnTo>
                    <a:pt x="80654" y="25945"/>
                  </a:lnTo>
                  <a:lnTo>
                    <a:pt x="80884" y="25899"/>
                  </a:lnTo>
                  <a:lnTo>
                    <a:pt x="81113" y="25853"/>
                  </a:lnTo>
                  <a:close/>
                  <a:moveTo>
                    <a:pt x="85632" y="21242"/>
                  </a:moveTo>
                  <a:lnTo>
                    <a:pt x="87651" y="24752"/>
                  </a:lnTo>
                  <a:lnTo>
                    <a:pt x="89669" y="28262"/>
                  </a:lnTo>
                  <a:lnTo>
                    <a:pt x="87651" y="31771"/>
                  </a:lnTo>
                  <a:lnTo>
                    <a:pt x="84118" y="31771"/>
                  </a:lnTo>
                  <a:lnTo>
                    <a:pt x="86160" y="28262"/>
                  </a:lnTo>
                  <a:lnTo>
                    <a:pt x="83843" y="24362"/>
                  </a:lnTo>
                  <a:lnTo>
                    <a:pt x="85632" y="21242"/>
                  </a:lnTo>
                  <a:close/>
                  <a:moveTo>
                    <a:pt x="99464" y="20806"/>
                  </a:moveTo>
                  <a:lnTo>
                    <a:pt x="93133" y="31748"/>
                  </a:lnTo>
                  <a:lnTo>
                    <a:pt x="89623" y="31771"/>
                  </a:lnTo>
                  <a:lnTo>
                    <a:pt x="95932" y="20806"/>
                  </a:lnTo>
                  <a:close/>
                  <a:moveTo>
                    <a:pt x="101506" y="28766"/>
                  </a:moveTo>
                  <a:lnTo>
                    <a:pt x="103272" y="31817"/>
                  </a:lnTo>
                  <a:lnTo>
                    <a:pt x="99740" y="31817"/>
                  </a:lnTo>
                  <a:lnTo>
                    <a:pt x="97973" y="28766"/>
                  </a:lnTo>
                  <a:close/>
                  <a:moveTo>
                    <a:pt x="171654" y="26862"/>
                  </a:moveTo>
                  <a:lnTo>
                    <a:pt x="171883" y="26908"/>
                  </a:lnTo>
                  <a:lnTo>
                    <a:pt x="172113" y="26954"/>
                  </a:lnTo>
                  <a:lnTo>
                    <a:pt x="172342" y="27023"/>
                  </a:lnTo>
                  <a:lnTo>
                    <a:pt x="172572" y="27138"/>
                  </a:lnTo>
                  <a:lnTo>
                    <a:pt x="172778" y="27275"/>
                  </a:lnTo>
                  <a:lnTo>
                    <a:pt x="172984" y="27436"/>
                  </a:lnTo>
                  <a:lnTo>
                    <a:pt x="173191" y="27619"/>
                  </a:lnTo>
                  <a:lnTo>
                    <a:pt x="173374" y="27849"/>
                  </a:lnTo>
                  <a:lnTo>
                    <a:pt x="173535" y="28101"/>
                  </a:lnTo>
                  <a:lnTo>
                    <a:pt x="173673" y="28353"/>
                  </a:lnTo>
                  <a:lnTo>
                    <a:pt x="173787" y="28629"/>
                  </a:lnTo>
                  <a:lnTo>
                    <a:pt x="173856" y="28881"/>
                  </a:lnTo>
                  <a:lnTo>
                    <a:pt x="173902" y="29133"/>
                  </a:lnTo>
                  <a:lnTo>
                    <a:pt x="173925" y="29386"/>
                  </a:lnTo>
                  <a:lnTo>
                    <a:pt x="173902" y="29615"/>
                  </a:lnTo>
                  <a:lnTo>
                    <a:pt x="173879" y="29867"/>
                  </a:lnTo>
                  <a:lnTo>
                    <a:pt x="173810" y="30074"/>
                  </a:lnTo>
                  <a:lnTo>
                    <a:pt x="173719" y="30303"/>
                  </a:lnTo>
                  <a:lnTo>
                    <a:pt x="173627" y="30510"/>
                  </a:lnTo>
                  <a:lnTo>
                    <a:pt x="173512" y="30716"/>
                  </a:lnTo>
                  <a:lnTo>
                    <a:pt x="173374" y="30900"/>
                  </a:lnTo>
                  <a:lnTo>
                    <a:pt x="173214" y="31060"/>
                  </a:lnTo>
                  <a:lnTo>
                    <a:pt x="173053" y="31221"/>
                  </a:lnTo>
                  <a:lnTo>
                    <a:pt x="172870" y="31358"/>
                  </a:lnTo>
                  <a:lnTo>
                    <a:pt x="172686" y="31496"/>
                  </a:lnTo>
                  <a:lnTo>
                    <a:pt x="172480" y="31611"/>
                  </a:lnTo>
                  <a:lnTo>
                    <a:pt x="172273" y="31703"/>
                  </a:lnTo>
                  <a:lnTo>
                    <a:pt x="172044" y="31771"/>
                  </a:lnTo>
                  <a:lnTo>
                    <a:pt x="171815" y="31840"/>
                  </a:lnTo>
                  <a:lnTo>
                    <a:pt x="171608" y="31886"/>
                  </a:lnTo>
                  <a:lnTo>
                    <a:pt x="171126" y="31886"/>
                  </a:lnTo>
                  <a:lnTo>
                    <a:pt x="170897" y="31863"/>
                  </a:lnTo>
                  <a:lnTo>
                    <a:pt x="170668" y="31817"/>
                  </a:lnTo>
                  <a:lnTo>
                    <a:pt x="170461" y="31748"/>
                  </a:lnTo>
                  <a:lnTo>
                    <a:pt x="170232" y="31634"/>
                  </a:lnTo>
                  <a:lnTo>
                    <a:pt x="170025" y="31519"/>
                  </a:lnTo>
                  <a:lnTo>
                    <a:pt x="169819" y="31358"/>
                  </a:lnTo>
                  <a:lnTo>
                    <a:pt x="169612" y="31175"/>
                  </a:lnTo>
                  <a:lnTo>
                    <a:pt x="169429" y="30968"/>
                  </a:lnTo>
                  <a:lnTo>
                    <a:pt x="169245" y="30739"/>
                  </a:lnTo>
                  <a:lnTo>
                    <a:pt x="169108" y="30464"/>
                  </a:lnTo>
                  <a:lnTo>
                    <a:pt x="168993" y="30189"/>
                  </a:lnTo>
                  <a:lnTo>
                    <a:pt x="168924" y="29936"/>
                  </a:lnTo>
                  <a:lnTo>
                    <a:pt x="168878" y="29684"/>
                  </a:lnTo>
                  <a:lnTo>
                    <a:pt x="168855" y="29432"/>
                  </a:lnTo>
                  <a:lnTo>
                    <a:pt x="168855" y="29179"/>
                  </a:lnTo>
                  <a:lnTo>
                    <a:pt x="168878" y="28927"/>
                  </a:lnTo>
                  <a:lnTo>
                    <a:pt x="168947" y="28697"/>
                  </a:lnTo>
                  <a:lnTo>
                    <a:pt x="169016" y="28491"/>
                  </a:lnTo>
                  <a:lnTo>
                    <a:pt x="169131" y="28262"/>
                  </a:lnTo>
                  <a:lnTo>
                    <a:pt x="169245" y="28078"/>
                  </a:lnTo>
                  <a:lnTo>
                    <a:pt x="169383" y="27872"/>
                  </a:lnTo>
                  <a:lnTo>
                    <a:pt x="169544" y="27711"/>
                  </a:lnTo>
                  <a:lnTo>
                    <a:pt x="169704" y="27551"/>
                  </a:lnTo>
                  <a:lnTo>
                    <a:pt x="169888" y="27390"/>
                  </a:lnTo>
                  <a:lnTo>
                    <a:pt x="170094" y="27275"/>
                  </a:lnTo>
                  <a:lnTo>
                    <a:pt x="170301" y="27161"/>
                  </a:lnTo>
                  <a:lnTo>
                    <a:pt x="170507" y="27046"/>
                  </a:lnTo>
                  <a:lnTo>
                    <a:pt x="170736" y="26977"/>
                  </a:lnTo>
                  <a:lnTo>
                    <a:pt x="170966" y="26908"/>
                  </a:lnTo>
                  <a:lnTo>
                    <a:pt x="171195" y="26885"/>
                  </a:lnTo>
                  <a:lnTo>
                    <a:pt x="171425" y="26862"/>
                  </a:lnTo>
                  <a:close/>
                  <a:moveTo>
                    <a:pt x="23490" y="27757"/>
                  </a:moveTo>
                  <a:lnTo>
                    <a:pt x="23719" y="27780"/>
                  </a:lnTo>
                  <a:lnTo>
                    <a:pt x="23949" y="27849"/>
                  </a:lnTo>
                  <a:lnTo>
                    <a:pt x="24178" y="27918"/>
                  </a:lnTo>
                  <a:lnTo>
                    <a:pt x="24407" y="28032"/>
                  </a:lnTo>
                  <a:lnTo>
                    <a:pt x="24614" y="28170"/>
                  </a:lnTo>
                  <a:lnTo>
                    <a:pt x="24820" y="28330"/>
                  </a:lnTo>
                  <a:lnTo>
                    <a:pt x="25027" y="28514"/>
                  </a:lnTo>
                  <a:lnTo>
                    <a:pt x="25210" y="28743"/>
                  </a:lnTo>
                  <a:lnTo>
                    <a:pt x="25371" y="28996"/>
                  </a:lnTo>
                  <a:lnTo>
                    <a:pt x="25508" y="29248"/>
                  </a:lnTo>
                  <a:lnTo>
                    <a:pt x="25600" y="29500"/>
                  </a:lnTo>
                  <a:lnTo>
                    <a:pt x="25692" y="29776"/>
                  </a:lnTo>
                  <a:lnTo>
                    <a:pt x="25738" y="30028"/>
                  </a:lnTo>
                  <a:lnTo>
                    <a:pt x="25738" y="30280"/>
                  </a:lnTo>
                  <a:lnTo>
                    <a:pt x="25738" y="30510"/>
                  </a:lnTo>
                  <a:lnTo>
                    <a:pt x="25692" y="30739"/>
                  </a:lnTo>
                  <a:lnTo>
                    <a:pt x="25646" y="30968"/>
                  </a:lnTo>
                  <a:lnTo>
                    <a:pt x="25554" y="31198"/>
                  </a:lnTo>
                  <a:lnTo>
                    <a:pt x="25463" y="31404"/>
                  </a:lnTo>
                  <a:lnTo>
                    <a:pt x="25325" y="31588"/>
                  </a:lnTo>
                  <a:lnTo>
                    <a:pt x="25187" y="31771"/>
                  </a:lnTo>
                  <a:lnTo>
                    <a:pt x="25050" y="31955"/>
                  </a:lnTo>
                  <a:lnTo>
                    <a:pt x="24889" y="32115"/>
                  </a:lnTo>
                  <a:lnTo>
                    <a:pt x="24706" y="32253"/>
                  </a:lnTo>
                  <a:lnTo>
                    <a:pt x="24499" y="32391"/>
                  </a:lnTo>
                  <a:lnTo>
                    <a:pt x="24293" y="32505"/>
                  </a:lnTo>
                  <a:lnTo>
                    <a:pt x="24086" y="32597"/>
                  </a:lnTo>
                  <a:lnTo>
                    <a:pt x="23880" y="32666"/>
                  </a:lnTo>
                  <a:lnTo>
                    <a:pt x="23650" y="32735"/>
                  </a:lnTo>
                  <a:lnTo>
                    <a:pt x="23421" y="32758"/>
                  </a:lnTo>
                  <a:lnTo>
                    <a:pt x="23192" y="32781"/>
                  </a:lnTo>
                  <a:lnTo>
                    <a:pt x="22962" y="32781"/>
                  </a:lnTo>
                  <a:lnTo>
                    <a:pt x="22733" y="32758"/>
                  </a:lnTo>
                  <a:lnTo>
                    <a:pt x="22503" y="32712"/>
                  </a:lnTo>
                  <a:lnTo>
                    <a:pt x="22274" y="32620"/>
                  </a:lnTo>
                  <a:lnTo>
                    <a:pt x="22068" y="32528"/>
                  </a:lnTo>
                  <a:lnTo>
                    <a:pt x="21838" y="32414"/>
                  </a:lnTo>
                  <a:lnTo>
                    <a:pt x="21632" y="32253"/>
                  </a:lnTo>
                  <a:lnTo>
                    <a:pt x="21448" y="32070"/>
                  </a:lnTo>
                  <a:lnTo>
                    <a:pt x="21265" y="31863"/>
                  </a:lnTo>
                  <a:lnTo>
                    <a:pt x="21081" y="31611"/>
                  </a:lnTo>
                  <a:lnTo>
                    <a:pt x="20943" y="31358"/>
                  </a:lnTo>
                  <a:lnTo>
                    <a:pt x="20829" y="31083"/>
                  </a:lnTo>
                  <a:lnTo>
                    <a:pt x="20737" y="30831"/>
                  </a:lnTo>
                  <a:lnTo>
                    <a:pt x="20691" y="30556"/>
                  </a:lnTo>
                  <a:lnTo>
                    <a:pt x="20668" y="30303"/>
                  </a:lnTo>
                  <a:lnTo>
                    <a:pt x="20691" y="30074"/>
                  </a:lnTo>
                  <a:lnTo>
                    <a:pt x="20714" y="29821"/>
                  </a:lnTo>
                  <a:lnTo>
                    <a:pt x="20783" y="29592"/>
                  </a:lnTo>
                  <a:lnTo>
                    <a:pt x="20852" y="29363"/>
                  </a:lnTo>
                  <a:lnTo>
                    <a:pt x="20943" y="29156"/>
                  </a:lnTo>
                  <a:lnTo>
                    <a:pt x="21081" y="28950"/>
                  </a:lnTo>
                  <a:lnTo>
                    <a:pt x="21219" y="28766"/>
                  </a:lnTo>
                  <a:lnTo>
                    <a:pt x="21356" y="28583"/>
                  </a:lnTo>
                  <a:lnTo>
                    <a:pt x="21540" y="28422"/>
                  </a:lnTo>
                  <a:lnTo>
                    <a:pt x="21723" y="28285"/>
                  </a:lnTo>
                  <a:lnTo>
                    <a:pt x="21907" y="28147"/>
                  </a:lnTo>
                  <a:lnTo>
                    <a:pt x="22113" y="28032"/>
                  </a:lnTo>
                  <a:lnTo>
                    <a:pt x="22343" y="27940"/>
                  </a:lnTo>
                  <a:lnTo>
                    <a:pt x="22549" y="27872"/>
                  </a:lnTo>
                  <a:lnTo>
                    <a:pt x="22779" y="27803"/>
                  </a:lnTo>
                  <a:lnTo>
                    <a:pt x="23008" y="27757"/>
                  </a:lnTo>
                  <a:close/>
                  <a:moveTo>
                    <a:pt x="43722" y="30372"/>
                  </a:moveTo>
                  <a:lnTo>
                    <a:pt x="45488" y="33423"/>
                  </a:lnTo>
                  <a:lnTo>
                    <a:pt x="41956" y="33423"/>
                  </a:lnTo>
                  <a:lnTo>
                    <a:pt x="40189" y="30372"/>
                  </a:lnTo>
                  <a:close/>
                  <a:moveTo>
                    <a:pt x="41726" y="22573"/>
                  </a:moveTo>
                  <a:lnTo>
                    <a:pt x="35418" y="33515"/>
                  </a:lnTo>
                  <a:lnTo>
                    <a:pt x="31885" y="33538"/>
                  </a:lnTo>
                  <a:lnTo>
                    <a:pt x="31885" y="33538"/>
                  </a:lnTo>
                  <a:lnTo>
                    <a:pt x="38217" y="22573"/>
                  </a:lnTo>
                  <a:close/>
                  <a:moveTo>
                    <a:pt x="27917" y="23009"/>
                  </a:moveTo>
                  <a:lnTo>
                    <a:pt x="29913" y="26518"/>
                  </a:lnTo>
                  <a:lnTo>
                    <a:pt x="31931" y="30028"/>
                  </a:lnTo>
                  <a:lnTo>
                    <a:pt x="29936" y="33538"/>
                  </a:lnTo>
                  <a:lnTo>
                    <a:pt x="26403" y="33538"/>
                  </a:lnTo>
                  <a:lnTo>
                    <a:pt x="28422" y="30028"/>
                  </a:lnTo>
                  <a:lnTo>
                    <a:pt x="26105" y="26128"/>
                  </a:lnTo>
                  <a:lnTo>
                    <a:pt x="27917" y="23009"/>
                  </a:lnTo>
                  <a:close/>
                  <a:moveTo>
                    <a:pt x="115315" y="28927"/>
                  </a:moveTo>
                  <a:lnTo>
                    <a:pt x="115568" y="28973"/>
                  </a:lnTo>
                  <a:lnTo>
                    <a:pt x="115797" y="29019"/>
                  </a:lnTo>
                  <a:lnTo>
                    <a:pt x="116026" y="29110"/>
                  </a:lnTo>
                  <a:lnTo>
                    <a:pt x="116233" y="29202"/>
                  </a:lnTo>
                  <a:lnTo>
                    <a:pt x="116462" y="29340"/>
                  </a:lnTo>
                  <a:lnTo>
                    <a:pt x="116669" y="29500"/>
                  </a:lnTo>
                  <a:lnTo>
                    <a:pt x="116852" y="29684"/>
                  </a:lnTo>
                  <a:lnTo>
                    <a:pt x="117036" y="29913"/>
                  </a:lnTo>
                  <a:lnTo>
                    <a:pt x="117219" y="30166"/>
                  </a:lnTo>
                  <a:lnTo>
                    <a:pt x="117357" y="30441"/>
                  </a:lnTo>
                  <a:lnTo>
                    <a:pt x="117449" y="30693"/>
                  </a:lnTo>
                  <a:lnTo>
                    <a:pt x="117540" y="30946"/>
                  </a:lnTo>
                  <a:lnTo>
                    <a:pt x="117563" y="31198"/>
                  </a:lnTo>
                  <a:lnTo>
                    <a:pt x="117586" y="31450"/>
                  </a:lnTo>
                  <a:lnTo>
                    <a:pt x="117586" y="31703"/>
                  </a:lnTo>
                  <a:lnTo>
                    <a:pt x="117540" y="31932"/>
                  </a:lnTo>
                  <a:lnTo>
                    <a:pt x="117472" y="32161"/>
                  </a:lnTo>
                  <a:lnTo>
                    <a:pt x="117403" y="32368"/>
                  </a:lnTo>
                  <a:lnTo>
                    <a:pt x="117311" y="32574"/>
                  </a:lnTo>
                  <a:lnTo>
                    <a:pt x="117173" y="32781"/>
                  </a:lnTo>
                  <a:lnTo>
                    <a:pt x="117036" y="32964"/>
                  </a:lnTo>
                  <a:lnTo>
                    <a:pt x="116898" y="33125"/>
                  </a:lnTo>
                  <a:lnTo>
                    <a:pt x="116715" y="33285"/>
                  </a:lnTo>
                  <a:lnTo>
                    <a:pt x="116554" y="33423"/>
                  </a:lnTo>
                  <a:lnTo>
                    <a:pt x="116348" y="33561"/>
                  </a:lnTo>
                  <a:lnTo>
                    <a:pt x="116141" y="33675"/>
                  </a:lnTo>
                  <a:lnTo>
                    <a:pt x="115935" y="33767"/>
                  </a:lnTo>
                  <a:lnTo>
                    <a:pt x="115728" y="33859"/>
                  </a:lnTo>
                  <a:lnTo>
                    <a:pt x="115499" y="33905"/>
                  </a:lnTo>
                  <a:lnTo>
                    <a:pt x="115269" y="33951"/>
                  </a:lnTo>
                  <a:lnTo>
                    <a:pt x="115040" y="33973"/>
                  </a:lnTo>
                  <a:lnTo>
                    <a:pt x="114811" y="33951"/>
                  </a:lnTo>
                  <a:lnTo>
                    <a:pt x="114581" y="33928"/>
                  </a:lnTo>
                  <a:lnTo>
                    <a:pt x="114352" y="33882"/>
                  </a:lnTo>
                  <a:lnTo>
                    <a:pt x="114122" y="33813"/>
                  </a:lnTo>
                  <a:lnTo>
                    <a:pt x="113916" y="33698"/>
                  </a:lnTo>
                  <a:lnTo>
                    <a:pt x="113687" y="33584"/>
                  </a:lnTo>
                  <a:lnTo>
                    <a:pt x="113480" y="33423"/>
                  </a:lnTo>
                  <a:lnTo>
                    <a:pt x="113297" y="33239"/>
                  </a:lnTo>
                  <a:lnTo>
                    <a:pt x="113113" y="33033"/>
                  </a:lnTo>
                  <a:lnTo>
                    <a:pt x="112930" y="32804"/>
                  </a:lnTo>
                  <a:lnTo>
                    <a:pt x="112792" y="32528"/>
                  </a:lnTo>
                  <a:lnTo>
                    <a:pt x="112677" y="32253"/>
                  </a:lnTo>
                  <a:lnTo>
                    <a:pt x="112586" y="32001"/>
                  </a:lnTo>
                  <a:lnTo>
                    <a:pt x="112540" y="31748"/>
                  </a:lnTo>
                  <a:lnTo>
                    <a:pt x="112517" y="31496"/>
                  </a:lnTo>
                  <a:lnTo>
                    <a:pt x="112517" y="31244"/>
                  </a:lnTo>
                  <a:lnTo>
                    <a:pt x="112563" y="31014"/>
                  </a:lnTo>
                  <a:lnTo>
                    <a:pt x="112609" y="30762"/>
                  </a:lnTo>
                  <a:lnTo>
                    <a:pt x="112700" y="30556"/>
                  </a:lnTo>
                  <a:lnTo>
                    <a:pt x="112792" y="30349"/>
                  </a:lnTo>
                  <a:lnTo>
                    <a:pt x="112930" y="30143"/>
                  </a:lnTo>
                  <a:lnTo>
                    <a:pt x="113067" y="29959"/>
                  </a:lnTo>
                  <a:lnTo>
                    <a:pt x="113205" y="29776"/>
                  </a:lnTo>
                  <a:lnTo>
                    <a:pt x="113388" y="29615"/>
                  </a:lnTo>
                  <a:lnTo>
                    <a:pt x="113572" y="29454"/>
                  </a:lnTo>
                  <a:lnTo>
                    <a:pt x="113755" y="29340"/>
                  </a:lnTo>
                  <a:lnTo>
                    <a:pt x="113962" y="29225"/>
                  </a:lnTo>
                  <a:lnTo>
                    <a:pt x="114191" y="29110"/>
                  </a:lnTo>
                  <a:lnTo>
                    <a:pt x="114398" y="29042"/>
                  </a:lnTo>
                  <a:lnTo>
                    <a:pt x="114627" y="28996"/>
                  </a:lnTo>
                  <a:lnTo>
                    <a:pt x="114857" y="28950"/>
                  </a:lnTo>
                  <a:lnTo>
                    <a:pt x="115086" y="28927"/>
                  </a:lnTo>
                  <a:close/>
                  <a:moveTo>
                    <a:pt x="135204" y="31771"/>
                  </a:moveTo>
                  <a:lnTo>
                    <a:pt x="136970" y="34822"/>
                  </a:lnTo>
                  <a:lnTo>
                    <a:pt x="133437" y="34822"/>
                  </a:lnTo>
                  <a:lnTo>
                    <a:pt x="131671" y="31771"/>
                  </a:lnTo>
                  <a:close/>
                  <a:moveTo>
                    <a:pt x="119376" y="24339"/>
                  </a:moveTo>
                  <a:lnTo>
                    <a:pt x="121394" y="27826"/>
                  </a:lnTo>
                  <a:lnTo>
                    <a:pt x="123413" y="31358"/>
                  </a:lnTo>
                  <a:lnTo>
                    <a:pt x="121394" y="34845"/>
                  </a:lnTo>
                  <a:lnTo>
                    <a:pt x="117862" y="34845"/>
                  </a:lnTo>
                  <a:lnTo>
                    <a:pt x="119903" y="31335"/>
                  </a:lnTo>
                  <a:lnTo>
                    <a:pt x="117586" y="27459"/>
                  </a:lnTo>
                  <a:lnTo>
                    <a:pt x="119376" y="24339"/>
                  </a:lnTo>
                  <a:close/>
                  <a:moveTo>
                    <a:pt x="133208" y="23903"/>
                  </a:moveTo>
                  <a:lnTo>
                    <a:pt x="126877" y="34845"/>
                  </a:lnTo>
                  <a:lnTo>
                    <a:pt x="123367" y="34845"/>
                  </a:lnTo>
                  <a:lnTo>
                    <a:pt x="129675" y="23903"/>
                  </a:lnTo>
                  <a:close/>
                  <a:moveTo>
                    <a:pt x="57623" y="30510"/>
                  </a:moveTo>
                  <a:lnTo>
                    <a:pt x="57853" y="30533"/>
                  </a:lnTo>
                  <a:lnTo>
                    <a:pt x="58082" y="30556"/>
                  </a:lnTo>
                  <a:lnTo>
                    <a:pt x="58311" y="30601"/>
                  </a:lnTo>
                  <a:lnTo>
                    <a:pt x="58541" y="30693"/>
                  </a:lnTo>
                  <a:lnTo>
                    <a:pt x="58770" y="30785"/>
                  </a:lnTo>
                  <a:lnTo>
                    <a:pt x="58977" y="30923"/>
                  </a:lnTo>
                  <a:lnTo>
                    <a:pt x="59183" y="31083"/>
                  </a:lnTo>
                  <a:lnTo>
                    <a:pt x="59390" y="31290"/>
                  </a:lnTo>
                  <a:lnTo>
                    <a:pt x="59573" y="31496"/>
                  </a:lnTo>
                  <a:lnTo>
                    <a:pt x="59757" y="31748"/>
                  </a:lnTo>
                  <a:lnTo>
                    <a:pt x="59894" y="32024"/>
                  </a:lnTo>
                  <a:lnTo>
                    <a:pt x="59986" y="32276"/>
                  </a:lnTo>
                  <a:lnTo>
                    <a:pt x="60055" y="32528"/>
                  </a:lnTo>
                  <a:lnTo>
                    <a:pt x="60101" y="32781"/>
                  </a:lnTo>
                  <a:lnTo>
                    <a:pt x="60124" y="33033"/>
                  </a:lnTo>
                  <a:lnTo>
                    <a:pt x="60101" y="33285"/>
                  </a:lnTo>
                  <a:lnTo>
                    <a:pt x="60078" y="33515"/>
                  </a:lnTo>
                  <a:lnTo>
                    <a:pt x="60009" y="33744"/>
                  </a:lnTo>
                  <a:lnTo>
                    <a:pt x="59940" y="33951"/>
                  </a:lnTo>
                  <a:lnTo>
                    <a:pt x="59825" y="34157"/>
                  </a:lnTo>
                  <a:lnTo>
                    <a:pt x="59711" y="34363"/>
                  </a:lnTo>
                  <a:lnTo>
                    <a:pt x="59573" y="34547"/>
                  </a:lnTo>
                  <a:lnTo>
                    <a:pt x="59413" y="34708"/>
                  </a:lnTo>
                  <a:lnTo>
                    <a:pt x="59252" y="34868"/>
                  </a:lnTo>
                  <a:lnTo>
                    <a:pt x="59068" y="35029"/>
                  </a:lnTo>
                  <a:lnTo>
                    <a:pt x="58885" y="35143"/>
                  </a:lnTo>
                  <a:lnTo>
                    <a:pt x="58678" y="35258"/>
                  </a:lnTo>
                  <a:lnTo>
                    <a:pt x="58472" y="35350"/>
                  </a:lnTo>
                  <a:lnTo>
                    <a:pt x="58243" y="35442"/>
                  </a:lnTo>
                  <a:lnTo>
                    <a:pt x="58036" y="35487"/>
                  </a:lnTo>
                  <a:lnTo>
                    <a:pt x="57807" y="35533"/>
                  </a:lnTo>
                  <a:lnTo>
                    <a:pt x="57577" y="35556"/>
                  </a:lnTo>
                  <a:lnTo>
                    <a:pt x="57348" y="35556"/>
                  </a:lnTo>
                  <a:lnTo>
                    <a:pt x="57119" y="35510"/>
                  </a:lnTo>
                  <a:lnTo>
                    <a:pt x="56889" y="35465"/>
                  </a:lnTo>
                  <a:lnTo>
                    <a:pt x="56660" y="35396"/>
                  </a:lnTo>
                  <a:lnTo>
                    <a:pt x="56430" y="35304"/>
                  </a:lnTo>
                  <a:lnTo>
                    <a:pt x="56224" y="35166"/>
                  </a:lnTo>
                  <a:lnTo>
                    <a:pt x="56018" y="35006"/>
                  </a:lnTo>
                  <a:lnTo>
                    <a:pt x="55811" y="34822"/>
                  </a:lnTo>
                  <a:lnTo>
                    <a:pt x="55628" y="34616"/>
                  </a:lnTo>
                  <a:lnTo>
                    <a:pt x="55467" y="34386"/>
                  </a:lnTo>
                  <a:lnTo>
                    <a:pt x="55306" y="34111"/>
                  </a:lnTo>
                  <a:lnTo>
                    <a:pt x="55192" y="33859"/>
                  </a:lnTo>
                  <a:lnTo>
                    <a:pt x="55123" y="33584"/>
                  </a:lnTo>
                  <a:lnTo>
                    <a:pt x="55077" y="33331"/>
                  </a:lnTo>
                  <a:lnTo>
                    <a:pt x="55054" y="33079"/>
                  </a:lnTo>
                  <a:lnTo>
                    <a:pt x="55054" y="32827"/>
                  </a:lnTo>
                  <a:lnTo>
                    <a:pt x="55100" y="32597"/>
                  </a:lnTo>
                  <a:lnTo>
                    <a:pt x="55146" y="32368"/>
                  </a:lnTo>
                  <a:lnTo>
                    <a:pt x="55238" y="32138"/>
                  </a:lnTo>
                  <a:lnTo>
                    <a:pt x="55329" y="31932"/>
                  </a:lnTo>
                  <a:lnTo>
                    <a:pt x="55444" y="31725"/>
                  </a:lnTo>
                  <a:lnTo>
                    <a:pt x="55582" y="31542"/>
                  </a:lnTo>
                  <a:lnTo>
                    <a:pt x="55742" y="31358"/>
                  </a:lnTo>
                  <a:lnTo>
                    <a:pt x="55903" y="31198"/>
                  </a:lnTo>
                  <a:lnTo>
                    <a:pt x="56086" y="31060"/>
                  </a:lnTo>
                  <a:lnTo>
                    <a:pt x="56293" y="30923"/>
                  </a:lnTo>
                  <a:lnTo>
                    <a:pt x="56499" y="30808"/>
                  </a:lnTo>
                  <a:lnTo>
                    <a:pt x="56706" y="30716"/>
                  </a:lnTo>
                  <a:lnTo>
                    <a:pt x="56935" y="30624"/>
                  </a:lnTo>
                  <a:lnTo>
                    <a:pt x="57164" y="30578"/>
                  </a:lnTo>
                  <a:lnTo>
                    <a:pt x="57394" y="30533"/>
                  </a:lnTo>
                  <a:lnTo>
                    <a:pt x="57623" y="30510"/>
                  </a:lnTo>
                  <a:close/>
                  <a:moveTo>
                    <a:pt x="77718" y="33262"/>
                  </a:moveTo>
                  <a:lnTo>
                    <a:pt x="79484" y="36336"/>
                  </a:lnTo>
                  <a:lnTo>
                    <a:pt x="75952" y="36336"/>
                  </a:lnTo>
                  <a:lnTo>
                    <a:pt x="74185" y="33285"/>
                  </a:lnTo>
                  <a:lnTo>
                    <a:pt x="77718" y="33262"/>
                  </a:lnTo>
                  <a:close/>
                  <a:moveTo>
                    <a:pt x="75722" y="25486"/>
                  </a:moveTo>
                  <a:lnTo>
                    <a:pt x="69414" y="36428"/>
                  </a:lnTo>
                  <a:lnTo>
                    <a:pt x="65904" y="36451"/>
                  </a:lnTo>
                  <a:lnTo>
                    <a:pt x="65904" y="36451"/>
                  </a:lnTo>
                  <a:lnTo>
                    <a:pt x="72213" y="25486"/>
                  </a:lnTo>
                  <a:close/>
                  <a:moveTo>
                    <a:pt x="61913" y="25922"/>
                  </a:moveTo>
                  <a:lnTo>
                    <a:pt x="63909" y="29432"/>
                  </a:lnTo>
                  <a:lnTo>
                    <a:pt x="65950" y="32941"/>
                  </a:lnTo>
                  <a:lnTo>
                    <a:pt x="63932" y="36428"/>
                  </a:lnTo>
                  <a:lnTo>
                    <a:pt x="60399" y="36451"/>
                  </a:lnTo>
                  <a:lnTo>
                    <a:pt x="62418" y="32941"/>
                  </a:lnTo>
                  <a:lnTo>
                    <a:pt x="60124" y="29042"/>
                  </a:lnTo>
                  <a:lnTo>
                    <a:pt x="61913" y="25922"/>
                  </a:lnTo>
                  <a:close/>
                  <a:moveTo>
                    <a:pt x="148554" y="31519"/>
                  </a:moveTo>
                  <a:lnTo>
                    <a:pt x="148784" y="31542"/>
                  </a:lnTo>
                  <a:lnTo>
                    <a:pt x="149013" y="31588"/>
                  </a:lnTo>
                  <a:lnTo>
                    <a:pt x="149242" y="31680"/>
                  </a:lnTo>
                  <a:lnTo>
                    <a:pt x="149449" y="31794"/>
                  </a:lnTo>
                  <a:lnTo>
                    <a:pt x="149678" y="31909"/>
                  </a:lnTo>
                  <a:lnTo>
                    <a:pt x="149885" y="32070"/>
                  </a:lnTo>
                  <a:lnTo>
                    <a:pt x="150091" y="32276"/>
                  </a:lnTo>
                  <a:lnTo>
                    <a:pt x="150275" y="32482"/>
                  </a:lnTo>
                  <a:lnTo>
                    <a:pt x="150435" y="32735"/>
                  </a:lnTo>
                  <a:lnTo>
                    <a:pt x="150573" y="33010"/>
                  </a:lnTo>
                  <a:lnTo>
                    <a:pt x="150665" y="33262"/>
                  </a:lnTo>
                  <a:lnTo>
                    <a:pt x="150756" y="33515"/>
                  </a:lnTo>
                  <a:lnTo>
                    <a:pt x="150802" y="33790"/>
                  </a:lnTo>
                  <a:lnTo>
                    <a:pt x="150802" y="34019"/>
                  </a:lnTo>
                  <a:lnTo>
                    <a:pt x="150802" y="34272"/>
                  </a:lnTo>
                  <a:lnTo>
                    <a:pt x="150756" y="34501"/>
                  </a:lnTo>
                  <a:lnTo>
                    <a:pt x="150711" y="34730"/>
                  </a:lnTo>
                  <a:lnTo>
                    <a:pt x="150619" y="34937"/>
                  </a:lnTo>
                  <a:lnTo>
                    <a:pt x="150527" y="35143"/>
                  </a:lnTo>
                  <a:lnTo>
                    <a:pt x="150389" y="35350"/>
                  </a:lnTo>
                  <a:lnTo>
                    <a:pt x="150252" y="35533"/>
                  </a:lnTo>
                  <a:lnTo>
                    <a:pt x="150114" y="35717"/>
                  </a:lnTo>
                  <a:lnTo>
                    <a:pt x="149954" y="35877"/>
                  </a:lnTo>
                  <a:lnTo>
                    <a:pt x="149770" y="36015"/>
                  </a:lnTo>
                  <a:lnTo>
                    <a:pt x="149564" y="36130"/>
                  </a:lnTo>
                  <a:lnTo>
                    <a:pt x="149357" y="36244"/>
                  </a:lnTo>
                  <a:lnTo>
                    <a:pt x="149151" y="36359"/>
                  </a:lnTo>
                  <a:lnTo>
                    <a:pt x="148944" y="36428"/>
                  </a:lnTo>
                  <a:lnTo>
                    <a:pt x="148715" y="36474"/>
                  </a:lnTo>
                  <a:lnTo>
                    <a:pt x="148485" y="36520"/>
                  </a:lnTo>
                  <a:lnTo>
                    <a:pt x="148256" y="36543"/>
                  </a:lnTo>
                  <a:lnTo>
                    <a:pt x="148027" y="36543"/>
                  </a:lnTo>
                  <a:lnTo>
                    <a:pt x="147797" y="36520"/>
                  </a:lnTo>
                  <a:lnTo>
                    <a:pt x="147568" y="36451"/>
                  </a:lnTo>
                  <a:lnTo>
                    <a:pt x="147338" y="36382"/>
                  </a:lnTo>
                  <a:lnTo>
                    <a:pt x="147132" y="36290"/>
                  </a:lnTo>
                  <a:lnTo>
                    <a:pt x="146903" y="36153"/>
                  </a:lnTo>
                  <a:lnTo>
                    <a:pt x="146696" y="36015"/>
                  </a:lnTo>
                  <a:lnTo>
                    <a:pt x="146513" y="35832"/>
                  </a:lnTo>
                  <a:lnTo>
                    <a:pt x="146329" y="35625"/>
                  </a:lnTo>
                  <a:lnTo>
                    <a:pt x="146146" y="35373"/>
                  </a:lnTo>
                  <a:lnTo>
                    <a:pt x="146008" y="35098"/>
                  </a:lnTo>
                  <a:lnTo>
                    <a:pt x="145893" y="34845"/>
                  </a:lnTo>
                  <a:lnTo>
                    <a:pt x="145802" y="34570"/>
                  </a:lnTo>
                  <a:lnTo>
                    <a:pt x="145756" y="34318"/>
                  </a:lnTo>
                  <a:lnTo>
                    <a:pt x="145733" y="34065"/>
                  </a:lnTo>
                  <a:lnTo>
                    <a:pt x="145756" y="33813"/>
                  </a:lnTo>
                  <a:lnTo>
                    <a:pt x="145779" y="33584"/>
                  </a:lnTo>
                  <a:lnTo>
                    <a:pt x="145847" y="33354"/>
                  </a:lnTo>
                  <a:lnTo>
                    <a:pt x="145916" y="33125"/>
                  </a:lnTo>
                  <a:lnTo>
                    <a:pt x="146008" y="32918"/>
                  </a:lnTo>
                  <a:lnTo>
                    <a:pt x="146146" y="32712"/>
                  </a:lnTo>
                  <a:lnTo>
                    <a:pt x="146283" y="32528"/>
                  </a:lnTo>
                  <a:lnTo>
                    <a:pt x="146421" y="32345"/>
                  </a:lnTo>
                  <a:lnTo>
                    <a:pt x="146604" y="32184"/>
                  </a:lnTo>
                  <a:lnTo>
                    <a:pt x="146788" y="32047"/>
                  </a:lnTo>
                  <a:lnTo>
                    <a:pt x="146971" y="31909"/>
                  </a:lnTo>
                  <a:lnTo>
                    <a:pt x="147178" y="31794"/>
                  </a:lnTo>
                  <a:lnTo>
                    <a:pt x="147407" y="31703"/>
                  </a:lnTo>
                  <a:lnTo>
                    <a:pt x="147614" y="31611"/>
                  </a:lnTo>
                  <a:lnTo>
                    <a:pt x="147843" y="31565"/>
                  </a:lnTo>
                  <a:lnTo>
                    <a:pt x="148072" y="31519"/>
                  </a:lnTo>
                  <a:close/>
                  <a:moveTo>
                    <a:pt x="168993" y="34501"/>
                  </a:moveTo>
                  <a:lnTo>
                    <a:pt x="170759" y="37575"/>
                  </a:lnTo>
                  <a:lnTo>
                    <a:pt x="167227" y="37575"/>
                  </a:lnTo>
                  <a:lnTo>
                    <a:pt x="165460" y="34524"/>
                  </a:lnTo>
                  <a:lnTo>
                    <a:pt x="168993" y="34501"/>
                  </a:lnTo>
                  <a:close/>
                  <a:moveTo>
                    <a:pt x="153165" y="27161"/>
                  </a:moveTo>
                  <a:lnTo>
                    <a:pt x="155184" y="30670"/>
                  </a:lnTo>
                  <a:lnTo>
                    <a:pt x="157202" y="34180"/>
                  </a:lnTo>
                  <a:lnTo>
                    <a:pt x="155184" y="37667"/>
                  </a:lnTo>
                  <a:lnTo>
                    <a:pt x="151651" y="37690"/>
                  </a:lnTo>
                  <a:lnTo>
                    <a:pt x="153693" y="34180"/>
                  </a:lnTo>
                  <a:lnTo>
                    <a:pt x="151376" y="30280"/>
                  </a:lnTo>
                  <a:lnTo>
                    <a:pt x="153165" y="27161"/>
                  </a:lnTo>
                  <a:close/>
                  <a:moveTo>
                    <a:pt x="166997" y="26725"/>
                  </a:moveTo>
                  <a:lnTo>
                    <a:pt x="160666" y="37667"/>
                  </a:lnTo>
                  <a:lnTo>
                    <a:pt x="157156" y="37690"/>
                  </a:lnTo>
                  <a:lnTo>
                    <a:pt x="163465" y="26725"/>
                  </a:lnTo>
                  <a:close/>
                  <a:moveTo>
                    <a:pt x="20898" y="35166"/>
                  </a:moveTo>
                  <a:lnTo>
                    <a:pt x="22664" y="38217"/>
                  </a:lnTo>
                  <a:lnTo>
                    <a:pt x="19131" y="38217"/>
                  </a:lnTo>
                  <a:lnTo>
                    <a:pt x="17365" y="35189"/>
                  </a:lnTo>
                  <a:lnTo>
                    <a:pt x="20898" y="35166"/>
                  </a:lnTo>
                  <a:close/>
                  <a:moveTo>
                    <a:pt x="5070" y="27826"/>
                  </a:moveTo>
                  <a:lnTo>
                    <a:pt x="7088" y="31313"/>
                  </a:lnTo>
                  <a:lnTo>
                    <a:pt x="9107" y="34845"/>
                  </a:lnTo>
                  <a:lnTo>
                    <a:pt x="7088" y="38332"/>
                  </a:lnTo>
                  <a:lnTo>
                    <a:pt x="3556" y="38332"/>
                  </a:lnTo>
                  <a:lnTo>
                    <a:pt x="5597" y="34822"/>
                  </a:lnTo>
                  <a:lnTo>
                    <a:pt x="3280" y="30923"/>
                  </a:lnTo>
                  <a:lnTo>
                    <a:pt x="5070" y="27826"/>
                  </a:lnTo>
                  <a:close/>
                  <a:moveTo>
                    <a:pt x="18902" y="27390"/>
                  </a:moveTo>
                  <a:lnTo>
                    <a:pt x="12571" y="38332"/>
                  </a:lnTo>
                  <a:lnTo>
                    <a:pt x="9061" y="38332"/>
                  </a:lnTo>
                  <a:lnTo>
                    <a:pt x="15369" y="27390"/>
                  </a:lnTo>
                  <a:close/>
                  <a:moveTo>
                    <a:pt x="92514" y="33561"/>
                  </a:moveTo>
                  <a:lnTo>
                    <a:pt x="92766" y="33584"/>
                  </a:lnTo>
                  <a:lnTo>
                    <a:pt x="92995" y="33652"/>
                  </a:lnTo>
                  <a:lnTo>
                    <a:pt x="93225" y="33721"/>
                  </a:lnTo>
                  <a:lnTo>
                    <a:pt x="93431" y="33836"/>
                  </a:lnTo>
                  <a:lnTo>
                    <a:pt x="93661" y="33973"/>
                  </a:lnTo>
                  <a:lnTo>
                    <a:pt x="93867" y="34134"/>
                  </a:lnTo>
                  <a:lnTo>
                    <a:pt x="94051" y="34318"/>
                  </a:lnTo>
                  <a:lnTo>
                    <a:pt x="94234" y="34547"/>
                  </a:lnTo>
                  <a:lnTo>
                    <a:pt x="94418" y="34799"/>
                  </a:lnTo>
                  <a:lnTo>
                    <a:pt x="94555" y="35052"/>
                  </a:lnTo>
                  <a:lnTo>
                    <a:pt x="94647" y="35304"/>
                  </a:lnTo>
                  <a:lnTo>
                    <a:pt x="94739" y="35579"/>
                  </a:lnTo>
                  <a:lnTo>
                    <a:pt x="94762" y="35832"/>
                  </a:lnTo>
                  <a:lnTo>
                    <a:pt x="94785" y="36084"/>
                  </a:lnTo>
                  <a:lnTo>
                    <a:pt x="94785" y="36313"/>
                  </a:lnTo>
                  <a:lnTo>
                    <a:pt x="94739" y="36543"/>
                  </a:lnTo>
                  <a:lnTo>
                    <a:pt x="94670" y="36772"/>
                  </a:lnTo>
                  <a:lnTo>
                    <a:pt x="94601" y="37001"/>
                  </a:lnTo>
                  <a:lnTo>
                    <a:pt x="94509" y="37208"/>
                  </a:lnTo>
                  <a:lnTo>
                    <a:pt x="94372" y="37391"/>
                  </a:lnTo>
                  <a:lnTo>
                    <a:pt x="94234" y="37575"/>
                  </a:lnTo>
                  <a:lnTo>
                    <a:pt x="94097" y="37758"/>
                  </a:lnTo>
                  <a:lnTo>
                    <a:pt x="93913" y="37919"/>
                  </a:lnTo>
                  <a:lnTo>
                    <a:pt x="93752" y="38057"/>
                  </a:lnTo>
                  <a:lnTo>
                    <a:pt x="93546" y="38194"/>
                  </a:lnTo>
                  <a:lnTo>
                    <a:pt x="93340" y="38309"/>
                  </a:lnTo>
                  <a:lnTo>
                    <a:pt x="93133" y="38401"/>
                  </a:lnTo>
                  <a:lnTo>
                    <a:pt x="92927" y="38470"/>
                  </a:lnTo>
                  <a:lnTo>
                    <a:pt x="92697" y="38538"/>
                  </a:lnTo>
                  <a:lnTo>
                    <a:pt x="92468" y="38561"/>
                  </a:lnTo>
                  <a:lnTo>
                    <a:pt x="92239" y="38584"/>
                  </a:lnTo>
                  <a:lnTo>
                    <a:pt x="92009" y="38584"/>
                  </a:lnTo>
                  <a:lnTo>
                    <a:pt x="91780" y="38561"/>
                  </a:lnTo>
                  <a:lnTo>
                    <a:pt x="91550" y="38515"/>
                  </a:lnTo>
                  <a:lnTo>
                    <a:pt x="91321" y="38424"/>
                  </a:lnTo>
                  <a:lnTo>
                    <a:pt x="91114" y="38332"/>
                  </a:lnTo>
                  <a:lnTo>
                    <a:pt x="90885" y="38217"/>
                  </a:lnTo>
                  <a:lnTo>
                    <a:pt x="90679" y="38057"/>
                  </a:lnTo>
                  <a:lnTo>
                    <a:pt x="90495" y="37873"/>
                  </a:lnTo>
                  <a:lnTo>
                    <a:pt x="90312" y="37667"/>
                  </a:lnTo>
                  <a:lnTo>
                    <a:pt x="90128" y="37414"/>
                  </a:lnTo>
                  <a:lnTo>
                    <a:pt x="89990" y="37162"/>
                  </a:lnTo>
                  <a:lnTo>
                    <a:pt x="89876" y="36887"/>
                  </a:lnTo>
                  <a:lnTo>
                    <a:pt x="89784" y="36634"/>
                  </a:lnTo>
                  <a:lnTo>
                    <a:pt x="89738" y="36359"/>
                  </a:lnTo>
                  <a:lnTo>
                    <a:pt x="89715" y="36107"/>
                  </a:lnTo>
                  <a:lnTo>
                    <a:pt x="89715" y="35877"/>
                  </a:lnTo>
                  <a:lnTo>
                    <a:pt x="89761" y="35625"/>
                  </a:lnTo>
                  <a:lnTo>
                    <a:pt x="89807" y="35396"/>
                  </a:lnTo>
                  <a:lnTo>
                    <a:pt x="89899" y="35166"/>
                  </a:lnTo>
                  <a:lnTo>
                    <a:pt x="89990" y="34960"/>
                  </a:lnTo>
                  <a:lnTo>
                    <a:pt x="90128" y="34753"/>
                  </a:lnTo>
                  <a:lnTo>
                    <a:pt x="90266" y="34570"/>
                  </a:lnTo>
                  <a:lnTo>
                    <a:pt x="90403" y="34386"/>
                  </a:lnTo>
                  <a:lnTo>
                    <a:pt x="90587" y="34226"/>
                  </a:lnTo>
                  <a:lnTo>
                    <a:pt x="90770" y="34088"/>
                  </a:lnTo>
                  <a:lnTo>
                    <a:pt x="90954" y="33951"/>
                  </a:lnTo>
                  <a:lnTo>
                    <a:pt x="91160" y="33836"/>
                  </a:lnTo>
                  <a:lnTo>
                    <a:pt x="91390" y="33744"/>
                  </a:lnTo>
                  <a:lnTo>
                    <a:pt x="91596" y="33675"/>
                  </a:lnTo>
                  <a:lnTo>
                    <a:pt x="91826" y="33606"/>
                  </a:lnTo>
                  <a:lnTo>
                    <a:pt x="92055" y="33561"/>
                  </a:lnTo>
                  <a:close/>
                  <a:moveTo>
                    <a:pt x="96574" y="28973"/>
                  </a:moveTo>
                  <a:lnTo>
                    <a:pt x="98593" y="32460"/>
                  </a:lnTo>
                  <a:lnTo>
                    <a:pt x="100611" y="35969"/>
                  </a:lnTo>
                  <a:lnTo>
                    <a:pt x="98593" y="39479"/>
                  </a:lnTo>
                  <a:lnTo>
                    <a:pt x="95060" y="39479"/>
                  </a:lnTo>
                  <a:lnTo>
                    <a:pt x="97102" y="35969"/>
                  </a:lnTo>
                  <a:lnTo>
                    <a:pt x="94785" y="32070"/>
                  </a:lnTo>
                  <a:lnTo>
                    <a:pt x="96574" y="28973"/>
                  </a:lnTo>
                  <a:close/>
                  <a:moveTo>
                    <a:pt x="110406" y="28514"/>
                  </a:moveTo>
                  <a:lnTo>
                    <a:pt x="104075" y="39479"/>
                  </a:lnTo>
                  <a:lnTo>
                    <a:pt x="100565" y="39479"/>
                  </a:lnTo>
                  <a:lnTo>
                    <a:pt x="106874" y="28514"/>
                  </a:lnTo>
                  <a:close/>
                  <a:moveTo>
                    <a:pt x="112104" y="36405"/>
                  </a:moveTo>
                  <a:lnTo>
                    <a:pt x="113870" y="39479"/>
                  </a:lnTo>
                  <a:lnTo>
                    <a:pt x="110338" y="39479"/>
                  </a:lnTo>
                  <a:lnTo>
                    <a:pt x="108571" y="36428"/>
                  </a:lnTo>
                  <a:lnTo>
                    <a:pt x="112104" y="36405"/>
                  </a:lnTo>
                  <a:close/>
                  <a:moveTo>
                    <a:pt x="34753" y="35166"/>
                  </a:moveTo>
                  <a:lnTo>
                    <a:pt x="34982" y="35189"/>
                  </a:lnTo>
                  <a:lnTo>
                    <a:pt x="35212" y="35258"/>
                  </a:lnTo>
                  <a:lnTo>
                    <a:pt x="35441" y="35327"/>
                  </a:lnTo>
                  <a:lnTo>
                    <a:pt x="35670" y="35442"/>
                  </a:lnTo>
                  <a:lnTo>
                    <a:pt x="35877" y="35579"/>
                  </a:lnTo>
                  <a:lnTo>
                    <a:pt x="36083" y="35740"/>
                  </a:lnTo>
                  <a:lnTo>
                    <a:pt x="36290" y="35923"/>
                  </a:lnTo>
                  <a:lnTo>
                    <a:pt x="36473" y="36153"/>
                  </a:lnTo>
                  <a:lnTo>
                    <a:pt x="36634" y="36405"/>
                  </a:lnTo>
                  <a:lnTo>
                    <a:pt x="36772" y="36657"/>
                  </a:lnTo>
                  <a:lnTo>
                    <a:pt x="36886" y="36933"/>
                  </a:lnTo>
                  <a:lnTo>
                    <a:pt x="36955" y="37185"/>
                  </a:lnTo>
                  <a:lnTo>
                    <a:pt x="37001" y="37437"/>
                  </a:lnTo>
                  <a:lnTo>
                    <a:pt x="37001" y="37690"/>
                  </a:lnTo>
                  <a:lnTo>
                    <a:pt x="37001" y="37919"/>
                  </a:lnTo>
                  <a:lnTo>
                    <a:pt x="36955" y="38148"/>
                  </a:lnTo>
                  <a:lnTo>
                    <a:pt x="36909" y="38378"/>
                  </a:lnTo>
                  <a:lnTo>
                    <a:pt x="36817" y="38607"/>
                  </a:lnTo>
                  <a:lnTo>
                    <a:pt x="36726" y="38814"/>
                  </a:lnTo>
                  <a:lnTo>
                    <a:pt x="36611" y="38997"/>
                  </a:lnTo>
                  <a:lnTo>
                    <a:pt x="36473" y="39181"/>
                  </a:lnTo>
                  <a:lnTo>
                    <a:pt x="36313" y="39364"/>
                  </a:lnTo>
                  <a:lnTo>
                    <a:pt x="36152" y="39525"/>
                  </a:lnTo>
                  <a:lnTo>
                    <a:pt x="35969" y="39662"/>
                  </a:lnTo>
                  <a:lnTo>
                    <a:pt x="35762" y="39800"/>
                  </a:lnTo>
                  <a:lnTo>
                    <a:pt x="35579" y="39915"/>
                  </a:lnTo>
                  <a:lnTo>
                    <a:pt x="35349" y="40007"/>
                  </a:lnTo>
                  <a:lnTo>
                    <a:pt x="35143" y="40075"/>
                  </a:lnTo>
                  <a:lnTo>
                    <a:pt x="34913" y="40144"/>
                  </a:lnTo>
                  <a:lnTo>
                    <a:pt x="34684" y="40167"/>
                  </a:lnTo>
                  <a:lnTo>
                    <a:pt x="34455" y="40190"/>
                  </a:lnTo>
                  <a:lnTo>
                    <a:pt x="34225" y="40190"/>
                  </a:lnTo>
                  <a:lnTo>
                    <a:pt x="33996" y="40167"/>
                  </a:lnTo>
                  <a:lnTo>
                    <a:pt x="33766" y="40121"/>
                  </a:lnTo>
                  <a:lnTo>
                    <a:pt x="33537" y="40029"/>
                  </a:lnTo>
                  <a:lnTo>
                    <a:pt x="33331" y="39938"/>
                  </a:lnTo>
                  <a:lnTo>
                    <a:pt x="33124" y="39823"/>
                  </a:lnTo>
                  <a:lnTo>
                    <a:pt x="32918" y="39662"/>
                  </a:lnTo>
                  <a:lnTo>
                    <a:pt x="32711" y="39479"/>
                  </a:lnTo>
                  <a:lnTo>
                    <a:pt x="32528" y="39272"/>
                  </a:lnTo>
                  <a:lnTo>
                    <a:pt x="32344" y="39020"/>
                  </a:lnTo>
                  <a:lnTo>
                    <a:pt x="32207" y="38768"/>
                  </a:lnTo>
                  <a:lnTo>
                    <a:pt x="32092" y="38493"/>
                  </a:lnTo>
                  <a:lnTo>
                    <a:pt x="32023" y="38240"/>
                  </a:lnTo>
                  <a:lnTo>
                    <a:pt x="31954" y="37965"/>
                  </a:lnTo>
                  <a:lnTo>
                    <a:pt x="31931" y="37713"/>
                  </a:lnTo>
                  <a:lnTo>
                    <a:pt x="31954" y="37483"/>
                  </a:lnTo>
                  <a:lnTo>
                    <a:pt x="31977" y="37231"/>
                  </a:lnTo>
                  <a:lnTo>
                    <a:pt x="32046" y="37001"/>
                  </a:lnTo>
                  <a:lnTo>
                    <a:pt x="32115" y="36772"/>
                  </a:lnTo>
                  <a:lnTo>
                    <a:pt x="32230" y="36566"/>
                  </a:lnTo>
                  <a:lnTo>
                    <a:pt x="32344" y="36359"/>
                  </a:lnTo>
                  <a:lnTo>
                    <a:pt x="32482" y="36176"/>
                  </a:lnTo>
                  <a:lnTo>
                    <a:pt x="32642" y="36015"/>
                  </a:lnTo>
                  <a:lnTo>
                    <a:pt x="32803" y="35832"/>
                  </a:lnTo>
                  <a:lnTo>
                    <a:pt x="32987" y="35694"/>
                  </a:lnTo>
                  <a:lnTo>
                    <a:pt x="33193" y="35556"/>
                  </a:lnTo>
                  <a:lnTo>
                    <a:pt x="33377" y="35442"/>
                  </a:lnTo>
                  <a:lnTo>
                    <a:pt x="33606" y="35350"/>
                  </a:lnTo>
                  <a:lnTo>
                    <a:pt x="33812" y="35281"/>
                  </a:lnTo>
                  <a:lnTo>
                    <a:pt x="34042" y="35212"/>
                  </a:lnTo>
                  <a:lnTo>
                    <a:pt x="34271" y="35189"/>
                  </a:lnTo>
                  <a:lnTo>
                    <a:pt x="34523" y="35166"/>
                  </a:lnTo>
                  <a:close/>
                  <a:moveTo>
                    <a:pt x="54618" y="37919"/>
                  </a:moveTo>
                  <a:lnTo>
                    <a:pt x="56385" y="40970"/>
                  </a:lnTo>
                  <a:lnTo>
                    <a:pt x="52852" y="40970"/>
                  </a:lnTo>
                  <a:lnTo>
                    <a:pt x="51086" y="37919"/>
                  </a:lnTo>
                  <a:close/>
                  <a:moveTo>
                    <a:pt x="38813" y="30578"/>
                  </a:moveTo>
                  <a:lnTo>
                    <a:pt x="40809" y="34065"/>
                  </a:lnTo>
                  <a:lnTo>
                    <a:pt x="42827" y="37575"/>
                  </a:lnTo>
                  <a:lnTo>
                    <a:pt x="40832" y="41085"/>
                  </a:lnTo>
                  <a:lnTo>
                    <a:pt x="37299" y="41085"/>
                  </a:lnTo>
                  <a:lnTo>
                    <a:pt x="39318" y="37575"/>
                  </a:lnTo>
                  <a:lnTo>
                    <a:pt x="37001" y="33675"/>
                  </a:lnTo>
                  <a:lnTo>
                    <a:pt x="38813" y="30578"/>
                  </a:lnTo>
                  <a:close/>
                  <a:moveTo>
                    <a:pt x="52623" y="30120"/>
                  </a:moveTo>
                  <a:lnTo>
                    <a:pt x="46314" y="41085"/>
                  </a:lnTo>
                  <a:lnTo>
                    <a:pt x="42782" y="41085"/>
                  </a:lnTo>
                  <a:lnTo>
                    <a:pt x="49113" y="30120"/>
                  </a:lnTo>
                  <a:close/>
                  <a:moveTo>
                    <a:pt x="125707" y="36313"/>
                  </a:moveTo>
                  <a:lnTo>
                    <a:pt x="125959" y="36359"/>
                  </a:lnTo>
                  <a:lnTo>
                    <a:pt x="126189" y="36405"/>
                  </a:lnTo>
                  <a:lnTo>
                    <a:pt x="126418" y="36474"/>
                  </a:lnTo>
                  <a:lnTo>
                    <a:pt x="126624" y="36589"/>
                  </a:lnTo>
                  <a:lnTo>
                    <a:pt x="126854" y="36726"/>
                  </a:lnTo>
                  <a:lnTo>
                    <a:pt x="127060" y="36887"/>
                  </a:lnTo>
                  <a:lnTo>
                    <a:pt x="127244" y="37070"/>
                  </a:lnTo>
                  <a:lnTo>
                    <a:pt x="127427" y="37300"/>
                  </a:lnTo>
                  <a:lnTo>
                    <a:pt x="127611" y="37552"/>
                  </a:lnTo>
                  <a:lnTo>
                    <a:pt x="127748" y="37804"/>
                  </a:lnTo>
                  <a:lnTo>
                    <a:pt x="127840" y="38080"/>
                  </a:lnTo>
                  <a:lnTo>
                    <a:pt x="127909" y="38332"/>
                  </a:lnTo>
                  <a:lnTo>
                    <a:pt x="127955" y="38584"/>
                  </a:lnTo>
                  <a:lnTo>
                    <a:pt x="127978" y="38837"/>
                  </a:lnTo>
                  <a:lnTo>
                    <a:pt x="127955" y="39066"/>
                  </a:lnTo>
                  <a:lnTo>
                    <a:pt x="127932" y="39318"/>
                  </a:lnTo>
                  <a:lnTo>
                    <a:pt x="127863" y="39525"/>
                  </a:lnTo>
                  <a:lnTo>
                    <a:pt x="127794" y="39754"/>
                  </a:lnTo>
                  <a:lnTo>
                    <a:pt x="127680" y="39961"/>
                  </a:lnTo>
                  <a:lnTo>
                    <a:pt x="127565" y="40167"/>
                  </a:lnTo>
                  <a:lnTo>
                    <a:pt x="127427" y="40351"/>
                  </a:lnTo>
                  <a:lnTo>
                    <a:pt x="127290" y="40511"/>
                  </a:lnTo>
                  <a:lnTo>
                    <a:pt x="127106" y="40672"/>
                  </a:lnTo>
                  <a:lnTo>
                    <a:pt x="126923" y="40809"/>
                  </a:lnTo>
                  <a:lnTo>
                    <a:pt x="126739" y="40947"/>
                  </a:lnTo>
                  <a:lnTo>
                    <a:pt x="126533" y="41062"/>
                  </a:lnTo>
                  <a:lnTo>
                    <a:pt x="126326" y="41153"/>
                  </a:lnTo>
                  <a:lnTo>
                    <a:pt x="126120" y="41222"/>
                  </a:lnTo>
                  <a:lnTo>
                    <a:pt x="125890" y="41291"/>
                  </a:lnTo>
                  <a:lnTo>
                    <a:pt x="125661" y="41337"/>
                  </a:lnTo>
                  <a:lnTo>
                    <a:pt x="125202" y="41337"/>
                  </a:lnTo>
                  <a:lnTo>
                    <a:pt x="124973" y="41314"/>
                  </a:lnTo>
                  <a:lnTo>
                    <a:pt x="124743" y="41268"/>
                  </a:lnTo>
                  <a:lnTo>
                    <a:pt x="124514" y="41199"/>
                  </a:lnTo>
                  <a:lnTo>
                    <a:pt x="124285" y="41085"/>
                  </a:lnTo>
                  <a:lnTo>
                    <a:pt x="124078" y="40970"/>
                  </a:lnTo>
                  <a:lnTo>
                    <a:pt x="123872" y="40809"/>
                  </a:lnTo>
                  <a:lnTo>
                    <a:pt x="123688" y="40626"/>
                  </a:lnTo>
                  <a:lnTo>
                    <a:pt x="123482" y="40419"/>
                  </a:lnTo>
                  <a:lnTo>
                    <a:pt x="123321" y="40190"/>
                  </a:lnTo>
                  <a:lnTo>
                    <a:pt x="123161" y="39915"/>
                  </a:lnTo>
                  <a:lnTo>
                    <a:pt x="123069" y="39639"/>
                  </a:lnTo>
                  <a:lnTo>
                    <a:pt x="122977" y="39387"/>
                  </a:lnTo>
                  <a:lnTo>
                    <a:pt x="122931" y="39135"/>
                  </a:lnTo>
                  <a:lnTo>
                    <a:pt x="122908" y="38882"/>
                  </a:lnTo>
                  <a:lnTo>
                    <a:pt x="122908" y="38630"/>
                  </a:lnTo>
                  <a:lnTo>
                    <a:pt x="122954" y="38378"/>
                  </a:lnTo>
                  <a:lnTo>
                    <a:pt x="123000" y="38148"/>
                  </a:lnTo>
                  <a:lnTo>
                    <a:pt x="123092" y="37942"/>
                  </a:lnTo>
                  <a:lnTo>
                    <a:pt x="123183" y="37713"/>
                  </a:lnTo>
                  <a:lnTo>
                    <a:pt x="123298" y="37529"/>
                  </a:lnTo>
                  <a:lnTo>
                    <a:pt x="123436" y="37323"/>
                  </a:lnTo>
                  <a:lnTo>
                    <a:pt x="123596" y="37162"/>
                  </a:lnTo>
                  <a:lnTo>
                    <a:pt x="123780" y="37001"/>
                  </a:lnTo>
                  <a:lnTo>
                    <a:pt x="123963" y="36841"/>
                  </a:lnTo>
                  <a:lnTo>
                    <a:pt x="124147" y="36726"/>
                  </a:lnTo>
                  <a:lnTo>
                    <a:pt x="124353" y="36612"/>
                  </a:lnTo>
                  <a:lnTo>
                    <a:pt x="124560" y="36497"/>
                  </a:lnTo>
                  <a:lnTo>
                    <a:pt x="124789" y="36428"/>
                  </a:lnTo>
                  <a:lnTo>
                    <a:pt x="125019" y="36359"/>
                  </a:lnTo>
                  <a:lnTo>
                    <a:pt x="125248" y="36336"/>
                  </a:lnTo>
                  <a:lnTo>
                    <a:pt x="125477" y="36313"/>
                  </a:lnTo>
                  <a:close/>
                  <a:moveTo>
                    <a:pt x="146100" y="39318"/>
                  </a:moveTo>
                  <a:lnTo>
                    <a:pt x="147866" y="42369"/>
                  </a:lnTo>
                  <a:lnTo>
                    <a:pt x="144333" y="42369"/>
                  </a:lnTo>
                  <a:lnTo>
                    <a:pt x="142567" y="39318"/>
                  </a:lnTo>
                  <a:close/>
                  <a:moveTo>
                    <a:pt x="130295" y="31978"/>
                  </a:moveTo>
                  <a:lnTo>
                    <a:pt x="132290" y="35465"/>
                  </a:lnTo>
                  <a:lnTo>
                    <a:pt x="134332" y="38997"/>
                  </a:lnTo>
                  <a:lnTo>
                    <a:pt x="132313" y="42484"/>
                  </a:lnTo>
                  <a:lnTo>
                    <a:pt x="128781" y="42484"/>
                  </a:lnTo>
                  <a:lnTo>
                    <a:pt x="130799" y="38974"/>
                  </a:lnTo>
                  <a:lnTo>
                    <a:pt x="128505" y="35075"/>
                  </a:lnTo>
                  <a:lnTo>
                    <a:pt x="130295" y="31978"/>
                  </a:lnTo>
                  <a:close/>
                  <a:moveTo>
                    <a:pt x="144127" y="31519"/>
                  </a:moveTo>
                  <a:lnTo>
                    <a:pt x="137796" y="42484"/>
                  </a:lnTo>
                  <a:lnTo>
                    <a:pt x="134286" y="42484"/>
                  </a:lnTo>
                  <a:lnTo>
                    <a:pt x="140594" y="31519"/>
                  </a:lnTo>
                  <a:close/>
                  <a:moveTo>
                    <a:pt x="68749" y="38080"/>
                  </a:moveTo>
                  <a:lnTo>
                    <a:pt x="68978" y="38103"/>
                  </a:lnTo>
                  <a:lnTo>
                    <a:pt x="69208" y="38148"/>
                  </a:lnTo>
                  <a:lnTo>
                    <a:pt x="69437" y="38240"/>
                  </a:lnTo>
                  <a:lnTo>
                    <a:pt x="69666" y="38355"/>
                  </a:lnTo>
                  <a:lnTo>
                    <a:pt x="69873" y="38470"/>
                  </a:lnTo>
                  <a:lnTo>
                    <a:pt x="70079" y="38630"/>
                  </a:lnTo>
                  <a:lnTo>
                    <a:pt x="70286" y="38837"/>
                  </a:lnTo>
                  <a:lnTo>
                    <a:pt x="70469" y="39043"/>
                  </a:lnTo>
                  <a:lnTo>
                    <a:pt x="70653" y="39295"/>
                  </a:lnTo>
                  <a:lnTo>
                    <a:pt x="70767" y="39571"/>
                  </a:lnTo>
                  <a:lnTo>
                    <a:pt x="70882" y="39823"/>
                  </a:lnTo>
                  <a:lnTo>
                    <a:pt x="70951" y="40075"/>
                  </a:lnTo>
                  <a:lnTo>
                    <a:pt x="70997" y="40351"/>
                  </a:lnTo>
                  <a:lnTo>
                    <a:pt x="71020" y="40580"/>
                  </a:lnTo>
                  <a:lnTo>
                    <a:pt x="70997" y="40832"/>
                  </a:lnTo>
                  <a:lnTo>
                    <a:pt x="70974" y="41062"/>
                  </a:lnTo>
                  <a:lnTo>
                    <a:pt x="70905" y="41291"/>
                  </a:lnTo>
                  <a:lnTo>
                    <a:pt x="70836" y="41498"/>
                  </a:lnTo>
                  <a:lnTo>
                    <a:pt x="70722" y="41704"/>
                  </a:lnTo>
                  <a:lnTo>
                    <a:pt x="70607" y="41910"/>
                  </a:lnTo>
                  <a:lnTo>
                    <a:pt x="70469" y="42094"/>
                  </a:lnTo>
                  <a:lnTo>
                    <a:pt x="70309" y="42277"/>
                  </a:lnTo>
                  <a:lnTo>
                    <a:pt x="70148" y="42438"/>
                  </a:lnTo>
                  <a:lnTo>
                    <a:pt x="69965" y="42576"/>
                  </a:lnTo>
                  <a:lnTo>
                    <a:pt x="69781" y="42690"/>
                  </a:lnTo>
                  <a:lnTo>
                    <a:pt x="69575" y="42805"/>
                  </a:lnTo>
                  <a:lnTo>
                    <a:pt x="69368" y="42920"/>
                  </a:lnTo>
                  <a:lnTo>
                    <a:pt x="69139" y="42989"/>
                  </a:lnTo>
                  <a:lnTo>
                    <a:pt x="68932" y="43034"/>
                  </a:lnTo>
                  <a:lnTo>
                    <a:pt x="68703" y="43080"/>
                  </a:lnTo>
                  <a:lnTo>
                    <a:pt x="68473" y="43103"/>
                  </a:lnTo>
                  <a:lnTo>
                    <a:pt x="68244" y="43103"/>
                  </a:lnTo>
                  <a:lnTo>
                    <a:pt x="68015" y="43080"/>
                  </a:lnTo>
                  <a:lnTo>
                    <a:pt x="67785" y="43012"/>
                  </a:lnTo>
                  <a:lnTo>
                    <a:pt x="67556" y="42943"/>
                  </a:lnTo>
                  <a:lnTo>
                    <a:pt x="67327" y="42851"/>
                  </a:lnTo>
                  <a:lnTo>
                    <a:pt x="67120" y="42713"/>
                  </a:lnTo>
                  <a:lnTo>
                    <a:pt x="66914" y="42576"/>
                  </a:lnTo>
                  <a:lnTo>
                    <a:pt x="66707" y="42392"/>
                  </a:lnTo>
                  <a:lnTo>
                    <a:pt x="66524" y="42186"/>
                  </a:lnTo>
                  <a:lnTo>
                    <a:pt x="66363" y="41933"/>
                  </a:lnTo>
                  <a:lnTo>
                    <a:pt x="66203" y="41658"/>
                  </a:lnTo>
                  <a:lnTo>
                    <a:pt x="66088" y="41406"/>
                  </a:lnTo>
                  <a:lnTo>
                    <a:pt x="66019" y="41131"/>
                  </a:lnTo>
                  <a:lnTo>
                    <a:pt x="65973" y="40878"/>
                  </a:lnTo>
                  <a:lnTo>
                    <a:pt x="65950" y="40626"/>
                  </a:lnTo>
                  <a:lnTo>
                    <a:pt x="65950" y="40374"/>
                  </a:lnTo>
                  <a:lnTo>
                    <a:pt x="65996" y="40144"/>
                  </a:lnTo>
                  <a:lnTo>
                    <a:pt x="66042" y="39915"/>
                  </a:lnTo>
                  <a:lnTo>
                    <a:pt x="66134" y="39685"/>
                  </a:lnTo>
                  <a:lnTo>
                    <a:pt x="66225" y="39479"/>
                  </a:lnTo>
                  <a:lnTo>
                    <a:pt x="66340" y="39272"/>
                  </a:lnTo>
                  <a:lnTo>
                    <a:pt x="66478" y="39089"/>
                  </a:lnTo>
                  <a:lnTo>
                    <a:pt x="66638" y="38905"/>
                  </a:lnTo>
                  <a:lnTo>
                    <a:pt x="66799" y="38745"/>
                  </a:lnTo>
                  <a:lnTo>
                    <a:pt x="66982" y="38607"/>
                  </a:lnTo>
                  <a:lnTo>
                    <a:pt x="67189" y="38470"/>
                  </a:lnTo>
                  <a:lnTo>
                    <a:pt x="67395" y="38355"/>
                  </a:lnTo>
                  <a:lnTo>
                    <a:pt x="67602" y="38263"/>
                  </a:lnTo>
                  <a:lnTo>
                    <a:pt x="67831" y="38171"/>
                  </a:lnTo>
                  <a:lnTo>
                    <a:pt x="68061" y="38125"/>
                  </a:lnTo>
                  <a:lnTo>
                    <a:pt x="68290" y="38080"/>
                  </a:lnTo>
                  <a:close/>
                  <a:moveTo>
                    <a:pt x="88614" y="40832"/>
                  </a:moveTo>
                  <a:lnTo>
                    <a:pt x="90380" y="43883"/>
                  </a:lnTo>
                  <a:lnTo>
                    <a:pt x="86848" y="43883"/>
                  </a:lnTo>
                  <a:lnTo>
                    <a:pt x="85081" y="40832"/>
                  </a:lnTo>
                  <a:close/>
                  <a:moveTo>
                    <a:pt x="72809" y="33469"/>
                  </a:moveTo>
                  <a:lnTo>
                    <a:pt x="74805" y="36979"/>
                  </a:lnTo>
                  <a:lnTo>
                    <a:pt x="76846" y="40488"/>
                  </a:lnTo>
                  <a:lnTo>
                    <a:pt x="74828" y="43998"/>
                  </a:lnTo>
                  <a:lnTo>
                    <a:pt x="71295" y="43998"/>
                  </a:lnTo>
                  <a:lnTo>
                    <a:pt x="73314" y="40488"/>
                  </a:lnTo>
                  <a:lnTo>
                    <a:pt x="71020" y="36589"/>
                  </a:lnTo>
                  <a:lnTo>
                    <a:pt x="72809" y="33469"/>
                  </a:lnTo>
                  <a:close/>
                  <a:moveTo>
                    <a:pt x="86618" y="33033"/>
                  </a:moveTo>
                  <a:lnTo>
                    <a:pt x="80310" y="43975"/>
                  </a:lnTo>
                  <a:lnTo>
                    <a:pt x="76800" y="43998"/>
                  </a:lnTo>
                  <a:lnTo>
                    <a:pt x="83109" y="33033"/>
                  </a:lnTo>
                  <a:close/>
                  <a:moveTo>
                    <a:pt x="160024" y="39318"/>
                  </a:moveTo>
                  <a:lnTo>
                    <a:pt x="160253" y="39341"/>
                  </a:lnTo>
                  <a:lnTo>
                    <a:pt x="160483" y="39410"/>
                  </a:lnTo>
                  <a:lnTo>
                    <a:pt x="160712" y="39479"/>
                  </a:lnTo>
                  <a:lnTo>
                    <a:pt x="160918" y="39594"/>
                  </a:lnTo>
                  <a:lnTo>
                    <a:pt x="161148" y="39708"/>
                  </a:lnTo>
                  <a:lnTo>
                    <a:pt x="161354" y="39892"/>
                  </a:lnTo>
                  <a:lnTo>
                    <a:pt x="161538" y="40075"/>
                  </a:lnTo>
                  <a:lnTo>
                    <a:pt x="161744" y="40282"/>
                  </a:lnTo>
                  <a:lnTo>
                    <a:pt x="161905" y="40534"/>
                  </a:lnTo>
                  <a:lnTo>
                    <a:pt x="162042" y="40809"/>
                  </a:lnTo>
                  <a:lnTo>
                    <a:pt x="162134" y="41062"/>
                  </a:lnTo>
                  <a:lnTo>
                    <a:pt x="162226" y="41337"/>
                  </a:lnTo>
                  <a:lnTo>
                    <a:pt x="162249" y="41589"/>
                  </a:lnTo>
                  <a:lnTo>
                    <a:pt x="162272" y="41819"/>
                  </a:lnTo>
                  <a:lnTo>
                    <a:pt x="162272" y="42071"/>
                  </a:lnTo>
                  <a:lnTo>
                    <a:pt x="162226" y="42300"/>
                  </a:lnTo>
                  <a:lnTo>
                    <a:pt x="162180" y="42530"/>
                  </a:lnTo>
                  <a:lnTo>
                    <a:pt x="162088" y="42736"/>
                  </a:lnTo>
                  <a:lnTo>
                    <a:pt x="161997" y="42966"/>
                  </a:lnTo>
                  <a:lnTo>
                    <a:pt x="161859" y="43149"/>
                  </a:lnTo>
                  <a:lnTo>
                    <a:pt x="161721" y="43333"/>
                  </a:lnTo>
                  <a:lnTo>
                    <a:pt x="161584" y="43516"/>
                  </a:lnTo>
                  <a:lnTo>
                    <a:pt x="161400" y="43677"/>
                  </a:lnTo>
                  <a:lnTo>
                    <a:pt x="161240" y="43814"/>
                  </a:lnTo>
                  <a:lnTo>
                    <a:pt x="161033" y="43952"/>
                  </a:lnTo>
                  <a:lnTo>
                    <a:pt x="160827" y="44044"/>
                  </a:lnTo>
                  <a:lnTo>
                    <a:pt x="160620" y="44159"/>
                  </a:lnTo>
                  <a:lnTo>
                    <a:pt x="160414" y="44227"/>
                  </a:lnTo>
                  <a:lnTo>
                    <a:pt x="160184" y="44296"/>
                  </a:lnTo>
                  <a:lnTo>
                    <a:pt x="159955" y="44319"/>
                  </a:lnTo>
                  <a:lnTo>
                    <a:pt x="159726" y="44342"/>
                  </a:lnTo>
                  <a:lnTo>
                    <a:pt x="159496" y="44342"/>
                  </a:lnTo>
                  <a:lnTo>
                    <a:pt x="159267" y="44319"/>
                  </a:lnTo>
                  <a:lnTo>
                    <a:pt x="159037" y="44250"/>
                  </a:lnTo>
                  <a:lnTo>
                    <a:pt x="158808" y="44181"/>
                  </a:lnTo>
                  <a:lnTo>
                    <a:pt x="158602" y="44090"/>
                  </a:lnTo>
                  <a:lnTo>
                    <a:pt x="158372" y="43952"/>
                  </a:lnTo>
                  <a:lnTo>
                    <a:pt x="158166" y="43814"/>
                  </a:lnTo>
                  <a:lnTo>
                    <a:pt x="157982" y="43631"/>
                  </a:lnTo>
                  <a:lnTo>
                    <a:pt x="157799" y="43424"/>
                  </a:lnTo>
                  <a:lnTo>
                    <a:pt x="157615" y="43172"/>
                  </a:lnTo>
                  <a:lnTo>
                    <a:pt x="157478" y="42897"/>
                  </a:lnTo>
                  <a:lnTo>
                    <a:pt x="157363" y="42645"/>
                  </a:lnTo>
                  <a:lnTo>
                    <a:pt x="157271" y="42369"/>
                  </a:lnTo>
                  <a:lnTo>
                    <a:pt x="157225" y="42117"/>
                  </a:lnTo>
                  <a:lnTo>
                    <a:pt x="157202" y="41865"/>
                  </a:lnTo>
                  <a:lnTo>
                    <a:pt x="157225" y="41612"/>
                  </a:lnTo>
                  <a:lnTo>
                    <a:pt x="157248" y="41383"/>
                  </a:lnTo>
                  <a:lnTo>
                    <a:pt x="157317" y="41153"/>
                  </a:lnTo>
                  <a:lnTo>
                    <a:pt x="157386" y="40924"/>
                  </a:lnTo>
                  <a:lnTo>
                    <a:pt x="157478" y="40718"/>
                  </a:lnTo>
                  <a:lnTo>
                    <a:pt x="157615" y="40511"/>
                  </a:lnTo>
                  <a:lnTo>
                    <a:pt x="157753" y="40328"/>
                  </a:lnTo>
                  <a:lnTo>
                    <a:pt x="157890" y="40144"/>
                  </a:lnTo>
                  <a:lnTo>
                    <a:pt x="158074" y="39984"/>
                  </a:lnTo>
                  <a:lnTo>
                    <a:pt x="158257" y="39846"/>
                  </a:lnTo>
                  <a:lnTo>
                    <a:pt x="158441" y="39708"/>
                  </a:lnTo>
                  <a:lnTo>
                    <a:pt x="158647" y="39594"/>
                  </a:lnTo>
                  <a:lnTo>
                    <a:pt x="158877" y="39502"/>
                  </a:lnTo>
                  <a:lnTo>
                    <a:pt x="159083" y="39433"/>
                  </a:lnTo>
                  <a:lnTo>
                    <a:pt x="159313" y="39364"/>
                  </a:lnTo>
                  <a:lnTo>
                    <a:pt x="159542" y="39318"/>
                  </a:lnTo>
                  <a:close/>
                  <a:moveTo>
                    <a:pt x="11676" y="39961"/>
                  </a:moveTo>
                  <a:lnTo>
                    <a:pt x="11928" y="39984"/>
                  </a:lnTo>
                  <a:lnTo>
                    <a:pt x="12158" y="40007"/>
                  </a:lnTo>
                  <a:lnTo>
                    <a:pt x="12387" y="40052"/>
                  </a:lnTo>
                  <a:lnTo>
                    <a:pt x="12617" y="40144"/>
                  </a:lnTo>
                  <a:lnTo>
                    <a:pt x="12823" y="40236"/>
                  </a:lnTo>
                  <a:lnTo>
                    <a:pt x="13052" y="40374"/>
                  </a:lnTo>
                  <a:lnTo>
                    <a:pt x="13259" y="40534"/>
                  </a:lnTo>
                  <a:lnTo>
                    <a:pt x="13442" y="40718"/>
                  </a:lnTo>
                  <a:lnTo>
                    <a:pt x="13649" y="40947"/>
                  </a:lnTo>
                  <a:lnTo>
                    <a:pt x="13809" y="41199"/>
                  </a:lnTo>
                  <a:lnTo>
                    <a:pt x="13947" y="41475"/>
                  </a:lnTo>
                  <a:lnTo>
                    <a:pt x="14039" y="41727"/>
                  </a:lnTo>
                  <a:lnTo>
                    <a:pt x="14131" y="41979"/>
                  </a:lnTo>
                  <a:lnTo>
                    <a:pt x="14153" y="42232"/>
                  </a:lnTo>
                  <a:lnTo>
                    <a:pt x="14176" y="42484"/>
                  </a:lnTo>
                  <a:lnTo>
                    <a:pt x="14176" y="42736"/>
                  </a:lnTo>
                  <a:lnTo>
                    <a:pt x="14131" y="42966"/>
                  </a:lnTo>
                  <a:lnTo>
                    <a:pt x="14085" y="43195"/>
                  </a:lnTo>
                  <a:lnTo>
                    <a:pt x="13993" y="43402"/>
                  </a:lnTo>
                  <a:lnTo>
                    <a:pt x="13901" y="43608"/>
                  </a:lnTo>
                  <a:lnTo>
                    <a:pt x="13764" y="43814"/>
                  </a:lnTo>
                  <a:lnTo>
                    <a:pt x="13626" y="43998"/>
                  </a:lnTo>
                  <a:lnTo>
                    <a:pt x="13488" y="44159"/>
                  </a:lnTo>
                  <a:lnTo>
                    <a:pt x="13305" y="44319"/>
                  </a:lnTo>
                  <a:lnTo>
                    <a:pt x="13144" y="44480"/>
                  </a:lnTo>
                  <a:lnTo>
                    <a:pt x="12938" y="44594"/>
                  </a:lnTo>
                  <a:lnTo>
                    <a:pt x="12731" y="44709"/>
                  </a:lnTo>
                  <a:lnTo>
                    <a:pt x="12525" y="44801"/>
                  </a:lnTo>
                  <a:lnTo>
                    <a:pt x="12318" y="44893"/>
                  </a:lnTo>
                  <a:lnTo>
                    <a:pt x="12089" y="44938"/>
                  </a:lnTo>
                  <a:lnTo>
                    <a:pt x="11860" y="44984"/>
                  </a:lnTo>
                  <a:lnTo>
                    <a:pt x="11630" y="45007"/>
                  </a:lnTo>
                  <a:lnTo>
                    <a:pt x="11401" y="44984"/>
                  </a:lnTo>
                  <a:lnTo>
                    <a:pt x="11171" y="44961"/>
                  </a:lnTo>
                  <a:lnTo>
                    <a:pt x="10942" y="44916"/>
                  </a:lnTo>
                  <a:lnTo>
                    <a:pt x="10713" y="44847"/>
                  </a:lnTo>
                  <a:lnTo>
                    <a:pt x="10506" y="44755"/>
                  </a:lnTo>
                  <a:lnTo>
                    <a:pt x="10277" y="44617"/>
                  </a:lnTo>
                  <a:lnTo>
                    <a:pt x="10070" y="44457"/>
                  </a:lnTo>
                  <a:lnTo>
                    <a:pt x="9887" y="44273"/>
                  </a:lnTo>
                  <a:lnTo>
                    <a:pt x="9703" y="44067"/>
                  </a:lnTo>
                  <a:lnTo>
                    <a:pt x="9520" y="43837"/>
                  </a:lnTo>
                  <a:lnTo>
                    <a:pt x="9382" y="43562"/>
                  </a:lnTo>
                  <a:lnTo>
                    <a:pt x="9267" y="43310"/>
                  </a:lnTo>
                  <a:lnTo>
                    <a:pt x="9176" y="43034"/>
                  </a:lnTo>
                  <a:lnTo>
                    <a:pt x="9130" y="42782"/>
                  </a:lnTo>
                  <a:lnTo>
                    <a:pt x="9107" y="42530"/>
                  </a:lnTo>
                  <a:lnTo>
                    <a:pt x="9130" y="42277"/>
                  </a:lnTo>
                  <a:lnTo>
                    <a:pt x="9153" y="42048"/>
                  </a:lnTo>
                  <a:lnTo>
                    <a:pt x="9199" y="41819"/>
                  </a:lnTo>
                  <a:lnTo>
                    <a:pt x="9290" y="41589"/>
                  </a:lnTo>
                  <a:lnTo>
                    <a:pt x="9382" y="41383"/>
                  </a:lnTo>
                  <a:lnTo>
                    <a:pt x="9520" y="41176"/>
                  </a:lnTo>
                  <a:lnTo>
                    <a:pt x="9657" y="40993"/>
                  </a:lnTo>
                  <a:lnTo>
                    <a:pt x="9795" y="40809"/>
                  </a:lnTo>
                  <a:lnTo>
                    <a:pt x="9979" y="40649"/>
                  </a:lnTo>
                  <a:lnTo>
                    <a:pt x="10162" y="40511"/>
                  </a:lnTo>
                  <a:lnTo>
                    <a:pt x="10346" y="40374"/>
                  </a:lnTo>
                  <a:lnTo>
                    <a:pt x="10552" y="40259"/>
                  </a:lnTo>
                  <a:lnTo>
                    <a:pt x="10781" y="40167"/>
                  </a:lnTo>
                  <a:lnTo>
                    <a:pt x="10988" y="40075"/>
                  </a:lnTo>
                  <a:lnTo>
                    <a:pt x="11217" y="40029"/>
                  </a:lnTo>
                  <a:lnTo>
                    <a:pt x="11447" y="39984"/>
                  </a:lnTo>
                  <a:lnTo>
                    <a:pt x="11676" y="39961"/>
                  </a:lnTo>
                  <a:close/>
                  <a:moveTo>
                    <a:pt x="164061" y="34708"/>
                  </a:moveTo>
                  <a:lnTo>
                    <a:pt x="166080" y="38217"/>
                  </a:lnTo>
                  <a:lnTo>
                    <a:pt x="168098" y="41727"/>
                  </a:lnTo>
                  <a:lnTo>
                    <a:pt x="166080" y="45237"/>
                  </a:lnTo>
                  <a:lnTo>
                    <a:pt x="162547" y="45237"/>
                  </a:lnTo>
                  <a:lnTo>
                    <a:pt x="164589" y="41727"/>
                  </a:lnTo>
                  <a:lnTo>
                    <a:pt x="162272" y="37827"/>
                  </a:lnTo>
                  <a:lnTo>
                    <a:pt x="164061" y="34708"/>
                  </a:lnTo>
                  <a:close/>
                  <a:moveTo>
                    <a:pt x="31725" y="42713"/>
                  </a:moveTo>
                  <a:lnTo>
                    <a:pt x="33514" y="45787"/>
                  </a:lnTo>
                  <a:lnTo>
                    <a:pt x="29982" y="45787"/>
                  </a:lnTo>
                  <a:lnTo>
                    <a:pt x="28192" y="42736"/>
                  </a:lnTo>
                  <a:lnTo>
                    <a:pt x="31725" y="42713"/>
                  </a:lnTo>
                  <a:close/>
                  <a:moveTo>
                    <a:pt x="15966" y="35373"/>
                  </a:moveTo>
                  <a:lnTo>
                    <a:pt x="17984" y="38882"/>
                  </a:lnTo>
                  <a:lnTo>
                    <a:pt x="20003" y="42392"/>
                  </a:lnTo>
                  <a:lnTo>
                    <a:pt x="17984" y="45879"/>
                  </a:lnTo>
                  <a:lnTo>
                    <a:pt x="14452" y="45902"/>
                  </a:lnTo>
                  <a:lnTo>
                    <a:pt x="16493" y="42392"/>
                  </a:lnTo>
                  <a:lnTo>
                    <a:pt x="14176" y="38493"/>
                  </a:lnTo>
                  <a:lnTo>
                    <a:pt x="15966" y="35373"/>
                  </a:lnTo>
                  <a:close/>
                  <a:moveTo>
                    <a:pt x="29798" y="34937"/>
                  </a:moveTo>
                  <a:lnTo>
                    <a:pt x="23467" y="45879"/>
                  </a:lnTo>
                  <a:lnTo>
                    <a:pt x="19957" y="45902"/>
                  </a:lnTo>
                  <a:lnTo>
                    <a:pt x="26265" y="34937"/>
                  </a:lnTo>
                  <a:close/>
                  <a:moveTo>
                    <a:pt x="102378" y="40947"/>
                  </a:moveTo>
                  <a:lnTo>
                    <a:pt x="102607" y="40970"/>
                  </a:lnTo>
                  <a:lnTo>
                    <a:pt x="102836" y="40993"/>
                  </a:lnTo>
                  <a:lnTo>
                    <a:pt x="103066" y="41039"/>
                  </a:lnTo>
                  <a:lnTo>
                    <a:pt x="103295" y="41131"/>
                  </a:lnTo>
                  <a:lnTo>
                    <a:pt x="103525" y="41245"/>
                  </a:lnTo>
                  <a:lnTo>
                    <a:pt x="103731" y="41360"/>
                  </a:lnTo>
                  <a:lnTo>
                    <a:pt x="103937" y="41521"/>
                  </a:lnTo>
                  <a:lnTo>
                    <a:pt x="104144" y="41727"/>
                  </a:lnTo>
                  <a:lnTo>
                    <a:pt x="104327" y="41933"/>
                  </a:lnTo>
                  <a:lnTo>
                    <a:pt x="104511" y="42186"/>
                  </a:lnTo>
                  <a:lnTo>
                    <a:pt x="104626" y="42461"/>
                  </a:lnTo>
                  <a:lnTo>
                    <a:pt x="104740" y="42713"/>
                  </a:lnTo>
                  <a:lnTo>
                    <a:pt x="104809" y="42966"/>
                  </a:lnTo>
                  <a:lnTo>
                    <a:pt x="104855" y="43218"/>
                  </a:lnTo>
                  <a:lnTo>
                    <a:pt x="104878" y="43470"/>
                  </a:lnTo>
                  <a:lnTo>
                    <a:pt x="104855" y="43723"/>
                  </a:lnTo>
                  <a:lnTo>
                    <a:pt x="104832" y="43952"/>
                  </a:lnTo>
                  <a:lnTo>
                    <a:pt x="104763" y="44181"/>
                  </a:lnTo>
                  <a:lnTo>
                    <a:pt x="104694" y="44388"/>
                  </a:lnTo>
                  <a:lnTo>
                    <a:pt x="104580" y="44594"/>
                  </a:lnTo>
                  <a:lnTo>
                    <a:pt x="104465" y="44801"/>
                  </a:lnTo>
                  <a:lnTo>
                    <a:pt x="104327" y="44984"/>
                  </a:lnTo>
                  <a:lnTo>
                    <a:pt x="104167" y="45168"/>
                  </a:lnTo>
                  <a:lnTo>
                    <a:pt x="104006" y="45305"/>
                  </a:lnTo>
                  <a:lnTo>
                    <a:pt x="103823" y="45466"/>
                  </a:lnTo>
                  <a:lnTo>
                    <a:pt x="103639" y="45581"/>
                  </a:lnTo>
                  <a:lnTo>
                    <a:pt x="103433" y="45695"/>
                  </a:lnTo>
                  <a:lnTo>
                    <a:pt x="103226" y="45787"/>
                  </a:lnTo>
                  <a:lnTo>
                    <a:pt x="102997" y="45879"/>
                  </a:lnTo>
                  <a:lnTo>
                    <a:pt x="102791" y="45925"/>
                  </a:lnTo>
                  <a:lnTo>
                    <a:pt x="102561" y="45971"/>
                  </a:lnTo>
                  <a:lnTo>
                    <a:pt x="102332" y="45994"/>
                  </a:lnTo>
                  <a:lnTo>
                    <a:pt x="102102" y="45994"/>
                  </a:lnTo>
                  <a:lnTo>
                    <a:pt x="101873" y="45971"/>
                  </a:lnTo>
                  <a:lnTo>
                    <a:pt x="101644" y="45902"/>
                  </a:lnTo>
                  <a:lnTo>
                    <a:pt x="101414" y="45833"/>
                  </a:lnTo>
                  <a:lnTo>
                    <a:pt x="101185" y="45741"/>
                  </a:lnTo>
                  <a:lnTo>
                    <a:pt x="100978" y="45604"/>
                  </a:lnTo>
                  <a:lnTo>
                    <a:pt x="100772" y="45466"/>
                  </a:lnTo>
                  <a:lnTo>
                    <a:pt x="100565" y="45283"/>
                  </a:lnTo>
                  <a:lnTo>
                    <a:pt x="100382" y="45053"/>
                  </a:lnTo>
                  <a:lnTo>
                    <a:pt x="100198" y="44824"/>
                  </a:lnTo>
                  <a:lnTo>
                    <a:pt x="100061" y="44548"/>
                  </a:lnTo>
                  <a:lnTo>
                    <a:pt x="99946" y="44296"/>
                  </a:lnTo>
                  <a:lnTo>
                    <a:pt x="99877" y="44021"/>
                  </a:lnTo>
                  <a:lnTo>
                    <a:pt x="99831" y="43769"/>
                  </a:lnTo>
                  <a:lnTo>
                    <a:pt x="99808" y="43516"/>
                  </a:lnTo>
                  <a:lnTo>
                    <a:pt x="99808" y="43264"/>
                  </a:lnTo>
                  <a:lnTo>
                    <a:pt x="99831" y="43034"/>
                  </a:lnTo>
                  <a:lnTo>
                    <a:pt x="99900" y="42805"/>
                  </a:lnTo>
                  <a:lnTo>
                    <a:pt x="99969" y="42576"/>
                  </a:lnTo>
                  <a:lnTo>
                    <a:pt x="100084" y="42369"/>
                  </a:lnTo>
                  <a:lnTo>
                    <a:pt x="100198" y="42163"/>
                  </a:lnTo>
                  <a:lnTo>
                    <a:pt x="100336" y="41979"/>
                  </a:lnTo>
                  <a:lnTo>
                    <a:pt x="100497" y="41796"/>
                  </a:lnTo>
                  <a:lnTo>
                    <a:pt x="100657" y="41635"/>
                  </a:lnTo>
                  <a:lnTo>
                    <a:pt x="100841" y="41498"/>
                  </a:lnTo>
                  <a:lnTo>
                    <a:pt x="101047" y="41360"/>
                  </a:lnTo>
                  <a:lnTo>
                    <a:pt x="101254" y="41245"/>
                  </a:lnTo>
                  <a:lnTo>
                    <a:pt x="101460" y="41153"/>
                  </a:lnTo>
                  <a:lnTo>
                    <a:pt x="101689" y="41062"/>
                  </a:lnTo>
                  <a:lnTo>
                    <a:pt x="101919" y="41016"/>
                  </a:lnTo>
                  <a:lnTo>
                    <a:pt x="102148" y="40970"/>
                  </a:lnTo>
                  <a:lnTo>
                    <a:pt x="102378" y="40947"/>
                  </a:lnTo>
                  <a:close/>
                  <a:moveTo>
                    <a:pt x="123000" y="43952"/>
                  </a:moveTo>
                  <a:lnTo>
                    <a:pt x="124766" y="47026"/>
                  </a:lnTo>
                  <a:lnTo>
                    <a:pt x="121234" y="47026"/>
                  </a:lnTo>
                  <a:lnTo>
                    <a:pt x="119467" y="43975"/>
                  </a:lnTo>
                  <a:lnTo>
                    <a:pt x="123000" y="43952"/>
                  </a:lnTo>
                  <a:close/>
                  <a:moveTo>
                    <a:pt x="121004" y="36176"/>
                  </a:moveTo>
                  <a:lnTo>
                    <a:pt x="114696" y="47118"/>
                  </a:lnTo>
                  <a:lnTo>
                    <a:pt x="111163" y="47141"/>
                  </a:lnTo>
                  <a:lnTo>
                    <a:pt x="111163" y="47141"/>
                  </a:lnTo>
                  <a:lnTo>
                    <a:pt x="117495" y="36176"/>
                  </a:lnTo>
                  <a:close/>
                  <a:moveTo>
                    <a:pt x="107195" y="36612"/>
                  </a:moveTo>
                  <a:lnTo>
                    <a:pt x="109191" y="40121"/>
                  </a:lnTo>
                  <a:lnTo>
                    <a:pt x="111209" y="43631"/>
                  </a:lnTo>
                  <a:lnTo>
                    <a:pt x="109214" y="47118"/>
                  </a:lnTo>
                  <a:lnTo>
                    <a:pt x="105681" y="47141"/>
                  </a:lnTo>
                  <a:lnTo>
                    <a:pt x="107700" y="43631"/>
                  </a:lnTo>
                  <a:lnTo>
                    <a:pt x="105383" y="39731"/>
                  </a:lnTo>
                  <a:lnTo>
                    <a:pt x="107195" y="36612"/>
                  </a:lnTo>
                  <a:close/>
                  <a:moveTo>
                    <a:pt x="45649" y="42713"/>
                  </a:moveTo>
                  <a:lnTo>
                    <a:pt x="45878" y="42759"/>
                  </a:lnTo>
                  <a:lnTo>
                    <a:pt x="46108" y="42805"/>
                  </a:lnTo>
                  <a:lnTo>
                    <a:pt x="46337" y="42874"/>
                  </a:lnTo>
                  <a:lnTo>
                    <a:pt x="46567" y="42989"/>
                  </a:lnTo>
                  <a:lnTo>
                    <a:pt x="46773" y="43126"/>
                  </a:lnTo>
                  <a:lnTo>
                    <a:pt x="46979" y="43287"/>
                  </a:lnTo>
                  <a:lnTo>
                    <a:pt x="47186" y="43470"/>
                  </a:lnTo>
                  <a:lnTo>
                    <a:pt x="47369" y="43700"/>
                  </a:lnTo>
                  <a:lnTo>
                    <a:pt x="47530" y="43952"/>
                  </a:lnTo>
                  <a:lnTo>
                    <a:pt x="47668" y="44204"/>
                  </a:lnTo>
                  <a:lnTo>
                    <a:pt x="47782" y="44480"/>
                  </a:lnTo>
                  <a:lnTo>
                    <a:pt x="47851" y="44732"/>
                  </a:lnTo>
                  <a:lnTo>
                    <a:pt x="47897" y="44984"/>
                  </a:lnTo>
                  <a:lnTo>
                    <a:pt x="47897" y="45237"/>
                  </a:lnTo>
                  <a:lnTo>
                    <a:pt x="47897" y="45466"/>
                  </a:lnTo>
                  <a:lnTo>
                    <a:pt x="47851" y="45718"/>
                  </a:lnTo>
                  <a:lnTo>
                    <a:pt x="47805" y="45925"/>
                  </a:lnTo>
                  <a:lnTo>
                    <a:pt x="47714" y="46154"/>
                  </a:lnTo>
                  <a:lnTo>
                    <a:pt x="47622" y="46361"/>
                  </a:lnTo>
                  <a:lnTo>
                    <a:pt x="47507" y="46544"/>
                  </a:lnTo>
                  <a:lnTo>
                    <a:pt x="47369" y="46751"/>
                  </a:lnTo>
                  <a:lnTo>
                    <a:pt x="47209" y="46911"/>
                  </a:lnTo>
                  <a:lnTo>
                    <a:pt x="47048" y="47072"/>
                  </a:lnTo>
                  <a:lnTo>
                    <a:pt x="46865" y="47209"/>
                  </a:lnTo>
                  <a:lnTo>
                    <a:pt x="46658" y="47347"/>
                  </a:lnTo>
                  <a:lnTo>
                    <a:pt x="46475" y="47462"/>
                  </a:lnTo>
                  <a:lnTo>
                    <a:pt x="46245" y="47554"/>
                  </a:lnTo>
                  <a:lnTo>
                    <a:pt x="46039" y="47622"/>
                  </a:lnTo>
                  <a:lnTo>
                    <a:pt x="45810" y="47691"/>
                  </a:lnTo>
                  <a:lnTo>
                    <a:pt x="45580" y="47737"/>
                  </a:lnTo>
                  <a:lnTo>
                    <a:pt x="45121" y="47737"/>
                  </a:lnTo>
                  <a:lnTo>
                    <a:pt x="44892" y="47714"/>
                  </a:lnTo>
                  <a:lnTo>
                    <a:pt x="44663" y="47668"/>
                  </a:lnTo>
                  <a:lnTo>
                    <a:pt x="44433" y="47599"/>
                  </a:lnTo>
                  <a:lnTo>
                    <a:pt x="44227" y="47485"/>
                  </a:lnTo>
                  <a:lnTo>
                    <a:pt x="44020" y="47370"/>
                  </a:lnTo>
                  <a:lnTo>
                    <a:pt x="43814" y="47209"/>
                  </a:lnTo>
                  <a:lnTo>
                    <a:pt x="43607" y="47026"/>
                  </a:lnTo>
                  <a:lnTo>
                    <a:pt x="43424" y="46819"/>
                  </a:lnTo>
                  <a:lnTo>
                    <a:pt x="43240" y="46590"/>
                  </a:lnTo>
                  <a:lnTo>
                    <a:pt x="43103" y="46315"/>
                  </a:lnTo>
                  <a:lnTo>
                    <a:pt x="42988" y="46040"/>
                  </a:lnTo>
                  <a:lnTo>
                    <a:pt x="42919" y="45787"/>
                  </a:lnTo>
                  <a:lnTo>
                    <a:pt x="42850" y="45535"/>
                  </a:lnTo>
                  <a:lnTo>
                    <a:pt x="42827" y="45283"/>
                  </a:lnTo>
                  <a:lnTo>
                    <a:pt x="42850" y="45030"/>
                  </a:lnTo>
                  <a:lnTo>
                    <a:pt x="42873" y="44778"/>
                  </a:lnTo>
                  <a:lnTo>
                    <a:pt x="42942" y="44548"/>
                  </a:lnTo>
                  <a:lnTo>
                    <a:pt x="43011" y="44342"/>
                  </a:lnTo>
                  <a:lnTo>
                    <a:pt x="43126" y="44113"/>
                  </a:lnTo>
                  <a:lnTo>
                    <a:pt x="43240" y="43929"/>
                  </a:lnTo>
                  <a:lnTo>
                    <a:pt x="43378" y="43723"/>
                  </a:lnTo>
                  <a:lnTo>
                    <a:pt x="43539" y="43562"/>
                  </a:lnTo>
                  <a:lnTo>
                    <a:pt x="43699" y="43402"/>
                  </a:lnTo>
                  <a:lnTo>
                    <a:pt x="43883" y="43241"/>
                  </a:lnTo>
                  <a:lnTo>
                    <a:pt x="44089" y="43126"/>
                  </a:lnTo>
                  <a:lnTo>
                    <a:pt x="44273" y="43012"/>
                  </a:lnTo>
                  <a:lnTo>
                    <a:pt x="44502" y="42897"/>
                  </a:lnTo>
                  <a:lnTo>
                    <a:pt x="44708" y="42828"/>
                  </a:lnTo>
                  <a:lnTo>
                    <a:pt x="44938" y="42759"/>
                  </a:lnTo>
                  <a:lnTo>
                    <a:pt x="45167" y="42736"/>
                  </a:lnTo>
                  <a:lnTo>
                    <a:pt x="45420" y="42713"/>
                  </a:lnTo>
                  <a:close/>
                  <a:moveTo>
                    <a:pt x="65514" y="45466"/>
                  </a:moveTo>
                  <a:lnTo>
                    <a:pt x="67281" y="48517"/>
                  </a:lnTo>
                  <a:lnTo>
                    <a:pt x="63748" y="48517"/>
                  </a:lnTo>
                  <a:lnTo>
                    <a:pt x="61982" y="45466"/>
                  </a:lnTo>
                  <a:close/>
                  <a:moveTo>
                    <a:pt x="49686" y="38125"/>
                  </a:moveTo>
                  <a:lnTo>
                    <a:pt x="51705" y="41612"/>
                  </a:lnTo>
                  <a:lnTo>
                    <a:pt x="53724" y="45145"/>
                  </a:lnTo>
                  <a:lnTo>
                    <a:pt x="51728" y="48632"/>
                  </a:lnTo>
                  <a:lnTo>
                    <a:pt x="48195" y="48632"/>
                  </a:lnTo>
                  <a:lnTo>
                    <a:pt x="50214" y="45122"/>
                  </a:lnTo>
                  <a:lnTo>
                    <a:pt x="47897" y="41222"/>
                  </a:lnTo>
                  <a:lnTo>
                    <a:pt x="49686" y="38125"/>
                  </a:lnTo>
                  <a:close/>
                  <a:moveTo>
                    <a:pt x="63519" y="37667"/>
                  </a:moveTo>
                  <a:lnTo>
                    <a:pt x="57210" y="48632"/>
                  </a:lnTo>
                  <a:lnTo>
                    <a:pt x="53678" y="48632"/>
                  </a:lnTo>
                  <a:lnTo>
                    <a:pt x="60009" y="37667"/>
                  </a:lnTo>
                  <a:close/>
                  <a:moveTo>
                    <a:pt x="137131" y="44113"/>
                  </a:moveTo>
                  <a:lnTo>
                    <a:pt x="137360" y="44159"/>
                  </a:lnTo>
                  <a:lnTo>
                    <a:pt x="137589" y="44204"/>
                  </a:lnTo>
                  <a:lnTo>
                    <a:pt x="137819" y="44296"/>
                  </a:lnTo>
                  <a:lnTo>
                    <a:pt x="138048" y="44388"/>
                  </a:lnTo>
                  <a:lnTo>
                    <a:pt x="138255" y="44526"/>
                  </a:lnTo>
                  <a:lnTo>
                    <a:pt x="138461" y="44686"/>
                  </a:lnTo>
                  <a:lnTo>
                    <a:pt x="138667" y="44870"/>
                  </a:lnTo>
                  <a:lnTo>
                    <a:pt x="138851" y="45099"/>
                  </a:lnTo>
                  <a:lnTo>
                    <a:pt x="139034" y="45351"/>
                  </a:lnTo>
                  <a:lnTo>
                    <a:pt x="139172" y="45604"/>
                  </a:lnTo>
                  <a:lnTo>
                    <a:pt x="139264" y="45879"/>
                  </a:lnTo>
                  <a:lnTo>
                    <a:pt x="139333" y="46131"/>
                  </a:lnTo>
                  <a:lnTo>
                    <a:pt x="139379" y="46384"/>
                  </a:lnTo>
                  <a:lnTo>
                    <a:pt x="139401" y="46636"/>
                  </a:lnTo>
                  <a:lnTo>
                    <a:pt x="139379" y="46865"/>
                  </a:lnTo>
                  <a:lnTo>
                    <a:pt x="139356" y="47118"/>
                  </a:lnTo>
                  <a:lnTo>
                    <a:pt x="139287" y="47324"/>
                  </a:lnTo>
                  <a:lnTo>
                    <a:pt x="139218" y="47554"/>
                  </a:lnTo>
                  <a:lnTo>
                    <a:pt x="139103" y="47760"/>
                  </a:lnTo>
                  <a:lnTo>
                    <a:pt x="138989" y="47966"/>
                  </a:lnTo>
                  <a:lnTo>
                    <a:pt x="138851" y="48150"/>
                  </a:lnTo>
                  <a:lnTo>
                    <a:pt x="138690" y="48311"/>
                  </a:lnTo>
                  <a:lnTo>
                    <a:pt x="138530" y="48471"/>
                  </a:lnTo>
                  <a:lnTo>
                    <a:pt x="138346" y="48609"/>
                  </a:lnTo>
                  <a:lnTo>
                    <a:pt x="138163" y="48746"/>
                  </a:lnTo>
                  <a:lnTo>
                    <a:pt x="137956" y="48861"/>
                  </a:lnTo>
                  <a:lnTo>
                    <a:pt x="137750" y="48953"/>
                  </a:lnTo>
                  <a:lnTo>
                    <a:pt x="137520" y="49022"/>
                  </a:lnTo>
                  <a:lnTo>
                    <a:pt x="137314" y="49090"/>
                  </a:lnTo>
                  <a:lnTo>
                    <a:pt x="137085" y="49136"/>
                  </a:lnTo>
                  <a:lnTo>
                    <a:pt x="136626" y="49136"/>
                  </a:lnTo>
                  <a:lnTo>
                    <a:pt x="136396" y="49113"/>
                  </a:lnTo>
                  <a:lnTo>
                    <a:pt x="136167" y="49068"/>
                  </a:lnTo>
                  <a:lnTo>
                    <a:pt x="135938" y="48999"/>
                  </a:lnTo>
                  <a:lnTo>
                    <a:pt x="135708" y="48884"/>
                  </a:lnTo>
                  <a:lnTo>
                    <a:pt x="135502" y="48769"/>
                  </a:lnTo>
                  <a:lnTo>
                    <a:pt x="135295" y="48609"/>
                  </a:lnTo>
                  <a:lnTo>
                    <a:pt x="135089" y="48425"/>
                  </a:lnTo>
                  <a:lnTo>
                    <a:pt x="134905" y="48219"/>
                  </a:lnTo>
                  <a:lnTo>
                    <a:pt x="134745" y="47989"/>
                  </a:lnTo>
                  <a:lnTo>
                    <a:pt x="134584" y="47714"/>
                  </a:lnTo>
                  <a:lnTo>
                    <a:pt x="134470" y="47439"/>
                  </a:lnTo>
                  <a:lnTo>
                    <a:pt x="134401" y="47186"/>
                  </a:lnTo>
                  <a:lnTo>
                    <a:pt x="134355" y="46934"/>
                  </a:lnTo>
                  <a:lnTo>
                    <a:pt x="134332" y="46682"/>
                  </a:lnTo>
                  <a:lnTo>
                    <a:pt x="134332" y="46430"/>
                  </a:lnTo>
                  <a:lnTo>
                    <a:pt x="134378" y="46177"/>
                  </a:lnTo>
                  <a:lnTo>
                    <a:pt x="134424" y="45948"/>
                  </a:lnTo>
                  <a:lnTo>
                    <a:pt x="134515" y="45741"/>
                  </a:lnTo>
                  <a:lnTo>
                    <a:pt x="134607" y="45512"/>
                  </a:lnTo>
                  <a:lnTo>
                    <a:pt x="134722" y="45328"/>
                  </a:lnTo>
                  <a:lnTo>
                    <a:pt x="134860" y="45122"/>
                  </a:lnTo>
                  <a:lnTo>
                    <a:pt x="135020" y="44961"/>
                  </a:lnTo>
                  <a:lnTo>
                    <a:pt x="135181" y="44801"/>
                  </a:lnTo>
                  <a:lnTo>
                    <a:pt x="135364" y="44640"/>
                  </a:lnTo>
                  <a:lnTo>
                    <a:pt x="135571" y="44526"/>
                  </a:lnTo>
                  <a:lnTo>
                    <a:pt x="135777" y="44411"/>
                  </a:lnTo>
                  <a:lnTo>
                    <a:pt x="135984" y="44296"/>
                  </a:lnTo>
                  <a:lnTo>
                    <a:pt x="136213" y="44227"/>
                  </a:lnTo>
                  <a:lnTo>
                    <a:pt x="136442" y="44159"/>
                  </a:lnTo>
                  <a:lnTo>
                    <a:pt x="136672" y="44136"/>
                  </a:lnTo>
                  <a:lnTo>
                    <a:pt x="136901" y="44113"/>
                  </a:lnTo>
                  <a:close/>
                  <a:moveTo>
                    <a:pt x="156996" y="46865"/>
                  </a:moveTo>
                  <a:lnTo>
                    <a:pt x="158762" y="49916"/>
                  </a:lnTo>
                  <a:lnTo>
                    <a:pt x="155230" y="49916"/>
                  </a:lnTo>
                  <a:lnTo>
                    <a:pt x="153463" y="46888"/>
                  </a:lnTo>
                  <a:lnTo>
                    <a:pt x="156996" y="46865"/>
                  </a:lnTo>
                  <a:close/>
                  <a:moveTo>
                    <a:pt x="141191" y="39525"/>
                  </a:moveTo>
                  <a:lnTo>
                    <a:pt x="143186" y="43012"/>
                  </a:lnTo>
                  <a:lnTo>
                    <a:pt x="145228" y="46544"/>
                  </a:lnTo>
                  <a:lnTo>
                    <a:pt x="143209" y="50031"/>
                  </a:lnTo>
                  <a:lnTo>
                    <a:pt x="139677" y="50031"/>
                  </a:lnTo>
                  <a:lnTo>
                    <a:pt x="141695" y="46521"/>
                  </a:lnTo>
                  <a:lnTo>
                    <a:pt x="139401" y="42622"/>
                  </a:lnTo>
                  <a:lnTo>
                    <a:pt x="141191" y="39525"/>
                  </a:lnTo>
                  <a:close/>
                  <a:moveTo>
                    <a:pt x="155023" y="39089"/>
                  </a:moveTo>
                  <a:lnTo>
                    <a:pt x="148692" y="50031"/>
                  </a:lnTo>
                  <a:lnTo>
                    <a:pt x="145182" y="50031"/>
                  </a:lnTo>
                  <a:lnTo>
                    <a:pt x="151490" y="39089"/>
                  </a:lnTo>
                  <a:close/>
                  <a:moveTo>
                    <a:pt x="8625" y="47370"/>
                  </a:moveTo>
                  <a:lnTo>
                    <a:pt x="10391" y="50421"/>
                  </a:lnTo>
                  <a:lnTo>
                    <a:pt x="6859" y="50421"/>
                  </a:lnTo>
                  <a:lnTo>
                    <a:pt x="5093" y="47370"/>
                  </a:lnTo>
                  <a:close/>
                  <a:moveTo>
                    <a:pt x="79737" y="45764"/>
                  </a:moveTo>
                  <a:lnTo>
                    <a:pt x="79966" y="45810"/>
                  </a:lnTo>
                  <a:lnTo>
                    <a:pt x="80195" y="45856"/>
                  </a:lnTo>
                  <a:lnTo>
                    <a:pt x="80425" y="45925"/>
                  </a:lnTo>
                  <a:lnTo>
                    <a:pt x="80631" y="46040"/>
                  </a:lnTo>
                  <a:lnTo>
                    <a:pt x="80861" y="46177"/>
                  </a:lnTo>
                  <a:lnTo>
                    <a:pt x="81067" y="46338"/>
                  </a:lnTo>
                  <a:lnTo>
                    <a:pt x="81251" y="46521"/>
                  </a:lnTo>
                  <a:lnTo>
                    <a:pt x="81457" y="46751"/>
                  </a:lnTo>
                  <a:lnTo>
                    <a:pt x="81618" y="47003"/>
                  </a:lnTo>
                  <a:lnTo>
                    <a:pt x="81755" y="47255"/>
                  </a:lnTo>
                  <a:lnTo>
                    <a:pt x="81847" y="47531"/>
                  </a:lnTo>
                  <a:lnTo>
                    <a:pt x="81939" y="47783"/>
                  </a:lnTo>
                  <a:lnTo>
                    <a:pt x="81985" y="48035"/>
                  </a:lnTo>
                  <a:lnTo>
                    <a:pt x="81985" y="48288"/>
                  </a:lnTo>
                  <a:lnTo>
                    <a:pt x="81985" y="48517"/>
                  </a:lnTo>
                  <a:lnTo>
                    <a:pt x="81939" y="48769"/>
                  </a:lnTo>
                  <a:lnTo>
                    <a:pt x="81893" y="48976"/>
                  </a:lnTo>
                  <a:lnTo>
                    <a:pt x="81801" y="49205"/>
                  </a:lnTo>
                  <a:lnTo>
                    <a:pt x="81709" y="49412"/>
                  </a:lnTo>
                  <a:lnTo>
                    <a:pt x="81572" y="49595"/>
                  </a:lnTo>
                  <a:lnTo>
                    <a:pt x="81434" y="49802"/>
                  </a:lnTo>
                  <a:lnTo>
                    <a:pt x="81297" y="49962"/>
                  </a:lnTo>
                  <a:lnTo>
                    <a:pt x="81113" y="50123"/>
                  </a:lnTo>
                  <a:lnTo>
                    <a:pt x="80952" y="50260"/>
                  </a:lnTo>
                  <a:lnTo>
                    <a:pt x="80746" y="50398"/>
                  </a:lnTo>
                  <a:lnTo>
                    <a:pt x="80540" y="50513"/>
                  </a:lnTo>
                  <a:lnTo>
                    <a:pt x="80333" y="50604"/>
                  </a:lnTo>
                  <a:lnTo>
                    <a:pt x="80127" y="50673"/>
                  </a:lnTo>
                  <a:lnTo>
                    <a:pt x="79897" y="50742"/>
                  </a:lnTo>
                  <a:lnTo>
                    <a:pt x="79668" y="50788"/>
                  </a:lnTo>
                  <a:lnTo>
                    <a:pt x="79209" y="50788"/>
                  </a:lnTo>
                  <a:lnTo>
                    <a:pt x="78980" y="50765"/>
                  </a:lnTo>
                  <a:lnTo>
                    <a:pt x="78750" y="50719"/>
                  </a:lnTo>
                  <a:lnTo>
                    <a:pt x="78521" y="50650"/>
                  </a:lnTo>
                  <a:lnTo>
                    <a:pt x="78314" y="50536"/>
                  </a:lnTo>
                  <a:lnTo>
                    <a:pt x="78085" y="50421"/>
                  </a:lnTo>
                  <a:lnTo>
                    <a:pt x="77879" y="50260"/>
                  </a:lnTo>
                  <a:lnTo>
                    <a:pt x="77695" y="50077"/>
                  </a:lnTo>
                  <a:lnTo>
                    <a:pt x="77512" y="49870"/>
                  </a:lnTo>
                  <a:lnTo>
                    <a:pt x="77328" y="49641"/>
                  </a:lnTo>
                  <a:lnTo>
                    <a:pt x="77190" y="49366"/>
                  </a:lnTo>
                  <a:lnTo>
                    <a:pt x="77076" y="49090"/>
                  </a:lnTo>
                  <a:lnTo>
                    <a:pt x="76984" y="48838"/>
                  </a:lnTo>
                  <a:lnTo>
                    <a:pt x="76938" y="48586"/>
                  </a:lnTo>
                  <a:lnTo>
                    <a:pt x="76915" y="48333"/>
                  </a:lnTo>
                  <a:lnTo>
                    <a:pt x="76938" y="48081"/>
                  </a:lnTo>
                  <a:lnTo>
                    <a:pt x="76961" y="47829"/>
                  </a:lnTo>
                  <a:lnTo>
                    <a:pt x="77030" y="47599"/>
                  </a:lnTo>
                  <a:lnTo>
                    <a:pt x="77099" y="47393"/>
                  </a:lnTo>
                  <a:lnTo>
                    <a:pt x="77190" y="47164"/>
                  </a:lnTo>
                  <a:lnTo>
                    <a:pt x="77328" y="46980"/>
                  </a:lnTo>
                  <a:lnTo>
                    <a:pt x="77466" y="46774"/>
                  </a:lnTo>
                  <a:lnTo>
                    <a:pt x="77603" y="46613"/>
                  </a:lnTo>
                  <a:lnTo>
                    <a:pt x="77787" y="46452"/>
                  </a:lnTo>
                  <a:lnTo>
                    <a:pt x="77970" y="46292"/>
                  </a:lnTo>
                  <a:lnTo>
                    <a:pt x="78154" y="46154"/>
                  </a:lnTo>
                  <a:lnTo>
                    <a:pt x="78360" y="46040"/>
                  </a:lnTo>
                  <a:lnTo>
                    <a:pt x="78590" y="45948"/>
                  </a:lnTo>
                  <a:lnTo>
                    <a:pt x="78796" y="45879"/>
                  </a:lnTo>
                  <a:lnTo>
                    <a:pt x="79026" y="45810"/>
                  </a:lnTo>
                  <a:lnTo>
                    <a:pt x="79255" y="45787"/>
                  </a:lnTo>
                  <a:lnTo>
                    <a:pt x="79484" y="45764"/>
                  </a:lnTo>
                  <a:close/>
                  <a:moveTo>
                    <a:pt x="99418" y="48448"/>
                  </a:moveTo>
                  <a:lnTo>
                    <a:pt x="101185" y="51522"/>
                  </a:lnTo>
                  <a:lnTo>
                    <a:pt x="97652" y="51522"/>
                  </a:lnTo>
                  <a:lnTo>
                    <a:pt x="95886" y="48471"/>
                  </a:lnTo>
                  <a:lnTo>
                    <a:pt x="99418" y="48448"/>
                  </a:lnTo>
                  <a:close/>
                  <a:moveTo>
                    <a:pt x="83705" y="41039"/>
                  </a:moveTo>
                  <a:lnTo>
                    <a:pt x="85701" y="44526"/>
                  </a:lnTo>
                  <a:lnTo>
                    <a:pt x="87742" y="48035"/>
                  </a:lnTo>
                  <a:lnTo>
                    <a:pt x="85724" y="51545"/>
                  </a:lnTo>
                  <a:lnTo>
                    <a:pt x="82191" y="51545"/>
                  </a:lnTo>
                  <a:lnTo>
                    <a:pt x="84210" y="48035"/>
                  </a:lnTo>
                  <a:lnTo>
                    <a:pt x="81916" y="44136"/>
                  </a:lnTo>
                  <a:lnTo>
                    <a:pt x="83705" y="41039"/>
                  </a:lnTo>
                  <a:close/>
                  <a:moveTo>
                    <a:pt x="97515" y="40580"/>
                  </a:moveTo>
                  <a:lnTo>
                    <a:pt x="91206" y="51545"/>
                  </a:lnTo>
                  <a:lnTo>
                    <a:pt x="87697" y="51545"/>
                  </a:lnTo>
                  <a:lnTo>
                    <a:pt x="94005" y="40580"/>
                  </a:lnTo>
                  <a:close/>
                  <a:moveTo>
                    <a:pt x="170851" y="46865"/>
                  </a:moveTo>
                  <a:lnTo>
                    <a:pt x="171103" y="46888"/>
                  </a:lnTo>
                  <a:lnTo>
                    <a:pt x="171333" y="46957"/>
                  </a:lnTo>
                  <a:lnTo>
                    <a:pt x="171562" y="47026"/>
                  </a:lnTo>
                  <a:lnTo>
                    <a:pt x="171769" y="47141"/>
                  </a:lnTo>
                  <a:lnTo>
                    <a:pt x="171998" y="47278"/>
                  </a:lnTo>
                  <a:lnTo>
                    <a:pt x="172205" y="47439"/>
                  </a:lnTo>
                  <a:lnTo>
                    <a:pt x="172388" y="47622"/>
                  </a:lnTo>
                  <a:lnTo>
                    <a:pt x="172572" y="47852"/>
                  </a:lnTo>
                  <a:lnTo>
                    <a:pt x="172755" y="48104"/>
                  </a:lnTo>
                  <a:lnTo>
                    <a:pt x="172893" y="48356"/>
                  </a:lnTo>
                  <a:lnTo>
                    <a:pt x="172984" y="48632"/>
                  </a:lnTo>
                  <a:lnTo>
                    <a:pt x="173053" y="48884"/>
                  </a:lnTo>
                  <a:lnTo>
                    <a:pt x="173099" y="49136"/>
                  </a:lnTo>
                  <a:lnTo>
                    <a:pt x="173122" y="49389"/>
                  </a:lnTo>
                  <a:lnTo>
                    <a:pt x="173099" y="49618"/>
                  </a:lnTo>
                  <a:lnTo>
                    <a:pt x="173076" y="49847"/>
                  </a:lnTo>
                  <a:lnTo>
                    <a:pt x="173007" y="50077"/>
                  </a:lnTo>
                  <a:lnTo>
                    <a:pt x="172939" y="50306"/>
                  </a:lnTo>
                  <a:lnTo>
                    <a:pt x="172824" y="50513"/>
                  </a:lnTo>
                  <a:lnTo>
                    <a:pt x="172709" y="50696"/>
                  </a:lnTo>
                  <a:lnTo>
                    <a:pt x="172572" y="50880"/>
                  </a:lnTo>
                  <a:lnTo>
                    <a:pt x="172434" y="51063"/>
                  </a:lnTo>
                  <a:lnTo>
                    <a:pt x="172250" y="51224"/>
                  </a:lnTo>
                  <a:lnTo>
                    <a:pt x="172067" y="51361"/>
                  </a:lnTo>
                  <a:lnTo>
                    <a:pt x="171883" y="51499"/>
                  </a:lnTo>
                  <a:lnTo>
                    <a:pt x="171677" y="51614"/>
                  </a:lnTo>
                  <a:lnTo>
                    <a:pt x="171470" y="51706"/>
                  </a:lnTo>
                  <a:lnTo>
                    <a:pt x="171264" y="51774"/>
                  </a:lnTo>
                  <a:lnTo>
                    <a:pt x="171035" y="51843"/>
                  </a:lnTo>
                  <a:lnTo>
                    <a:pt x="170805" y="51866"/>
                  </a:lnTo>
                  <a:lnTo>
                    <a:pt x="170576" y="51889"/>
                  </a:lnTo>
                  <a:lnTo>
                    <a:pt x="170346" y="51889"/>
                  </a:lnTo>
                  <a:lnTo>
                    <a:pt x="170117" y="51866"/>
                  </a:lnTo>
                  <a:lnTo>
                    <a:pt x="169888" y="51820"/>
                  </a:lnTo>
                  <a:lnTo>
                    <a:pt x="169658" y="51728"/>
                  </a:lnTo>
                  <a:lnTo>
                    <a:pt x="169429" y="51637"/>
                  </a:lnTo>
                  <a:lnTo>
                    <a:pt x="169222" y="51522"/>
                  </a:lnTo>
                  <a:lnTo>
                    <a:pt x="169016" y="51361"/>
                  </a:lnTo>
                  <a:lnTo>
                    <a:pt x="168832" y="51178"/>
                  </a:lnTo>
                  <a:lnTo>
                    <a:pt x="168626" y="50971"/>
                  </a:lnTo>
                  <a:lnTo>
                    <a:pt x="168465" y="50719"/>
                  </a:lnTo>
                  <a:lnTo>
                    <a:pt x="168305" y="50467"/>
                  </a:lnTo>
                  <a:lnTo>
                    <a:pt x="168213" y="50192"/>
                  </a:lnTo>
                  <a:lnTo>
                    <a:pt x="168121" y="49939"/>
                  </a:lnTo>
                  <a:lnTo>
                    <a:pt x="168075" y="49664"/>
                  </a:lnTo>
                  <a:lnTo>
                    <a:pt x="168053" y="49412"/>
                  </a:lnTo>
                  <a:lnTo>
                    <a:pt x="168053" y="49182"/>
                  </a:lnTo>
                  <a:lnTo>
                    <a:pt x="168098" y="48930"/>
                  </a:lnTo>
                  <a:lnTo>
                    <a:pt x="168144" y="48700"/>
                  </a:lnTo>
                  <a:lnTo>
                    <a:pt x="168236" y="48471"/>
                  </a:lnTo>
                  <a:lnTo>
                    <a:pt x="168328" y="48265"/>
                  </a:lnTo>
                  <a:lnTo>
                    <a:pt x="168442" y="48058"/>
                  </a:lnTo>
                  <a:lnTo>
                    <a:pt x="168580" y="47875"/>
                  </a:lnTo>
                  <a:lnTo>
                    <a:pt x="168741" y="47714"/>
                  </a:lnTo>
                  <a:lnTo>
                    <a:pt x="168924" y="47531"/>
                  </a:lnTo>
                  <a:lnTo>
                    <a:pt x="169108" y="47393"/>
                  </a:lnTo>
                  <a:lnTo>
                    <a:pt x="169291" y="47255"/>
                  </a:lnTo>
                  <a:lnTo>
                    <a:pt x="169498" y="47141"/>
                  </a:lnTo>
                  <a:lnTo>
                    <a:pt x="169704" y="47049"/>
                  </a:lnTo>
                  <a:lnTo>
                    <a:pt x="169934" y="46980"/>
                  </a:lnTo>
                  <a:lnTo>
                    <a:pt x="170163" y="46911"/>
                  </a:lnTo>
                  <a:lnTo>
                    <a:pt x="170392" y="46888"/>
                  </a:lnTo>
                  <a:lnTo>
                    <a:pt x="170622" y="46865"/>
                  </a:lnTo>
                  <a:close/>
                  <a:moveTo>
                    <a:pt x="22526" y="47508"/>
                  </a:moveTo>
                  <a:lnTo>
                    <a:pt x="22756" y="47531"/>
                  </a:lnTo>
                  <a:lnTo>
                    <a:pt x="23008" y="47554"/>
                  </a:lnTo>
                  <a:lnTo>
                    <a:pt x="23237" y="47599"/>
                  </a:lnTo>
                  <a:lnTo>
                    <a:pt x="23467" y="47691"/>
                  </a:lnTo>
                  <a:lnTo>
                    <a:pt x="23673" y="47806"/>
                  </a:lnTo>
                  <a:lnTo>
                    <a:pt x="23903" y="47921"/>
                  </a:lnTo>
                  <a:lnTo>
                    <a:pt x="24109" y="48081"/>
                  </a:lnTo>
                  <a:lnTo>
                    <a:pt x="24293" y="48288"/>
                  </a:lnTo>
                  <a:lnTo>
                    <a:pt x="24476" y="48494"/>
                  </a:lnTo>
                  <a:lnTo>
                    <a:pt x="24660" y="48746"/>
                  </a:lnTo>
                  <a:lnTo>
                    <a:pt x="24797" y="49022"/>
                  </a:lnTo>
                  <a:lnTo>
                    <a:pt x="24889" y="49274"/>
                  </a:lnTo>
                  <a:lnTo>
                    <a:pt x="24958" y="49526"/>
                  </a:lnTo>
                  <a:lnTo>
                    <a:pt x="25004" y="49779"/>
                  </a:lnTo>
                  <a:lnTo>
                    <a:pt x="25027" y="50031"/>
                  </a:lnTo>
                  <a:lnTo>
                    <a:pt x="25004" y="50283"/>
                  </a:lnTo>
                  <a:lnTo>
                    <a:pt x="24981" y="50513"/>
                  </a:lnTo>
                  <a:lnTo>
                    <a:pt x="24912" y="50742"/>
                  </a:lnTo>
                  <a:lnTo>
                    <a:pt x="24843" y="50949"/>
                  </a:lnTo>
                  <a:lnTo>
                    <a:pt x="24728" y="51155"/>
                  </a:lnTo>
                  <a:lnTo>
                    <a:pt x="24614" y="51361"/>
                  </a:lnTo>
                  <a:lnTo>
                    <a:pt x="24476" y="51545"/>
                  </a:lnTo>
                  <a:lnTo>
                    <a:pt x="24338" y="51728"/>
                  </a:lnTo>
                  <a:lnTo>
                    <a:pt x="24155" y="51866"/>
                  </a:lnTo>
                  <a:lnTo>
                    <a:pt x="23971" y="52027"/>
                  </a:lnTo>
                  <a:lnTo>
                    <a:pt x="23788" y="52141"/>
                  </a:lnTo>
                  <a:lnTo>
                    <a:pt x="23581" y="52256"/>
                  </a:lnTo>
                  <a:lnTo>
                    <a:pt x="23375" y="52348"/>
                  </a:lnTo>
                  <a:lnTo>
                    <a:pt x="23169" y="52440"/>
                  </a:lnTo>
                  <a:lnTo>
                    <a:pt x="22939" y="52485"/>
                  </a:lnTo>
                  <a:lnTo>
                    <a:pt x="22710" y="52531"/>
                  </a:lnTo>
                  <a:lnTo>
                    <a:pt x="22480" y="52554"/>
                  </a:lnTo>
                  <a:lnTo>
                    <a:pt x="22251" y="52554"/>
                  </a:lnTo>
                  <a:lnTo>
                    <a:pt x="22022" y="52531"/>
                  </a:lnTo>
                  <a:lnTo>
                    <a:pt x="21792" y="52463"/>
                  </a:lnTo>
                  <a:lnTo>
                    <a:pt x="21563" y="52394"/>
                  </a:lnTo>
                  <a:lnTo>
                    <a:pt x="21333" y="52302"/>
                  </a:lnTo>
                  <a:lnTo>
                    <a:pt x="21127" y="52164"/>
                  </a:lnTo>
                  <a:lnTo>
                    <a:pt x="20921" y="52027"/>
                  </a:lnTo>
                  <a:lnTo>
                    <a:pt x="20737" y="51843"/>
                  </a:lnTo>
                  <a:lnTo>
                    <a:pt x="20531" y="51614"/>
                  </a:lnTo>
                  <a:lnTo>
                    <a:pt x="20370" y="51384"/>
                  </a:lnTo>
                  <a:lnTo>
                    <a:pt x="20209" y="51109"/>
                  </a:lnTo>
                  <a:lnTo>
                    <a:pt x="20118" y="50857"/>
                  </a:lnTo>
                  <a:lnTo>
                    <a:pt x="20026" y="50582"/>
                  </a:lnTo>
                  <a:lnTo>
                    <a:pt x="19980" y="50329"/>
                  </a:lnTo>
                  <a:lnTo>
                    <a:pt x="19957" y="50077"/>
                  </a:lnTo>
                  <a:lnTo>
                    <a:pt x="19957" y="49825"/>
                  </a:lnTo>
                  <a:lnTo>
                    <a:pt x="20003" y="49595"/>
                  </a:lnTo>
                  <a:lnTo>
                    <a:pt x="20049" y="49366"/>
                  </a:lnTo>
                  <a:lnTo>
                    <a:pt x="20141" y="49136"/>
                  </a:lnTo>
                  <a:lnTo>
                    <a:pt x="20232" y="48930"/>
                  </a:lnTo>
                  <a:lnTo>
                    <a:pt x="20347" y="48723"/>
                  </a:lnTo>
                  <a:lnTo>
                    <a:pt x="20485" y="48540"/>
                  </a:lnTo>
                  <a:lnTo>
                    <a:pt x="20645" y="48356"/>
                  </a:lnTo>
                  <a:lnTo>
                    <a:pt x="20829" y="48196"/>
                  </a:lnTo>
                  <a:lnTo>
                    <a:pt x="21012" y="48058"/>
                  </a:lnTo>
                  <a:lnTo>
                    <a:pt x="21196" y="47921"/>
                  </a:lnTo>
                  <a:lnTo>
                    <a:pt x="21402" y="47806"/>
                  </a:lnTo>
                  <a:lnTo>
                    <a:pt x="21609" y="47714"/>
                  </a:lnTo>
                  <a:lnTo>
                    <a:pt x="21838" y="47622"/>
                  </a:lnTo>
                  <a:lnTo>
                    <a:pt x="22068" y="47576"/>
                  </a:lnTo>
                  <a:lnTo>
                    <a:pt x="22297" y="47531"/>
                  </a:lnTo>
                  <a:lnTo>
                    <a:pt x="22526" y="47508"/>
                  </a:lnTo>
                  <a:close/>
                  <a:moveTo>
                    <a:pt x="42621" y="50283"/>
                  </a:moveTo>
                  <a:lnTo>
                    <a:pt x="44410" y="53334"/>
                  </a:lnTo>
                  <a:lnTo>
                    <a:pt x="40878" y="53334"/>
                  </a:lnTo>
                  <a:lnTo>
                    <a:pt x="39088" y="50283"/>
                  </a:lnTo>
                  <a:close/>
                  <a:moveTo>
                    <a:pt x="26816" y="42920"/>
                  </a:moveTo>
                  <a:lnTo>
                    <a:pt x="28812" y="46430"/>
                  </a:lnTo>
                  <a:lnTo>
                    <a:pt x="30853" y="49939"/>
                  </a:lnTo>
                  <a:lnTo>
                    <a:pt x="28835" y="53426"/>
                  </a:lnTo>
                  <a:lnTo>
                    <a:pt x="25302" y="53449"/>
                  </a:lnTo>
                  <a:lnTo>
                    <a:pt x="27344" y="49939"/>
                  </a:lnTo>
                  <a:lnTo>
                    <a:pt x="25027" y="46040"/>
                  </a:lnTo>
                  <a:lnTo>
                    <a:pt x="26816" y="42920"/>
                  </a:lnTo>
                  <a:close/>
                  <a:moveTo>
                    <a:pt x="40648" y="42484"/>
                  </a:moveTo>
                  <a:lnTo>
                    <a:pt x="34317" y="53426"/>
                  </a:lnTo>
                  <a:lnTo>
                    <a:pt x="30807" y="53449"/>
                  </a:lnTo>
                  <a:lnTo>
                    <a:pt x="37116" y="42484"/>
                  </a:lnTo>
                  <a:close/>
                  <a:moveTo>
                    <a:pt x="114031" y="48769"/>
                  </a:moveTo>
                  <a:lnTo>
                    <a:pt x="114260" y="48792"/>
                  </a:lnTo>
                  <a:lnTo>
                    <a:pt x="114490" y="48861"/>
                  </a:lnTo>
                  <a:lnTo>
                    <a:pt x="114719" y="48930"/>
                  </a:lnTo>
                  <a:lnTo>
                    <a:pt x="114948" y="49045"/>
                  </a:lnTo>
                  <a:lnTo>
                    <a:pt x="115155" y="49159"/>
                  </a:lnTo>
                  <a:lnTo>
                    <a:pt x="115361" y="49320"/>
                  </a:lnTo>
                  <a:lnTo>
                    <a:pt x="115568" y="49526"/>
                  </a:lnTo>
                  <a:lnTo>
                    <a:pt x="115751" y="49733"/>
                  </a:lnTo>
                  <a:lnTo>
                    <a:pt x="115912" y="49985"/>
                  </a:lnTo>
                  <a:lnTo>
                    <a:pt x="116049" y="50260"/>
                  </a:lnTo>
                  <a:lnTo>
                    <a:pt x="116164" y="50513"/>
                  </a:lnTo>
                  <a:lnTo>
                    <a:pt x="116233" y="50788"/>
                  </a:lnTo>
                  <a:lnTo>
                    <a:pt x="116279" y="51040"/>
                  </a:lnTo>
                  <a:lnTo>
                    <a:pt x="116279" y="51270"/>
                  </a:lnTo>
                  <a:lnTo>
                    <a:pt x="116279" y="51522"/>
                  </a:lnTo>
                  <a:lnTo>
                    <a:pt x="116233" y="51751"/>
                  </a:lnTo>
                  <a:lnTo>
                    <a:pt x="116187" y="51981"/>
                  </a:lnTo>
                  <a:lnTo>
                    <a:pt x="116095" y="52187"/>
                  </a:lnTo>
                  <a:lnTo>
                    <a:pt x="116004" y="52394"/>
                  </a:lnTo>
                  <a:lnTo>
                    <a:pt x="115889" y="52600"/>
                  </a:lnTo>
                  <a:lnTo>
                    <a:pt x="115751" y="52784"/>
                  </a:lnTo>
                  <a:lnTo>
                    <a:pt x="115591" y="52967"/>
                  </a:lnTo>
                  <a:lnTo>
                    <a:pt x="115430" y="53128"/>
                  </a:lnTo>
                  <a:lnTo>
                    <a:pt x="115247" y="53265"/>
                  </a:lnTo>
                  <a:lnTo>
                    <a:pt x="115040" y="53380"/>
                  </a:lnTo>
                  <a:lnTo>
                    <a:pt x="114857" y="53495"/>
                  </a:lnTo>
                  <a:lnTo>
                    <a:pt x="114650" y="53609"/>
                  </a:lnTo>
                  <a:lnTo>
                    <a:pt x="114421" y="53678"/>
                  </a:lnTo>
                  <a:lnTo>
                    <a:pt x="114191" y="53724"/>
                  </a:lnTo>
                  <a:lnTo>
                    <a:pt x="113962" y="53770"/>
                  </a:lnTo>
                  <a:lnTo>
                    <a:pt x="113733" y="53793"/>
                  </a:lnTo>
                  <a:lnTo>
                    <a:pt x="113503" y="53793"/>
                  </a:lnTo>
                  <a:lnTo>
                    <a:pt x="113274" y="53770"/>
                  </a:lnTo>
                  <a:lnTo>
                    <a:pt x="113044" y="53701"/>
                  </a:lnTo>
                  <a:lnTo>
                    <a:pt x="112838" y="53632"/>
                  </a:lnTo>
                  <a:lnTo>
                    <a:pt x="112609" y="53541"/>
                  </a:lnTo>
                  <a:lnTo>
                    <a:pt x="112402" y="53403"/>
                  </a:lnTo>
                  <a:lnTo>
                    <a:pt x="112196" y="53265"/>
                  </a:lnTo>
                  <a:lnTo>
                    <a:pt x="111989" y="53082"/>
                  </a:lnTo>
                  <a:lnTo>
                    <a:pt x="111806" y="52875"/>
                  </a:lnTo>
                  <a:lnTo>
                    <a:pt x="111622" y="52623"/>
                  </a:lnTo>
                  <a:lnTo>
                    <a:pt x="111484" y="52348"/>
                  </a:lnTo>
                  <a:lnTo>
                    <a:pt x="111370" y="52095"/>
                  </a:lnTo>
                  <a:lnTo>
                    <a:pt x="111301" y="51820"/>
                  </a:lnTo>
                  <a:lnTo>
                    <a:pt x="111232" y="51568"/>
                  </a:lnTo>
                  <a:lnTo>
                    <a:pt x="111232" y="51316"/>
                  </a:lnTo>
                  <a:lnTo>
                    <a:pt x="111232" y="51063"/>
                  </a:lnTo>
                  <a:lnTo>
                    <a:pt x="111255" y="50834"/>
                  </a:lnTo>
                  <a:lnTo>
                    <a:pt x="111324" y="50604"/>
                  </a:lnTo>
                  <a:lnTo>
                    <a:pt x="111393" y="50375"/>
                  </a:lnTo>
                  <a:lnTo>
                    <a:pt x="111507" y="50169"/>
                  </a:lnTo>
                  <a:lnTo>
                    <a:pt x="111622" y="49962"/>
                  </a:lnTo>
                  <a:lnTo>
                    <a:pt x="111760" y="49779"/>
                  </a:lnTo>
                  <a:lnTo>
                    <a:pt x="111920" y="49595"/>
                  </a:lnTo>
                  <a:lnTo>
                    <a:pt x="112081" y="49435"/>
                  </a:lnTo>
                  <a:lnTo>
                    <a:pt x="112264" y="49297"/>
                  </a:lnTo>
                  <a:lnTo>
                    <a:pt x="112471" y="49159"/>
                  </a:lnTo>
                  <a:lnTo>
                    <a:pt x="112677" y="49045"/>
                  </a:lnTo>
                  <a:lnTo>
                    <a:pt x="112884" y="48953"/>
                  </a:lnTo>
                  <a:lnTo>
                    <a:pt x="113090" y="48861"/>
                  </a:lnTo>
                  <a:lnTo>
                    <a:pt x="113320" y="48815"/>
                  </a:lnTo>
                  <a:lnTo>
                    <a:pt x="113549" y="48769"/>
                  </a:lnTo>
                  <a:close/>
                  <a:moveTo>
                    <a:pt x="133896" y="51522"/>
                  </a:moveTo>
                  <a:lnTo>
                    <a:pt x="135662" y="54573"/>
                  </a:lnTo>
                  <a:lnTo>
                    <a:pt x="132130" y="54573"/>
                  </a:lnTo>
                  <a:lnTo>
                    <a:pt x="130363" y="51522"/>
                  </a:lnTo>
                  <a:close/>
                  <a:moveTo>
                    <a:pt x="118091" y="44159"/>
                  </a:moveTo>
                  <a:lnTo>
                    <a:pt x="120087" y="47668"/>
                  </a:lnTo>
                  <a:lnTo>
                    <a:pt x="122105" y="51178"/>
                  </a:lnTo>
                  <a:lnTo>
                    <a:pt x="120110" y="54688"/>
                  </a:lnTo>
                  <a:lnTo>
                    <a:pt x="116577" y="54688"/>
                  </a:lnTo>
                  <a:lnTo>
                    <a:pt x="118596" y="51178"/>
                  </a:lnTo>
                  <a:lnTo>
                    <a:pt x="116279" y="47278"/>
                  </a:lnTo>
                  <a:lnTo>
                    <a:pt x="118091" y="44159"/>
                  </a:lnTo>
                  <a:close/>
                  <a:moveTo>
                    <a:pt x="131900" y="43723"/>
                  </a:moveTo>
                  <a:lnTo>
                    <a:pt x="125592" y="54665"/>
                  </a:lnTo>
                  <a:lnTo>
                    <a:pt x="122059" y="54688"/>
                  </a:lnTo>
                  <a:lnTo>
                    <a:pt x="128391" y="43723"/>
                  </a:lnTo>
                  <a:close/>
                  <a:moveTo>
                    <a:pt x="56247" y="50169"/>
                  </a:moveTo>
                  <a:lnTo>
                    <a:pt x="56476" y="50192"/>
                  </a:lnTo>
                  <a:lnTo>
                    <a:pt x="56706" y="50214"/>
                  </a:lnTo>
                  <a:lnTo>
                    <a:pt x="56935" y="50260"/>
                  </a:lnTo>
                  <a:lnTo>
                    <a:pt x="57164" y="50352"/>
                  </a:lnTo>
                  <a:lnTo>
                    <a:pt x="57394" y="50444"/>
                  </a:lnTo>
                  <a:lnTo>
                    <a:pt x="57600" y="50582"/>
                  </a:lnTo>
                  <a:lnTo>
                    <a:pt x="57807" y="50742"/>
                  </a:lnTo>
                  <a:lnTo>
                    <a:pt x="58013" y="50949"/>
                  </a:lnTo>
                  <a:lnTo>
                    <a:pt x="58197" y="51155"/>
                  </a:lnTo>
                  <a:lnTo>
                    <a:pt x="58380" y="51407"/>
                  </a:lnTo>
                  <a:lnTo>
                    <a:pt x="58518" y="51683"/>
                  </a:lnTo>
                  <a:lnTo>
                    <a:pt x="58610" y="51935"/>
                  </a:lnTo>
                  <a:lnTo>
                    <a:pt x="58678" y="52187"/>
                  </a:lnTo>
                  <a:lnTo>
                    <a:pt x="58724" y="52440"/>
                  </a:lnTo>
                  <a:lnTo>
                    <a:pt x="58747" y="52692"/>
                  </a:lnTo>
                  <a:lnTo>
                    <a:pt x="58724" y="52944"/>
                  </a:lnTo>
                  <a:lnTo>
                    <a:pt x="58701" y="53174"/>
                  </a:lnTo>
                  <a:lnTo>
                    <a:pt x="58633" y="53403"/>
                  </a:lnTo>
                  <a:lnTo>
                    <a:pt x="58564" y="53609"/>
                  </a:lnTo>
                  <a:lnTo>
                    <a:pt x="58449" y="53816"/>
                  </a:lnTo>
                  <a:lnTo>
                    <a:pt x="58334" y="54022"/>
                  </a:lnTo>
                  <a:lnTo>
                    <a:pt x="58197" y="54206"/>
                  </a:lnTo>
                  <a:lnTo>
                    <a:pt x="58036" y="54366"/>
                  </a:lnTo>
                  <a:lnTo>
                    <a:pt x="57876" y="54527"/>
                  </a:lnTo>
                  <a:lnTo>
                    <a:pt x="57692" y="54688"/>
                  </a:lnTo>
                  <a:lnTo>
                    <a:pt x="57509" y="54802"/>
                  </a:lnTo>
                  <a:lnTo>
                    <a:pt x="57302" y="54917"/>
                  </a:lnTo>
                  <a:lnTo>
                    <a:pt x="57096" y="55009"/>
                  </a:lnTo>
                  <a:lnTo>
                    <a:pt x="56866" y="55101"/>
                  </a:lnTo>
                  <a:lnTo>
                    <a:pt x="56660" y="55146"/>
                  </a:lnTo>
                  <a:lnTo>
                    <a:pt x="56430" y="55192"/>
                  </a:lnTo>
                  <a:lnTo>
                    <a:pt x="56201" y="55215"/>
                  </a:lnTo>
                  <a:lnTo>
                    <a:pt x="55972" y="55215"/>
                  </a:lnTo>
                  <a:lnTo>
                    <a:pt x="55742" y="55169"/>
                  </a:lnTo>
                  <a:lnTo>
                    <a:pt x="55513" y="55123"/>
                  </a:lnTo>
                  <a:lnTo>
                    <a:pt x="55283" y="55055"/>
                  </a:lnTo>
                  <a:lnTo>
                    <a:pt x="55054" y="54963"/>
                  </a:lnTo>
                  <a:lnTo>
                    <a:pt x="54848" y="54825"/>
                  </a:lnTo>
                  <a:lnTo>
                    <a:pt x="54641" y="54665"/>
                  </a:lnTo>
                  <a:lnTo>
                    <a:pt x="54435" y="54504"/>
                  </a:lnTo>
                  <a:lnTo>
                    <a:pt x="54251" y="54275"/>
                  </a:lnTo>
                  <a:lnTo>
                    <a:pt x="54091" y="54045"/>
                  </a:lnTo>
                  <a:lnTo>
                    <a:pt x="53930" y="53770"/>
                  </a:lnTo>
                  <a:lnTo>
                    <a:pt x="53815" y="53518"/>
                  </a:lnTo>
                  <a:lnTo>
                    <a:pt x="53747" y="53242"/>
                  </a:lnTo>
                  <a:lnTo>
                    <a:pt x="53701" y="52990"/>
                  </a:lnTo>
                  <a:lnTo>
                    <a:pt x="53678" y="52738"/>
                  </a:lnTo>
                  <a:lnTo>
                    <a:pt x="53678" y="52485"/>
                  </a:lnTo>
                  <a:lnTo>
                    <a:pt x="53724" y="52256"/>
                  </a:lnTo>
                  <a:lnTo>
                    <a:pt x="53769" y="52027"/>
                  </a:lnTo>
                  <a:lnTo>
                    <a:pt x="53861" y="51797"/>
                  </a:lnTo>
                  <a:lnTo>
                    <a:pt x="53953" y="51591"/>
                  </a:lnTo>
                  <a:lnTo>
                    <a:pt x="54068" y="51384"/>
                  </a:lnTo>
                  <a:lnTo>
                    <a:pt x="54205" y="51201"/>
                  </a:lnTo>
                  <a:lnTo>
                    <a:pt x="54366" y="51017"/>
                  </a:lnTo>
                  <a:lnTo>
                    <a:pt x="54526" y="50857"/>
                  </a:lnTo>
                  <a:lnTo>
                    <a:pt x="54710" y="50719"/>
                  </a:lnTo>
                  <a:lnTo>
                    <a:pt x="54916" y="50582"/>
                  </a:lnTo>
                  <a:lnTo>
                    <a:pt x="55123" y="50467"/>
                  </a:lnTo>
                  <a:lnTo>
                    <a:pt x="55329" y="50375"/>
                  </a:lnTo>
                  <a:lnTo>
                    <a:pt x="55559" y="50283"/>
                  </a:lnTo>
                  <a:lnTo>
                    <a:pt x="55788" y="50237"/>
                  </a:lnTo>
                  <a:lnTo>
                    <a:pt x="56018" y="50192"/>
                  </a:lnTo>
                  <a:lnTo>
                    <a:pt x="56247" y="50169"/>
                  </a:lnTo>
                  <a:close/>
                  <a:moveTo>
                    <a:pt x="60582" y="45673"/>
                  </a:moveTo>
                  <a:lnTo>
                    <a:pt x="62601" y="49182"/>
                  </a:lnTo>
                  <a:lnTo>
                    <a:pt x="64620" y="52692"/>
                  </a:lnTo>
                  <a:lnTo>
                    <a:pt x="62624" y="56179"/>
                  </a:lnTo>
                  <a:lnTo>
                    <a:pt x="59091" y="56179"/>
                  </a:lnTo>
                  <a:lnTo>
                    <a:pt x="61110" y="52669"/>
                  </a:lnTo>
                  <a:lnTo>
                    <a:pt x="58793" y="48792"/>
                  </a:lnTo>
                  <a:lnTo>
                    <a:pt x="60582" y="45673"/>
                  </a:lnTo>
                  <a:close/>
                  <a:moveTo>
                    <a:pt x="74415" y="45237"/>
                  </a:moveTo>
                  <a:lnTo>
                    <a:pt x="68106" y="56179"/>
                  </a:lnTo>
                  <a:lnTo>
                    <a:pt x="64574" y="56179"/>
                  </a:lnTo>
                  <a:lnTo>
                    <a:pt x="70882" y="45237"/>
                  </a:lnTo>
                  <a:close/>
                  <a:moveTo>
                    <a:pt x="76158" y="53220"/>
                  </a:moveTo>
                  <a:lnTo>
                    <a:pt x="77924" y="56270"/>
                  </a:lnTo>
                  <a:lnTo>
                    <a:pt x="74392" y="56270"/>
                  </a:lnTo>
                  <a:lnTo>
                    <a:pt x="72625" y="53220"/>
                  </a:lnTo>
                  <a:close/>
                  <a:moveTo>
                    <a:pt x="147797" y="51660"/>
                  </a:moveTo>
                  <a:lnTo>
                    <a:pt x="148027" y="51683"/>
                  </a:lnTo>
                  <a:lnTo>
                    <a:pt x="148256" y="51706"/>
                  </a:lnTo>
                  <a:lnTo>
                    <a:pt x="148485" y="51751"/>
                  </a:lnTo>
                  <a:lnTo>
                    <a:pt x="148715" y="51843"/>
                  </a:lnTo>
                  <a:lnTo>
                    <a:pt x="148944" y="51935"/>
                  </a:lnTo>
                  <a:lnTo>
                    <a:pt x="149151" y="52073"/>
                  </a:lnTo>
                  <a:lnTo>
                    <a:pt x="149357" y="52233"/>
                  </a:lnTo>
                  <a:lnTo>
                    <a:pt x="149564" y="52440"/>
                  </a:lnTo>
                  <a:lnTo>
                    <a:pt x="149747" y="52646"/>
                  </a:lnTo>
                  <a:lnTo>
                    <a:pt x="149931" y="52898"/>
                  </a:lnTo>
                  <a:lnTo>
                    <a:pt x="150068" y="53174"/>
                  </a:lnTo>
                  <a:lnTo>
                    <a:pt x="150160" y="53426"/>
                  </a:lnTo>
                  <a:lnTo>
                    <a:pt x="150229" y="53678"/>
                  </a:lnTo>
                  <a:lnTo>
                    <a:pt x="150275" y="53931"/>
                  </a:lnTo>
                  <a:lnTo>
                    <a:pt x="150298" y="54183"/>
                  </a:lnTo>
                  <a:lnTo>
                    <a:pt x="150275" y="54435"/>
                  </a:lnTo>
                  <a:lnTo>
                    <a:pt x="150252" y="54665"/>
                  </a:lnTo>
                  <a:lnTo>
                    <a:pt x="150183" y="54894"/>
                  </a:lnTo>
                  <a:lnTo>
                    <a:pt x="150114" y="55101"/>
                  </a:lnTo>
                  <a:lnTo>
                    <a:pt x="149999" y="55307"/>
                  </a:lnTo>
                  <a:lnTo>
                    <a:pt x="149885" y="55513"/>
                  </a:lnTo>
                  <a:lnTo>
                    <a:pt x="149747" y="55697"/>
                  </a:lnTo>
                  <a:lnTo>
                    <a:pt x="149586" y="55858"/>
                  </a:lnTo>
                  <a:lnTo>
                    <a:pt x="149426" y="56018"/>
                  </a:lnTo>
                  <a:lnTo>
                    <a:pt x="149242" y="56179"/>
                  </a:lnTo>
                  <a:lnTo>
                    <a:pt x="149059" y="56293"/>
                  </a:lnTo>
                  <a:lnTo>
                    <a:pt x="148852" y="56408"/>
                  </a:lnTo>
                  <a:lnTo>
                    <a:pt x="148646" y="56500"/>
                  </a:lnTo>
                  <a:lnTo>
                    <a:pt x="148417" y="56592"/>
                  </a:lnTo>
                  <a:lnTo>
                    <a:pt x="148210" y="56637"/>
                  </a:lnTo>
                  <a:lnTo>
                    <a:pt x="147981" y="56683"/>
                  </a:lnTo>
                  <a:lnTo>
                    <a:pt x="147751" y="56706"/>
                  </a:lnTo>
                  <a:lnTo>
                    <a:pt x="147522" y="56683"/>
                  </a:lnTo>
                  <a:lnTo>
                    <a:pt x="147293" y="56660"/>
                  </a:lnTo>
                  <a:lnTo>
                    <a:pt x="147063" y="56615"/>
                  </a:lnTo>
                  <a:lnTo>
                    <a:pt x="146834" y="56546"/>
                  </a:lnTo>
                  <a:lnTo>
                    <a:pt x="146604" y="56454"/>
                  </a:lnTo>
                  <a:lnTo>
                    <a:pt x="146398" y="56316"/>
                  </a:lnTo>
                  <a:lnTo>
                    <a:pt x="146191" y="56156"/>
                  </a:lnTo>
                  <a:lnTo>
                    <a:pt x="145985" y="55972"/>
                  </a:lnTo>
                  <a:lnTo>
                    <a:pt x="145802" y="55766"/>
                  </a:lnTo>
                  <a:lnTo>
                    <a:pt x="145641" y="55536"/>
                  </a:lnTo>
                  <a:lnTo>
                    <a:pt x="145480" y="55261"/>
                  </a:lnTo>
                  <a:lnTo>
                    <a:pt x="145366" y="55009"/>
                  </a:lnTo>
                  <a:lnTo>
                    <a:pt x="145297" y="54734"/>
                  </a:lnTo>
                  <a:lnTo>
                    <a:pt x="145251" y="54481"/>
                  </a:lnTo>
                  <a:lnTo>
                    <a:pt x="145228" y="54229"/>
                  </a:lnTo>
                  <a:lnTo>
                    <a:pt x="145228" y="53977"/>
                  </a:lnTo>
                  <a:lnTo>
                    <a:pt x="145274" y="53747"/>
                  </a:lnTo>
                  <a:lnTo>
                    <a:pt x="145320" y="53518"/>
                  </a:lnTo>
                  <a:lnTo>
                    <a:pt x="145412" y="53288"/>
                  </a:lnTo>
                  <a:lnTo>
                    <a:pt x="145503" y="53082"/>
                  </a:lnTo>
                  <a:lnTo>
                    <a:pt x="145618" y="52875"/>
                  </a:lnTo>
                  <a:lnTo>
                    <a:pt x="145756" y="52692"/>
                  </a:lnTo>
                  <a:lnTo>
                    <a:pt x="145916" y="52508"/>
                  </a:lnTo>
                  <a:lnTo>
                    <a:pt x="146077" y="52348"/>
                  </a:lnTo>
                  <a:lnTo>
                    <a:pt x="146260" y="52210"/>
                  </a:lnTo>
                  <a:lnTo>
                    <a:pt x="146467" y="52073"/>
                  </a:lnTo>
                  <a:lnTo>
                    <a:pt x="146673" y="51958"/>
                  </a:lnTo>
                  <a:lnTo>
                    <a:pt x="146880" y="51866"/>
                  </a:lnTo>
                  <a:lnTo>
                    <a:pt x="147109" y="51774"/>
                  </a:lnTo>
                  <a:lnTo>
                    <a:pt x="147338" y="51728"/>
                  </a:lnTo>
                  <a:lnTo>
                    <a:pt x="147568" y="51683"/>
                  </a:lnTo>
                  <a:lnTo>
                    <a:pt x="147797" y="51660"/>
                  </a:lnTo>
                  <a:close/>
                  <a:moveTo>
                    <a:pt x="167892" y="54412"/>
                  </a:moveTo>
                  <a:lnTo>
                    <a:pt x="169658" y="57486"/>
                  </a:lnTo>
                  <a:lnTo>
                    <a:pt x="166126" y="57486"/>
                  </a:lnTo>
                  <a:lnTo>
                    <a:pt x="164359" y="54435"/>
                  </a:lnTo>
                  <a:lnTo>
                    <a:pt x="167892" y="54412"/>
                  </a:lnTo>
                  <a:close/>
                  <a:moveTo>
                    <a:pt x="152087" y="47072"/>
                  </a:moveTo>
                  <a:lnTo>
                    <a:pt x="154083" y="50582"/>
                  </a:lnTo>
                  <a:lnTo>
                    <a:pt x="156124" y="54091"/>
                  </a:lnTo>
                  <a:lnTo>
                    <a:pt x="154106" y="57578"/>
                  </a:lnTo>
                  <a:lnTo>
                    <a:pt x="150573" y="57601"/>
                  </a:lnTo>
                  <a:lnTo>
                    <a:pt x="152592" y="54091"/>
                  </a:lnTo>
                  <a:lnTo>
                    <a:pt x="150298" y="50192"/>
                  </a:lnTo>
                  <a:lnTo>
                    <a:pt x="152087" y="47072"/>
                  </a:lnTo>
                  <a:close/>
                  <a:moveTo>
                    <a:pt x="165919" y="46636"/>
                  </a:moveTo>
                  <a:lnTo>
                    <a:pt x="159588" y="57578"/>
                  </a:lnTo>
                  <a:lnTo>
                    <a:pt x="156078" y="57601"/>
                  </a:lnTo>
                  <a:lnTo>
                    <a:pt x="162387" y="46636"/>
                  </a:lnTo>
                  <a:close/>
                  <a:moveTo>
                    <a:pt x="19521" y="54917"/>
                  </a:moveTo>
                  <a:lnTo>
                    <a:pt x="21288" y="57968"/>
                  </a:lnTo>
                  <a:lnTo>
                    <a:pt x="17755" y="57968"/>
                  </a:lnTo>
                  <a:lnTo>
                    <a:pt x="15989" y="54917"/>
                  </a:lnTo>
                  <a:close/>
                  <a:moveTo>
                    <a:pt x="3716" y="47576"/>
                  </a:moveTo>
                  <a:lnTo>
                    <a:pt x="5712" y="51063"/>
                  </a:lnTo>
                  <a:lnTo>
                    <a:pt x="7753" y="54596"/>
                  </a:lnTo>
                  <a:lnTo>
                    <a:pt x="5735" y="58083"/>
                  </a:lnTo>
                  <a:lnTo>
                    <a:pt x="2202" y="58083"/>
                  </a:lnTo>
                  <a:lnTo>
                    <a:pt x="4221" y="54573"/>
                  </a:lnTo>
                  <a:lnTo>
                    <a:pt x="1927" y="50673"/>
                  </a:lnTo>
                  <a:lnTo>
                    <a:pt x="3716" y="47576"/>
                  </a:lnTo>
                  <a:close/>
                  <a:moveTo>
                    <a:pt x="17526" y="47118"/>
                  </a:moveTo>
                  <a:lnTo>
                    <a:pt x="11217" y="58083"/>
                  </a:lnTo>
                  <a:lnTo>
                    <a:pt x="7685" y="58083"/>
                  </a:lnTo>
                  <a:lnTo>
                    <a:pt x="14016" y="47118"/>
                  </a:lnTo>
                  <a:close/>
                  <a:moveTo>
                    <a:pt x="90449" y="53265"/>
                  </a:moveTo>
                  <a:lnTo>
                    <a:pt x="90679" y="53288"/>
                  </a:lnTo>
                  <a:lnTo>
                    <a:pt x="90908" y="53357"/>
                  </a:lnTo>
                  <a:lnTo>
                    <a:pt x="91137" y="53426"/>
                  </a:lnTo>
                  <a:lnTo>
                    <a:pt x="91367" y="53541"/>
                  </a:lnTo>
                  <a:lnTo>
                    <a:pt x="91573" y="53655"/>
                  </a:lnTo>
                  <a:lnTo>
                    <a:pt x="91780" y="53816"/>
                  </a:lnTo>
                  <a:lnTo>
                    <a:pt x="91986" y="54022"/>
                  </a:lnTo>
                  <a:lnTo>
                    <a:pt x="92170" y="54229"/>
                  </a:lnTo>
                  <a:lnTo>
                    <a:pt x="92330" y="54481"/>
                  </a:lnTo>
                  <a:lnTo>
                    <a:pt x="92468" y="54756"/>
                  </a:lnTo>
                  <a:lnTo>
                    <a:pt x="92583" y="55009"/>
                  </a:lnTo>
                  <a:lnTo>
                    <a:pt x="92651" y="55284"/>
                  </a:lnTo>
                  <a:lnTo>
                    <a:pt x="92697" y="55536"/>
                  </a:lnTo>
                  <a:lnTo>
                    <a:pt x="92697" y="55766"/>
                  </a:lnTo>
                  <a:lnTo>
                    <a:pt x="92697" y="56018"/>
                  </a:lnTo>
                  <a:lnTo>
                    <a:pt x="92651" y="56247"/>
                  </a:lnTo>
                  <a:lnTo>
                    <a:pt x="92606" y="56477"/>
                  </a:lnTo>
                  <a:lnTo>
                    <a:pt x="92514" y="56683"/>
                  </a:lnTo>
                  <a:lnTo>
                    <a:pt x="92422" y="56913"/>
                  </a:lnTo>
                  <a:lnTo>
                    <a:pt x="92307" y="57096"/>
                  </a:lnTo>
                  <a:lnTo>
                    <a:pt x="92170" y="57280"/>
                  </a:lnTo>
                  <a:lnTo>
                    <a:pt x="92009" y="57463"/>
                  </a:lnTo>
                  <a:lnTo>
                    <a:pt x="91849" y="57624"/>
                  </a:lnTo>
                  <a:lnTo>
                    <a:pt x="91665" y="57761"/>
                  </a:lnTo>
                  <a:lnTo>
                    <a:pt x="91459" y="57876"/>
                  </a:lnTo>
                  <a:lnTo>
                    <a:pt x="91275" y="57991"/>
                  </a:lnTo>
                  <a:lnTo>
                    <a:pt x="91046" y="58106"/>
                  </a:lnTo>
                  <a:lnTo>
                    <a:pt x="90839" y="58174"/>
                  </a:lnTo>
                  <a:lnTo>
                    <a:pt x="90610" y="58220"/>
                  </a:lnTo>
                  <a:lnTo>
                    <a:pt x="90380" y="58266"/>
                  </a:lnTo>
                  <a:lnTo>
                    <a:pt x="90151" y="58289"/>
                  </a:lnTo>
                  <a:lnTo>
                    <a:pt x="89922" y="58289"/>
                  </a:lnTo>
                  <a:lnTo>
                    <a:pt x="89692" y="58266"/>
                  </a:lnTo>
                  <a:lnTo>
                    <a:pt x="89463" y="58197"/>
                  </a:lnTo>
                  <a:lnTo>
                    <a:pt x="89233" y="58129"/>
                  </a:lnTo>
                  <a:lnTo>
                    <a:pt x="89027" y="58037"/>
                  </a:lnTo>
                  <a:lnTo>
                    <a:pt x="88798" y="57899"/>
                  </a:lnTo>
                  <a:lnTo>
                    <a:pt x="88591" y="57761"/>
                  </a:lnTo>
                  <a:lnTo>
                    <a:pt x="88408" y="57578"/>
                  </a:lnTo>
                  <a:lnTo>
                    <a:pt x="88224" y="57372"/>
                  </a:lnTo>
                  <a:lnTo>
                    <a:pt x="88041" y="57119"/>
                  </a:lnTo>
                  <a:lnTo>
                    <a:pt x="87903" y="56844"/>
                  </a:lnTo>
                  <a:lnTo>
                    <a:pt x="87788" y="56592"/>
                  </a:lnTo>
                  <a:lnTo>
                    <a:pt x="87697" y="56316"/>
                  </a:lnTo>
                  <a:lnTo>
                    <a:pt x="87651" y="56064"/>
                  </a:lnTo>
                  <a:lnTo>
                    <a:pt x="87628" y="55812"/>
                  </a:lnTo>
                  <a:lnTo>
                    <a:pt x="87651" y="55559"/>
                  </a:lnTo>
                  <a:lnTo>
                    <a:pt x="87674" y="55330"/>
                  </a:lnTo>
                  <a:lnTo>
                    <a:pt x="87742" y="55101"/>
                  </a:lnTo>
                  <a:lnTo>
                    <a:pt x="87811" y="54871"/>
                  </a:lnTo>
                  <a:lnTo>
                    <a:pt x="87903" y="54665"/>
                  </a:lnTo>
                  <a:lnTo>
                    <a:pt x="88041" y="54458"/>
                  </a:lnTo>
                  <a:lnTo>
                    <a:pt x="88178" y="54275"/>
                  </a:lnTo>
                  <a:lnTo>
                    <a:pt x="88339" y="54091"/>
                  </a:lnTo>
                  <a:lnTo>
                    <a:pt x="88499" y="53931"/>
                  </a:lnTo>
                  <a:lnTo>
                    <a:pt x="88683" y="53793"/>
                  </a:lnTo>
                  <a:lnTo>
                    <a:pt x="88866" y="53655"/>
                  </a:lnTo>
                  <a:lnTo>
                    <a:pt x="89073" y="53541"/>
                  </a:lnTo>
                  <a:lnTo>
                    <a:pt x="89302" y="53449"/>
                  </a:lnTo>
                  <a:lnTo>
                    <a:pt x="89509" y="53357"/>
                  </a:lnTo>
                  <a:lnTo>
                    <a:pt x="89738" y="53311"/>
                  </a:lnTo>
                  <a:lnTo>
                    <a:pt x="89968" y="53265"/>
                  </a:lnTo>
                  <a:close/>
                  <a:moveTo>
                    <a:pt x="94487" y="48655"/>
                  </a:moveTo>
                  <a:lnTo>
                    <a:pt x="96505" y="52164"/>
                  </a:lnTo>
                  <a:lnTo>
                    <a:pt x="98524" y="55674"/>
                  </a:lnTo>
                  <a:lnTo>
                    <a:pt x="96528" y="59184"/>
                  </a:lnTo>
                  <a:lnTo>
                    <a:pt x="92995" y="59184"/>
                  </a:lnTo>
                  <a:lnTo>
                    <a:pt x="95014" y="55674"/>
                  </a:lnTo>
                  <a:lnTo>
                    <a:pt x="92697" y="51774"/>
                  </a:lnTo>
                  <a:lnTo>
                    <a:pt x="94487" y="48655"/>
                  </a:lnTo>
                  <a:close/>
                  <a:moveTo>
                    <a:pt x="108319" y="48219"/>
                  </a:moveTo>
                  <a:lnTo>
                    <a:pt x="101988" y="59161"/>
                  </a:lnTo>
                  <a:lnTo>
                    <a:pt x="98478" y="59184"/>
                  </a:lnTo>
                  <a:lnTo>
                    <a:pt x="104786" y="48219"/>
                  </a:lnTo>
                  <a:close/>
                  <a:moveTo>
                    <a:pt x="110154" y="56179"/>
                  </a:moveTo>
                  <a:lnTo>
                    <a:pt x="111943" y="59253"/>
                  </a:lnTo>
                  <a:lnTo>
                    <a:pt x="108411" y="59253"/>
                  </a:lnTo>
                  <a:lnTo>
                    <a:pt x="106621" y="56202"/>
                  </a:lnTo>
                  <a:lnTo>
                    <a:pt x="110154" y="56179"/>
                  </a:lnTo>
                  <a:close/>
                  <a:moveTo>
                    <a:pt x="33377" y="54825"/>
                  </a:moveTo>
                  <a:lnTo>
                    <a:pt x="33606" y="54848"/>
                  </a:lnTo>
                  <a:lnTo>
                    <a:pt x="33835" y="54917"/>
                  </a:lnTo>
                  <a:lnTo>
                    <a:pt x="34065" y="54986"/>
                  </a:lnTo>
                  <a:lnTo>
                    <a:pt x="34294" y="55101"/>
                  </a:lnTo>
                  <a:lnTo>
                    <a:pt x="34501" y="55238"/>
                  </a:lnTo>
                  <a:lnTo>
                    <a:pt x="34707" y="55399"/>
                  </a:lnTo>
                  <a:lnTo>
                    <a:pt x="34913" y="55582"/>
                  </a:lnTo>
                  <a:lnTo>
                    <a:pt x="35097" y="55812"/>
                  </a:lnTo>
                  <a:lnTo>
                    <a:pt x="35258" y="56064"/>
                  </a:lnTo>
                  <a:lnTo>
                    <a:pt x="35395" y="56316"/>
                  </a:lnTo>
                  <a:lnTo>
                    <a:pt x="35510" y="56592"/>
                  </a:lnTo>
                  <a:lnTo>
                    <a:pt x="35579" y="56844"/>
                  </a:lnTo>
                  <a:lnTo>
                    <a:pt x="35625" y="57096"/>
                  </a:lnTo>
                  <a:lnTo>
                    <a:pt x="35625" y="57349"/>
                  </a:lnTo>
                  <a:lnTo>
                    <a:pt x="35625" y="57578"/>
                  </a:lnTo>
                  <a:lnTo>
                    <a:pt x="35579" y="57807"/>
                  </a:lnTo>
                  <a:lnTo>
                    <a:pt x="35533" y="58037"/>
                  </a:lnTo>
                  <a:lnTo>
                    <a:pt x="35441" y="58266"/>
                  </a:lnTo>
                  <a:lnTo>
                    <a:pt x="35349" y="58473"/>
                  </a:lnTo>
                  <a:lnTo>
                    <a:pt x="35235" y="58656"/>
                  </a:lnTo>
                  <a:lnTo>
                    <a:pt x="35097" y="58840"/>
                  </a:lnTo>
                  <a:lnTo>
                    <a:pt x="34936" y="59023"/>
                  </a:lnTo>
                  <a:lnTo>
                    <a:pt x="34776" y="59184"/>
                  </a:lnTo>
                  <a:lnTo>
                    <a:pt x="34592" y="59321"/>
                  </a:lnTo>
                  <a:lnTo>
                    <a:pt x="34386" y="59459"/>
                  </a:lnTo>
                  <a:lnTo>
                    <a:pt x="34202" y="59574"/>
                  </a:lnTo>
                  <a:lnTo>
                    <a:pt x="33973" y="59665"/>
                  </a:lnTo>
                  <a:lnTo>
                    <a:pt x="33766" y="59734"/>
                  </a:lnTo>
                  <a:lnTo>
                    <a:pt x="33537" y="59803"/>
                  </a:lnTo>
                  <a:lnTo>
                    <a:pt x="33308" y="59826"/>
                  </a:lnTo>
                  <a:lnTo>
                    <a:pt x="33078" y="59849"/>
                  </a:lnTo>
                  <a:lnTo>
                    <a:pt x="32849" y="59849"/>
                  </a:lnTo>
                  <a:lnTo>
                    <a:pt x="32620" y="59826"/>
                  </a:lnTo>
                  <a:lnTo>
                    <a:pt x="32390" y="59780"/>
                  </a:lnTo>
                  <a:lnTo>
                    <a:pt x="32184" y="59688"/>
                  </a:lnTo>
                  <a:lnTo>
                    <a:pt x="31954" y="59597"/>
                  </a:lnTo>
                  <a:lnTo>
                    <a:pt x="31748" y="59482"/>
                  </a:lnTo>
                  <a:lnTo>
                    <a:pt x="31541" y="59321"/>
                  </a:lnTo>
                  <a:lnTo>
                    <a:pt x="31335" y="59138"/>
                  </a:lnTo>
                  <a:lnTo>
                    <a:pt x="31151" y="58931"/>
                  </a:lnTo>
                  <a:lnTo>
                    <a:pt x="30968" y="58679"/>
                  </a:lnTo>
                  <a:lnTo>
                    <a:pt x="30830" y="58427"/>
                  </a:lnTo>
                  <a:lnTo>
                    <a:pt x="30716" y="58151"/>
                  </a:lnTo>
                  <a:lnTo>
                    <a:pt x="30647" y="57899"/>
                  </a:lnTo>
                  <a:lnTo>
                    <a:pt x="30578" y="57624"/>
                  </a:lnTo>
                  <a:lnTo>
                    <a:pt x="30555" y="57372"/>
                  </a:lnTo>
                  <a:lnTo>
                    <a:pt x="30578" y="57142"/>
                  </a:lnTo>
                  <a:lnTo>
                    <a:pt x="30601" y="56890"/>
                  </a:lnTo>
                  <a:lnTo>
                    <a:pt x="30670" y="56660"/>
                  </a:lnTo>
                  <a:lnTo>
                    <a:pt x="30739" y="56431"/>
                  </a:lnTo>
                  <a:lnTo>
                    <a:pt x="30853" y="56225"/>
                  </a:lnTo>
                  <a:lnTo>
                    <a:pt x="30968" y="56018"/>
                  </a:lnTo>
                  <a:lnTo>
                    <a:pt x="31106" y="55835"/>
                  </a:lnTo>
                  <a:lnTo>
                    <a:pt x="31266" y="55674"/>
                  </a:lnTo>
                  <a:lnTo>
                    <a:pt x="31427" y="55491"/>
                  </a:lnTo>
                  <a:lnTo>
                    <a:pt x="31610" y="55353"/>
                  </a:lnTo>
                  <a:lnTo>
                    <a:pt x="31817" y="55215"/>
                  </a:lnTo>
                  <a:lnTo>
                    <a:pt x="32000" y="55101"/>
                  </a:lnTo>
                  <a:lnTo>
                    <a:pt x="32230" y="55009"/>
                  </a:lnTo>
                  <a:lnTo>
                    <a:pt x="32436" y="54940"/>
                  </a:lnTo>
                  <a:lnTo>
                    <a:pt x="32665" y="54871"/>
                  </a:lnTo>
                  <a:lnTo>
                    <a:pt x="32895" y="54848"/>
                  </a:lnTo>
                  <a:lnTo>
                    <a:pt x="33147" y="54825"/>
                  </a:lnTo>
                  <a:close/>
                  <a:moveTo>
                    <a:pt x="53517" y="57830"/>
                  </a:moveTo>
                  <a:lnTo>
                    <a:pt x="55306" y="60881"/>
                  </a:lnTo>
                  <a:lnTo>
                    <a:pt x="51774" y="60881"/>
                  </a:lnTo>
                  <a:lnTo>
                    <a:pt x="49985" y="57830"/>
                  </a:lnTo>
                  <a:close/>
                  <a:moveTo>
                    <a:pt x="37712" y="50490"/>
                  </a:moveTo>
                  <a:lnTo>
                    <a:pt x="39708" y="53977"/>
                  </a:lnTo>
                  <a:lnTo>
                    <a:pt x="41749" y="57486"/>
                  </a:lnTo>
                  <a:lnTo>
                    <a:pt x="39731" y="60996"/>
                  </a:lnTo>
                  <a:lnTo>
                    <a:pt x="36198" y="60996"/>
                  </a:lnTo>
                  <a:lnTo>
                    <a:pt x="38240" y="57486"/>
                  </a:lnTo>
                  <a:lnTo>
                    <a:pt x="35923" y="53587"/>
                  </a:lnTo>
                  <a:lnTo>
                    <a:pt x="37712" y="50490"/>
                  </a:lnTo>
                  <a:close/>
                  <a:moveTo>
                    <a:pt x="51544" y="50031"/>
                  </a:moveTo>
                  <a:lnTo>
                    <a:pt x="45213" y="60996"/>
                  </a:lnTo>
                  <a:lnTo>
                    <a:pt x="41703" y="60996"/>
                  </a:lnTo>
                  <a:lnTo>
                    <a:pt x="48012" y="50031"/>
                  </a:lnTo>
                  <a:close/>
                  <a:moveTo>
                    <a:pt x="124927" y="56316"/>
                  </a:moveTo>
                  <a:lnTo>
                    <a:pt x="125156" y="56339"/>
                  </a:lnTo>
                  <a:lnTo>
                    <a:pt x="125386" y="56408"/>
                  </a:lnTo>
                  <a:lnTo>
                    <a:pt x="125615" y="56477"/>
                  </a:lnTo>
                  <a:lnTo>
                    <a:pt x="125844" y="56592"/>
                  </a:lnTo>
                  <a:lnTo>
                    <a:pt x="126051" y="56729"/>
                  </a:lnTo>
                  <a:lnTo>
                    <a:pt x="126257" y="56890"/>
                  </a:lnTo>
                  <a:lnTo>
                    <a:pt x="126464" y="57073"/>
                  </a:lnTo>
                  <a:lnTo>
                    <a:pt x="126647" y="57303"/>
                  </a:lnTo>
                  <a:lnTo>
                    <a:pt x="126808" y="57555"/>
                  </a:lnTo>
                  <a:lnTo>
                    <a:pt x="126946" y="57807"/>
                  </a:lnTo>
                  <a:lnTo>
                    <a:pt x="127060" y="58060"/>
                  </a:lnTo>
                  <a:lnTo>
                    <a:pt x="127129" y="58335"/>
                  </a:lnTo>
                  <a:lnTo>
                    <a:pt x="127175" y="58587"/>
                  </a:lnTo>
                  <a:lnTo>
                    <a:pt x="127175" y="58840"/>
                  </a:lnTo>
                  <a:lnTo>
                    <a:pt x="127175" y="59069"/>
                  </a:lnTo>
                  <a:lnTo>
                    <a:pt x="127129" y="59298"/>
                  </a:lnTo>
                  <a:lnTo>
                    <a:pt x="127083" y="59528"/>
                  </a:lnTo>
                  <a:lnTo>
                    <a:pt x="126991" y="59757"/>
                  </a:lnTo>
                  <a:lnTo>
                    <a:pt x="126900" y="59964"/>
                  </a:lnTo>
                  <a:lnTo>
                    <a:pt x="126785" y="60147"/>
                  </a:lnTo>
                  <a:lnTo>
                    <a:pt x="126647" y="60331"/>
                  </a:lnTo>
                  <a:lnTo>
                    <a:pt x="126487" y="60514"/>
                  </a:lnTo>
                  <a:lnTo>
                    <a:pt x="126326" y="60675"/>
                  </a:lnTo>
                  <a:lnTo>
                    <a:pt x="126143" y="60812"/>
                  </a:lnTo>
                  <a:lnTo>
                    <a:pt x="125936" y="60950"/>
                  </a:lnTo>
                  <a:lnTo>
                    <a:pt x="125753" y="61065"/>
                  </a:lnTo>
                  <a:lnTo>
                    <a:pt x="125546" y="61156"/>
                  </a:lnTo>
                  <a:lnTo>
                    <a:pt x="125317" y="61225"/>
                  </a:lnTo>
                  <a:lnTo>
                    <a:pt x="125087" y="61294"/>
                  </a:lnTo>
                  <a:lnTo>
                    <a:pt x="124858" y="61317"/>
                  </a:lnTo>
                  <a:lnTo>
                    <a:pt x="124629" y="61340"/>
                  </a:lnTo>
                  <a:lnTo>
                    <a:pt x="124399" y="61340"/>
                  </a:lnTo>
                  <a:lnTo>
                    <a:pt x="124170" y="61317"/>
                  </a:lnTo>
                  <a:lnTo>
                    <a:pt x="123940" y="61271"/>
                  </a:lnTo>
                  <a:lnTo>
                    <a:pt x="123734" y="61179"/>
                  </a:lnTo>
                  <a:lnTo>
                    <a:pt x="123505" y="61088"/>
                  </a:lnTo>
                  <a:lnTo>
                    <a:pt x="123298" y="60973"/>
                  </a:lnTo>
                  <a:lnTo>
                    <a:pt x="123092" y="60812"/>
                  </a:lnTo>
                  <a:lnTo>
                    <a:pt x="122885" y="60629"/>
                  </a:lnTo>
                  <a:lnTo>
                    <a:pt x="122702" y="60422"/>
                  </a:lnTo>
                  <a:lnTo>
                    <a:pt x="122518" y="60170"/>
                  </a:lnTo>
                  <a:lnTo>
                    <a:pt x="122381" y="59918"/>
                  </a:lnTo>
                  <a:lnTo>
                    <a:pt x="122266" y="59643"/>
                  </a:lnTo>
                  <a:lnTo>
                    <a:pt x="122197" y="59390"/>
                  </a:lnTo>
                  <a:lnTo>
                    <a:pt x="122128" y="59115"/>
                  </a:lnTo>
                  <a:lnTo>
                    <a:pt x="122128" y="58863"/>
                  </a:lnTo>
                  <a:lnTo>
                    <a:pt x="122128" y="58633"/>
                  </a:lnTo>
                  <a:lnTo>
                    <a:pt x="122151" y="58381"/>
                  </a:lnTo>
                  <a:lnTo>
                    <a:pt x="122220" y="58151"/>
                  </a:lnTo>
                  <a:lnTo>
                    <a:pt x="122289" y="57922"/>
                  </a:lnTo>
                  <a:lnTo>
                    <a:pt x="122404" y="57716"/>
                  </a:lnTo>
                  <a:lnTo>
                    <a:pt x="122518" y="57509"/>
                  </a:lnTo>
                  <a:lnTo>
                    <a:pt x="122656" y="57326"/>
                  </a:lnTo>
                  <a:lnTo>
                    <a:pt x="122816" y="57142"/>
                  </a:lnTo>
                  <a:lnTo>
                    <a:pt x="122977" y="56982"/>
                  </a:lnTo>
                  <a:lnTo>
                    <a:pt x="123161" y="56844"/>
                  </a:lnTo>
                  <a:lnTo>
                    <a:pt x="123367" y="56706"/>
                  </a:lnTo>
                  <a:lnTo>
                    <a:pt x="123550" y="56592"/>
                  </a:lnTo>
                  <a:lnTo>
                    <a:pt x="123780" y="56500"/>
                  </a:lnTo>
                  <a:lnTo>
                    <a:pt x="123986" y="56431"/>
                  </a:lnTo>
                  <a:lnTo>
                    <a:pt x="124216" y="56362"/>
                  </a:lnTo>
                  <a:lnTo>
                    <a:pt x="124445" y="56316"/>
                  </a:lnTo>
                  <a:close/>
                  <a:moveTo>
                    <a:pt x="144792" y="59069"/>
                  </a:moveTo>
                  <a:lnTo>
                    <a:pt x="146559" y="62120"/>
                  </a:lnTo>
                  <a:lnTo>
                    <a:pt x="143026" y="62120"/>
                  </a:lnTo>
                  <a:lnTo>
                    <a:pt x="141260" y="59069"/>
                  </a:lnTo>
                  <a:close/>
                  <a:moveTo>
                    <a:pt x="128987" y="51728"/>
                  </a:moveTo>
                  <a:lnTo>
                    <a:pt x="130983" y="55215"/>
                  </a:lnTo>
                  <a:lnTo>
                    <a:pt x="133001" y="58725"/>
                  </a:lnTo>
                  <a:lnTo>
                    <a:pt x="131006" y="62235"/>
                  </a:lnTo>
                  <a:lnTo>
                    <a:pt x="127473" y="62235"/>
                  </a:lnTo>
                  <a:lnTo>
                    <a:pt x="129492" y="58725"/>
                  </a:lnTo>
                  <a:lnTo>
                    <a:pt x="127175" y="54825"/>
                  </a:lnTo>
                  <a:lnTo>
                    <a:pt x="128987" y="51728"/>
                  </a:lnTo>
                  <a:close/>
                  <a:moveTo>
                    <a:pt x="142796" y="51270"/>
                  </a:moveTo>
                  <a:lnTo>
                    <a:pt x="136488" y="62235"/>
                  </a:lnTo>
                  <a:lnTo>
                    <a:pt x="132956" y="62235"/>
                  </a:lnTo>
                  <a:lnTo>
                    <a:pt x="139287" y="51270"/>
                  </a:lnTo>
                  <a:close/>
                  <a:moveTo>
                    <a:pt x="67166" y="58014"/>
                  </a:moveTo>
                  <a:lnTo>
                    <a:pt x="67418" y="58060"/>
                  </a:lnTo>
                  <a:lnTo>
                    <a:pt x="67648" y="58106"/>
                  </a:lnTo>
                  <a:lnTo>
                    <a:pt x="67877" y="58197"/>
                  </a:lnTo>
                  <a:lnTo>
                    <a:pt x="68084" y="58289"/>
                  </a:lnTo>
                  <a:lnTo>
                    <a:pt x="68313" y="58427"/>
                  </a:lnTo>
                  <a:lnTo>
                    <a:pt x="68519" y="58587"/>
                  </a:lnTo>
                  <a:lnTo>
                    <a:pt x="68703" y="58771"/>
                  </a:lnTo>
                  <a:lnTo>
                    <a:pt x="68886" y="59000"/>
                  </a:lnTo>
                  <a:lnTo>
                    <a:pt x="69070" y="59253"/>
                  </a:lnTo>
                  <a:lnTo>
                    <a:pt x="69208" y="59505"/>
                  </a:lnTo>
                  <a:lnTo>
                    <a:pt x="69299" y="59780"/>
                  </a:lnTo>
                  <a:lnTo>
                    <a:pt x="69368" y="60032"/>
                  </a:lnTo>
                  <a:lnTo>
                    <a:pt x="69414" y="60285"/>
                  </a:lnTo>
                  <a:lnTo>
                    <a:pt x="69437" y="60537"/>
                  </a:lnTo>
                  <a:lnTo>
                    <a:pt x="69437" y="60767"/>
                  </a:lnTo>
                  <a:lnTo>
                    <a:pt x="69391" y="61019"/>
                  </a:lnTo>
                  <a:lnTo>
                    <a:pt x="69322" y="61248"/>
                  </a:lnTo>
                  <a:lnTo>
                    <a:pt x="69253" y="61455"/>
                  </a:lnTo>
                  <a:lnTo>
                    <a:pt x="69162" y="61661"/>
                  </a:lnTo>
                  <a:lnTo>
                    <a:pt x="69024" y="61868"/>
                  </a:lnTo>
                  <a:lnTo>
                    <a:pt x="68886" y="62051"/>
                  </a:lnTo>
                  <a:lnTo>
                    <a:pt x="68749" y="62212"/>
                  </a:lnTo>
                  <a:lnTo>
                    <a:pt x="68565" y="62372"/>
                  </a:lnTo>
                  <a:lnTo>
                    <a:pt x="68382" y="62510"/>
                  </a:lnTo>
                  <a:lnTo>
                    <a:pt x="68198" y="62648"/>
                  </a:lnTo>
                  <a:lnTo>
                    <a:pt x="67992" y="62762"/>
                  </a:lnTo>
                  <a:lnTo>
                    <a:pt x="67785" y="62854"/>
                  </a:lnTo>
                  <a:lnTo>
                    <a:pt x="67579" y="62923"/>
                  </a:lnTo>
                  <a:lnTo>
                    <a:pt x="67349" y="62992"/>
                  </a:lnTo>
                  <a:lnTo>
                    <a:pt x="67120" y="63038"/>
                  </a:lnTo>
                  <a:lnTo>
                    <a:pt x="66661" y="63038"/>
                  </a:lnTo>
                  <a:lnTo>
                    <a:pt x="66432" y="63015"/>
                  </a:lnTo>
                  <a:lnTo>
                    <a:pt x="66203" y="62969"/>
                  </a:lnTo>
                  <a:lnTo>
                    <a:pt x="65973" y="62900"/>
                  </a:lnTo>
                  <a:lnTo>
                    <a:pt x="65767" y="62785"/>
                  </a:lnTo>
                  <a:lnTo>
                    <a:pt x="65537" y="62670"/>
                  </a:lnTo>
                  <a:lnTo>
                    <a:pt x="65331" y="62510"/>
                  </a:lnTo>
                  <a:lnTo>
                    <a:pt x="65147" y="62326"/>
                  </a:lnTo>
                  <a:lnTo>
                    <a:pt x="64964" y="62120"/>
                  </a:lnTo>
                  <a:lnTo>
                    <a:pt x="64780" y="61891"/>
                  </a:lnTo>
                  <a:lnTo>
                    <a:pt x="64643" y="61615"/>
                  </a:lnTo>
                  <a:lnTo>
                    <a:pt x="64528" y="61340"/>
                  </a:lnTo>
                  <a:lnTo>
                    <a:pt x="64436" y="61088"/>
                  </a:lnTo>
                  <a:lnTo>
                    <a:pt x="64390" y="60835"/>
                  </a:lnTo>
                  <a:lnTo>
                    <a:pt x="64367" y="60583"/>
                  </a:lnTo>
                  <a:lnTo>
                    <a:pt x="64367" y="60331"/>
                  </a:lnTo>
                  <a:lnTo>
                    <a:pt x="64413" y="60078"/>
                  </a:lnTo>
                  <a:lnTo>
                    <a:pt x="64459" y="59849"/>
                  </a:lnTo>
                  <a:lnTo>
                    <a:pt x="64551" y="59643"/>
                  </a:lnTo>
                  <a:lnTo>
                    <a:pt x="64643" y="59413"/>
                  </a:lnTo>
                  <a:lnTo>
                    <a:pt x="64757" y="59230"/>
                  </a:lnTo>
                  <a:lnTo>
                    <a:pt x="64918" y="59023"/>
                  </a:lnTo>
                  <a:lnTo>
                    <a:pt x="65056" y="58863"/>
                  </a:lnTo>
                  <a:lnTo>
                    <a:pt x="65239" y="58702"/>
                  </a:lnTo>
                  <a:lnTo>
                    <a:pt x="65423" y="58541"/>
                  </a:lnTo>
                  <a:lnTo>
                    <a:pt x="65606" y="58427"/>
                  </a:lnTo>
                  <a:lnTo>
                    <a:pt x="65813" y="58312"/>
                  </a:lnTo>
                  <a:lnTo>
                    <a:pt x="66019" y="58197"/>
                  </a:lnTo>
                  <a:lnTo>
                    <a:pt x="66248" y="58129"/>
                  </a:lnTo>
                  <a:lnTo>
                    <a:pt x="66478" y="58060"/>
                  </a:lnTo>
                  <a:lnTo>
                    <a:pt x="66707" y="58037"/>
                  </a:lnTo>
                  <a:lnTo>
                    <a:pt x="66937" y="58014"/>
                  </a:lnTo>
                  <a:close/>
                  <a:moveTo>
                    <a:pt x="87054" y="60835"/>
                  </a:moveTo>
                  <a:lnTo>
                    <a:pt x="88821" y="63886"/>
                  </a:lnTo>
                  <a:lnTo>
                    <a:pt x="85288" y="63886"/>
                  </a:lnTo>
                  <a:lnTo>
                    <a:pt x="83522" y="60835"/>
                  </a:lnTo>
                  <a:close/>
                  <a:moveTo>
                    <a:pt x="71226" y="53426"/>
                  </a:moveTo>
                  <a:lnTo>
                    <a:pt x="73245" y="56913"/>
                  </a:lnTo>
                  <a:lnTo>
                    <a:pt x="75263" y="60445"/>
                  </a:lnTo>
                  <a:lnTo>
                    <a:pt x="73245" y="63932"/>
                  </a:lnTo>
                  <a:lnTo>
                    <a:pt x="69712" y="63932"/>
                  </a:lnTo>
                  <a:lnTo>
                    <a:pt x="71754" y="60422"/>
                  </a:lnTo>
                  <a:lnTo>
                    <a:pt x="69437" y="56523"/>
                  </a:lnTo>
                  <a:lnTo>
                    <a:pt x="71226" y="53426"/>
                  </a:lnTo>
                  <a:close/>
                  <a:moveTo>
                    <a:pt x="85059" y="52990"/>
                  </a:moveTo>
                  <a:lnTo>
                    <a:pt x="78727" y="63932"/>
                  </a:lnTo>
                  <a:lnTo>
                    <a:pt x="75218" y="63932"/>
                  </a:lnTo>
                  <a:lnTo>
                    <a:pt x="81526" y="52990"/>
                  </a:lnTo>
                  <a:close/>
                  <a:moveTo>
                    <a:pt x="158693" y="59207"/>
                  </a:moveTo>
                  <a:lnTo>
                    <a:pt x="158923" y="59230"/>
                  </a:lnTo>
                  <a:lnTo>
                    <a:pt x="159152" y="59253"/>
                  </a:lnTo>
                  <a:lnTo>
                    <a:pt x="159382" y="59298"/>
                  </a:lnTo>
                  <a:lnTo>
                    <a:pt x="159611" y="59390"/>
                  </a:lnTo>
                  <a:lnTo>
                    <a:pt x="159840" y="59505"/>
                  </a:lnTo>
                  <a:lnTo>
                    <a:pt x="160047" y="59620"/>
                  </a:lnTo>
                  <a:lnTo>
                    <a:pt x="160253" y="59780"/>
                  </a:lnTo>
                  <a:lnTo>
                    <a:pt x="160460" y="59987"/>
                  </a:lnTo>
                  <a:lnTo>
                    <a:pt x="160643" y="60193"/>
                  </a:lnTo>
                  <a:lnTo>
                    <a:pt x="160827" y="60445"/>
                  </a:lnTo>
                  <a:lnTo>
                    <a:pt x="160964" y="60721"/>
                  </a:lnTo>
                  <a:lnTo>
                    <a:pt x="161056" y="60973"/>
                  </a:lnTo>
                  <a:lnTo>
                    <a:pt x="161125" y="61225"/>
                  </a:lnTo>
                  <a:lnTo>
                    <a:pt x="161171" y="61478"/>
                  </a:lnTo>
                  <a:lnTo>
                    <a:pt x="161194" y="61730"/>
                  </a:lnTo>
                  <a:lnTo>
                    <a:pt x="161171" y="61982"/>
                  </a:lnTo>
                  <a:lnTo>
                    <a:pt x="161148" y="62212"/>
                  </a:lnTo>
                  <a:lnTo>
                    <a:pt x="161079" y="62441"/>
                  </a:lnTo>
                  <a:lnTo>
                    <a:pt x="161010" y="62648"/>
                  </a:lnTo>
                  <a:lnTo>
                    <a:pt x="160896" y="62854"/>
                  </a:lnTo>
                  <a:lnTo>
                    <a:pt x="160781" y="63060"/>
                  </a:lnTo>
                  <a:lnTo>
                    <a:pt x="160643" y="63244"/>
                  </a:lnTo>
                  <a:lnTo>
                    <a:pt x="160483" y="63427"/>
                  </a:lnTo>
                  <a:lnTo>
                    <a:pt x="160322" y="63565"/>
                  </a:lnTo>
                  <a:lnTo>
                    <a:pt x="160139" y="63726"/>
                  </a:lnTo>
                  <a:lnTo>
                    <a:pt x="159955" y="63840"/>
                  </a:lnTo>
                  <a:lnTo>
                    <a:pt x="159749" y="63955"/>
                  </a:lnTo>
                  <a:lnTo>
                    <a:pt x="159542" y="64047"/>
                  </a:lnTo>
                  <a:lnTo>
                    <a:pt x="159313" y="64139"/>
                  </a:lnTo>
                  <a:lnTo>
                    <a:pt x="159106" y="64184"/>
                  </a:lnTo>
                  <a:lnTo>
                    <a:pt x="158877" y="64230"/>
                  </a:lnTo>
                  <a:lnTo>
                    <a:pt x="158647" y="64253"/>
                  </a:lnTo>
                  <a:lnTo>
                    <a:pt x="158418" y="64253"/>
                  </a:lnTo>
                  <a:lnTo>
                    <a:pt x="158189" y="64230"/>
                  </a:lnTo>
                  <a:lnTo>
                    <a:pt x="157959" y="64162"/>
                  </a:lnTo>
                  <a:lnTo>
                    <a:pt x="157730" y="64093"/>
                  </a:lnTo>
                  <a:lnTo>
                    <a:pt x="157501" y="64001"/>
                  </a:lnTo>
                  <a:lnTo>
                    <a:pt x="157294" y="63863"/>
                  </a:lnTo>
                  <a:lnTo>
                    <a:pt x="157088" y="63726"/>
                  </a:lnTo>
                  <a:lnTo>
                    <a:pt x="156881" y="63542"/>
                  </a:lnTo>
                  <a:lnTo>
                    <a:pt x="156698" y="63336"/>
                  </a:lnTo>
                  <a:lnTo>
                    <a:pt x="156537" y="63083"/>
                  </a:lnTo>
                  <a:lnTo>
                    <a:pt x="156376" y="62808"/>
                  </a:lnTo>
                  <a:lnTo>
                    <a:pt x="156262" y="62556"/>
                  </a:lnTo>
                  <a:lnTo>
                    <a:pt x="156193" y="62281"/>
                  </a:lnTo>
                  <a:lnTo>
                    <a:pt x="156147" y="62028"/>
                  </a:lnTo>
                  <a:lnTo>
                    <a:pt x="156124" y="61776"/>
                  </a:lnTo>
                  <a:lnTo>
                    <a:pt x="156124" y="61524"/>
                  </a:lnTo>
                  <a:lnTo>
                    <a:pt x="156170" y="61294"/>
                  </a:lnTo>
                  <a:lnTo>
                    <a:pt x="156216" y="61065"/>
                  </a:lnTo>
                  <a:lnTo>
                    <a:pt x="156308" y="60835"/>
                  </a:lnTo>
                  <a:lnTo>
                    <a:pt x="156399" y="60629"/>
                  </a:lnTo>
                  <a:lnTo>
                    <a:pt x="156514" y="60422"/>
                  </a:lnTo>
                  <a:lnTo>
                    <a:pt x="156652" y="60239"/>
                  </a:lnTo>
                  <a:lnTo>
                    <a:pt x="156812" y="60055"/>
                  </a:lnTo>
                  <a:lnTo>
                    <a:pt x="156973" y="59895"/>
                  </a:lnTo>
                  <a:lnTo>
                    <a:pt x="157156" y="59757"/>
                  </a:lnTo>
                  <a:lnTo>
                    <a:pt x="157363" y="59620"/>
                  </a:lnTo>
                  <a:lnTo>
                    <a:pt x="157569" y="59505"/>
                  </a:lnTo>
                  <a:lnTo>
                    <a:pt x="157776" y="59413"/>
                  </a:lnTo>
                  <a:lnTo>
                    <a:pt x="158005" y="59321"/>
                  </a:lnTo>
                  <a:lnTo>
                    <a:pt x="158235" y="59275"/>
                  </a:lnTo>
                  <a:lnTo>
                    <a:pt x="158464" y="59230"/>
                  </a:lnTo>
                  <a:lnTo>
                    <a:pt x="158693" y="59207"/>
                  </a:lnTo>
                  <a:close/>
                  <a:moveTo>
                    <a:pt x="10300" y="59620"/>
                  </a:moveTo>
                  <a:lnTo>
                    <a:pt x="10552" y="59643"/>
                  </a:lnTo>
                  <a:lnTo>
                    <a:pt x="10781" y="59665"/>
                  </a:lnTo>
                  <a:lnTo>
                    <a:pt x="11011" y="59711"/>
                  </a:lnTo>
                  <a:lnTo>
                    <a:pt x="11240" y="59803"/>
                  </a:lnTo>
                  <a:lnTo>
                    <a:pt x="11447" y="59895"/>
                  </a:lnTo>
                  <a:lnTo>
                    <a:pt x="11676" y="60032"/>
                  </a:lnTo>
                  <a:lnTo>
                    <a:pt x="11883" y="60193"/>
                  </a:lnTo>
                  <a:lnTo>
                    <a:pt x="12066" y="60400"/>
                  </a:lnTo>
                  <a:lnTo>
                    <a:pt x="12272" y="60606"/>
                  </a:lnTo>
                  <a:lnTo>
                    <a:pt x="12433" y="60858"/>
                  </a:lnTo>
                  <a:lnTo>
                    <a:pt x="12571" y="61134"/>
                  </a:lnTo>
                  <a:lnTo>
                    <a:pt x="12662" y="61386"/>
                  </a:lnTo>
                  <a:lnTo>
                    <a:pt x="12754" y="61638"/>
                  </a:lnTo>
                  <a:lnTo>
                    <a:pt x="12777" y="61891"/>
                  </a:lnTo>
                  <a:lnTo>
                    <a:pt x="12800" y="62143"/>
                  </a:lnTo>
                  <a:lnTo>
                    <a:pt x="12800" y="62395"/>
                  </a:lnTo>
                  <a:lnTo>
                    <a:pt x="12754" y="62625"/>
                  </a:lnTo>
                  <a:lnTo>
                    <a:pt x="12708" y="62854"/>
                  </a:lnTo>
                  <a:lnTo>
                    <a:pt x="12617" y="63060"/>
                  </a:lnTo>
                  <a:lnTo>
                    <a:pt x="12525" y="63267"/>
                  </a:lnTo>
                  <a:lnTo>
                    <a:pt x="12387" y="63473"/>
                  </a:lnTo>
                  <a:lnTo>
                    <a:pt x="12250" y="63657"/>
                  </a:lnTo>
                  <a:lnTo>
                    <a:pt x="12112" y="63817"/>
                  </a:lnTo>
                  <a:lnTo>
                    <a:pt x="11928" y="63978"/>
                  </a:lnTo>
                  <a:lnTo>
                    <a:pt x="11768" y="64139"/>
                  </a:lnTo>
                  <a:lnTo>
                    <a:pt x="11561" y="64253"/>
                  </a:lnTo>
                  <a:lnTo>
                    <a:pt x="11355" y="64368"/>
                  </a:lnTo>
                  <a:lnTo>
                    <a:pt x="11148" y="64460"/>
                  </a:lnTo>
                  <a:lnTo>
                    <a:pt x="10942" y="64552"/>
                  </a:lnTo>
                  <a:lnTo>
                    <a:pt x="10713" y="64597"/>
                  </a:lnTo>
                  <a:lnTo>
                    <a:pt x="10483" y="64643"/>
                  </a:lnTo>
                  <a:lnTo>
                    <a:pt x="10254" y="64666"/>
                  </a:lnTo>
                  <a:lnTo>
                    <a:pt x="10024" y="64643"/>
                  </a:lnTo>
                  <a:lnTo>
                    <a:pt x="9795" y="64620"/>
                  </a:lnTo>
                  <a:lnTo>
                    <a:pt x="9566" y="64574"/>
                  </a:lnTo>
                  <a:lnTo>
                    <a:pt x="9336" y="64506"/>
                  </a:lnTo>
                  <a:lnTo>
                    <a:pt x="9130" y="64414"/>
                  </a:lnTo>
                  <a:lnTo>
                    <a:pt x="8900" y="64276"/>
                  </a:lnTo>
                  <a:lnTo>
                    <a:pt x="8694" y="64116"/>
                  </a:lnTo>
                  <a:lnTo>
                    <a:pt x="8510" y="63932"/>
                  </a:lnTo>
                  <a:lnTo>
                    <a:pt x="8327" y="63726"/>
                  </a:lnTo>
                  <a:lnTo>
                    <a:pt x="8143" y="63496"/>
                  </a:lnTo>
                  <a:lnTo>
                    <a:pt x="8006" y="63221"/>
                  </a:lnTo>
                  <a:lnTo>
                    <a:pt x="7891" y="62969"/>
                  </a:lnTo>
                  <a:lnTo>
                    <a:pt x="7799" y="62693"/>
                  </a:lnTo>
                  <a:lnTo>
                    <a:pt x="7753" y="62441"/>
                  </a:lnTo>
                  <a:lnTo>
                    <a:pt x="7731" y="62189"/>
                  </a:lnTo>
                  <a:lnTo>
                    <a:pt x="7753" y="61936"/>
                  </a:lnTo>
                  <a:lnTo>
                    <a:pt x="7776" y="61707"/>
                  </a:lnTo>
                  <a:lnTo>
                    <a:pt x="7822" y="61478"/>
                  </a:lnTo>
                  <a:lnTo>
                    <a:pt x="7914" y="61248"/>
                  </a:lnTo>
                  <a:lnTo>
                    <a:pt x="8006" y="61042"/>
                  </a:lnTo>
                  <a:lnTo>
                    <a:pt x="8143" y="60835"/>
                  </a:lnTo>
                  <a:lnTo>
                    <a:pt x="8281" y="60652"/>
                  </a:lnTo>
                  <a:lnTo>
                    <a:pt x="8419" y="60468"/>
                  </a:lnTo>
                  <a:lnTo>
                    <a:pt x="8602" y="60308"/>
                  </a:lnTo>
                  <a:lnTo>
                    <a:pt x="8786" y="60170"/>
                  </a:lnTo>
                  <a:lnTo>
                    <a:pt x="8969" y="60032"/>
                  </a:lnTo>
                  <a:lnTo>
                    <a:pt x="9176" y="59918"/>
                  </a:lnTo>
                  <a:lnTo>
                    <a:pt x="9405" y="59826"/>
                  </a:lnTo>
                  <a:lnTo>
                    <a:pt x="9612" y="59734"/>
                  </a:lnTo>
                  <a:lnTo>
                    <a:pt x="9841" y="59688"/>
                  </a:lnTo>
                  <a:lnTo>
                    <a:pt x="10070" y="59643"/>
                  </a:lnTo>
                  <a:lnTo>
                    <a:pt x="10300" y="59620"/>
                  </a:lnTo>
                  <a:close/>
                  <a:moveTo>
                    <a:pt x="162983" y="54619"/>
                  </a:moveTo>
                  <a:lnTo>
                    <a:pt x="164979" y="58129"/>
                  </a:lnTo>
                  <a:lnTo>
                    <a:pt x="167020" y="61638"/>
                  </a:lnTo>
                  <a:lnTo>
                    <a:pt x="165002" y="65125"/>
                  </a:lnTo>
                  <a:lnTo>
                    <a:pt x="161469" y="65148"/>
                  </a:lnTo>
                  <a:lnTo>
                    <a:pt x="161469" y="65148"/>
                  </a:lnTo>
                  <a:lnTo>
                    <a:pt x="163488" y="61638"/>
                  </a:lnTo>
                  <a:lnTo>
                    <a:pt x="161194" y="57739"/>
                  </a:lnTo>
                  <a:lnTo>
                    <a:pt x="162983" y="54619"/>
                  </a:lnTo>
                  <a:close/>
                  <a:moveTo>
                    <a:pt x="30417" y="62464"/>
                  </a:moveTo>
                  <a:lnTo>
                    <a:pt x="32184" y="65538"/>
                  </a:lnTo>
                  <a:lnTo>
                    <a:pt x="28651" y="65538"/>
                  </a:lnTo>
                  <a:lnTo>
                    <a:pt x="26885" y="62487"/>
                  </a:lnTo>
                  <a:lnTo>
                    <a:pt x="30417" y="62464"/>
                  </a:lnTo>
                  <a:close/>
                  <a:moveTo>
                    <a:pt x="14612" y="55123"/>
                  </a:moveTo>
                  <a:lnTo>
                    <a:pt x="16608" y="58610"/>
                  </a:lnTo>
                  <a:lnTo>
                    <a:pt x="18650" y="62143"/>
                  </a:lnTo>
                  <a:lnTo>
                    <a:pt x="16631" y="65630"/>
                  </a:lnTo>
                  <a:lnTo>
                    <a:pt x="13098" y="65630"/>
                  </a:lnTo>
                  <a:lnTo>
                    <a:pt x="15117" y="62120"/>
                  </a:lnTo>
                  <a:lnTo>
                    <a:pt x="12823" y="58243"/>
                  </a:lnTo>
                  <a:lnTo>
                    <a:pt x="14612" y="55123"/>
                  </a:lnTo>
                  <a:close/>
                  <a:moveTo>
                    <a:pt x="28422" y="54688"/>
                  </a:moveTo>
                  <a:lnTo>
                    <a:pt x="22113" y="65630"/>
                  </a:lnTo>
                  <a:lnTo>
                    <a:pt x="18581" y="65630"/>
                  </a:lnTo>
                  <a:lnTo>
                    <a:pt x="24912" y="54688"/>
                  </a:lnTo>
                  <a:close/>
                  <a:moveTo>
                    <a:pt x="101185" y="60996"/>
                  </a:moveTo>
                  <a:lnTo>
                    <a:pt x="101437" y="61019"/>
                  </a:lnTo>
                  <a:lnTo>
                    <a:pt x="101667" y="61065"/>
                  </a:lnTo>
                  <a:lnTo>
                    <a:pt x="101896" y="61156"/>
                  </a:lnTo>
                  <a:lnTo>
                    <a:pt x="102102" y="61271"/>
                  </a:lnTo>
                  <a:lnTo>
                    <a:pt x="102332" y="61386"/>
                  </a:lnTo>
                  <a:lnTo>
                    <a:pt x="102538" y="61546"/>
                  </a:lnTo>
                  <a:lnTo>
                    <a:pt x="102722" y="61753"/>
                  </a:lnTo>
                  <a:lnTo>
                    <a:pt x="102905" y="61959"/>
                  </a:lnTo>
                  <a:lnTo>
                    <a:pt x="103089" y="62212"/>
                  </a:lnTo>
                  <a:lnTo>
                    <a:pt x="103226" y="62487"/>
                  </a:lnTo>
                  <a:lnTo>
                    <a:pt x="103318" y="62739"/>
                  </a:lnTo>
                  <a:lnTo>
                    <a:pt x="103387" y="62992"/>
                  </a:lnTo>
                  <a:lnTo>
                    <a:pt x="103433" y="63267"/>
                  </a:lnTo>
                  <a:lnTo>
                    <a:pt x="103456" y="63496"/>
                  </a:lnTo>
                  <a:lnTo>
                    <a:pt x="103433" y="63749"/>
                  </a:lnTo>
                  <a:lnTo>
                    <a:pt x="103410" y="63978"/>
                  </a:lnTo>
                  <a:lnTo>
                    <a:pt x="103341" y="64207"/>
                  </a:lnTo>
                  <a:lnTo>
                    <a:pt x="103272" y="64414"/>
                  </a:lnTo>
                  <a:lnTo>
                    <a:pt x="103158" y="64620"/>
                  </a:lnTo>
                  <a:lnTo>
                    <a:pt x="103043" y="64827"/>
                  </a:lnTo>
                  <a:lnTo>
                    <a:pt x="102905" y="65010"/>
                  </a:lnTo>
                  <a:lnTo>
                    <a:pt x="102768" y="65194"/>
                  </a:lnTo>
                  <a:lnTo>
                    <a:pt x="102584" y="65354"/>
                  </a:lnTo>
                  <a:lnTo>
                    <a:pt x="102401" y="65492"/>
                  </a:lnTo>
                  <a:lnTo>
                    <a:pt x="102217" y="65607"/>
                  </a:lnTo>
                  <a:lnTo>
                    <a:pt x="102011" y="65721"/>
                  </a:lnTo>
                  <a:lnTo>
                    <a:pt x="101804" y="65813"/>
                  </a:lnTo>
                  <a:lnTo>
                    <a:pt x="101598" y="65905"/>
                  </a:lnTo>
                  <a:lnTo>
                    <a:pt x="101368" y="65951"/>
                  </a:lnTo>
                  <a:lnTo>
                    <a:pt x="101139" y="65997"/>
                  </a:lnTo>
                  <a:lnTo>
                    <a:pt x="100910" y="66020"/>
                  </a:lnTo>
                  <a:lnTo>
                    <a:pt x="100680" y="66020"/>
                  </a:lnTo>
                  <a:lnTo>
                    <a:pt x="100451" y="65997"/>
                  </a:lnTo>
                  <a:lnTo>
                    <a:pt x="100221" y="65928"/>
                  </a:lnTo>
                  <a:lnTo>
                    <a:pt x="99992" y="65859"/>
                  </a:lnTo>
                  <a:lnTo>
                    <a:pt x="99763" y="65767"/>
                  </a:lnTo>
                  <a:lnTo>
                    <a:pt x="99556" y="65630"/>
                  </a:lnTo>
                  <a:lnTo>
                    <a:pt x="99350" y="65492"/>
                  </a:lnTo>
                  <a:lnTo>
                    <a:pt x="99166" y="65309"/>
                  </a:lnTo>
                  <a:lnTo>
                    <a:pt x="98960" y="65102"/>
                  </a:lnTo>
                  <a:lnTo>
                    <a:pt x="98799" y="64850"/>
                  </a:lnTo>
                  <a:lnTo>
                    <a:pt x="98639" y="64574"/>
                  </a:lnTo>
                  <a:lnTo>
                    <a:pt x="98547" y="64322"/>
                  </a:lnTo>
                  <a:lnTo>
                    <a:pt x="98455" y="64047"/>
                  </a:lnTo>
                  <a:lnTo>
                    <a:pt x="98409" y="63795"/>
                  </a:lnTo>
                  <a:lnTo>
                    <a:pt x="98386" y="63542"/>
                  </a:lnTo>
                  <a:lnTo>
                    <a:pt x="98386" y="63290"/>
                  </a:lnTo>
                  <a:lnTo>
                    <a:pt x="98432" y="63060"/>
                  </a:lnTo>
                  <a:lnTo>
                    <a:pt x="98478" y="62831"/>
                  </a:lnTo>
                  <a:lnTo>
                    <a:pt x="98570" y="62602"/>
                  </a:lnTo>
                  <a:lnTo>
                    <a:pt x="98661" y="62395"/>
                  </a:lnTo>
                  <a:lnTo>
                    <a:pt x="98776" y="62189"/>
                  </a:lnTo>
                  <a:lnTo>
                    <a:pt x="98914" y="62005"/>
                  </a:lnTo>
                  <a:lnTo>
                    <a:pt x="99074" y="61822"/>
                  </a:lnTo>
                  <a:lnTo>
                    <a:pt x="99258" y="61661"/>
                  </a:lnTo>
                  <a:lnTo>
                    <a:pt x="99441" y="61524"/>
                  </a:lnTo>
                  <a:lnTo>
                    <a:pt x="99625" y="61386"/>
                  </a:lnTo>
                  <a:lnTo>
                    <a:pt x="99831" y="61271"/>
                  </a:lnTo>
                  <a:lnTo>
                    <a:pt x="100038" y="61179"/>
                  </a:lnTo>
                  <a:lnTo>
                    <a:pt x="100267" y="61088"/>
                  </a:lnTo>
                  <a:lnTo>
                    <a:pt x="100497" y="61042"/>
                  </a:lnTo>
                  <a:lnTo>
                    <a:pt x="100726" y="60996"/>
                  </a:lnTo>
                  <a:close/>
                  <a:moveTo>
                    <a:pt x="121050" y="63749"/>
                  </a:moveTo>
                  <a:lnTo>
                    <a:pt x="122839" y="66800"/>
                  </a:lnTo>
                  <a:lnTo>
                    <a:pt x="119307" y="66800"/>
                  </a:lnTo>
                  <a:lnTo>
                    <a:pt x="117517" y="63749"/>
                  </a:lnTo>
                  <a:close/>
                  <a:moveTo>
                    <a:pt x="119077" y="55949"/>
                  </a:moveTo>
                  <a:lnTo>
                    <a:pt x="112746" y="66891"/>
                  </a:lnTo>
                  <a:lnTo>
                    <a:pt x="109236" y="66914"/>
                  </a:lnTo>
                  <a:lnTo>
                    <a:pt x="109236" y="66914"/>
                  </a:lnTo>
                  <a:lnTo>
                    <a:pt x="115545" y="55949"/>
                  </a:lnTo>
                  <a:close/>
                  <a:moveTo>
                    <a:pt x="105245" y="56385"/>
                  </a:moveTo>
                  <a:lnTo>
                    <a:pt x="107264" y="59895"/>
                  </a:lnTo>
                  <a:lnTo>
                    <a:pt x="109282" y="63405"/>
                  </a:lnTo>
                  <a:lnTo>
                    <a:pt x="107264" y="66914"/>
                  </a:lnTo>
                  <a:lnTo>
                    <a:pt x="103731" y="66914"/>
                  </a:lnTo>
                  <a:lnTo>
                    <a:pt x="105773" y="63405"/>
                  </a:lnTo>
                  <a:lnTo>
                    <a:pt x="103456" y="59505"/>
                  </a:lnTo>
                  <a:lnTo>
                    <a:pt x="105245" y="56385"/>
                  </a:lnTo>
                  <a:close/>
                  <a:moveTo>
                    <a:pt x="44548" y="62625"/>
                  </a:moveTo>
                  <a:lnTo>
                    <a:pt x="44800" y="62648"/>
                  </a:lnTo>
                  <a:lnTo>
                    <a:pt x="45030" y="62716"/>
                  </a:lnTo>
                  <a:lnTo>
                    <a:pt x="45259" y="62785"/>
                  </a:lnTo>
                  <a:lnTo>
                    <a:pt x="45465" y="62900"/>
                  </a:lnTo>
                  <a:lnTo>
                    <a:pt x="45695" y="63038"/>
                  </a:lnTo>
                  <a:lnTo>
                    <a:pt x="45901" y="63198"/>
                  </a:lnTo>
                  <a:lnTo>
                    <a:pt x="46085" y="63382"/>
                  </a:lnTo>
                  <a:lnTo>
                    <a:pt x="46268" y="63611"/>
                  </a:lnTo>
                  <a:lnTo>
                    <a:pt x="46452" y="63863"/>
                  </a:lnTo>
                  <a:lnTo>
                    <a:pt x="46590" y="64116"/>
                  </a:lnTo>
                  <a:lnTo>
                    <a:pt x="46681" y="64391"/>
                  </a:lnTo>
                  <a:lnTo>
                    <a:pt x="46750" y="64643"/>
                  </a:lnTo>
                  <a:lnTo>
                    <a:pt x="46796" y="64896"/>
                  </a:lnTo>
                  <a:lnTo>
                    <a:pt x="46819" y="65148"/>
                  </a:lnTo>
                  <a:lnTo>
                    <a:pt x="46796" y="65377"/>
                  </a:lnTo>
                  <a:lnTo>
                    <a:pt x="46773" y="65607"/>
                  </a:lnTo>
                  <a:lnTo>
                    <a:pt x="46704" y="65836"/>
                  </a:lnTo>
                  <a:lnTo>
                    <a:pt x="46635" y="66065"/>
                  </a:lnTo>
                  <a:lnTo>
                    <a:pt x="46521" y="66272"/>
                  </a:lnTo>
                  <a:lnTo>
                    <a:pt x="46406" y="66455"/>
                  </a:lnTo>
                  <a:lnTo>
                    <a:pt x="46268" y="66639"/>
                  </a:lnTo>
                  <a:lnTo>
                    <a:pt x="46131" y="66822"/>
                  </a:lnTo>
                  <a:lnTo>
                    <a:pt x="45947" y="66983"/>
                  </a:lnTo>
                  <a:lnTo>
                    <a:pt x="45764" y="67121"/>
                  </a:lnTo>
                  <a:lnTo>
                    <a:pt x="45580" y="67258"/>
                  </a:lnTo>
                  <a:lnTo>
                    <a:pt x="45374" y="67373"/>
                  </a:lnTo>
                  <a:lnTo>
                    <a:pt x="45167" y="67465"/>
                  </a:lnTo>
                  <a:lnTo>
                    <a:pt x="44961" y="67534"/>
                  </a:lnTo>
                  <a:lnTo>
                    <a:pt x="44731" y="67602"/>
                  </a:lnTo>
                  <a:lnTo>
                    <a:pt x="44502" y="67625"/>
                  </a:lnTo>
                  <a:lnTo>
                    <a:pt x="44273" y="67648"/>
                  </a:lnTo>
                  <a:lnTo>
                    <a:pt x="44043" y="67648"/>
                  </a:lnTo>
                  <a:lnTo>
                    <a:pt x="43814" y="67625"/>
                  </a:lnTo>
                  <a:lnTo>
                    <a:pt x="43584" y="67579"/>
                  </a:lnTo>
                  <a:lnTo>
                    <a:pt x="43355" y="67488"/>
                  </a:lnTo>
                  <a:lnTo>
                    <a:pt x="43126" y="67396"/>
                  </a:lnTo>
                  <a:lnTo>
                    <a:pt x="42919" y="67281"/>
                  </a:lnTo>
                  <a:lnTo>
                    <a:pt x="42713" y="67121"/>
                  </a:lnTo>
                  <a:lnTo>
                    <a:pt x="42506" y="66937"/>
                  </a:lnTo>
                  <a:lnTo>
                    <a:pt x="42323" y="66731"/>
                  </a:lnTo>
                  <a:lnTo>
                    <a:pt x="42162" y="66478"/>
                  </a:lnTo>
                  <a:lnTo>
                    <a:pt x="42002" y="66226"/>
                  </a:lnTo>
                  <a:lnTo>
                    <a:pt x="41910" y="65951"/>
                  </a:lnTo>
                  <a:lnTo>
                    <a:pt x="41818" y="65698"/>
                  </a:lnTo>
                  <a:lnTo>
                    <a:pt x="41772" y="65423"/>
                  </a:lnTo>
                  <a:lnTo>
                    <a:pt x="41749" y="65171"/>
                  </a:lnTo>
                  <a:lnTo>
                    <a:pt x="41749" y="64941"/>
                  </a:lnTo>
                  <a:lnTo>
                    <a:pt x="41795" y="64689"/>
                  </a:lnTo>
                  <a:lnTo>
                    <a:pt x="41841" y="64460"/>
                  </a:lnTo>
                  <a:lnTo>
                    <a:pt x="41933" y="64230"/>
                  </a:lnTo>
                  <a:lnTo>
                    <a:pt x="42025" y="64024"/>
                  </a:lnTo>
                  <a:lnTo>
                    <a:pt x="42139" y="63817"/>
                  </a:lnTo>
                  <a:lnTo>
                    <a:pt x="42277" y="63634"/>
                  </a:lnTo>
                  <a:lnTo>
                    <a:pt x="42438" y="63473"/>
                  </a:lnTo>
                  <a:lnTo>
                    <a:pt x="42621" y="63313"/>
                  </a:lnTo>
                  <a:lnTo>
                    <a:pt x="42805" y="63152"/>
                  </a:lnTo>
                  <a:lnTo>
                    <a:pt x="42988" y="63015"/>
                  </a:lnTo>
                  <a:lnTo>
                    <a:pt x="43195" y="62900"/>
                  </a:lnTo>
                  <a:lnTo>
                    <a:pt x="43401" y="62808"/>
                  </a:lnTo>
                  <a:lnTo>
                    <a:pt x="43630" y="62739"/>
                  </a:lnTo>
                  <a:lnTo>
                    <a:pt x="43860" y="62670"/>
                  </a:lnTo>
                  <a:lnTo>
                    <a:pt x="44089" y="62648"/>
                  </a:lnTo>
                  <a:lnTo>
                    <a:pt x="44319" y="62625"/>
                  </a:lnTo>
                  <a:close/>
                  <a:moveTo>
                    <a:pt x="64413" y="65377"/>
                  </a:moveTo>
                  <a:lnTo>
                    <a:pt x="66203" y="68428"/>
                  </a:lnTo>
                  <a:lnTo>
                    <a:pt x="62670" y="68428"/>
                  </a:lnTo>
                  <a:lnTo>
                    <a:pt x="60881" y="65377"/>
                  </a:lnTo>
                  <a:close/>
                  <a:moveTo>
                    <a:pt x="48608" y="58037"/>
                  </a:moveTo>
                  <a:lnTo>
                    <a:pt x="50604" y="61524"/>
                  </a:lnTo>
                  <a:lnTo>
                    <a:pt x="52645" y="65056"/>
                  </a:lnTo>
                  <a:lnTo>
                    <a:pt x="50627" y="68543"/>
                  </a:lnTo>
                  <a:lnTo>
                    <a:pt x="47094" y="68543"/>
                  </a:lnTo>
                  <a:lnTo>
                    <a:pt x="49136" y="65033"/>
                  </a:lnTo>
                  <a:lnTo>
                    <a:pt x="46819" y="61134"/>
                  </a:lnTo>
                  <a:lnTo>
                    <a:pt x="48608" y="58037"/>
                  </a:lnTo>
                  <a:close/>
                  <a:moveTo>
                    <a:pt x="62440" y="57578"/>
                  </a:moveTo>
                  <a:lnTo>
                    <a:pt x="56109" y="68543"/>
                  </a:lnTo>
                  <a:lnTo>
                    <a:pt x="52600" y="68543"/>
                  </a:lnTo>
                  <a:lnTo>
                    <a:pt x="58908" y="57578"/>
                  </a:lnTo>
                  <a:close/>
                  <a:moveTo>
                    <a:pt x="135823" y="63863"/>
                  </a:moveTo>
                  <a:lnTo>
                    <a:pt x="136052" y="63909"/>
                  </a:lnTo>
                  <a:lnTo>
                    <a:pt x="136282" y="63955"/>
                  </a:lnTo>
                  <a:lnTo>
                    <a:pt x="136511" y="64024"/>
                  </a:lnTo>
                  <a:lnTo>
                    <a:pt x="136741" y="64139"/>
                  </a:lnTo>
                  <a:lnTo>
                    <a:pt x="136947" y="64276"/>
                  </a:lnTo>
                  <a:lnTo>
                    <a:pt x="137153" y="64437"/>
                  </a:lnTo>
                  <a:lnTo>
                    <a:pt x="137360" y="64620"/>
                  </a:lnTo>
                  <a:lnTo>
                    <a:pt x="137543" y="64850"/>
                  </a:lnTo>
                  <a:lnTo>
                    <a:pt x="137704" y="65102"/>
                  </a:lnTo>
                  <a:lnTo>
                    <a:pt x="137842" y="65354"/>
                  </a:lnTo>
                  <a:lnTo>
                    <a:pt x="137956" y="65630"/>
                  </a:lnTo>
                  <a:lnTo>
                    <a:pt x="138025" y="65882"/>
                  </a:lnTo>
                  <a:lnTo>
                    <a:pt x="138071" y="66134"/>
                  </a:lnTo>
                  <a:lnTo>
                    <a:pt x="138071" y="66387"/>
                  </a:lnTo>
                  <a:lnTo>
                    <a:pt x="138071" y="66616"/>
                  </a:lnTo>
                  <a:lnTo>
                    <a:pt x="138025" y="66868"/>
                  </a:lnTo>
                  <a:lnTo>
                    <a:pt x="137979" y="67075"/>
                  </a:lnTo>
                  <a:lnTo>
                    <a:pt x="137887" y="67304"/>
                  </a:lnTo>
                  <a:lnTo>
                    <a:pt x="137796" y="67511"/>
                  </a:lnTo>
                  <a:lnTo>
                    <a:pt x="137681" y="67694"/>
                  </a:lnTo>
                  <a:lnTo>
                    <a:pt x="137543" y="67901"/>
                  </a:lnTo>
                  <a:lnTo>
                    <a:pt x="137383" y="68061"/>
                  </a:lnTo>
                  <a:lnTo>
                    <a:pt x="137222" y="68222"/>
                  </a:lnTo>
                  <a:lnTo>
                    <a:pt x="137039" y="68359"/>
                  </a:lnTo>
                  <a:lnTo>
                    <a:pt x="136832" y="68497"/>
                  </a:lnTo>
                  <a:lnTo>
                    <a:pt x="136649" y="68612"/>
                  </a:lnTo>
                  <a:lnTo>
                    <a:pt x="136419" y="68704"/>
                  </a:lnTo>
                  <a:lnTo>
                    <a:pt x="136213" y="68772"/>
                  </a:lnTo>
                  <a:lnTo>
                    <a:pt x="135984" y="68841"/>
                  </a:lnTo>
                  <a:lnTo>
                    <a:pt x="135754" y="68887"/>
                  </a:lnTo>
                  <a:lnTo>
                    <a:pt x="135295" y="68887"/>
                  </a:lnTo>
                  <a:lnTo>
                    <a:pt x="135066" y="68864"/>
                  </a:lnTo>
                  <a:lnTo>
                    <a:pt x="134837" y="68818"/>
                  </a:lnTo>
                  <a:lnTo>
                    <a:pt x="134630" y="68749"/>
                  </a:lnTo>
                  <a:lnTo>
                    <a:pt x="134401" y="68635"/>
                  </a:lnTo>
                  <a:lnTo>
                    <a:pt x="134194" y="68520"/>
                  </a:lnTo>
                  <a:lnTo>
                    <a:pt x="133988" y="68359"/>
                  </a:lnTo>
                  <a:lnTo>
                    <a:pt x="133781" y="68176"/>
                  </a:lnTo>
                  <a:lnTo>
                    <a:pt x="133598" y="67969"/>
                  </a:lnTo>
                  <a:lnTo>
                    <a:pt x="133414" y="67740"/>
                  </a:lnTo>
                  <a:lnTo>
                    <a:pt x="133277" y="67465"/>
                  </a:lnTo>
                  <a:lnTo>
                    <a:pt x="133162" y="67190"/>
                  </a:lnTo>
                  <a:lnTo>
                    <a:pt x="133093" y="66937"/>
                  </a:lnTo>
                  <a:lnTo>
                    <a:pt x="133024" y="66685"/>
                  </a:lnTo>
                  <a:lnTo>
                    <a:pt x="133001" y="66433"/>
                  </a:lnTo>
                  <a:lnTo>
                    <a:pt x="133024" y="66180"/>
                  </a:lnTo>
                  <a:lnTo>
                    <a:pt x="133047" y="65928"/>
                  </a:lnTo>
                  <a:lnTo>
                    <a:pt x="133116" y="65698"/>
                  </a:lnTo>
                  <a:lnTo>
                    <a:pt x="133185" y="65492"/>
                  </a:lnTo>
                  <a:lnTo>
                    <a:pt x="133300" y="65263"/>
                  </a:lnTo>
                  <a:lnTo>
                    <a:pt x="133414" y="65079"/>
                  </a:lnTo>
                  <a:lnTo>
                    <a:pt x="133552" y="64873"/>
                  </a:lnTo>
                  <a:lnTo>
                    <a:pt x="133713" y="64712"/>
                  </a:lnTo>
                  <a:lnTo>
                    <a:pt x="133873" y="64552"/>
                  </a:lnTo>
                  <a:lnTo>
                    <a:pt x="134057" y="64391"/>
                  </a:lnTo>
                  <a:lnTo>
                    <a:pt x="134263" y="64253"/>
                  </a:lnTo>
                  <a:lnTo>
                    <a:pt x="134447" y="64139"/>
                  </a:lnTo>
                  <a:lnTo>
                    <a:pt x="134676" y="64047"/>
                  </a:lnTo>
                  <a:lnTo>
                    <a:pt x="134882" y="63978"/>
                  </a:lnTo>
                  <a:lnTo>
                    <a:pt x="135112" y="63909"/>
                  </a:lnTo>
                  <a:lnTo>
                    <a:pt x="135341" y="63886"/>
                  </a:lnTo>
                  <a:lnTo>
                    <a:pt x="135594" y="63863"/>
                  </a:lnTo>
                  <a:close/>
                  <a:moveTo>
                    <a:pt x="155642" y="66616"/>
                  </a:moveTo>
                  <a:lnTo>
                    <a:pt x="157409" y="69667"/>
                  </a:lnTo>
                  <a:lnTo>
                    <a:pt x="153876" y="69667"/>
                  </a:lnTo>
                  <a:lnTo>
                    <a:pt x="152110" y="66616"/>
                  </a:lnTo>
                  <a:close/>
                  <a:moveTo>
                    <a:pt x="139883" y="59275"/>
                  </a:moveTo>
                  <a:lnTo>
                    <a:pt x="141879" y="62762"/>
                  </a:lnTo>
                  <a:lnTo>
                    <a:pt x="143898" y="66295"/>
                  </a:lnTo>
                  <a:lnTo>
                    <a:pt x="141902" y="69782"/>
                  </a:lnTo>
                  <a:lnTo>
                    <a:pt x="138369" y="69782"/>
                  </a:lnTo>
                  <a:lnTo>
                    <a:pt x="140388" y="66272"/>
                  </a:lnTo>
                  <a:lnTo>
                    <a:pt x="138071" y="62372"/>
                  </a:lnTo>
                  <a:lnTo>
                    <a:pt x="139883" y="59275"/>
                  </a:lnTo>
                  <a:close/>
                  <a:moveTo>
                    <a:pt x="153693" y="58817"/>
                  </a:moveTo>
                  <a:lnTo>
                    <a:pt x="147384" y="69782"/>
                  </a:lnTo>
                  <a:lnTo>
                    <a:pt x="143852" y="69782"/>
                  </a:lnTo>
                  <a:lnTo>
                    <a:pt x="150183" y="58817"/>
                  </a:lnTo>
                  <a:close/>
                  <a:moveTo>
                    <a:pt x="7547" y="67281"/>
                  </a:moveTo>
                  <a:lnTo>
                    <a:pt x="9313" y="70332"/>
                  </a:lnTo>
                  <a:lnTo>
                    <a:pt x="5781" y="70332"/>
                  </a:lnTo>
                  <a:lnTo>
                    <a:pt x="4014" y="67281"/>
                  </a:lnTo>
                  <a:close/>
                  <a:moveTo>
                    <a:pt x="78085" y="65630"/>
                  </a:moveTo>
                  <a:lnTo>
                    <a:pt x="78314" y="65676"/>
                  </a:lnTo>
                  <a:lnTo>
                    <a:pt x="78544" y="65721"/>
                  </a:lnTo>
                  <a:lnTo>
                    <a:pt x="78773" y="65790"/>
                  </a:lnTo>
                  <a:lnTo>
                    <a:pt x="79003" y="65905"/>
                  </a:lnTo>
                  <a:lnTo>
                    <a:pt x="79209" y="66043"/>
                  </a:lnTo>
                  <a:lnTo>
                    <a:pt x="79415" y="66203"/>
                  </a:lnTo>
                  <a:lnTo>
                    <a:pt x="79622" y="66387"/>
                  </a:lnTo>
                  <a:lnTo>
                    <a:pt x="79805" y="66616"/>
                  </a:lnTo>
                  <a:lnTo>
                    <a:pt x="79989" y="66868"/>
                  </a:lnTo>
                  <a:lnTo>
                    <a:pt x="80104" y="67121"/>
                  </a:lnTo>
                  <a:lnTo>
                    <a:pt x="80218" y="67396"/>
                  </a:lnTo>
                  <a:lnTo>
                    <a:pt x="80287" y="67648"/>
                  </a:lnTo>
                  <a:lnTo>
                    <a:pt x="80333" y="67901"/>
                  </a:lnTo>
                  <a:lnTo>
                    <a:pt x="80356" y="68153"/>
                  </a:lnTo>
                  <a:lnTo>
                    <a:pt x="80333" y="68382"/>
                  </a:lnTo>
                  <a:lnTo>
                    <a:pt x="80310" y="68635"/>
                  </a:lnTo>
                  <a:lnTo>
                    <a:pt x="80241" y="68841"/>
                  </a:lnTo>
                  <a:lnTo>
                    <a:pt x="80150" y="69071"/>
                  </a:lnTo>
                  <a:lnTo>
                    <a:pt x="80058" y="69277"/>
                  </a:lnTo>
                  <a:lnTo>
                    <a:pt x="79943" y="69461"/>
                  </a:lnTo>
                  <a:lnTo>
                    <a:pt x="79805" y="69667"/>
                  </a:lnTo>
                  <a:lnTo>
                    <a:pt x="79645" y="69828"/>
                  </a:lnTo>
                  <a:lnTo>
                    <a:pt x="79484" y="69988"/>
                  </a:lnTo>
                  <a:lnTo>
                    <a:pt x="79301" y="70126"/>
                  </a:lnTo>
                  <a:lnTo>
                    <a:pt x="79117" y="70263"/>
                  </a:lnTo>
                  <a:lnTo>
                    <a:pt x="78911" y="70378"/>
                  </a:lnTo>
                  <a:lnTo>
                    <a:pt x="78704" y="70470"/>
                  </a:lnTo>
                  <a:lnTo>
                    <a:pt x="78475" y="70539"/>
                  </a:lnTo>
                  <a:lnTo>
                    <a:pt x="78269" y="70607"/>
                  </a:lnTo>
                  <a:lnTo>
                    <a:pt x="78039" y="70653"/>
                  </a:lnTo>
                  <a:lnTo>
                    <a:pt x="77580" y="70653"/>
                  </a:lnTo>
                  <a:lnTo>
                    <a:pt x="77351" y="70630"/>
                  </a:lnTo>
                  <a:lnTo>
                    <a:pt x="77122" y="70585"/>
                  </a:lnTo>
                  <a:lnTo>
                    <a:pt x="76892" y="70516"/>
                  </a:lnTo>
                  <a:lnTo>
                    <a:pt x="76663" y="70401"/>
                  </a:lnTo>
                  <a:lnTo>
                    <a:pt x="76456" y="70286"/>
                  </a:lnTo>
                  <a:lnTo>
                    <a:pt x="76250" y="70126"/>
                  </a:lnTo>
                  <a:lnTo>
                    <a:pt x="76043" y="69942"/>
                  </a:lnTo>
                  <a:lnTo>
                    <a:pt x="75860" y="69736"/>
                  </a:lnTo>
                  <a:lnTo>
                    <a:pt x="75676" y="69506"/>
                  </a:lnTo>
                  <a:lnTo>
                    <a:pt x="75539" y="69231"/>
                  </a:lnTo>
                  <a:lnTo>
                    <a:pt x="75424" y="68956"/>
                  </a:lnTo>
                  <a:lnTo>
                    <a:pt x="75355" y="68704"/>
                  </a:lnTo>
                  <a:lnTo>
                    <a:pt x="75309" y="68451"/>
                  </a:lnTo>
                  <a:lnTo>
                    <a:pt x="75286" y="68199"/>
                  </a:lnTo>
                  <a:lnTo>
                    <a:pt x="75286" y="67947"/>
                  </a:lnTo>
                  <a:lnTo>
                    <a:pt x="75309" y="67694"/>
                  </a:lnTo>
                  <a:lnTo>
                    <a:pt x="75378" y="67465"/>
                  </a:lnTo>
                  <a:lnTo>
                    <a:pt x="75447" y="67258"/>
                  </a:lnTo>
                  <a:lnTo>
                    <a:pt x="75562" y="67029"/>
                  </a:lnTo>
                  <a:lnTo>
                    <a:pt x="75676" y="66845"/>
                  </a:lnTo>
                  <a:lnTo>
                    <a:pt x="75814" y="66639"/>
                  </a:lnTo>
                  <a:lnTo>
                    <a:pt x="75975" y="66478"/>
                  </a:lnTo>
                  <a:lnTo>
                    <a:pt x="76135" y="66318"/>
                  </a:lnTo>
                  <a:lnTo>
                    <a:pt x="76319" y="66157"/>
                  </a:lnTo>
                  <a:lnTo>
                    <a:pt x="76525" y="66043"/>
                  </a:lnTo>
                  <a:lnTo>
                    <a:pt x="76732" y="65928"/>
                  </a:lnTo>
                  <a:lnTo>
                    <a:pt x="76938" y="65813"/>
                  </a:lnTo>
                  <a:lnTo>
                    <a:pt x="77167" y="65744"/>
                  </a:lnTo>
                  <a:lnTo>
                    <a:pt x="77397" y="65676"/>
                  </a:lnTo>
                  <a:lnTo>
                    <a:pt x="77626" y="65653"/>
                  </a:lnTo>
                  <a:lnTo>
                    <a:pt x="77856" y="65630"/>
                  </a:lnTo>
                  <a:close/>
                  <a:moveTo>
                    <a:pt x="97950" y="68382"/>
                  </a:moveTo>
                  <a:lnTo>
                    <a:pt x="99717" y="71433"/>
                  </a:lnTo>
                  <a:lnTo>
                    <a:pt x="96184" y="71433"/>
                  </a:lnTo>
                  <a:lnTo>
                    <a:pt x="94418" y="68382"/>
                  </a:lnTo>
                  <a:close/>
                  <a:moveTo>
                    <a:pt x="82145" y="61042"/>
                  </a:moveTo>
                  <a:lnTo>
                    <a:pt x="84141" y="64529"/>
                  </a:lnTo>
                  <a:lnTo>
                    <a:pt x="86183" y="68061"/>
                  </a:lnTo>
                  <a:lnTo>
                    <a:pt x="84164" y="71548"/>
                  </a:lnTo>
                  <a:lnTo>
                    <a:pt x="80631" y="71548"/>
                  </a:lnTo>
                  <a:lnTo>
                    <a:pt x="82650" y="68038"/>
                  </a:lnTo>
                  <a:lnTo>
                    <a:pt x="80356" y="64139"/>
                  </a:lnTo>
                  <a:lnTo>
                    <a:pt x="82145" y="61042"/>
                  </a:lnTo>
                  <a:close/>
                  <a:moveTo>
                    <a:pt x="95955" y="60583"/>
                  </a:moveTo>
                  <a:lnTo>
                    <a:pt x="89646" y="71548"/>
                  </a:lnTo>
                  <a:lnTo>
                    <a:pt x="86114" y="71548"/>
                  </a:lnTo>
                  <a:lnTo>
                    <a:pt x="92445" y="60583"/>
                  </a:lnTo>
                  <a:close/>
                  <a:moveTo>
                    <a:pt x="169773" y="66777"/>
                  </a:moveTo>
                  <a:lnTo>
                    <a:pt x="170002" y="66800"/>
                  </a:lnTo>
                  <a:lnTo>
                    <a:pt x="170232" y="66868"/>
                  </a:lnTo>
                  <a:lnTo>
                    <a:pt x="170461" y="66937"/>
                  </a:lnTo>
                  <a:lnTo>
                    <a:pt x="170691" y="67052"/>
                  </a:lnTo>
                  <a:lnTo>
                    <a:pt x="170897" y="67190"/>
                  </a:lnTo>
                  <a:lnTo>
                    <a:pt x="171103" y="67350"/>
                  </a:lnTo>
                  <a:lnTo>
                    <a:pt x="171310" y="67534"/>
                  </a:lnTo>
                  <a:lnTo>
                    <a:pt x="171493" y="67763"/>
                  </a:lnTo>
                  <a:lnTo>
                    <a:pt x="171654" y="68015"/>
                  </a:lnTo>
                  <a:lnTo>
                    <a:pt x="171792" y="68268"/>
                  </a:lnTo>
                  <a:lnTo>
                    <a:pt x="171906" y="68520"/>
                  </a:lnTo>
                  <a:lnTo>
                    <a:pt x="171975" y="68795"/>
                  </a:lnTo>
                  <a:lnTo>
                    <a:pt x="172021" y="69048"/>
                  </a:lnTo>
                  <a:lnTo>
                    <a:pt x="172021" y="69277"/>
                  </a:lnTo>
                  <a:lnTo>
                    <a:pt x="172021" y="69529"/>
                  </a:lnTo>
                  <a:lnTo>
                    <a:pt x="171975" y="69759"/>
                  </a:lnTo>
                  <a:lnTo>
                    <a:pt x="171929" y="69988"/>
                  </a:lnTo>
                  <a:lnTo>
                    <a:pt x="171838" y="70217"/>
                  </a:lnTo>
                  <a:lnTo>
                    <a:pt x="171746" y="70424"/>
                  </a:lnTo>
                  <a:lnTo>
                    <a:pt x="171631" y="70607"/>
                  </a:lnTo>
                  <a:lnTo>
                    <a:pt x="171493" y="70791"/>
                  </a:lnTo>
                  <a:lnTo>
                    <a:pt x="171333" y="70974"/>
                  </a:lnTo>
                  <a:lnTo>
                    <a:pt x="171172" y="71135"/>
                  </a:lnTo>
                  <a:lnTo>
                    <a:pt x="170989" y="71273"/>
                  </a:lnTo>
                  <a:lnTo>
                    <a:pt x="170805" y="71410"/>
                  </a:lnTo>
                  <a:lnTo>
                    <a:pt x="170599" y="71525"/>
                  </a:lnTo>
                  <a:lnTo>
                    <a:pt x="170392" y="71617"/>
                  </a:lnTo>
                  <a:lnTo>
                    <a:pt x="170163" y="71686"/>
                  </a:lnTo>
                  <a:lnTo>
                    <a:pt x="169934" y="71754"/>
                  </a:lnTo>
                  <a:lnTo>
                    <a:pt x="169727" y="71777"/>
                  </a:lnTo>
                  <a:lnTo>
                    <a:pt x="169498" y="71800"/>
                  </a:lnTo>
                  <a:lnTo>
                    <a:pt x="169245" y="71800"/>
                  </a:lnTo>
                  <a:lnTo>
                    <a:pt x="169016" y="71777"/>
                  </a:lnTo>
                  <a:lnTo>
                    <a:pt x="168787" y="71731"/>
                  </a:lnTo>
                  <a:lnTo>
                    <a:pt x="168580" y="71640"/>
                  </a:lnTo>
                  <a:lnTo>
                    <a:pt x="168351" y="71548"/>
                  </a:lnTo>
                  <a:lnTo>
                    <a:pt x="168144" y="71410"/>
                  </a:lnTo>
                  <a:lnTo>
                    <a:pt x="167938" y="71273"/>
                  </a:lnTo>
                  <a:lnTo>
                    <a:pt x="167731" y="71089"/>
                  </a:lnTo>
                  <a:lnTo>
                    <a:pt x="167548" y="70883"/>
                  </a:lnTo>
                  <a:lnTo>
                    <a:pt x="167364" y="70630"/>
                  </a:lnTo>
                  <a:lnTo>
                    <a:pt x="167227" y="70378"/>
                  </a:lnTo>
                  <a:lnTo>
                    <a:pt x="167112" y="70103"/>
                  </a:lnTo>
                  <a:lnTo>
                    <a:pt x="167043" y="69850"/>
                  </a:lnTo>
                  <a:lnTo>
                    <a:pt x="166997" y="69575"/>
                  </a:lnTo>
                  <a:lnTo>
                    <a:pt x="166974" y="69323"/>
                  </a:lnTo>
                  <a:lnTo>
                    <a:pt x="166974" y="69071"/>
                  </a:lnTo>
                  <a:lnTo>
                    <a:pt x="166997" y="68841"/>
                  </a:lnTo>
                  <a:lnTo>
                    <a:pt x="167066" y="68612"/>
                  </a:lnTo>
                  <a:lnTo>
                    <a:pt x="167135" y="68382"/>
                  </a:lnTo>
                  <a:lnTo>
                    <a:pt x="167250" y="68176"/>
                  </a:lnTo>
                  <a:lnTo>
                    <a:pt x="167364" y="67969"/>
                  </a:lnTo>
                  <a:lnTo>
                    <a:pt x="167502" y="67786"/>
                  </a:lnTo>
                  <a:lnTo>
                    <a:pt x="167663" y="67602"/>
                  </a:lnTo>
                  <a:lnTo>
                    <a:pt x="167823" y="67442"/>
                  </a:lnTo>
                  <a:lnTo>
                    <a:pt x="168007" y="67304"/>
                  </a:lnTo>
                  <a:lnTo>
                    <a:pt x="168213" y="67167"/>
                  </a:lnTo>
                  <a:lnTo>
                    <a:pt x="168420" y="67052"/>
                  </a:lnTo>
                  <a:lnTo>
                    <a:pt x="168626" y="66960"/>
                  </a:lnTo>
                  <a:lnTo>
                    <a:pt x="168855" y="66891"/>
                  </a:lnTo>
                  <a:lnTo>
                    <a:pt x="169062" y="66822"/>
                  </a:lnTo>
                  <a:lnTo>
                    <a:pt x="169314" y="66777"/>
                  </a:lnTo>
                  <a:close/>
                  <a:moveTo>
                    <a:pt x="21219" y="67258"/>
                  </a:moveTo>
                  <a:lnTo>
                    <a:pt x="21448" y="67281"/>
                  </a:lnTo>
                  <a:lnTo>
                    <a:pt x="21678" y="67304"/>
                  </a:lnTo>
                  <a:lnTo>
                    <a:pt x="21907" y="67350"/>
                  </a:lnTo>
                  <a:lnTo>
                    <a:pt x="22136" y="67442"/>
                  </a:lnTo>
                  <a:lnTo>
                    <a:pt x="22366" y="67534"/>
                  </a:lnTo>
                  <a:lnTo>
                    <a:pt x="22572" y="67671"/>
                  </a:lnTo>
                  <a:lnTo>
                    <a:pt x="22779" y="67832"/>
                  </a:lnTo>
                  <a:lnTo>
                    <a:pt x="22985" y="68038"/>
                  </a:lnTo>
                  <a:lnTo>
                    <a:pt x="23169" y="68245"/>
                  </a:lnTo>
                  <a:lnTo>
                    <a:pt x="23329" y="68497"/>
                  </a:lnTo>
                  <a:lnTo>
                    <a:pt x="23467" y="68772"/>
                  </a:lnTo>
                  <a:lnTo>
                    <a:pt x="23581" y="69025"/>
                  </a:lnTo>
                  <a:lnTo>
                    <a:pt x="23650" y="69277"/>
                  </a:lnTo>
                  <a:lnTo>
                    <a:pt x="23696" y="69529"/>
                  </a:lnTo>
                  <a:lnTo>
                    <a:pt x="23719" y="69782"/>
                  </a:lnTo>
                  <a:lnTo>
                    <a:pt x="23696" y="70034"/>
                  </a:lnTo>
                  <a:lnTo>
                    <a:pt x="23673" y="70263"/>
                  </a:lnTo>
                  <a:lnTo>
                    <a:pt x="23604" y="70493"/>
                  </a:lnTo>
                  <a:lnTo>
                    <a:pt x="23513" y="70699"/>
                  </a:lnTo>
                  <a:lnTo>
                    <a:pt x="23421" y="70906"/>
                  </a:lnTo>
                  <a:lnTo>
                    <a:pt x="23306" y="71112"/>
                  </a:lnTo>
                  <a:lnTo>
                    <a:pt x="23169" y="71296"/>
                  </a:lnTo>
                  <a:lnTo>
                    <a:pt x="23008" y="71456"/>
                  </a:lnTo>
                  <a:lnTo>
                    <a:pt x="22847" y="71617"/>
                  </a:lnTo>
                  <a:lnTo>
                    <a:pt x="22664" y="71777"/>
                  </a:lnTo>
                  <a:lnTo>
                    <a:pt x="22480" y="71892"/>
                  </a:lnTo>
                  <a:lnTo>
                    <a:pt x="22274" y="72007"/>
                  </a:lnTo>
                  <a:lnTo>
                    <a:pt x="22068" y="72099"/>
                  </a:lnTo>
                  <a:lnTo>
                    <a:pt x="21838" y="72190"/>
                  </a:lnTo>
                  <a:lnTo>
                    <a:pt x="21609" y="72236"/>
                  </a:lnTo>
                  <a:lnTo>
                    <a:pt x="21402" y="72282"/>
                  </a:lnTo>
                  <a:lnTo>
                    <a:pt x="21173" y="72305"/>
                  </a:lnTo>
                  <a:lnTo>
                    <a:pt x="20943" y="72305"/>
                  </a:lnTo>
                  <a:lnTo>
                    <a:pt x="20691" y="72259"/>
                  </a:lnTo>
                  <a:lnTo>
                    <a:pt x="20485" y="72213"/>
                  </a:lnTo>
                  <a:lnTo>
                    <a:pt x="20255" y="72144"/>
                  </a:lnTo>
                  <a:lnTo>
                    <a:pt x="20026" y="72053"/>
                  </a:lnTo>
                  <a:lnTo>
                    <a:pt x="19819" y="71915"/>
                  </a:lnTo>
                  <a:lnTo>
                    <a:pt x="19613" y="71754"/>
                  </a:lnTo>
                  <a:lnTo>
                    <a:pt x="19407" y="71594"/>
                  </a:lnTo>
                  <a:lnTo>
                    <a:pt x="19223" y="71364"/>
                  </a:lnTo>
                  <a:lnTo>
                    <a:pt x="19040" y="71135"/>
                  </a:lnTo>
                  <a:lnTo>
                    <a:pt x="18902" y="70860"/>
                  </a:lnTo>
                  <a:lnTo>
                    <a:pt x="18787" y="70607"/>
                  </a:lnTo>
                  <a:lnTo>
                    <a:pt x="18718" y="70332"/>
                  </a:lnTo>
                  <a:lnTo>
                    <a:pt x="18673" y="70080"/>
                  </a:lnTo>
                  <a:lnTo>
                    <a:pt x="18650" y="69828"/>
                  </a:lnTo>
                  <a:lnTo>
                    <a:pt x="18650" y="69575"/>
                  </a:lnTo>
                  <a:lnTo>
                    <a:pt x="18673" y="69346"/>
                  </a:lnTo>
                  <a:lnTo>
                    <a:pt x="18741" y="69116"/>
                  </a:lnTo>
                  <a:lnTo>
                    <a:pt x="18810" y="68887"/>
                  </a:lnTo>
                  <a:lnTo>
                    <a:pt x="18925" y="68681"/>
                  </a:lnTo>
                  <a:lnTo>
                    <a:pt x="19040" y="68474"/>
                  </a:lnTo>
                  <a:lnTo>
                    <a:pt x="19177" y="68291"/>
                  </a:lnTo>
                  <a:lnTo>
                    <a:pt x="19338" y="68107"/>
                  </a:lnTo>
                  <a:lnTo>
                    <a:pt x="19498" y="67947"/>
                  </a:lnTo>
                  <a:lnTo>
                    <a:pt x="19682" y="67809"/>
                  </a:lnTo>
                  <a:lnTo>
                    <a:pt x="19888" y="67671"/>
                  </a:lnTo>
                  <a:lnTo>
                    <a:pt x="20095" y="67557"/>
                  </a:lnTo>
                  <a:lnTo>
                    <a:pt x="20301" y="67465"/>
                  </a:lnTo>
                  <a:lnTo>
                    <a:pt x="20531" y="67373"/>
                  </a:lnTo>
                  <a:lnTo>
                    <a:pt x="20760" y="67327"/>
                  </a:lnTo>
                  <a:lnTo>
                    <a:pt x="20989" y="67281"/>
                  </a:lnTo>
                  <a:lnTo>
                    <a:pt x="21219" y="67258"/>
                  </a:lnTo>
                  <a:close/>
                  <a:moveTo>
                    <a:pt x="41313" y="70011"/>
                  </a:moveTo>
                  <a:lnTo>
                    <a:pt x="43080" y="73085"/>
                  </a:lnTo>
                  <a:lnTo>
                    <a:pt x="39547" y="73085"/>
                  </a:lnTo>
                  <a:lnTo>
                    <a:pt x="37781" y="70034"/>
                  </a:lnTo>
                  <a:lnTo>
                    <a:pt x="41313" y="70011"/>
                  </a:lnTo>
                  <a:close/>
                  <a:moveTo>
                    <a:pt x="25508" y="62670"/>
                  </a:moveTo>
                  <a:lnTo>
                    <a:pt x="27504" y="66180"/>
                  </a:lnTo>
                  <a:lnTo>
                    <a:pt x="29546" y="69690"/>
                  </a:lnTo>
                  <a:lnTo>
                    <a:pt x="27527" y="73177"/>
                  </a:lnTo>
                  <a:lnTo>
                    <a:pt x="23994" y="73200"/>
                  </a:lnTo>
                  <a:lnTo>
                    <a:pt x="23994" y="73200"/>
                  </a:lnTo>
                  <a:lnTo>
                    <a:pt x="26013" y="69690"/>
                  </a:lnTo>
                  <a:lnTo>
                    <a:pt x="23719" y="65790"/>
                  </a:lnTo>
                  <a:lnTo>
                    <a:pt x="25508" y="62670"/>
                  </a:lnTo>
                  <a:close/>
                  <a:moveTo>
                    <a:pt x="39318" y="62235"/>
                  </a:moveTo>
                  <a:lnTo>
                    <a:pt x="33010" y="73177"/>
                  </a:lnTo>
                  <a:lnTo>
                    <a:pt x="29477" y="73200"/>
                  </a:lnTo>
                  <a:lnTo>
                    <a:pt x="29477" y="73200"/>
                  </a:lnTo>
                  <a:lnTo>
                    <a:pt x="35808" y="62235"/>
                  </a:lnTo>
                  <a:close/>
                  <a:moveTo>
                    <a:pt x="111874" y="68451"/>
                  </a:moveTo>
                  <a:lnTo>
                    <a:pt x="112173" y="68474"/>
                  </a:lnTo>
                  <a:lnTo>
                    <a:pt x="112471" y="68520"/>
                  </a:lnTo>
                  <a:lnTo>
                    <a:pt x="112746" y="68589"/>
                  </a:lnTo>
                  <a:lnTo>
                    <a:pt x="113044" y="68726"/>
                  </a:lnTo>
                  <a:lnTo>
                    <a:pt x="113320" y="68887"/>
                  </a:lnTo>
                  <a:lnTo>
                    <a:pt x="113572" y="69116"/>
                  </a:lnTo>
                  <a:lnTo>
                    <a:pt x="113824" y="69369"/>
                  </a:lnTo>
                  <a:lnTo>
                    <a:pt x="114031" y="69690"/>
                  </a:lnTo>
                  <a:lnTo>
                    <a:pt x="114145" y="69896"/>
                  </a:lnTo>
                  <a:lnTo>
                    <a:pt x="114237" y="70080"/>
                  </a:lnTo>
                  <a:lnTo>
                    <a:pt x="114306" y="70286"/>
                  </a:lnTo>
                  <a:lnTo>
                    <a:pt x="114352" y="70470"/>
                  </a:lnTo>
                  <a:lnTo>
                    <a:pt x="114375" y="70653"/>
                  </a:lnTo>
                  <a:lnTo>
                    <a:pt x="114398" y="70837"/>
                  </a:lnTo>
                  <a:lnTo>
                    <a:pt x="114421" y="71020"/>
                  </a:lnTo>
                  <a:lnTo>
                    <a:pt x="114398" y="71204"/>
                  </a:lnTo>
                  <a:lnTo>
                    <a:pt x="114375" y="71387"/>
                  </a:lnTo>
                  <a:lnTo>
                    <a:pt x="114329" y="71548"/>
                  </a:lnTo>
                  <a:lnTo>
                    <a:pt x="114237" y="71892"/>
                  </a:lnTo>
                  <a:lnTo>
                    <a:pt x="114077" y="72190"/>
                  </a:lnTo>
                  <a:lnTo>
                    <a:pt x="113870" y="72466"/>
                  </a:lnTo>
                  <a:lnTo>
                    <a:pt x="113687" y="72695"/>
                  </a:lnTo>
                  <a:lnTo>
                    <a:pt x="113480" y="72901"/>
                  </a:lnTo>
                  <a:lnTo>
                    <a:pt x="113251" y="73085"/>
                  </a:lnTo>
                  <a:lnTo>
                    <a:pt x="112998" y="73245"/>
                  </a:lnTo>
                  <a:lnTo>
                    <a:pt x="112723" y="73360"/>
                  </a:lnTo>
                  <a:lnTo>
                    <a:pt x="112448" y="73475"/>
                  </a:lnTo>
                  <a:lnTo>
                    <a:pt x="112150" y="73544"/>
                  </a:lnTo>
                  <a:lnTo>
                    <a:pt x="111874" y="73567"/>
                  </a:lnTo>
                  <a:lnTo>
                    <a:pt x="111576" y="73567"/>
                  </a:lnTo>
                  <a:lnTo>
                    <a:pt x="111278" y="73521"/>
                  </a:lnTo>
                  <a:lnTo>
                    <a:pt x="110980" y="73452"/>
                  </a:lnTo>
                  <a:lnTo>
                    <a:pt x="110705" y="73337"/>
                  </a:lnTo>
                  <a:lnTo>
                    <a:pt x="110429" y="73177"/>
                  </a:lnTo>
                  <a:lnTo>
                    <a:pt x="110154" y="72970"/>
                  </a:lnTo>
                  <a:lnTo>
                    <a:pt x="109925" y="72695"/>
                  </a:lnTo>
                  <a:lnTo>
                    <a:pt x="109695" y="72397"/>
                  </a:lnTo>
                  <a:lnTo>
                    <a:pt x="109581" y="72190"/>
                  </a:lnTo>
                  <a:lnTo>
                    <a:pt x="109489" y="72007"/>
                  </a:lnTo>
                  <a:lnTo>
                    <a:pt x="109420" y="71800"/>
                  </a:lnTo>
                  <a:lnTo>
                    <a:pt x="109351" y="71594"/>
                  </a:lnTo>
                  <a:lnTo>
                    <a:pt x="109305" y="71410"/>
                  </a:lnTo>
                  <a:lnTo>
                    <a:pt x="109282" y="71227"/>
                  </a:lnTo>
                  <a:lnTo>
                    <a:pt x="109282" y="71020"/>
                  </a:lnTo>
                  <a:lnTo>
                    <a:pt x="109282" y="70837"/>
                  </a:lnTo>
                  <a:lnTo>
                    <a:pt x="109305" y="70653"/>
                  </a:lnTo>
                  <a:lnTo>
                    <a:pt x="109351" y="70493"/>
                  </a:lnTo>
                  <a:lnTo>
                    <a:pt x="109397" y="70309"/>
                  </a:lnTo>
                  <a:lnTo>
                    <a:pt x="109466" y="70149"/>
                  </a:lnTo>
                  <a:lnTo>
                    <a:pt x="109626" y="69828"/>
                  </a:lnTo>
                  <a:lnTo>
                    <a:pt x="109833" y="69552"/>
                  </a:lnTo>
                  <a:lnTo>
                    <a:pt x="110016" y="69323"/>
                  </a:lnTo>
                  <a:lnTo>
                    <a:pt x="110223" y="69116"/>
                  </a:lnTo>
                  <a:lnTo>
                    <a:pt x="110475" y="68933"/>
                  </a:lnTo>
                  <a:lnTo>
                    <a:pt x="110727" y="68772"/>
                  </a:lnTo>
                  <a:lnTo>
                    <a:pt x="111003" y="68658"/>
                  </a:lnTo>
                  <a:lnTo>
                    <a:pt x="111278" y="68566"/>
                  </a:lnTo>
                  <a:lnTo>
                    <a:pt x="111576" y="68497"/>
                  </a:lnTo>
                  <a:lnTo>
                    <a:pt x="111874" y="68451"/>
                  </a:lnTo>
                  <a:close/>
                  <a:moveTo>
                    <a:pt x="131946" y="71296"/>
                  </a:moveTo>
                  <a:lnTo>
                    <a:pt x="133736" y="74347"/>
                  </a:lnTo>
                  <a:lnTo>
                    <a:pt x="130203" y="74347"/>
                  </a:lnTo>
                  <a:lnTo>
                    <a:pt x="128414" y="71296"/>
                  </a:lnTo>
                  <a:close/>
                  <a:moveTo>
                    <a:pt x="116141" y="63955"/>
                  </a:moveTo>
                  <a:lnTo>
                    <a:pt x="118137" y="67442"/>
                  </a:lnTo>
                  <a:lnTo>
                    <a:pt x="120178" y="70952"/>
                  </a:lnTo>
                  <a:lnTo>
                    <a:pt x="118160" y="74461"/>
                  </a:lnTo>
                  <a:lnTo>
                    <a:pt x="114627" y="74461"/>
                  </a:lnTo>
                  <a:lnTo>
                    <a:pt x="116669" y="70952"/>
                  </a:lnTo>
                  <a:lnTo>
                    <a:pt x="114352" y="67052"/>
                  </a:lnTo>
                  <a:lnTo>
                    <a:pt x="116141" y="63955"/>
                  </a:lnTo>
                  <a:close/>
                  <a:moveTo>
                    <a:pt x="129973" y="63496"/>
                  </a:moveTo>
                  <a:lnTo>
                    <a:pt x="123642" y="74461"/>
                  </a:lnTo>
                  <a:lnTo>
                    <a:pt x="120133" y="74461"/>
                  </a:lnTo>
                  <a:lnTo>
                    <a:pt x="126441" y="63496"/>
                  </a:lnTo>
                  <a:close/>
                  <a:moveTo>
                    <a:pt x="55444" y="70172"/>
                  </a:moveTo>
                  <a:lnTo>
                    <a:pt x="55673" y="70217"/>
                  </a:lnTo>
                  <a:lnTo>
                    <a:pt x="55926" y="70263"/>
                  </a:lnTo>
                  <a:lnTo>
                    <a:pt x="56155" y="70355"/>
                  </a:lnTo>
                  <a:lnTo>
                    <a:pt x="56362" y="70447"/>
                  </a:lnTo>
                  <a:lnTo>
                    <a:pt x="56591" y="70585"/>
                  </a:lnTo>
                  <a:lnTo>
                    <a:pt x="56797" y="70745"/>
                  </a:lnTo>
                  <a:lnTo>
                    <a:pt x="56981" y="70929"/>
                  </a:lnTo>
                  <a:lnTo>
                    <a:pt x="57164" y="71158"/>
                  </a:lnTo>
                  <a:lnTo>
                    <a:pt x="57348" y="71410"/>
                  </a:lnTo>
                  <a:lnTo>
                    <a:pt x="57486" y="71663"/>
                  </a:lnTo>
                  <a:lnTo>
                    <a:pt x="57577" y="71938"/>
                  </a:lnTo>
                  <a:lnTo>
                    <a:pt x="57646" y="72190"/>
                  </a:lnTo>
                  <a:lnTo>
                    <a:pt x="57692" y="72443"/>
                  </a:lnTo>
                  <a:lnTo>
                    <a:pt x="57715" y="72695"/>
                  </a:lnTo>
                  <a:lnTo>
                    <a:pt x="57692" y="72924"/>
                  </a:lnTo>
                  <a:lnTo>
                    <a:pt x="57669" y="73177"/>
                  </a:lnTo>
                  <a:lnTo>
                    <a:pt x="57600" y="73406"/>
                  </a:lnTo>
                  <a:lnTo>
                    <a:pt x="57531" y="73613"/>
                  </a:lnTo>
                  <a:lnTo>
                    <a:pt x="57417" y="73819"/>
                  </a:lnTo>
                  <a:lnTo>
                    <a:pt x="57302" y="74025"/>
                  </a:lnTo>
                  <a:lnTo>
                    <a:pt x="57164" y="74209"/>
                  </a:lnTo>
                  <a:lnTo>
                    <a:pt x="57027" y="74370"/>
                  </a:lnTo>
                  <a:lnTo>
                    <a:pt x="56843" y="74530"/>
                  </a:lnTo>
                  <a:lnTo>
                    <a:pt x="56660" y="74668"/>
                  </a:lnTo>
                  <a:lnTo>
                    <a:pt x="56476" y="74805"/>
                  </a:lnTo>
                  <a:lnTo>
                    <a:pt x="56270" y="74920"/>
                  </a:lnTo>
                  <a:lnTo>
                    <a:pt x="56063" y="75012"/>
                  </a:lnTo>
                  <a:lnTo>
                    <a:pt x="55857" y="75081"/>
                  </a:lnTo>
                  <a:lnTo>
                    <a:pt x="55628" y="75149"/>
                  </a:lnTo>
                  <a:lnTo>
                    <a:pt x="55398" y="75195"/>
                  </a:lnTo>
                  <a:lnTo>
                    <a:pt x="54939" y="75195"/>
                  </a:lnTo>
                  <a:lnTo>
                    <a:pt x="54710" y="75172"/>
                  </a:lnTo>
                  <a:lnTo>
                    <a:pt x="54481" y="75126"/>
                  </a:lnTo>
                  <a:lnTo>
                    <a:pt x="54251" y="75058"/>
                  </a:lnTo>
                  <a:lnTo>
                    <a:pt x="54022" y="74943"/>
                  </a:lnTo>
                  <a:lnTo>
                    <a:pt x="53815" y="74828"/>
                  </a:lnTo>
                  <a:lnTo>
                    <a:pt x="53609" y="74668"/>
                  </a:lnTo>
                  <a:lnTo>
                    <a:pt x="53402" y="74484"/>
                  </a:lnTo>
                  <a:lnTo>
                    <a:pt x="53219" y="74278"/>
                  </a:lnTo>
                  <a:lnTo>
                    <a:pt x="53058" y="74048"/>
                  </a:lnTo>
                  <a:lnTo>
                    <a:pt x="52898" y="73773"/>
                  </a:lnTo>
                  <a:lnTo>
                    <a:pt x="52806" y="73498"/>
                  </a:lnTo>
                  <a:lnTo>
                    <a:pt x="52714" y="73245"/>
                  </a:lnTo>
                  <a:lnTo>
                    <a:pt x="52668" y="72993"/>
                  </a:lnTo>
                  <a:lnTo>
                    <a:pt x="52645" y="72741"/>
                  </a:lnTo>
                  <a:lnTo>
                    <a:pt x="52645" y="72488"/>
                  </a:lnTo>
                  <a:lnTo>
                    <a:pt x="52691" y="72236"/>
                  </a:lnTo>
                  <a:lnTo>
                    <a:pt x="52737" y="72007"/>
                  </a:lnTo>
                  <a:lnTo>
                    <a:pt x="52829" y="71800"/>
                  </a:lnTo>
                  <a:lnTo>
                    <a:pt x="52921" y="71571"/>
                  </a:lnTo>
                  <a:lnTo>
                    <a:pt x="53035" y="71387"/>
                  </a:lnTo>
                  <a:lnTo>
                    <a:pt x="53173" y="71181"/>
                  </a:lnTo>
                  <a:lnTo>
                    <a:pt x="53334" y="71020"/>
                  </a:lnTo>
                  <a:lnTo>
                    <a:pt x="53517" y="70860"/>
                  </a:lnTo>
                  <a:lnTo>
                    <a:pt x="53701" y="70699"/>
                  </a:lnTo>
                  <a:lnTo>
                    <a:pt x="53884" y="70585"/>
                  </a:lnTo>
                  <a:lnTo>
                    <a:pt x="54091" y="70470"/>
                  </a:lnTo>
                  <a:lnTo>
                    <a:pt x="54297" y="70355"/>
                  </a:lnTo>
                  <a:lnTo>
                    <a:pt x="54526" y="70286"/>
                  </a:lnTo>
                  <a:lnTo>
                    <a:pt x="54756" y="70217"/>
                  </a:lnTo>
                  <a:lnTo>
                    <a:pt x="54985" y="70195"/>
                  </a:lnTo>
                  <a:lnTo>
                    <a:pt x="55215" y="70172"/>
                  </a:lnTo>
                  <a:close/>
                  <a:moveTo>
                    <a:pt x="59504" y="65584"/>
                  </a:moveTo>
                  <a:lnTo>
                    <a:pt x="61500" y="69071"/>
                  </a:lnTo>
                  <a:lnTo>
                    <a:pt x="63542" y="72603"/>
                  </a:lnTo>
                  <a:lnTo>
                    <a:pt x="61523" y="76090"/>
                  </a:lnTo>
                  <a:lnTo>
                    <a:pt x="57990" y="76090"/>
                  </a:lnTo>
                  <a:lnTo>
                    <a:pt x="60032" y="72580"/>
                  </a:lnTo>
                  <a:lnTo>
                    <a:pt x="57715" y="68681"/>
                  </a:lnTo>
                  <a:lnTo>
                    <a:pt x="59504" y="65584"/>
                  </a:lnTo>
                  <a:close/>
                  <a:moveTo>
                    <a:pt x="73337" y="65148"/>
                  </a:moveTo>
                  <a:lnTo>
                    <a:pt x="67005" y="76090"/>
                  </a:lnTo>
                  <a:lnTo>
                    <a:pt x="63496" y="76090"/>
                  </a:lnTo>
                  <a:lnTo>
                    <a:pt x="69804" y="65148"/>
                  </a:lnTo>
                  <a:close/>
                  <a:moveTo>
                    <a:pt x="74759" y="73177"/>
                  </a:moveTo>
                  <a:lnTo>
                    <a:pt x="76525" y="76228"/>
                  </a:lnTo>
                  <a:lnTo>
                    <a:pt x="72993" y="76228"/>
                  </a:lnTo>
                  <a:lnTo>
                    <a:pt x="71226" y="73177"/>
                  </a:lnTo>
                  <a:close/>
                  <a:moveTo>
                    <a:pt x="146673" y="71410"/>
                  </a:moveTo>
                  <a:lnTo>
                    <a:pt x="146903" y="71456"/>
                  </a:lnTo>
                  <a:lnTo>
                    <a:pt x="147132" y="71502"/>
                  </a:lnTo>
                  <a:lnTo>
                    <a:pt x="147361" y="71594"/>
                  </a:lnTo>
                  <a:lnTo>
                    <a:pt x="147568" y="71686"/>
                  </a:lnTo>
                  <a:lnTo>
                    <a:pt x="147797" y="71823"/>
                  </a:lnTo>
                  <a:lnTo>
                    <a:pt x="148004" y="71984"/>
                  </a:lnTo>
                  <a:lnTo>
                    <a:pt x="148187" y="72167"/>
                  </a:lnTo>
                  <a:lnTo>
                    <a:pt x="148394" y="72397"/>
                  </a:lnTo>
                  <a:lnTo>
                    <a:pt x="148554" y="72649"/>
                  </a:lnTo>
                  <a:lnTo>
                    <a:pt x="148692" y="72924"/>
                  </a:lnTo>
                  <a:lnTo>
                    <a:pt x="148784" y="73177"/>
                  </a:lnTo>
                  <a:lnTo>
                    <a:pt x="148875" y="73429"/>
                  </a:lnTo>
                  <a:lnTo>
                    <a:pt x="148898" y="73681"/>
                  </a:lnTo>
                  <a:lnTo>
                    <a:pt x="148921" y="73934"/>
                  </a:lnTo>
                  <a:lnTo>
                    <a:pt x="148921" y="74186"/>
                  </a:lnTo>
                  <a:lnTo>
                    <a:pt x="148875" y="74415"/>
                  </a:lnTo>
                  <a:lnTo>
                    <a:pt x="148829" y="74645"/>
                  </a:lnTo>
                  <a:lnTo>
                    <a:pt x="148738" y="74851"/>
                  </a:lnTo>
                  <a:lnTo>
                    <a:pt x="148646" y="75058"/>
                  </a:lnTo>
                  <a:lnTo>
                    <a:pt x="148508" y="75264"/>
                  </a:lnTo>
                  <a:lnTo>
                    <a:pt x="148371" y="75448"/>
                  </a:lnTo>
                  <a:lnTo>
                    <a:pt x="148233" y="75608"/>
                  </a:lnTo>
                  <a:lnTo>
                    <a:pt x="148050" y="75769"/>
                  </a:lnTo>
                  <a:lnTo>
                    <a:pt x="147889" y="75906"/>
                  </a:lnTo>
                  <a:lnTo>
                    <a:pt x="147683" y="76044"/>
                  </a:lnTo>
                  <a:lnTo>
                    <a:pt x="147476" y="76159"/>
                  </a:lnTo>
                  <a:lnTo>
                    <a:pt x="147270" y="76251"/>
                  </a:lnTo>
                  <a:lnTo>
                    <a:pt x="147063" y="76342"/>
                  </a:lnTo>
                  <a:lnTo>
                    <a:pt x="146834" y="76388"/>
                  </a:lnTo>
                  <a:lnTo>
                    <a:pt x="146604" y="76434"/>
                  </a:lnTo>
                  <a:lnTo>
                    <a:pt x="146375" y="76457"/>
                  </a:lnTo>
                  <a:lnTo>
                    <a:pt x="146146" y="76434"/>
                  </a:lnTo>
                  <a:lnTo>
                    <a:pt x="145916" y="76411"/>
                  </a:lnTo>
                  <a:lnTo>
                    <a:pt x="145687" y="76365"/>
                  </a:lnTo>
                  <a:lnTo>
                    <a:pt x="145457" y="76296"/>
                  </a:lnTo>
                  <a:lnTo>
                    <a:pt x="145251" y="76182"/>
                  </a:lnTo>
                  <a:lnTo>
                    <a:pt x="145022" y="76067"/>
                  </a:lnTo>
                  <a:lnTo>
                    <a:pt x="144815" y="75906"/>
                  </a:lnTo>
                  <a:lnTo>
                    <a:pt x="144632" y="75723"/>
                  </a:lnTo>
                  <a:lnTo>
                    <a:pt x="144448" y="75516"/>
                  </a:lnTo>
                  <a:lnTo>
                    <a:pt x="144265" y="75287"/>
                  </a:lnTo>
                  <a:lnTo>
                    <a:pt x="144127" y="75012"/>
                  </a:lnTo>
                  <a:lnTo>
                    <a:pt x="144012" y="74737"/>
                  </a:lnTo>
                  <a:lnTo>
                    <a:pt x="143921" y="74484"/>
                  </a:lnTo>
                  <a:lnTo>
                    <a:pt x="143875" y="74232"/>
                  </a:lnTo>
                  <a:lnTo>
                    <a:pt x="143852" y="73980"/>
                  </a:lnTo>
                  <a:lnTo>
                    <a:pt x="143875" y="73727"/>
                  </a:lnTo>
                  <a:lnTo>
                    <a:pt x="143898" y="73498"/>
                  </a:lnTo>
                  <a:lnTo>
                    <a:pt x="143943" y="73245"/>
                  </a:lnTo>
                  <a:lnTo>
                    <a:pt x="144035" y="73039"/>
                  </a:lnTo>
                  <a:lnTo>
                    <a:pt x="144127" y="72833"/>
                  </a:lnTo>
                  <a:lnTo>
                    <a:pt x="144265" y="72626"/>
                  </a:lnTo>
                  <a:lnTo>
                    <a:pt x="144402" y="72443"/>
                  </a:lnTo>
                  <a:lnTo>
                    <a:pt x="144540" y="72259"/>
                  </a:lnTo>
                  <a:lnTo>
                    <a:pt x="144723" y="72099"/>
                  </a:lnTo>
                  <a:lnTo>
                    <a:pt x="144907" y="71938"/>
                  </a:lnTo>
                  <a:lnTo>
                    <a:pt x="145090" y="71823"/>
                  </a:lnTo>
                  <a:lnTo>
                    <a:pt x="145297" y="71709"/>
                  </a:lnTo>
                  <a:lnTo>
                    <a:pt x="145526" y="71594"/>
                  </a:lnTo>
                  <a:lnTo>
                    <a:pt x="145733" y="71525"/>
                  </a:lnTo>
                  <a:lnTo>
                    <a:pt x="145962" y="71479"/>
                  </a:lnTo>
                  <a:lnTo>
                    <a:pt x="146191" y="71433"/>
                  </a:lnTo>
                  <a:lnTo>
                    <a:pt x="146421" y="71410"/>
                  </a:lnTo>
                  <a:close/>
                  <a:moveTo>
                    <a:pt x="166539" y="74163"/>
                  </a:moveTo>
                  <a:lnTo>
                    <a:pt x="168305" y="77237"/>
                  </a:lnTo>
                  <a:lnTo>
                    <a:pt x="164772" y="77237"/>
                  </a:lnTo>
                  <a:lnTo>
                    <a:pt x="163006" y="74186"/>
                  </a:lnTo>
                  <a:lnTo>
                    <a:pt x="166539" y="74163"/>
                  </a:lnTo>
                  <a:close/>
                  <a:moveTo>
                    <a:pt x="150711" y="66822"/>
                  </a:moveTo>
                  <a:lnTo>
                    <a:pt x="152729" y="70309"/>
                  </a:lnTo>
                  <a:lnTo>
                    <a:pt x="154748" y="73842"/>
                  </a:lnTo>
                  <a:lnTo>
                    <a:pt x="152729" y="77329"/>
                  </a:lnTo>
                  <a:lnTo>
                    <a:pt x="149197" y="77329"/>
                  </a:lnTo>
                  <a:lnTo>
                    <a:pt x="151238" y="73819"/>
                  </a:lnTo>
                  <a:lnTo>
                    <a:pt x="148921" y="69942"/>
                  </a:lnTo>
                  <a:lnTo>
                    <a:pt x="150711" y="66822"/>
                  </a:lnTo>
                  <a:close/>
                  <a:moveTo>
                    <a:pt x="164543" y="66387"/>
                  </a:moveTo>
                  <a:lnTo>
                    <a:pt x="158212" y="77329"/>
                  </a:lnTo>
                  <a:lnTo>
                    <a:pt x="154702" y="77329"/>
                  </a:lnTo>
                  <a:lnTo>
                    <a:pt x="161010" y="66387"/>
                  </a:lnTo>
                  <a:close/>
                  <a:moveTo>
                    <a:pt x="18443" y="74828"/>
                  </a:moveTo>
                  <a:lnTo>
                    <a:pt x="20209" y="77879"/>
                  </a:lnTo>
                  <a:lnTo>
                    <a:pt x="16677" y="77879"/>
                  </a:lnTo>
                  <a:lnTo>
                    <a:pt x="14910" y="74828"/>
                  </a:lnTo>
                  <a:close/>
                  <a:moveTo>
                    <a:pt x="2615" y="67488"/>
                  </a:moveTo>
                  <a:lnTo>
                    <a:pt x="4634" y="70974"/>
                  </a:lnTo>
                  <a:lnTo>
                    <a:pt x="6652" y="74484"/>
                  </a:lnTo>
                  <a:lnTo>
                    <a:pt x="4634" y="77994"/>
                  </a:lnTo>
                  <a:lnTo>
                    <a:pt x="1101" y="77994"/>
                  </a:lnTo>
                  <a:lnTo>
                    <a:pt x="3143" y="74484"/>
                  </a:lnTo>
                  <a:lnTo>
                    <a:pt x="826" y="70585"/>
                  </a:lnTo>
                  <a:lnTo>
                    <a:pt x="2615" y="67488"/>
                  </a:lnTo>
                  <a:close/>
                  <a:moveTo>
                    <a:pt x="16447" y="67029"/>
                  </a:moveTo>
                  <a:lnTo>
                    <a:pt x="10116" y="77994"/>
                  </a:lnTo>
                  <a:lnTo>
                    <a:pt x="6606" y="77994"/>
                  </a:lnTo>
                  <a:lnTo>
                    <a:pt x="12915" y="67029"/>
                  </a:lnTo>
                  <a:close/>
                  <a:moveTo>
                    <a:pt x="88821" y="73177"/>
                  </a:moveTo>
                  <a:lnTo>
                    <a:pt x="89027" y="73200"/>
                  </a:lnTo>
                  <a:lnTo>
                    <a:pt x="89233" y="73223"/>
                  </a:lnTo>
                  <a:lnTo>
                    <a:pt x="89440" y="73268"/>
                  </a:lnTo>
                  <a:lnTo>
                    <a:pt x="89646" y="73337"/>
                  </a:lnTo>
                  <a:lnTo>
                    <a:pt x="89830" y="73429"/>
                  </a:lnTo>
                  <a:lnTo>
                    <a:pt x="90036" y="73544"/>
                  </a:lnTo>
                  <a:lnTo>
                    <a:pt x="90220" y="73658"/>
                  </a:lnTo>
                  <a:lnTo>
                    <a:pt x="90380" y="73819"/>
                  </a:lnTo>
                  <a:lnTo>
                    <a:pt x="90564" y="74002"/>
                  </a:lnTo>
                  <a:lnTo>
                    <a:pt x="90725" y="74186"/>
                  </a:lnTo>
                  <a:lnTo>
                    <a:pt x="90862" y="74415"/>
                  </a:lnTo>
                  <a:lnTo>
                    <a:pt x="91023" y="74714"/>
                  </a:lnTo>
                  <a:lnTo>
                    <a:pt x="91137" y="75012"/>
                  </a:lnTo>
                  <a:lnTo>
                    <a:pt x="91206" y="75310"/>
                  </a:lnTo>
                  <a:lnTo>
                    <a:pt x="91229" y="75608"/>
                  </a:lnTo>
                  <a:lnTo>
                    <a:pt x="91229" y="75883"/>
                  </a:lnTo>
                  <a:lnTo>
                    <a:pt x="91206" y="76159"/>
                  </a:lnTo>
                  <a:lnTo>
                    <a:pt x="91137" y="76411"/>
                  </a:lnTo>
                  <a:lnTo>
                    <a:pt x="91046" y="76663"/>
                  </a:lnTo>
                  <a:lnTo>
                    <a:pt x="90908" y="76893"/>
                  </a:lnTo>
                  <a:lnTo>
                    <a:pt x="90770" y="77122"/>
                  </a:lnTo>
                  <a:lnTo>
                    <a:pt x="90610" y="77329"/>
                  </a:lnTo>
                  <a:lnTo>
                    <a:pt x="90403" y="77512"/>
                  </a:lnTo>
                  <a:lnTo>
                    <a:pt x="90197" y="77673"/>
                  </a:lnTo>
                  <a:lnTo>
                    <a:pt x="89990" y="77833"/>
                  </a:lnTo>
                  <a:lnTo>
                    <a:pt x="89761" y="77948"/>
                  </a:lnTo>
                  <a:lnTo>
                    <a:pt x="89509" y="78063"/>
                  </a:lnTo>
                  <a:lnTo>
                    <a:pt x="89325" y="78132"/>
                  </a:lnTo>
                  <a:lnTo>
                    <a:pt x="89119" y="78177"/>
                  </a:lnTo>
                  <a:lnTo>
                    <a:pt x="88935" y="78223"/>
                  </a:lnTo>
                  <a:lnTo>
                    <a:pt x="88729" y="78246"/>
                  </a:lnTo>
                  <a:lnTo>
                    <a:pt x="88316" y="78246"/>
                  </a:lnTo>
                  <a:lnTo>
                    <a:pt x="88109" y="78223"/>
                  </a:lnTo>
                  <a:lnTo>
                    <a:pt x="87926" y="78177"/>
                  </a:lnTo>
                  <a:lnTo>
                    <a:pt x="87719" y="78109"/>
                  </a:lnTo>
                  <a:lnTo>
                    <a:pt x="87513" y="78017"/>
                  </a:lnTo>
                  <a:lnTo>
                    <a:pt x="87330" y="77925"/>
                  </a:lnTo>
                  <a:lnTo>
                    <a:pt x="87146" y="77810"/>
                  </a:lnTo>
                  <a:lnTo>
                    <a:pt x="86962" y="77650"/>
                  </a:lnTo>
                  <a:lnTo>
                    <a:pt x="86802" y="77489"/>
                  </a:lnTo>
                  <a:lnTo>
                    <a:pt x="86641" y="77306"/>
                  </a:lnTo>
                  <a:lnTo>
                    <a:pt x="86481" y="77076"/>
                  </a:lnTo>
                  <a:lnTo>
                    <a:pt x="86320" y="76778"/>
                  </a:lnTo>
                  <a:lnTo>
                    <a:pt x="86205" y="76480"/>
                  </a:lnTo>
                  <a:lnTo>
                    <a:pt x="86114" y="76182"/>
                  </a:lnTo>
                  <a:lnTo>
                    <a:pt x="86091" y="75883"/>
                  </a:lnTo>
                  <a:lnTo>
                    <a:pt x="86091" y="75585"/>
                  </a:lnTo>
                  <a:lnTo>
                    <a:pt x="86114" y="75310"/>
                  </a:lnTo>
                  <a:lnTo>
                    <a:pt x="86183" y="75058"/>
                  </a:lnTo>
                  <a:lnTo>
                    <a:pt x="86274" y="74805"/>
                  </a:lnTo>
                  <a:lnTo>
                    <a:pt x="86389" y="74553"/>
                  </a:lnTo>
                  <a:lnTo>
                    <a:pt x="86550" y="74347"/>
                  </a:lnTo>
                  <a:lnTo>
                    <a:pt x="86710" y="74117"/>
                  </a:lnTo>
                  <a:lnTo>
                    <a:pt x="86894" y="73934"/>
                  </a:lnTo>
                  <a:lnTo>
                    <a:pt x="87100" y="73773"/>
                  </a:lnTo>
                  <a:lnTo>
                    <a:pt x="87330" y="73613"/>
                  </a:lnTo>
                  <a:lnTo>
                    <a:pt x="87559" y="73475"/>
                  </a:lnTo>
                  <a:lnTo>
                    <a:pt x="87811" y="73383"/>
                  </a:lnTo>
                  <a:lnTo>
                    <a:pt x="88018" y="73314"/>
                  </a:lnTo>
                  <a:lnTo>
                    <a:pt x="88201" y="73245"/>
                  </a:lnTo>
                  <a:lnTo>
                    <a:pt x="88408" y="73223"/>
                  </a:lnTo>
                  <a:lnTo>
                    <a:pt x="88614" y="73177"/>
                  </a:lnTo>
                  <a:close/>
                  <a:moveTo>
                    <a:pt x="108846" y="75929"/>
                  </a:moveTo>
                  <a:lnTo>
                    <a:pt x="110613" y="79003"/>
                  </a:lnTo>
                  <a:lnTo>
                    <a:pt x="107080" y="79003"/>
                  </a:lnTo>
                  <a:lnTo>
                    <a:pt x="105314" y="75952"/>
                  </a:lnTo>
                  <a:lnTo>
                    <a:pt x="108846" y="75929"/>
                  </a:lnTo>
                  <a:close/>
                  <a:moveTo>
                    <a:pt x="93041" y="68589"/>
                  </a:moveTo>
                  <a:lnTo>
                    <a:pt x="95037" y="72076"/>
                  </a:lnTo>
                  <a:lnTo>
                    <a:pt x="97079" y="75608"/>
                  </a:lnTo>
                  <a:lnTo>
                    <a:pt x="95060" y="79095"/>
                  </a:lnTo>
                  <a:lnTo>
                    <a:pt x="91527" y="79095"/>
                  </a:lnTo>
                  <a:lnTo>
                    <a:pt x="93546" y="75585"/>
                  </a:lnTo>
                  <a:lnTo>
                    <a:pt x="91252" y="71709"/>
                  </a:lnTo>
                  <a:lnTo>
                    <a:pt x="93041" y="68589"/>
                  </a:lnTo>
                  <a:close/>
                  <a:moveTo>
                    <a:pt x="106851" y="68153"/>
                  </a:moveTo>
                  <a:lnTo>
                    <a:pt x="100542" y="79095"/>
                  </a:lnTo>
                  <a:lnTo>
                    <a:pt x="97010" y="79095"/>
                  </a:lnTo>
                  <a:lnTo>
                    <a:pt x="103341" y="68153"/>
                  </a:lnTo>
                  <a:close/>
                  <a:moveTo>
                    <a:pt x="32344" y="74828"/>
                  </a:moveTo>
                  <a:lnTo>
                    <a:pt x="32574" y="74851"/>
                  </a:lnTo>
                  <a:lnTo>
                    <a:pt x="32803" y="74920"/>
                  </a:lnTo>
                  <a:lnTo>
                    <a:pt x="33032" y="74989"/>
                  </a:lnTo>
                  <a:lnTo>
                    <a:pt x="33262" y="75104"/>
                  </a:lnTo>
                  <a:lnTo>
                    <a:pt x="33468" y="75218"/>
                  </a:lnTo>
                  <a:lnTo>
                    <a:pt x="33675" y="75379"/>
                  </a:lnTo>
                  <a:lnTo>
                    <a:pt x="33881" y="75585"/>
                  </a:lnTo>
                  <a:lnTo>
                    <a:pt x="34065" y="75792"/>
                  </a:lnTo>
                  <a:lnTo>
                    <a:pt x="34225" y="76044"/>
                  </a:lnTo>
                  <a:lnTo>
                    <a:pt x="34363" y="76319"/>
                  </a:lnTo>
                  <a:lnTo>
                    <a:pt x="34478" y="76572"/>
                  </a:lnTo>
                  <a:lnTo>
                    <a:pt x="34546" y="76847"/>
                  </a:lnTo>
                  <a:lnTo>
                    <a:pt x="34592" y="77099"/>
                  </a:lnTo>
                  <a:lnTo>
                    <a:pt x="34615" y="77329"/>
                  </a:lnTo>
                  <a:lnTo>
                    <a:pt x="34592" y="77581"/>
                  </a:lnTo>
                  <a:lnTo>
                    <a:pt x="34569" y="77810"/>
                  </a:lnTo>
                  <a:lnTo>
                    <a:pt x="34501" y="78040"/>
                  </a:lnTo>
                  <a:lnTo>
                    <a:pt x="34409" y="78246"/>
                  </a:lnTo>
                  <a:lnTo>
                    <a:pt x="34317" y="78453"/>
                  </a:lnTo>
                  <a:lnTo>
                    <a:pt x="34202" y="78659"/>
                  </a:lnTo>
                  <a:lnTo>
                    <a:pt x="34065" y="78843"/>
                  </a:lnTo>
                  <a:lnTo>
                    <a:pt x="33904" y="79026"/>
                  </a:lnTo>
                  <a:lnTo>
                    <a:pt x="33744" y="79187"/>
                  </a:lnTo>
                  <a:lnTo>
                    <a:pt x="33560" y="79324"/>
                  </a:lnTo>
                  <a:lnTo>
                    <a:pt x="33377" y="79439"/>
                  </a:lnTo>
                  <a:lnTo>
                    <a:pt x="33170" y="79554"/>
                  </a:lnTo>
                  <a:lnTo>
                    <a:pt x="32964" y="79668"/>
                  </a:lnTo>
                  <a:lnTo>
                    <a:pt x="32734" y="79737"/>
                  </a:lnTo>
                  <a:lnTo>
                    <a:pt x="32505" y="79783"/>
                  </a:lnTo>
                  <a:lnTo>
                    <a:pt x="32298" y="79829"/>
                  </a:lnTo>
                  <a:lnTo>
                    <a:pt x="32069" y="79852"/>
                  </a:lnTo>
                  <a:lnTo>
                    <a:pt x="31840" y="79852"/>
                  </a:lnTo>
                  <a:lnTo>
                    <a:pt x="31587" y="79829"/>
                  </a:lnTo>
                  <a:lnTo>
                    <a:pt x="31381" y="79760"/>
                  </a:lnTo>
                  <a:lnTo>
                    <a:pt x="31151" y="79691"/>
                  </a:lnTo>
                  <a:lnTo>
                    <a:pt x="30922" y="79600"/>
                  </a:lnTo>
                  <a:lnTo>
                    <a:pt x="30716" y="79462"/>
                  </a:lnTo>
                  <a:lnTo>
                    <a:pt x="30509" y="79324"/>
                  </a:lnTo>
                  <a:lnTo>
                    <a:pt x="30303" y="79141"/>
                  </a:lnTo>
                  <a:lnTo>
                    <a:pt x="30119" y="78934"/>
                  </a:lnTo>
                  <a:lnTo>
                    <a:pt x="29936" y="78682"/>
                  </a:lnTo>
                  <a:lnTo>
                    <a:pt x="29798" y="78407"/>
                  </a:lnTo>
                  <a:lnTo>
                    <a:pt x="29683" y="78154"/>
                  </a:lnTo>
                  <a:lnTo>
                    <a:pt x="29615" y="77879"/>
                  </a:lnTo>
                  <a:lnTo>
                    <a:pt x="29569" y="77627"/>
                  </a:lnTo>
                  <a:lnTo>
                    <a:pt x="29546" y="77375"/>
                  </a:lnTo>
                  <a:lnTo>
                    <a:pt x="29546" y="77122"/>
                  </a:lnTo>
                  <a:lnTo>
                    <a:pt x="29569" y="76893"/>
                  </a:lnTo>
                  <a:lnTo>
                    <a:pt x="29637" y="76663"/>
                  </a:lnTo>
                  <a:lnTo>
                    <a:pt x="29706" y="76434"/>
                  </a:lnTo>
                  <a:lnTo>
                    <a:pt x="29821" y="76228"/>
                  </a:lnTo>
                  <a:lnTo>
                    <a:pt x="29936" y="76021"/>
                  </a:lnTo>
                  <a:lnTo>
                    <a:pt x="30073" y="75838"/>
                  </a:lnTo>
                  <a:lnTo>
                    <a:pt x="30234" y="75654"/>
                  </a:lnTo>
                  <a:lnTo>
                    <a:pt x="30394" y="75494"/>
                  </a:lnTo>
                  <a:lnTo>
                    <a:pt x="30578" y="75356"/>
                  </a:lnTo>
                  <a:lnTo>
                    <a:pt x="30784" y="75218"/>
                  </a:lnTo>
                  <a:lnTo>
                    <a:pt x="30991" y="75104"/>
                  </a:lnTo>
                  <a:lnTo>
                    <a:pt x="31197" y="75012"/>
                  </a:lnTo>
                  <a:lnTo>
                    <a:pt x="31427" y="74920"/>
                  </a:lnTo>
                  <a:lnTo>
                    <a:pt x="31656" y="74874"/>
                  </a:lnTo>
                  <a:lnTo>
                    <a:pt x="31885" y="74828"/>
                  </a:lnTo>
                  <a:close/>
                  <a:moveTo>
                    <a:pt x="52255" y="77650"/>
                  </a:moveTo>
                  <a:lnTo>
                    <a:pt x="54022" y="80701"/>
                  </a:lnTo>
                  <a:lnTo>
                    <a:pt x="50489" y="80701"/>
                  </a:lnTo>
                  <a:lnTo>
                    <a:pt x="48723" y="77673"/>
                  </a:lnTo>
                  <a:lnTo>
                    <a:pt x="52255" y="77650"/>
                  </a:lnTo>
                  <a:close/>
                  <a:moveTo>
                    <a:pt x="36405" y="70217"/>
                  </a:moveTo>
                  <a:lnTo>
                    <a:pt x="38400" y="73727"/>
                  </a:lnTo>
                  <a:lnTo>
                    <a:pt x="40442" y="77237"/>
                  </a:lnTo>
                  <a:lnTo>
                    <a:pt x="38423" y="80747"/>
                  </a:lnTo>
                  <a:lnTo>
                    <a:pt x="34891" y="80747"/>
                  </a:lnTo>
                  <a:lnTo>
                    <a:pt x="36909" y="77237"/>
                  </a:lnTo>
                  <a:lnTo>
                    <a:pt x="34615" y="73337"/>
                  </a:lnTo>
                  <a:lnTo>
                    <a:pt x="36405" y="70217"/>
                  </a:lnTo>
                  <a:close/>
                  <a:moveTo>
                    <a:pt x="50214" y="69782"/>
                  </a:moveTo>
                  <a:lnTo>
                    <a:pt x="43906" y="80724"/>
                  </a:lnTo>
                  <a:lnTo>
                    <a:pt x="40373" y="80747"/>
                  </a:lnTo>
                  <a:lnTo>
                    <a:pt x="46704" y="69782"/>
                  </a:lnTo>
                  <a:close/>
                  <a:moveTo>
                    <a:pt x="122977" y="76090"/>
                  </a:moveTo>
                  <a:lnTo>
                    <a:pt x="123229" y="76136"/>
                  </a:lnTo>
                  <a:lnTo>
                    <a:pt x="123459" y="76182"/>
                  </a:lnTo>
                  <a:lnTo>
                    <a:pt x="123688" y="76251"/>
                  </a:lnTo>
                  <a:lnTo>
                    <a:pt x="123895" y="76365"/>
                  </a:lnTo>
                  <a:lnTo>
                    <a:pt x="124124" y="76503"/>
                  </a:lnTo>
                  <a:lnTo>
                    <a:pt x="124330" y="76663"/>
                  </a:lnTo>
                  <a:lnTo>
                    <a:pt x="124514" y="76847"/>
                  </a:lnTo>
                  <a:lnTo>
                    <a:pt x="124697" y="77076"/>
                  </a:lnTo>
                  <a:lnTo>
                    <a:pt x="124881" y="77329"/>
                  </a:lnTo>
                  <a:lnTo>
                    <a:pt x="125019" y="77581"/>
                  </a:lnTo>
                  <a:lnTo>
                    <a:pt x="125110" y="77856"/>
                  </a:lnTo>
                  <a:lnTo>
                    <a:pt x="125179" y="78109"/>
                  </a:lnTo>
                  <a:lnTo>
                    <a:pt x="125225" y="78361"/>
                  </a:lnTo>
                  <a:lnTo>
                    <a:pt x="125248" y="78613"/>
                  </a:lnTo>
                  <a:lnTo>
                    <a:pt x="125225" y="78843"/>
                  </a:lnTo>
                  <a:lnTo>
                    <a:pt x="125202" y="79072"/>
                  </a:lnTo>
                  <a:lnTo>
                    <a:pt x="125133" y="79301"/>
                  </a:lnTo>
                  <a:lnTo>
                    <a:pt x="125064" y="79531"/>
                  </a:lnTo>
                  <a:lnTo>
                    <a:pt x="124950" y="79737"/>
                  </a:lnTo>
                  <a:lnTo>
                    <a:pt x="124835" y="79921"/>
                  </a:lnTo>
                  <a:lnTo>
                    <a:pt x="124697" y="80104"/>
                  </a:lnTo>
                  <a:lnTo>
                    <a:pt x="124560" y="80288"/>
                  </a:lnTo>
                  <a:lnTo>
                    <a:pt x="124376" y="80448"/>
                  </a:lnTo>
                  <a:lnTo>
                    <a:pt x="124193" y="80586"/>
                  </a:lnTo>
                  <a:lnTo>
                    <a:pt x="124009" y="80724"/>
                  </a:lnTo>
                  <a:lnTo>
                    <a:pt x="123803" y="80838"/>
                  </a:lnTo>
                  <a:lnTo>
                    <a:pt x="123596" y="80930"/>
                  </a:lnTo>
                  <a:lnTo>
                    <a:pt x="123390" y="80999"/>
                  </a:lnTo>
                  <a:lnTo>
                    <a:pt x="123161" y="81068"/>
                  </a:lnTo>
                  <a:lnTo>
                    <a:pt x="122931" y="81114"/>
                  </a:lnTo>
                  <a:lnTo>
                    <a:pt x="122472" y="81114"/>
                  </a:lnTo>
                  <a:lnTo>
                    <a:pt x="122243" y="81091"/>
                  </a:lnTo>
                  <a:lnTo>
                    <a:pt x="122014" y="81045"/>
                  </a:lnTo>
                  <a:lnTo>
                    <a:pt x="121784" y="80976"/>
                  </a:lnTo>
                  <a:lnTo>
                    <a:pt x="121555" y="80861"/>
                  </a:lnTo>
                  <a:lnTo>
                    <a:pt x="121348" y="80747"/>
                  </a:lnTo>
                  <a:lnTo>
                    <a:pt x="121142" y="80586"/>
                  </a:lnTo>
                  <a:lnTo>
                    <a:pt x="120958" y="80403"/>
                  </a:lnTo>
                  <a:lnTo>
                    <a:pt x="120752" y="80196"/>
                  </a:lnTo>
                  <a:lnTo>
                    <a:pt x="120591" y="79944"/>
                  </a:lnTo>
                  <a:lnTo>
                    <a:pt x="120431" y="79691"/>
                  </a:lnTo>
                  <a:lnTo>
                    <a:pt x="120339" y="79416"/>
                  </a:lnTo>
                  <a:lnTo>
                    <a:pt x="120247" y="79164"/>
                  </a:lnTo>
                  <a:lnTo>
                    <a:pt x="120201" y="78889"/>
                  </a:lnTo>
                  <a:lnTo>
                    <a:pt x="120178" y="78636"/>
                  </a:lnTo>
                  <a:lnTo>
                    <a:pt x="120178" y="78407"/>
                  </a:lnTo>
                  <a:lnTo>
                    <a:pt x="120224" y="78154"/>
                  </a:lnTo>
                  <a:lnTo>
                    <a:pt x="120270" y="77925"/>
                  </a:lnTo>
                  <a:lnTo>
                    <a:pt x="120362" y="77719"/>
                  </a:lnTo>
                  <a:lnTo>
                    <a:pt x="120454" y="77489"/>
                  </a:lnTo>
                  <a:lnTo>
                    <a:pt x="120568" y="77306"/>
                  </a:lnTo>
                  <a:lnTo>
                    <a:pt x="120706" y="77099"/>
                  </a:lnTo>
                  <a:lnTo>
                    <a:pt x="120867" y="76939"/>
                  </a:lnTo>
                  <a:lnTo>
                    <a:pt x="121050" y="76778"/>
                  </a:lnTo>
                  <a:lnTo>
                    <a:pt x="121234" y="76618"/>
                  </a:lnTo>
                  <a:lnTo>
                    <a:pt x="121417" y="76480"/>
                  </a:lnTo>
                  <a:lnTo>
                    <a:pt x="121624" y="76365"/>
                  </a:lnTo>
                  <a:lnTo>
                    <a:pt x="121830" y="76273"/>
                  </a:lnTo>
                  <a:lnTo>
                    <a:pt x="122059" y="76205"/>
                  </a:lnTo>
                  <a:lnTo>
                    <a:pt x="122289" y="76136"/>
                  </a:lnTo>
                  <a:lnTo>
                    <a:pt x="122518" y="76113"/>
                  </a:lnTo>
                  <a:lnTo>
                    <a:pt x="122748" y="76090"/>
                  </a:lnTo>
                  <a:close/>
                  <a:moveTo>
                    <a:pt x="142842" y="78843"/>
                  </a:moveTo>
                  <a:lnTo>
                    <a:pt x="144632" y="81894"/>
                  </a:lnTo>
                  <a:lnTo>
                    <a:pt x="141099" y="81894"/>
                  </a:lnTo>
                  <a:lnTo>
                    <a:pt x="139310" y="78843"/>
                  </a:lnTo>
                  <a:close/>
                  <a:moveTo>
                    <a:pt x="127037" y="71502"/>
                  </a:moveTo>
                  <a:lnTo>
                    <a:pt x="129033" y="74989"/>
                  </a:lnTo>
                  <a:lnTo>
                    <a:pt x="131075" y="78522"/>
                  </a:lnTo>
                  <a:lnTo>
                    <a:pt x="129056" y="82008"/>
                  </a:lnTo>
                  <a:lnTo>
                    <a:pt x="125523" y="82008"/>
                  </a:lnTo>
                  <a:lnTo>
                    <a:pt x="127565" y="78499"/>
                  </a:lnTo>
                  <a:lnTo>
                    <a:pt x="125248" y="74599"/>
                  </a:lnTo>
                  <a:lnTo>
                    <a:pt x="127037" y="71502"/>
                  </a:lnTo>
                  <a:close/>
                  <a:moveTo>
                    <a:pt x="140870" y="71043"/>
                  </a:moveTo>
                  <a:lnTo>
                    <a:pt x="134538" y="82008"/>
                  </a:lnTo>
                  <a:lnTo>
                    <a:pt x="131029" y="82008"/>
                  </a:lnTo>
                  <a:lnTo>
                    <a:pt x="137337" y="71043"/>
                  </a:lnTo>
                  <a:close/>
                  <a:moveTo>
                    <a:pt x="65790" y="77971"/>
                  </a:moveTo>
                  <a:lnTo>
                    <a:pt x="66019" y="77994"/>
                  </a:lnTo>
                  <a:lnTo>
                    <a:pt x="66248" y="78063"/>
                  </a:lnTo>
                  <a:lnTo>
                    <a:pt x="66478" y="78132"/>
                  </a:lnTo>
                  <a:lnTo>
                    <a:pt x="66707" y="78246"/>
                  </a:lnTo>
                  <a:lnTo>
                    <a:pt x="66914" y="78384"/>
                  </a:lnTo>
                  <a:lnTo>
                    <a:pt x="67120" y="78544"/>
                  </a:lnTo>
                  <a:lnTo>
                    <a:pt x="67327" y="78728"/>
                  </a:lnTo>
                  <a:lnTo>
                    <a:pt x="67510" y="78957"/>
                  </a:lnTo>
                  <a:lnTo>
                    <a:pt x="67694" y="79210"/>
                  </a:lnTo>
                  <a:lnTo>
                    <a:pt x="67831" y="79462"/>
                  </a:lnTo>
                  <a:lnTo>
                    <a:pt x="67923" y="79714"/>
                  </a:lnTo>
                  <a:lnTo>
                    <a:pt x="67992" y="79990"/>
                  </a:lnTo>
                  <a:lnTo>
                    <a:pt x="68038" y="80242"/>
                  </a:lnTo>
                  <a:lnTo>
                    <a:pt x="68061" y="80471"/>
                  </a:lnTo>
                  <a:lnTo>
                    <a:pt x="68038" y="80724"/>
                  </a:lnTo>
                  <a:lnTo>
                    <a:pt x="68015" y="80953"/>
                  </a:lnTo>
                  <a:lnTo>
                    <a:pt x="67946" y="81182"/>
                  </a:lnTo>
                  <a:lnTo>
                    <a:pt x="67877" y="81412"/>
                  </a:lnTo>
                  <a:lnTo>
                    <a:pt x="67762" y="81618"/>
                  </a:lnTo>
                  <a:lnTo>
                    <a:pt x="67648" y="81802"/>
                  </a:lnTo>
                  <a:lnTo>
                    <a:pt x="67510" y="81985"/>
                  </a:lnTo>
                  <a:lnTo>
                    <a:pt x="67349" y="82169"/>
                  </a:lnTo>
                  <a:lnTo>
                    <a:pt x="67189" y="82329"/>
                  </a:lnTo>
                  <a:lnTo>
                    <a:pt x="67005" y="82467"/>
                  </a:lnTo>
                  <a:lnTo>
                    <a:pt x="66822" y="82605"/>
                  </a:lnTo>
                  <a:lnTo>
                    <a:pt x="66615" y="82696"/>
                  </a:lnTo>
                  <a:lnTo>
                    <a:pt x="66409" y="82811"/>
                  </a:lnTo>
                  <a:lnTo>
                    <a:pt x="66180" y="82880"/>
                  </a:lnTo>
                  <a:lnTo>
                    <a:pt x="65973" y="82949"/>
                  </a:lnTo>
                  <a:lnTo>
                    <a:pt x="65744" y="82972"/>
                  </a:lnTo>
                  <a:lnTo>
                    <a:pt x="65514" y="82995"/>
                  </a:lnTo>
                  <a:lnTo>
                    <a:pt x="65285" y="82995"/>
                  </a:lnTo>
                  <a:lnTo>
                    <a:pt x="65056" y="82972"/>
                  </a:lnTo>
                  <a:lnTo>
                    <a:pt x="64826" y="82926"/>
                  </a:lnTo>
                  <a:lnTo>
                    <a:pt x="64597" y="82834"/>
                  </a:lnTo>
                  <a:lnTo>
                    <a:pt x="64367" y="82742"/>
                  </a:lnTo>
                  <a:lnTo>
                    <a:pt x="64161" y="82605"/>
                  </a:lnTo>
                  <a:lnTo>
                    <a:pt x="63954" y="82467"/>
                  </a:lnTo>
                  <a:lnTo>
                    <a:pt x="63748" y="82284"/>
                  </a:lnTo>
                  <a:lnTo>
                    <a:pt x="63565" y="82077"/>
                  </a:lnTo>
                  <a:lnTo>
                    <a:pt x="63404" y="81825"/>
                  </a:lnTo>
                  <a:lnTo>
                    <a:pt x="63243" y="81572"/>
                  </a:lnTo>
                  <a:lnTo>
                    <a:pt x="63129" y="81297"/>
                  </a:lnTo>
                  <a:lnTo>
                    <a:pt x="63060" y="81022"/>
                  </a:lnTo>
                  <a:lnTo>
                    <a:pt x="63014" y="80770"/>
                  </a:lnTo>
                  <a:lnTo>
                    <a:pt x="62991" y="80517"/>
                  </a:lnTo>
                  <a:lnTo>
                    <a:pt x="62991" y="80265"/>
                  </a:lnTo>
                  <a:lnTo>
                    <a:pt x="63037" y="80035"/>
                  </a:lnTo>
                  <a:lnTo>
                    <a:pt x="63083" y="79806"/>
                  </a:lnTo>
                  <a:lnTo>
                    <a:pt x="63175" y="79577"/>
                  </a:lnTo>
                  <a:lnTo>
                    <a:pt x="63266" y="79370"/>
                  </a:lnTo>
                  <a:lnTo>
                    <a:pt x="63381" y="79164"/>
                  </a:lnTo>
                  <a:lnTo>
                    <a:pt x="63519" y="78980"/>
                  </a:lnTo>
                  <a:lnTo>
                    <a:pt x="63679" y="78797"/>
                  </a:lnTo>
                  <a:lnTo>
                    <a:pt x="63840" y="78636"/>
                  </a:lnTo>
                  <a:lnTo>
                    <a:pt x="64023" y="78499"/>
                  </a:lnTo>
                  <a:lnTo>
                    <a:pt x="64230" y="78361"/>
                  </a:lnTo>
                  <a:lnTo>
                    <a:pt x="64436" y="78246"/>
                  </a:lnTo>
                  <a:lnTo>
                    <a:pt x="64643" y="78154"/>
                  </a:lnTo>
                  <a:lnTo>
                    <a:pt x="64872" y="78086"/>
                  </a:lnTo>
                  <a:lnTo>
                    <a:pt x="65101" y="78017"/>
                  </a:lnTo>
                  <a:lnTo>
                    <a:pt x="65331" y="77971"/>
                  </a:lnTo>
                  <a:close/>
                  <a:moveTo>
                    <a:pt x="85976" y="80747"/>
                  </a:moveTo>
                  <a:lnTo>
                    <a:pt x="87742" y="83798"/>
                  </a:lnTo>
                  <a:lnTo>
                    <a:pt x="84210" y="83798"/>
                  </a:lnTo>
                  <a:lnTo>
                    <a:pt x="82443" y="80747"/>
                  </a:lnTo>
                  <a:close/>
                  <a:moveTo>
                    <a:pt x="69850" y="73383"/>
                  </a:moveTo>
                  <a:lnTo>
                    <a:pt x="71846" y="76870"/>
                  </a:lnTo>
                  <a:lnTo>
                    <a:pt x="73887" y="80380"/>
                  </a:lnTo>
                  <a:lnTo>
                    <a:pt x="71868" y="83889"/>
                  </a:lnTo>
                  <a:lnTo>
                    <a:pt x="68336" y="83889"/>
                  </a:lnTo>
                  <a:lnTo>
                    <a:pt x="70355" y="80380"/>
                  </a:lnTo>
                  <a:lnTo>
                    <a:pt x="68061" y="76480"/>
                  </a:lnTo>
                  <a:lnTo>
                    <a:pt x="69850" y="73383"/>
                  </a:lnTo>
                  <a:close/>
                  <a:moveTo>
                    <a:pt x="83682" y="72924"/>
                  </a:moveTo>
                  <a:lnTo>
                    <a:pt x="77351" y="83889"/>
                  </a:lnTo>
                  <a:lnTo>
                    <a:pt x="73841" y="83889"/>
                  </a:lnTo>
                  <a:lnTo>
                    <a:pt x="80150" y="72924"/>
                  </a:lnTo>
                  <a:close/>
                  <a:moveTo>
                    <a:pt x="157317" y="78957"/>
                  </a:moveTo>
                  <a:lnTo>
                    <a:pt x="157569" y="78980"/>
                  </a:lnTo>
                  <a:lnTo>
                    <a:pt x="157799" y="79003"/>
                  </a:lnTo>
                  <a:lnTo>
                    <a:pt x="158028" y="79049"/>
                  </a:lnTo>
                  <a:lnTo>
                    <a:pt x="158257" y="79141"/>
                  </a:lnTo>
                  <a:lnTo>
                    <a:pt x="158464" y="79233"/>
                  </a:lnTo>
                  <a:lnTo>
                    <a:pt x="158693" y="79370"/>
                  </a:lnTo>
                  <a:lnTo>
                    <a:pt x="158900" y="79531"/>
                  </a:lnTo>
                  <a:lnTo>
                    <a:pt x="159083" y="79737"/>
                  </a:lnTo>
                  <a:lnTo>
                    <a:pt x="159290" y="79944"/>
                  </a:lnTo>
                  <a:lnTo>
                    <a:pt x="159450" y="80196"/>
                  </a:lnTo>
                  <a:lnTo>
                    <a:pt x="159588" y="80471"/>
                  </a:lnTo>
                  <a:lnTo>
                    <a:pt x="159680" y="80724"/>
                  </a:lnTo>
                  <a:lnTo>
                    <a:pt x="159771" y="80976"/>
                  </a:lnTo>
                  <a:lnTo>
                    <a:pt x="159794" y="81228"/>
                  </a:lnTo>
                  <a:lnTo>
                    <a:pt x="159817" y="81481"/>
                  </a:lnTo>
                  <a:lnTo>
                    <a:pt x="159817" y="81733"/>
                  </a:lnTo>
                  <a:lnTo>
                    <a:pt x="159771" y="81962"/>
                  </a:lnTo>
                  <a:lnTo>
                    <a:pt x="159726" y="82192"/>
                  </a:lnTo>
                  <a:lnTo>
                    <a:pt x="159634" y="82398"/>
                  </a:lnTo>
                  <a:lnTo>
                    <a:pt x="159542" y="82605"/>
                  </a:lnTo>
                  <a:lnTo>
                    <a:pt x="159404" y="82811"/>
                  </a:lnTo>
                  <a:lnTo>
                    <a:pt x="159267" y="82995"/>
                  </a:lnTo>
                  <a:lnTo>
                    <a:pt x="159129" y="83155"/>
                  </a:lnTo>
                  <a:lnTo>
                    <a:pt x="158946" y="83316"/>
                  </a:lnTo>
                  <a:lnTo>
                    <a:pt x="158785" y="83476"/>
                  </a:lnTo>
                  <a:lnTo>
                    <a:pt x="158579" y="83591"/>
                  </a:lnTo>
                  <a:lnTo>
                    <a:pt x="158372" y="83706"/>
                  </a:lnTo>
                  <a:lnTo>
                    <a:pt x="158166" y="83798"/>
                  </a:lnTo>
                  <a:lnTo>
                    <a:pt x="157959" y="83889"/>
                  </a:lnTo>
                  <a:lnTo>
                    <a:pt x="157730" y="83935"/>
                  </a:lnTo>
                  <a:lnTo>
                    <a:pt x="157501" y="83981"/>
                  </a:lnTo>
                  <a:lnTo>
                    <a:pt x="157271" y="84004"/>
                  </a:lnTo>
                  <a:lnTo>
                    <a:pt x="157042" y="84004"/>
                  </a:lnTo>
                  <a:lnTo>
                    <a:pt x="156812" y="83958"/>
                  </a:lnTo>
                  <a:lnTo>
                    <a:pt x="156583" y="83912"/>
                  </a:lnTo>
                  <a:lnTo>
                    <a:pt x="156354" y="83843"/>
                  </a:lnTo>
                  <a:lnTo>
                    <a:pt x="156147" y="83752"/>
                  </a:lnTo>
                  <a:lnTo>
                    <a:pt x="155918" y="83614"/>
                  </a:lnTo>
                  <a:lnTo>
                    <a:pt x="155711" y="83453"/>
                  </a:lnTo>
                  <a:lnTo>
                    <a:pt x="155528" y="83293"/>
                  </a:lnTo>
                  <a:lnTo>
                    <a:pt x="155344" y="83063"/>
                  </a:lnTo>
                  <a:lnTo>
                    <a:pt x="155161" y="82834"/>
                  </a:lnTo>
                  <a:lnTo>
                    <a:pt x="155023" y="82559"/>
                  </a:lnTo>
                  <a:lnTo>
                    <a:pt x="154908" y="82306"/>
                  </a:lnTo>
                  <a:lnTo>
                    <a:pt x="154817" y="82031"/>
                  </a:lnTo>
                  <a:lnTo>
                    <a:pt x="154771" y="81779"/>
                  </a:lnTo>
                  <a:lnTo>
                    <a:pt x="154748" y="81527"/>
                  </a:lnTo>
                  <a:lnTo>
                    <a:pt x="154771" y="81274"/>
                  </a:lnTo>
                  <a:lnTo>
                    <a:pt x="154794" y="81045"/>
                  </a:lnTo>
                  <a:lnTo>
                    <a:pt x="154840" y="80815"/>
                  </a:lnTo>
                  <a:lnTo>
                    <a:pt x="154931" y="80586"/>
                  </a:lnTo>
                  <a:lnTo>
                    <a:pt x="155023" y="80380"/>
                  </a:lnTo>
                  <a:lnTo>
                    <a:pt x="155161" y="80173"/>
                  </a:lnTo>
                  <a:lnTo>
                    <a:pt x="155298" y="79990"/>
                  </a:lnTo>
                  <a:lnTo>
                    <a:pt x="155436" y="79806"/>
                  </a:lnTo>
                  <a:lnTo>
                    <a:pt x="155619" y="79646"/>
                  </a:lnTo>
                  <a:lnTo>
                    <a:pt x="155803" y="79508"/>
                  </a:lnTo>
                  <a:lnTo>
                    <a:pt x="155987" y="79370"/>
                  </a:lnTo>
                  <a:lnTo>
                    <a:pt x="156193" y="79256"/>
                  </a:lnTo>
                  <a:lnTo>
                    <a:pt x="156422" y="79164"/>
                  </a:lnTo>
                  <a:lnTo>
                    <a:pt x="156629" y="79072"/>
                  </a:lnTo>
                  <a:lnTo>
                    <a:pt x="156858" y="79026"/>
                  </a:lnTo>
                  <a:lnTo>
                    <a:pt x="157088" y="78980"/>
                  </a:lnTo>
                  <a:lnTo>
                    <a:pt x="157317" y="78957"/>
                  </a:lnTo>
                  <a:close/>
                  <a:moveTo>
                    <a:pt x="9474" y="79623"/>
                  </a:moveTo>
                  <a:lnTo>
                    <a:pt x="9703" y="79668"/>
                  </a:lnTo>
                  <a:lnTo>
                    <a:pt x="9933" y="79714"/>
                  </a:lnTo>
                  <a:lnTo>
                    <a:pt x="10162" y="79783"/>
                  </a:lnTo>
                  <a:lnTo>
                    <a:pt x="10369" y="79898"/>
                  </a:lnTo>
                  <a:lnTo>
                    <a:pt x="10598" y="80035"/>
                  </a:lnTo>
                  <a:lnTo>
                    <a:pt x="10804" y="80196"/>
                  </a:lnTo>
                  <a:lnTo>
                    <a:pt x="10988" y="80380"/>
                  </a:lnTo>
                  <a:lnTo>
                    <a:pt x="11194" y="80609"/>
                  </a:lnTo>
                  <a:lnTo>
                    <a:pt x="11355" y="80861"/>
                  </a:lnTo>
                  <a:lnTo>
                    <a:pt x="11493" y="81114"/>
                  </a:lnTo>
                  <a:lnTo>
                    <a:pt x="11584" y="81389"/>
                  </a:lnTo>
                  <a:lnTo>
                    <a:pt x="11676" y="81641"/>
                  </a:lnTo>
                  <a:lnTo>
                    <a:pt x="11699" y="81894"/>
                  </a:lnTo>
                  <a:lnTo>
                    <a:pt x="11722" y="82146"/>
                  </a:lnTo>
                  <a:lnTo>
                    <a:pt x="11722" y="82375"/>
                  </a:lnTo>
                  <a:lnTo>
                    <a:pt x="11676" y="82628"/>
                  </a:lnTo>
                  <a:lnTo>
                    <a:pt x="11630" y="82834"/>
                  </a:lnTo>
                  <a:lnTo>
                    <a:pt x="11538" y="83063"/>
                  </a:lnTo>
                  <a:lnTo>
                    <a:pt x="11447" y="83270"/>
                  </a:lnTo>
                  <a:lnTo>
                    <a:pt x="11309" y="83476"/>
                  </a:lnTo>
                  <a:lnTo>
                    <a:pt x="11171" y="83660"/>
                  </a:lnTo>
                  <a:lnTo>
                    <a:pt x="11034" y="83820"/>
                  </a:lnTo>
                  <a:lnTo>
                    <a:pt x="10850" y="83981"/>
                  </a:lnTo>
                  <a:lnTo>
                    <a:pt x="10690" y="84119"/>
                  </a:lnTo>
                  <a:lnTo>
                    <a:pt x="10483" y="84256"/>
                  </a:lnTo>
                  <a:lnTo>
                    <a:pt x="10277" y="84371"/>
                  </a:lnTo>
                  <a:lnTo>
                    <a:pt x="10070" y="84463"/>
                  </a:lnTo>
                  <a:lnTo>
                    <a:pt x="9864" y="84532"/>
                  </a:lnTo>
                  <a:lnTo>
                    <a:pt x="9634" y="84600"/>
                  </a:lnTo>
                  <a:lnTo>
                    <a:pt x="9405" y="84646"/>
                  </a:lnTo>
                  <a:lnTo>
                    <a:pt x="8946" y="84646"/>
                  </a:lnTo>
                  <a:lnTo>
                    <a:pt x="8717" y="84623"/>
                  </a:lnTo>
                  <a:lnTo>
                    <a:pt x="8488" y="84577"/>
                  </a:lnTo>
                  <a:lnTo>
                    <a:pt x="8258" y="84509"/>
                  </a:lnTo>
                  <a:lnTo>
                    <a:pt x="8052" y="84394"/>
                  </a:lnTo>
                  <a:lnTo>
                    <a:pt x="7822" y="84279"/>
                  </a:lnTo>
                  <a:lnTo>
                    <a:pt x="7616" y="84119"/>
                  </a:lnTo>
                  <a:lnTo>
                    <a:pt x="7432" y="83935"/>
                  </a:lnTo>
                  <a:lnTo>
                    <a:pt x="7249" y="83729"/>
                  </a:lnTo>
                  <a:lnTo>
                    <a:pt x="7065" y="83499"/>
                  </a:lnTo>
                  <a:lnTo>
                    <a:pt x="6928" y="83224"/>
                  </a:lnTo>
                  <a:lnTo>
                    <a:pt x="6813" y="82949"/>
                  </a:lnTo>
                  <a:lnTo>
                    <a:pt x="6721" y="82696"/>
                  </a:lnTo>
                  <a:lnTo>
                    <a:pt x="6675" y="82444"/>
                  </a:lnTo>
                  <a:lnTo>
                    <a:pt x="6652" y="82192"/>
                  </a:lnTo>
                  <a:lnTo>
                    <a:pt x="6675" y="81939"/>
                  </a:lnTo>
                  <a:lnTo>
                    <a:pt x="6698" y="81687"/>
                  </a:lnTo>
                  <a:lnTo>
                    <a:pt x="6744" y="81458"/>
                  </a:lnTo>
                  <a:lnTo>
                    <a:pt x="6836" y="81251"/>
                  </a:lnTo>
                  <a:lnTo>
                    <a:pt x="6928" y="81022"/>
                  </a:lnTo>
                  <a:lnTo>
                    <a:pt x="7065" y="80838"/>
                  </a:lnTo>
                  <a:lnTo>
                    <a:pt x="7203" y="80632"/>
                  </a:lnTo>
                  <a:lnTo>
                    <a:pt x="7341" y="80471"/>
                  </a:lnTo>
                  <a:lnTo>
                    <a:pt x="7524" y="80311"/>
                  </a:lnTo>
                  <a:lnTo>
                    <a:pt x="7708" y="80150"/>
                  </a:lnTo>
                  <a:lnTo>
                    <a:pt x="7891" y="80035"/>
                  </a:lnTo>
                  <a:lnTo>
                    <a:pt x="8098" y="79921"/>
                  </a:lnTo>
                  <a:lnTo>
                    <a:pt x="8327" y="79806"/>
                  </a:lnTo>
                  <a:lnTo>
                    <a:pt x="8533" y="79737"/>
                  </a:lnTo>
                  <a:lnTo>
                    <a:pt x="8763" y="79668"/>
                  </a:lnTo>
                  <a:lnTo>
                    <a:pt x="8992" y="79646"/>
                  </a:lnTo>
                  <a:lnTo>
                    <a:pt x="9222" y="79623"/>
                  </a:lnTo>
                  <a:close/>
                  <a:moveTo>
                    <a:pt x="161607" y="74370"/>
                  </a:moveTo>
                  <a:lnTo>
                    <a:pt x="163625" y="77879"/>
                  </a:lnTo>
                  <a:lnTo>
                    <a:pt x="165644" y="81389"/>
                  </a:lnTo>
                  <a:lnTo>
                    <a:pt x="163625" y="84876"/>
                  </a:lnTo>
                  <a:lnTo>
                    <a:pt x="160093" y="84899"/>
                  </a:lnTo>
                  <a:lnTo>
                    <a:pt x="160093" y="84899"/>
                  </a:lnTo>
                  <a:lnTo>
                    <a:pt x="162134" y="81389"/>
                  </a:lnTo>
                  <a:lnTo>
                    <a:pt x="159817" y="77489"/>
                  </a:lnTo>
                  <a:lnTo>
                    <a:pt x="161607" y="74370"/>
                  </a:lnTo>
                  <a:close/>
                  <a:moveTo>
                    <a:pt x="175439" y="73934"/>
                  </a:moveTo>
                  <a:lnTo>
                    <a:pt x="169108" y="84876"/>
                  </a:lnTo>
                  <a:lnTo>
                    <a:pt x="165598" y="84899"/>
                  </a:lnTo>
                  <a:lnTo>
                    <a:pt x="171906" y="73934"/>
                  </a:lnTo>
                  <a:close/>
                  <a:moveTo>
                    <a:pt x="29339" y="82375"/>
                  </a:moveTo>
                  <a:lnTo>
                    <a:pt x="31106" y="85426"/>
                  </a:lnTo>
                  <a:lnTo>
                    <a:pt x="27573" y="85426"/>
                  </a:lnTo>
                  <a:lnTo>
                    <a:pt x="25807" y="82375"/>
                  </a:lnTo>
                  <a:close/>
                  <a:moveTo>
                    <a:pt x="13511" y="75035"/>
                  </a:moveTo>
                  <a:lnTo>
                    <a:pt x="15530" y="78522"/>
                  </a:lnTo>
                  <a:lnTo>
                    <a:pt x="17548" y="82054"/>
                  </a:lnTo>
                  <a:lnTo>
                    <a:pt x="15530" y="85541"/>
                  </a:lnTo>
                  <a:lnTo>
                    <a:pt x="11997" y="85541"/>
                  </a:lnTo>
                  <a:lnTo>
                    <a:pt x="14039" y="82031"/>
                  </a:lnTo>
                  <a:lnTo>
                    <a:pt x="11722" y="78132"/>
                  </a:lnTo>
                  <a:lnTo>
                    <a:pt x="13511" y="75035"/>
                  </a:lnTo>
                  <a:close/>
                  <a:moveTo>
                    <a:pt x="27344" y="74599"/>
                  </a:moveTo>
                  <a:lnTo>
                    <a:pt x="21012" y="85541"/>
                  </a:lnTo>
                  <a:lnTo>
                    <a:pt x="17503" y="85541"/>
                  </a:lnTo>
                  <a:lnTo>
                    <a:pt x="23811" y="74599"/>
                  </a:lnTo>
                  <a:close/>
                  <a:moveTo>
                    <a:pt x="99648" y="80724"/>
                  </a:moveTo>
                  <a:lnTo>
                    <a:pt x="99877" y="80747"/>
                  </a:lnTo>
                  <a:lnTo>
                    <a:pt x="100107" y="80770"/>
                  </a:lnTo>
                  <a:lnTo>
                    <a:pt x="100336" y="80815"/>
                  </a:lnTo>
                  <a:lnTo>
                    <a:pt x="100565" y="80907"/>
                  </a:lnTo>
                  <a:lnTo>
                    <a:pt x="100795" y="80999"/>
                  </a:lnTo>
                  <a:lnTo>
                    <a:pt x="101001" y="81137"/>
                  </a:lnTo>
                  <a:lnTo>
                    <a:pt x="101208" y="81297"/>
                  </a:lnTo>
                  <a:lnTo>
                    <a:pt x="101414" y="81504"/>
                  </a:lnTo>
                  <a:lnTo>
                    <a:pt x="101598" y="81710"/>
                  </a:lnTo>
                  <a:lnTo>
                    <a:pt x="101758" y="81962"/>
                  </a:lnTo>
                  <a:lnTo>
                    <a:pt x="101896" y="82238"/>
                  </a:lnTo>
                  <a:lnTo>
                    <a:pt x="102011" y="82490"/>
                  </a:lnTo>
                  <a:lnTo>
                    <a:pt x="102079" y="82742"/>
                  </a:lnTo>
                  <a:lnTo>
                    <a:pt x="102125" y="82995"/>
                  </a:lnTo>
                  <a:lnTo>
                    <a:pt x="102148" y="83247"/>
                  </a:lnTo>
                  <a:lnTo>
                    <a:pt x="102125" y="83499"/>
                  </a:lnTo>
                  <a:lnTo>
                    <a:pt x="102102" y="83729"/>
                  </a:lnTo>
                  <a:lnTo>
                    <a:pt x="102034" y="83958"/>
                  </a:lnTo>
                  <a:lnTo>
                    <a:pt x="101942" y="84165"/>
                  </a:lnTo>
                  <a:lnTo>
                    <a:pt x="101850" y="84371"/>
                  </a:lnTo>
                  <a:lnTo>
                    <a:pt x="101735" y="84577"/>
                  </a:lnTo>
                  <a:lnTo>
                    <a:pt x="101598" y="84761"/>
                  </a:lnTo>
                  <a:lnTo>
                    <a:pt x="101437" y="84922"/>
                  </a:lnTo>
                  <a:lnTo>
                    <a:pt x="101277" y="85082"/>
                  </a:lnTo>
                  <a:lnTo>
                    <a:pt x="101093" y="85243"/>
                  </a:lnTo>
                  <a:lnTo>
                    <a:pt x="100910" y="85357"/>
                  </a:lnTo>
                  <a:lnTo>
                    <a:pt x="100703" y="85472"/>
                  </a:lnTo>
                  <a:lnTo>
                    <a:pt x="100497" y="85564"/>
                  </a:lnTo>
                  <a:lnTo>
                    <a:pt x="100267" y="85656"/>
                  </a:lnTo>
                  <a:lnTo>
                    <a:pt x="100038" y="85701"/>
                  </a:lnTo>
                  <a:lnTo>
                    <a:pt x="99831" y="85747"/>
                  </a:lnTo>
                  <a:lnTo>
                    <a:pt x="99602" y="85770"/>
                  </a:lnTo>
                  <a:lnTo>
                    <a:pt x="99373" y="85770"/>
                  </a:lnTo>
                  <a:lnTo>
                    <a:pt x="99120" y="85724"/>
                  </a:lnTo>
                  <a:lnTo>
                    <a:pt x="98914" y="85679"/>
                  </a:lnTo>
                  <a:lnTo>
                    <a:pt x="98684" y="85610"/>
                  </a:lnTo>
                  <a:lnTo>
                    <a:pt x="98455" y="85518"/>
                  </a:lnTo>
                  <a:lnTo>
                    <a:pt x="98249" y="85380"/>
                  </a:lnTo>
                  <a:lnTo>
                    <a:pt x="98042" y="85220"/>
                  </a:lnTo>
                  <a:lnTo>
                    <a:pt x="97836" y="85059"/>
                  </a:lnTo>
                  <a:lnTo>
                    <a:pt x="97652" y="84830"/>
                  </a:lnTo>
                  <a:lnTo>
                    <a:pt x="97469" y="84600"/>
                  </a:lnTo>
                  <a:lnTo>
                    <a:pt x="97331" y="84325"/>
                  </a:lnTo>
                  <a:lnTo>
                    <a:pt x="97216" y="84073"/>
                  </a:lnTo>
                  <a:lnTo>
                    <a:pt x="97147" y="83798"/>
                  </a:lnTo>
                  <a:lnTo>
                    <a:pt x="97102" y="83545"/>
                  </a:lnTo>
                  <a:lnTo>
                    <a:pt x="97079" y="83293"/>
                  </a:lnTo>
                  <a:lnTo>
                    <a:pt x="97079" y="83041"/>
                  </a:lnTo>
                  <a:lnTo>
                    <a:pt x="97102" y="82811"/>
                  </a:lnTo>
                  <a:lnTo>
                    <a:pt x="97170" y="82582"/>
                  </a:lnTo>
                  <a:lnTo>
                    <a:pt x="97239" y="82352"/>
                  </a:lnTo>
                  <a:lnTo>
                    <a:pt x="97354" y="82146"/>
                  </a:lnTo>
                  <a:lnTo>
                    <a:pt x="97469" y="81939"/>
                  </a:lnTo>
                  <a:lnTo>
                    <a:pt x="97606" y="81756"/>
                  </a:lnTo>
                  <a:lnTo>
                    <a:pt x="97767" y="81572"/>
                  </a:lnTo>
                  <a:lnTo>
                    <a:pt x="97927" y="81412"/>
                  </a:lnTo>
                  <a:lnTo>
                    <a:pt x="98111" y="81274"/>
                  </a:lnTo>
                  <a:lnTo>
                    <a:pt x="98317" y="81137"/>
                  </a:lnTo>
                  <a:lnTo>
                    <a:pt x="98524" y="81022"/>
                  </a:lnTo>
                  <a:lnTo>
                    <a:pt x="98730" y="80930"/>
                  </a:lnTo>
                  <a:lnTo>
                    <a:pt x="98960" y="80838"/>
                  </a:lnTo>
                  <a:lnTo>
                    <a:pt x="99189" y="80792"/>
                  </a:lnTo>
                  <a:lnTo>
                    <a:pt x="99418" y="80747"/>
                  </a:lnTo>
                  <a:lnTo>
                    <a:pt x="99648" y="80724"/>
                  </a:lnTo>
                  <a:close/>
                  <a:moveTo>
                    <a:pt x="119743" y="83476"/>
                  </a:moveTo>
                  <a:lnTo>
                    <a:pt x="121509" y="86550"/>
                  </a:lnTo>
                  <a:lnTo>
                    <a:pt x="117976" y="86550"/>
                  </a:lnTo>
                  <a:lnTo>
                    <a:pt x="116210" y="83499"/>
                  </a:lnTo>
                  <a:lnTo>
                    <a:pt x="119743" y="83476"/>
                  </a:lnTo>
                  <a:close/>
                  <a:moveTo>
                    <a:pt x="103937" y="76136"/>
                  </a:moveTo>
                  <a:lnTo>
                    <a:pt x="105933" y="79646"/>
                  </a:lnTo>
                  <a:lnTo>
                    <a:pt x="107975" y="83155"/>
                  </a:lnTo>
                  <a:lnTo>
                    <a:pt x="105956" y="86642"/>
                  </a:lnTo>
                  <a:lnTo>
                    <a:pt x="102424" y="86665"/>
                  </a:lnTo>
                  <a:lnTo>
                    <a:pt x="102424" y="86665"/>
                  </a:lnTo>
                  <a:lnTo>
                    <a:pt x="104442" y="83155"/>
                  </a:lnTo>
                  <a:lnTo>
                    <a:pt x="102148" y="79256"/>
                  </a:lnTo>
                  <a:lnTo>
                    <a:pt x="103937" y="76136"/>
                  </a:lnTo>
                  <a:close/>
                  <a:moveTo>
                    <a:pt x="117747" y="75700"/>
                  </a:moveTo>
                  <a:lnTo>
                    <a:pt x="111439" y="86642"/>
                  </a:lnTo>
                  <a:lnTo>
                    <a:pt x="107906" y="86665"/>
                  </a:lnTo>
                  <a:lnTo>
                    <a:pt x="114237" y="75700"/>
                  </a:lnTo>
                  <a:close/>
                  <a:moveTo>
                    <a:pt x="43057" y="82444"/>
                  </a:moveTo>
                  <a:lnTo>
                    <a:pt x="43286" y="82467"/>
                  </a:lnTo>
                  <a:lnTo>
                    <a:pt x="43516" y="82490"/>
                  </a:lnTo>
                  <a:lnTo>
                    <a:pt x="43745" y="82536"/>
                  </a:lnTo>
                  <a:lnTo>
                    <a:pt x="43974" y="82628"/>
                  </a:lnTo>
                  <a:lnTo>
                    <a:pt x="44204" y="82719"/>
                  </a:lnTo>
                  <a:lnTo>
                    <a:pt x="44410" y="82857"/>
                  </a:lnTo>
                  <a:lnTo>
                    <a:pt x="44617" y="83018"/>
                  </a:lnTo>
                  <a:lnTo>
                    <a:pt x="44823" y="83201"/>
                  </a:lnTo>
                  <a:lnTo>
                    <a:pt x="45007" y="83431"/>
                  </a:lnTo>
                  <a:lnTo>
                    <a:pt x="45167" y="83683"/>
                  </a:lnTo>
                  <a:lnTo>
                    <a:pt x="45305" y="83958"/>
                  </a:lnTo>
                  <a:lnTo>
                    <a:pt x="45420" y="84210"/>
                  </a:lnTo>
                  <a:lnTo>
                    <a:pt x="45488" y="84463"/>
                  </a:lnTo>
                  <a:lnTo>
                    <a:pt x="45534" y="84715"/>
                  </a:lnTo>
                  <a:lnTo>
                    <a:pt x="45534" y="84967"/>
                  </a:lnTo>
                  <a:lnTo>
                    <a:pt x="45534" y="85220"/>
                  </a:lnTo>
                  <a:lnTo>
                    <a:pt x="45488" y="85449"/>
                  </a:lnTo>
                  <a:lnTo>
                    <a:pt x="45443" y="85679"/>
                  </a:lnTo>
                  <a:lnTo>
                    <a:pt x="45351" y="85885"/>
                  </a:lnTo>
                  <a:lnTo>
                    <a:pt x="45259" y="86091"/>
                  </a:lnTo>
                  <a:lnTo>
                    <a:pt x="45144" y="86298"/>
                  </a:lnTo>
                  <a:lnTo>
                    <a:pt x="45007" y="86481"/>
                  </a:lnTo>
                  <a:lnTo>
                    <a:pt x="44846" y="86642"/>
                  </a:lnTo>
                  <a:lnTo>
                    <a:pt x="44686" y="86803"/>
                  </a:lnTo>
                  <a:lnTo>
                    <a:pt x="44502" y="86963"/>
                  </a:lnTo>
                  <a:lnTo>
                    <a:pt x="44319" y="87078"/>
                  </a:lnTo>
                  <a:lnTo>
                    <a:pt x="44112" y="87193"/>
                  </a:lnTo>
                  <a:lnTo>
                    <a:pt x="43906" y="87284"/>
                  </a:lnTo>
                  <a:lnTo>
                    <a:pt x="43676" y="87376"/>
                  </a:lnTo>
                  <a:lnTo>
                    <a:pt x="43447" y="87422"/>
                  </a:lnTo>
                  <a:lnTo>
                    <a:pt x="43217" y="87468"/>
                  </a:lnTo>
                  <a:lnTo>
                    <a:pt x="42988" y="87491"/>
                  </a:lnTo>
                  <a:lnTo>
                    <a:pt x="42759" y="87468"/>
                  </a:lnTo>
                  <a:lnTo>
                    <a:pt x="42529" y="87445"/>
                  </a:lnTo>
                  <a:lnTo>
                    <a:pt x="42300" y="87399"/>
                  </a:lnTo>
                  <a:lnTo>
                    <a:pt x="42093" y="87330"/>
                  </a:lnTo>
                  <a:lnTo>
                    <a:pt x="41864" y="87238"/>
                  </a:lnTo>
                  <a:lnTo>
                    <a:pt x="41658" y="87101"/>
                  </a:lnTo>
                  <a:lnTo>
                    <a:pt x="41451" y="86940"/>
                  </a:lnTo>
                  <a:lnTo>
                    <a:pt x="41245" y="86757"/>
                  </a:lnTo>
                  <a:lnTo>
                    <a:pt x="41061" y="86550"/>
                  </a:lnTo>
                  <a:lnTo>
                    <a:pt x="40878" y="86321"/>
                  </a:lnTo>
                  <a:lnTo>
                    <a:pt x="40740" y="86046"/>
                  </a:lnTo>
                  <a:lnTo>
                    <a:pt x="40625" y="85793"/>
                  </a:lnTo>
                  <a:lnTo>
                    <a:pt x="40556" y="85518"/>
                  </a:lnTo>
                  <a:lnTo>
                    <a:pt x="40488" y="85266"/>
                  </a:lnTo>
                  <a:lnTo>
                    <a:pt x="40488" y="85013"/>
                  </a:lnTo>
                  <a:lnTo>
                    <a:pt x="40488" y="84761"/>
                  </a:lnTo>
                  <a:lnTo>
                    <a:pt x="40511" y="84532"/>
                  </a:lnTo>
                  <a:lnTo>
                    <a:pt x="40579" y="84302"/>
                  </a:lnTo>
                  <a:lnTo>
                    <a:pt x="40648" y="84073"/>
                  </a:lnTo>
                  <a:lnTo>
                    <a:pt x="40763" y="83866"/>
                  </a:lnTo>
                  <a:lnTo>
                    <a:pt x="40878" y="83660"/>
                  </a:lnTo>
                  <a:lnTo>
                    <a:pt x="41015" y="83476"/>
                  </a:lnTo>
                  <a:lnTo>
                    <a:pt x="41176" y="83293"/>
                  </a:lnTo>
                  <a:lnTo>
                    <a:pt x="41336" y="83132"/>
                  </a:lnTo>
                  <a:lnTo>
                    <a:pt x="41520" y="82995"/>
                  </a:lnTo>
                  <a:lnTo>
                    <a:pt x="41726" y="82857"/>
                  </a:lnTo>
                  <a:lnTo>
                    <a:pt x="41933" y="82742"/>
                  </a:lnTo>
                  <a:lnTo>
                    <a:pt x="42139" y="82651"/>
                  </a:lnTo>
                  <a:lnTo>
                    <a:pt x="42369" y="82559"/>
                  </a:lnTo>
                  <a:lnTo>
                    <a:pt x="42575" y="82513"/>
                  </a:lnTo>
                  <a:lnTo>
                    <a:pt x="42805" y="82467"/>
                  </a:lnTo>
                  <a:lnTo>
                    <a:pt x="43057" y="82444"/>
                  </a:lnTo>
                  <a:close/>
                  <a:moveTo>
                    <a:pt x="61156" y="77420"/>
                  </a:moveTo>
                  <a:lnTo>
                    <a:pt x="54848" y="88362"/>
                  </a:lnTo>
                  <a:lnTo>
                    <a:pt x="51315" y="88385"/>
                  </a:lnTo>
                  <a:lnTo>
                    <a:pt x="51315" y="88385"/>
                  </a:lnTo>
                  <a:lnTo>
                    <a:pt x="57646" y="77420"/>
                  </a:lnTo>
                  <a:close/>
                  <a:moveTo>
                    <a:pt x="47346" y="77856"/>
                  </a:moveTo>
                  <a:lnTo>
                    <a:pt x="49342" y="81366"/>
                  </a:lnTo>
                  <a:lnTo>
                    <a:pt x="51384" y="84876"/>
                  </a:lnTo>
                  <a:lnTo>
                    <a:pt x="49365" y="88362"/>
                  </a:lnTo>
                  <a:lnTo>
                    <a:pt x="45833" y="88385"/>
                  </a:lnTo>
                  <a:lnTo>
                    <a:pt x="47851" y="84876"/>
                  </a:lnTo>
                  <a:lnTo>
                    <a:pt x="45534" y="80976"/>
                  </a:lnTo>
                  <a:lnTo>
                    <a:pt x="47346" y="77856"/>
                  </a:lnTo>
                  <a:close/>
                  <a:moveTo>
                    <a:pt x="62853" y="85380"/>
                  </a:moveTo>
                  <a:lnTo>
                    <a:pt x="64620" y="88454"/>
                  </a:lnTo>
                  <a:lnTo>
                    <a:pt x="61087" y="88454"/>
                  </a:lnTo>
                  <a:lnTo>
                    <a:pt x="59321" y="85403"/>
                  </a:lnTo>
                  <a:lnTo>
                    <a:pt x="62853" y="85380"/>
                  </a:lnTo>
                  <a:close/>
                  <a:moveTo>
                    <a:pt x="133873" y="83637"/>
                  </a:moveTo>
                  <a:lnTo>
                    <a:pt x="134125" y="83683"/>
                  </a:lnTo>
                  <a:lnTo>
                    <a:pt x="134355" y="83729"/>
                  </a:lnTo>
                  <a:lnTo>
                    <a:pt x="134584" y="83820"/>
                  </a:lnTo>
                  <a:lnTo>
                    <a:pt x="134791" y="83912"/>
                  </a:lnTo>
                  <a:lnTo>
                    <a:pt x="135020" y="84050"/>
                  </a:lnTo>
                  <a:lnTo>
                    <a:pt x="135227" y="84210"/>
                  </a:lnTo>
                  <a:lnTo>
                    <a:pt x="135410" y="84394"/>
                  </a:lnTo>
                  <a:lnTo>
                    <a:pt x="135594" y="84623"/>
                  </a:lnTo>
                  <a:lnTo>
                    <a:pt x="135777" y="84876"/>
                  </a:lnTo>
                  <a:lnTo>
                    <a:pt x="135915" y="85128"/>
                  </a:lnTo>
                  <a:lnTo>
                    <a:pt x="136006" y="85403"/>
                  </a:lnTo>
                  <a:lnTo>
                    <a:pt x="136075" y="85656"/>
                  </a:lnTo>
                  <a:lnTo>
                    <a:pt x="136121" y="85908"/>
                  </a:lnTo>
                  <a:lnTo>
                    <a:pt x="136144" y="86160"/>
                  </a:lnTo>
                  <a:lnTo>
                    <a:pt x="136121" y="86390"/>
                  </a:lnTo>
                  <a:lnTo>
                    <a:pt x="136098" y="86642"/>
                  </a:lnTo>
                  <a:lnTo>
                    <a:pt x="136029" y="86871"/>
                  </a:lnTo>
                  <a:lnTo>
                    <a:pt x="135961" y="87078"/>
                  </a:lnTo>
                  <a:lnTo>
                    <a:pt x="135846" y="87284"/>
                  </a:lnTo>
                  <a:lnTo>
                    <a:pt x="135731" y="87491"/>
                  </a:lnTo>
                  <a:lnTo>
                    <a:pt x="135594" y="87674"/>
                  </a:lnTo>
                  <a:lnTo>
                    <a:pt x="135456" y="87835"/>
                  </a:lnTo>
                  <a:lnTo>
                    <a:pt x="135272" y="87995"/>
                  </a:lnTo>
                  <a:lnTo>
                    <a:pt x="135089" y="88133"/>
                  </a:lnTo>
                  <a:lnTo>
                    <a:pt x="134905" y="88271"/>
                  </a:lnTo>
                  <a:lnTo>
                    <a:pt x="134699" y="88385"/>
                  </a:lnTo>
                  <a:lnTo>
                    <a:pt x="134492" y="88477"/>
                  </a:lnTo>
                  <a:lnTo>
                    <a:pt x="134286" y="88546"/>
                  </a:lnTo>
                  <a:lnTo>
                    <a:pt x="134057" y="88615"/>
                  </a:lnTo>
                  <a:lnTo>
                    <a:pt x="133827" y="88661"/>
                  </a:lnTo>
                  <a:lnTo>
                    <a:pt x="133368" y="88661"/>
                  </a:lnTo>
                  <a:lnTo>
                    <a:pt x="133139" y="88638"/>
                  </a:lnTo>
                  <a:lnTo>
                    <a:pt x="132910" y="88592"/>
                  </a:lnTo>
                  <a:lnTo>
                    <a:pt x="132680" y="88523"/>
                  </a:lnTo>
                  <a:lnTo>
                    <a:pt x="132451" y="88408"/>
                  </a:lnTo>
                  <a:lnTo>
                    <a:pt x="132244" y="88294"/>
                  </a:lnTo>
                  <a:lnTo>
                    <a:pt x="132038" y="88133"/>
                  </a:lnTo>
                  <a:lnTo>
                    <a:pt x="131854" y="87950"/>
                  </a:lnTo>
                  <a:lnTo>
                    <a:pt x="131648" y="87743"/>
                  </a:lnTo>
                  <a:lnTo>
                    <a:pt x="131487" y="87514"/>
                  </a:lnTo>
                  <a:lnTo>
                    <a:pt x="131327" y="87238"/>
                  </a:lnTo>
                  <a:lnTo>
                    <a:pt x="131235" y="86963"/>
                  </a:lnTo>
                  <a:lnTo>
                    <a:pt x="131143" y="86711"/>
                  </a:lnTo>
                  <a:lnTo>
                    <a:pt x="131097" y="86458"/>
                  </a:lnTo>
                  <a:lnTo>
                    <a:pt x="131075" y="86206"/>
                  </a:lnTo>
                  <a:lnTo>
                    <a:pt x="131075" y="85954"/>
                  </a:lnTo>
                  <a:lnTo>
                    <a:pt x="131120" y="85701"/>
                  </a:lnTo>
                  <a:lnTo>
                    <a:pt x="131166" y="85472"/>
                  </a:lnTo>
                  <a:lnTo>
                    <a:pt x="131258" y="85266"/>
                  </a:lnTo>
                  <a:lnTo>
                    <a:pt x="131350" y="85036"/>
                  </a:lnTo>
                  <a:lnTo>
                    <a:pt x="131465" y="84853"/>
                  </a:lnTo>
                  <a:lnTo>
                    <a:pt x="131602" y="84669"/>
                  </a:lnTo>
                  <a:lnTo>
                    <a:pt x="131763" y="84486"/>
                  </a:lnTo>
                  <a:lnTo>
                    <a:pt x="131946" y="84325"/>
                  </a:lnTo>
                  <a:lnTo>
                    <a:pt x="132130" y="84165"/>
                  </a:lnTo>
                  <a:lnTo>
                    <a:pt x="132313" y="84050"/>
                  </a:lnTo>
                  <a:lnTo>
                    <a:pt x="132520" y="83935"/>
                  </a:lnTo>
                  <a:lnTo>
                    <a:pt x="132726" y="83820"/>
                  </a:lnTo>
                  <a:lnTo>
                    <a:pt x="132956" y="83752"/>
                  </a:lnTo>
                  <a:lnTo>
                    <a:pt x="133185" y="83683"/>
                  </a:lnTo>
                  <a:lnTo>
                    <a:pt x="133414" y="83660"/>
                  </a:lnTo>
                  <a:lnTo>
                    <a:pt x="133644" y="83637"/>
                  </a:lnTo>
                  <a:close/>
                  <a:moveTo>
                    <a:pt x="153693" y="86390"/>
                  </a:moveTo>
                  <a:lnTo>
                    <a:pt x="155459" y="89464"/>
                  </a:lnTo>
                  <a:lnTo>
                    <a:pt x="151926" y="89464"/>
                  </a:lnTo>
                  <a:lnTo>
                    <a:pt x="150160" y="86413"/>
                  </a:lnTo>
                  <a:lnTo>
                    <a:pt x="153693" y="86390"/>
                  </a:lnTo>
                  <a:close/>
                  <a:moveTo>
                    <a:pt x="137933" y="79049"/>
                  </a:moveTo>
                  <a:lnTo>
                    <a:pt x="139929" y="82536"/>
                  </a:lnTo>
                  <a:lnTo>
                    <a:pt x="141971" y="86069"/>
                  </a:lnTo>
                  <a:lnTo>
                    <a:pt x="139952" y="89555"/>
                  </a:lnTo>
                  <a:lnTo>
                    <a:pt x="136419" y="89555"/>
                  </a:lnTo>
                  <a:lnTo>
                    <a:pt x="138461" y="86046"/>
                  </a:lnTo>
                  <a:lnTo>
                    <a:pt x="136144" y="82146"/>
                  </a:lnTo>
                  <a:lnTo>
                    <a:pt x="137933" y="79049"/>
                  </a:lnTo>
                  <a:close/>
                  <a:moveTo>
                    <a:pt x="151766" y="78613"/>
                  </a:moveTo>
                  <a:lnTo>
                    <a:pt x="145434" y="89555"/>
                  </a:lnTo>
                  <a:lnTo>
                    <a:pt x="141925" y="89555"/>
                  </a:lnTo>
                  <a:lnTo>
                    <a:pt x="148233" y="78613"/>
                  </a:lnTo>
                  <a:close/>
                  <a:moveTo>
                    <a:pt x="6217" y="87032"/>
                  </a:moveTo>
                  <a:lnTo>
                    <a:pt x="7983" y="90083"/>
                  </a:lnTo>
                  <a:lnTo>
                    <a:pt x="4450" y="90083"/>
                  </a:lnTo>
                  <a:lnTo>
                    <a:pt x="2684" y="87032"/>
                  </a:lnTo>
                  <a:close/>
                  <a:moveTo>
                    <a:pt x="77007" y="85541"/>
                  </a:moveTo>
                  <a:lnTo>
                    <a:pt x="77236" y="85564"/>
                  </a:lnTo>
                  <a:lnTo>
                    <a:pt x="77466" y="85633"/>
                  </a:lnTo>
                  <a:lnTo>
                    <a:pt x="77695" y="85701"/>
                  </a:lnTo>
                  <a:lnTo>
                    <a:pt x="77902" y="85816"/>
                  </a:lnTo>
                  <a:lnTo>
                    <a:pt x="78131" y="85954"/>
                  </a:lnTo>
                  <a:lnTo>
                    <a:pt x="78337" y="86114"/>
                  </a:lnTo>
                  <a:lnTo>
                    <a:pt x="78521" y="86298"/>
                  </a:lnTo>
                  <a:lnTo>
                    <a:pt x="78727" y="86527"/>
                  </a:lnTo>
                  <a:lnTo>
                    <a:pt x="78888" y="86780"/>
                  </a:lnTo>
                  <a:lnTo>
                    <a:pt x="79026" y="87032"/>
                  </a:lnTo>
                  <a:lnTo>
                    <a:pt x="79117" y="87307"/>
                  </a:lnTo>
                  <a:lnTo>
                    <a:pt x="79209" y="87560"/>
                  </a:lnTo>
                  <a:lnTo>
                    <a:pt x="79232" y="87812"/>
                  </a:lnTo>
                  <a:lnTo>
                    <a:pt x="79255" y="88064"/>
                  </a:lnTo>
                  <a:lnTo>
                    <a:pt x="79255" y="88294"/>
                  </a:lnTo>
                  <a:lnTo>
                    <a:pt x="79209" y="88523"/>
                  </a:lnTo>
                  <a:lnTo>
                    <a:pt x="79163" y="88752"/>
                  </a:lnTo>
                  <a:lnTo>
                    <a:pt x="79071" y="88982"/>
                  </a:lnTo>
                  <a:lnTo>
                    <a:pt x="78980" y="89188"/>
                  </a:lnTo>
                  <a:lnTo>
                    <a:pt x="78842" y="89372"/>
                  </a:lnTo>
                  <a:lnTo>
                    <a:pt x="78704" y="89555"/>
                  </a:lnTo>
                  <a:lnTo>
                    <a:pt x="78567" y="89739"/>
                  </a:lnTo>
                  <a:lnTo>
                    <a:pt x="78383" y="89899"/>
                  </a:lnTo>
                  <a:lnTo>
                    <a:pt x="78223" y="90037"/>
                  </a:lnTo>
                  <a:lnTo>
                    <a:pt x="78016" y="90175"/>
                  </a:lnTo>
                  <a:lnTo>
                    <a:pt x="77810" y="90289"/>
                  </a:lnTo>
                  <a:lnTo>
                    <a:pt x="77603" y="90381"/>
                  </a:lnTo>
                  <a:lnTo>
                    <a:pt x="77397" y="90450"/>
                  </a:lnTo>
                  <a:lnTo>
                    <a:pt x="77167" y="90519"/>
                  </a:lnTo>
                  <a:lnTo>
                    <a:pt x="76938" y="90542"/>
                  </a:lnTo>
                  <a:lnTo>
                    <a:pt x="76709" y="90565"/>
                  </a:lnTo>
                  <a:lnTo>
                    <a:pt x="76479" y="90565"/>
                  </a:lnTo>
                  <a:lnTo>
                    <a:pt x="76250" y="90542"/>
                  </a:lnTo>
                  <a:lnTo>
                    <a:pt x="76020" y="90496"/>
                  </a:lnTo>
                  <a:lnTo>
                    <a:pt x="75791" y="90404"/>
                  </a:lnTo>
                  <a:lnTo>
                    <a:pt x="75585" y="90312"/>
                  </a:lnTo>
                  <a:lnTo>
                    <a:pt x="75355" y="90198"/>
                  </a:lnTo>
                  <a:lnTo>
                    <a:pt x="75149" y="90037"/>
                  </a:lnTo>
                  <a:lnTo>
                    <a:pt x="74965" y="89853"/>
                  </a:lnTo>
                  <a:lnTo>
                    <a:pt x="74782" y="89647"/>
                  </a:lnTo>
                  <a:lnTo>
                    <a:pt x="74598" y="89395"/>
                  </a:lnTo>
                  <a:lnTo>
                    <a:pt x="74461" y="89142"/>
                  </a:lnTo>
                  <a:lnTo>
                    <a:pt x="74346" y="88867"/>
                  </a:lnTo>
                  <a:lnTo>
                    <a:pt x="74254" y="88615"/>
                  </a:lnTo>
                  <a:lnTo>
                    <a:pt x="74208" y="88340"/>
                  </a:lnTo>
                  <a:lnTo>
                    <a:pt x="74185" y="88087"/>
                  </a:lnTo>
                  <a:lnTo>
                    <a:pt x="74208" y="87858"/>
                  </a:lnTo>
                  <a:lnTo>
                    <a:pt x="74231" y="87605"/>
                  </a:lnTo>
                  <a:lnTo>
                    <a:pt x="74277" y="87376"/>
                  </a:lnTo>
                  <a:lnTo>
                    <a:pt x="74369" y="87147"/>
                  </a:lnTo>
                  <a:lnTo>
                    <a:pt x="74461" y="86940"/>
                  </a:lnTo>
                  <a:lnTo>
                    <a:pt x="74598" y="86734"/>
                  </a:lnTo>
                  <a:lnTo>
                    <a:pt x="74736" y="86550"/>
                  </a:lnTo>
                  <a:lnTo>
                    <a:pt x="74874" y="86390"/>
                  </a:lnTo>
                  <a:lnTo>
                    <a:pt x="75057" y="86229"/>
                  </a:lnTo>
                  <a:lnTo>
                    <a:pt x="75241" y="86069"/>
                  </a:lnTo>
                  <a:lnTo>
                    <a:pt x="75424" y="85931"/>
                  </a:lnTo>
                  <a:lnTo>
                    <a:pt x="75631" y="85816"/>
                  </a:lnTo>
                  <a:lnTo>
                    <a:pt x="75860" y="85724"/>
                  </a:lnTo>
                  <a:lnTo>
                    <a:pt x="76066" y="85656"/>
                  </a:lnTo>
                  <a:lnTo>
                    <a:pt x="76296" y="85587"/>
                  </a:lnTo>
                  <a:lnTo>
                    <a:pt x="76525" y="85564"/>
                  </a:lnTo>
                  <a:lnTo>
                    <a:pt x="76755" y="85541"/>
                  </a:lnTo>
                  <a:close/>
                  <a:moveTo>
                    <a:pt x="96872" y="88294"/>
                  </a:moveTo>
                  <a:lnTo>
                    <a:pt x="98639" y="91345"/>
                  </a:lnTo>
                  <a:lnTo>
                    <a:pt x="95106" y="91345"/>
                  </a:lnTo>
                  <a:lnTo>
                    <a:pt x="93340" y="88294"/>
                  </a:lnTo>
                  <a:close/>
                  <a:moveTo>
                    <a:pt x="81044" y="80953"/>
                  </a:moveTo>
                  <a:lnTo>
                    <a:pt x="83063" y="84440"/>
                  </a:lnTo>
                  <a:lnTo>
                    <a:pt x="85081" y="87972"/>
                  </a:lnTo>
                  <a:lnTo>
                    <a:pt x="83063" y="91459"/>
                  </a:lnTo>
                  <a:lnTo>
                    <a:pt x="79530" y="91459"/>
                  </a:lnTo>
                  <a:lnTo>
                    <a:pt x="81572" y="87950"/>
                  </a:lnTo>
                  <a:lnTo>
                    <a:pt x="79255" y="84050"/>
                  </a:lnTo>
                  <a:lnTo>
                    <a:pt x="81044" y="80953"/>
                  </a:lnTo>
                  <a:close/>
                  <a:moveTo>
                    <a:pt x="94877" y="80494"/>
                  </a:moveTo>
                  <a:lnTo>
                    <a:pt x="88545" y="91459"/>
                  </a:lnTo>
                  <a:lnTo>
                    <a:pt x="85036" y="91459"/>
                  </a:lnTo>
                  <a:lnTo>
                    <a:pt x="91344" y="80494"/>
                  </a:lnTo>
                  <a:close/>
                  <a:moveTo>
                    <a:pt x="168465" y="86527"/>
                  </a:moveTo>
                  <a:lnTo>
                    <a:pt x="168695" y="86550"/>
                  </a:lnTo>
                  <a:lnTo>
                    <a:pt x="168924" y="86619"/>
                  </a:lnTo>
                  <a:lnTo>
                    <a:pt x="169154" y="86688"/>
                  </a:lnTo>
                  <a:lnTo>
                    <a:pt x="169360" y="86803"/>
                  </a:lnTo>
                  <a:lnTo>
                    <a:pt x="169589" y="86917"/>
                  </a:lnTo>
                  <a:lnTo>
                    <a:pt x="169796" y="87078"/>
                  </a:lnTo>
                  <a:lnTo>
                    <a:pt x="169979" y="87284"/>
                  </a:lnTo>
                  <a:lnTo>
                    <a:pt x="170186" y="87491"/>
                  </a:lnTo>
                  <a:lnTo>
                    <a:pt x="170346" y="87743"/>
                  </a:lnTo>
                  <a:lnTo>
                    <a:pt x="170484" y="88018"/>
                  </a:lnTo>
                  <a:lnTo>
                    <a:pt x="170576" y="88271"/>
                  </a:lnTo>
                  <a:lnTo>
                    <a:pt x="170668" y="88546"/>
                  </a:lnTo>
                  <a:lnTo>
                    <a:pt x="170691" y="88798"/>
                  </a:lnTo>
                  <a:lnTo>
                    <a:pt x="170713" y="89028"/>
                  </a:lnTo>
                  <a:lnTo>
                    <a:pt x="170713" y="89280"/>
                  </a:lnTo>
                  <a:lnTo>
                    <a:pt x="170668" y="89509"/>
                  </a:lnTo>
                  <a:lnTo>
                    <a:pt x="170622" y="89739"/>
                  </a:lnTo>
                  <a:lnTo>
                    <a:pt x="170530" y="89945"/>
                  </a:lnTo>
                  <a:lnTo>
                    <a:pt x="170438" y="90175"/>
                  </a:lnTo>
                  <a:lnTo>
                    <a:pt x="170301" y="90358"/>
                  </a:lnTo>
                  <a:lnTo>
                    <a:pt x="170163" y="90542"/>
                  </a:lnTo>
                  <a:lnTo>
                    <a:pt x="170025" y="90725"/>
                  </a:lnTo>
                  <a:lnTo>
                    <a:pt x="169842" y="90886"/>
                  </a:lnTo>
                  <a:lnTo>
                    <a:pt x="169681" y="91023"/>
                  </a:lnTo>
                  <a:lnTo>
                    <a:pt x="169475" y="91138"/>
                  </a:lnTo>
                  <a:lnTo>
                    <a:pt x="169268" y="91253"/>
                  </a:lnTo>
                  <a:lnTo>
                    <a:pt x="169062" y="91367"/>
                  </a:lnTo>
                  <a:lnTo>
                    <a:pt x="168855" y="91436"/>
                  </a:lnTo>
                  <a:lnTo>
                    <a:pt x="168626" y="91482"/>
                  </a:lnTo>
                  <a:lnTo>
                    <a:pt x="168397" y="91528"/>
                  </a:lnTo>
                  <a:lnTo>
                    <a:pt x="168167" y="91551"/>
                  </a:lnTo>
                  <a:lnTo>
                    <a:pt x="167938" y="91551"/>
                  </a:lnTo>
                  <a:lnTo>
                    <a:pt x="167708" y="91528"/>
                  </a:lnTo>
                  <a:lnTo>
                    <a:pt x="167479" y="91459"/>
                  </a:lnTo>
                  <a:lnTo>
                    <a:pt x="167250" y="91390"/>
                  </a:lnTo>
                  <a:lnTo>
                    <a:pt x="167043" y="91299"/>
                  </a:lnTo>
                  <a:lnTo>
                    <a:pt x="166814" y="91161"/>
                  </a:lnTo>
                  <a:lnTo>
                    <a:pt x="166607" y="91023"/>
                  </a:lnTo>
                  <a:lnTo>
                    <a:pt x="166424" y="90840"/>
                  </a:lnTo>
                  <a:lnTo>
                    <a:pt x="166240" y="90633"/>
                  </a:lnTo>
                  <a:lnTo>
                    <a:pt x="166057" y="90381"/>
                  </a:lnTo>
                  <a:lnTo>
                    <a:pt x="165919" y="90106"/>
                  </a:lnTo>
                  <a:lnTo>
                    <a:pt x="165804" y="89853"/>
                  </a:lnTo>
                  <a:lnTo>
                    <a:pt x="165713" y="89578"/>
                  </a:lnTo>
                  <a:lnTo>
                    <a:pt x="165667" y="89326"/>
                  </a:lnTo>
                  <a:lnTo>
                    <a:pt x="165644" y="89074"/>
                  </a:lnTo>
                  <a:lnTo>
                    <a:pt x="165667" y="88821"/>
                  </a:lnTo>
                  <a:lnTo>
                    <a:pt x="165690" y="88592"/>
                  </a:lnTo>
                  <a:lnTo>
                    <a:pt x="165736" y="88362"/>
                  </a:lnTo>
                  <a:lnTo>
                    <a:pt x="165827" y="88133"/>
                  </a:lnTo>
                  <a:lnTo>
                    <a:pt x="165919" y="87927"/>
                  </a:lnTo>
                  <a:lnTo>
                    <a:pt x="166057" y="87720"/>
                  </a:lnTo>
                  <a:lnTo>
                    <a:pt x="166194" y="87537"/>
                  </a:lnTo>
                  <a:lnTo>
                    <a:pt x="166332" y="87353"/>
                  </a:lnTo>
                  <a:lnTo>
                    <a:pt x="166516" y="87193"/>
                  </a:lnTo>
                  <a:lnTo>
                    <a:pt x="166699" y="87055"/>
                  </a:lnTo>
                  <a:lnTo>
                    <a:pt x="166883" y="86917"/>
                  </a:lnTo>
                  <a:lnTo>
                    <a:pt x="167089" y="86803"/>
                  </a:lnTo>
                  <a:lnTo>
                    <a:pt x="167318" y="86711"/>
                  </a:lnTo>
                  <a:lnTo>
                    <a:pt x="167525" y="86619"/>
                  </a:lnTo>
                  <a:lnTo>
                    <a:pt x="167754" y="86573"/>
                  </a:lnTo>
                  <a:lnTo>
                    <a:pt x="167984" y="86527"/>
                  </a:lnTo>
                  <a:close/>
                  <a:moveTo>
                    <a:pt x="20118" y="87170"/>
                  </a:moveTo>
                  <a:lnTo>
                    <a:pt x="20370" y="87193"/>
                  </a:lnTo>
                  <a:lnTo>
                    <a:pt x="20599" y="87215"/>
                  </a:lnTo>
                  <a:lnTo>
                    <a:pt x="20829" y="87261"/>
                  </a:lnTo>
                  <a:lnTo>
                    <a:pt x="21058" y="87353"/>
                  </a:lnTo>
                  <a:lnTo>
                    <a:pt x="21265" y="87445"/>
                  </a:lnTo>
                  <a:lnTo>
                    <a:pt x="21494" y="87583"/>
                  </a:lnTo>
                  <a:lnTo>
                    <a:pt x="21700" y="87743"/>
                  </a:lnTo>
                  <a:lnTo>
                    <a:pt x="21884" y="87927"/>
                  </a:lnTo>
                  <a:lnTo>
                    <a:pt x="22090" y="88156"/>
                  </a:lnTo>
                  <a:lnTo>
                    <a:pt x="22251" y="88408"/>
                  </a:lnTo>
                  <a:lnTo>
                    <a:pt x="22389" y="88684"/>
                  </a:lnTo>
                  <a:lnTo>
                    <a:pt x="22480" y="88936"/>
                  </a:lnTo>
                  <a:lnTo>
                    <a:pt x="22572" y="89188"/>
                  </a:lnTo>
                  <a:lnTo>
                    <a:pt x="22595" y="89441"/>
                  </a:lnTo>
                  <a:lnTo>
                    <a:pt x="22618" y="89693"/>
                  </a:lnTo>
                  <a:lnTo>
                    <a:pt x="22618" y="89945"/>
                  </a:lnTo>
                  <a:lnTo>
                    <a:pt x="22572" y="90175"/>
                  </a:lnTo>
                  <a:lnTo>
                    <a:pt x="22526" y="90404"/>
                  </a:lnTo>
                  <a:lnTo>
                    <a:pt x="22435" y="90610"/>
                  </a:lnTo>
                  <a:lnTo>
                    <a:pt x="22343" y="90817"/>
                  </a:lnTo>
                  <a:lnTo>
                    <a:pt x="22205" y="91023"/>
                  </a:lnTo>
                  <a:lnTo>
                    <a:pt x="22068" y="91207"/>
                  </a:lnTo>
                  <a:lnTo>
                    <a:pt x="21930" y="91367"/>
                  </a:lnTo>
                  <a:lnTo>
                    <a:pt x="21746" y="91528"/>
                  </a:lnTo>
                  <a:lnTo>
                    <a:pt x="21586" y="91689"/>
                  </a:lnTo>
                  <a:lnTo>
                    <a:pt x="21379" y="91803"/>
                  </a:lnTo>
                  <a:lnTo>
                    <a:pt x="21173" y="91918"/>
                  </a:lnTo>
                  <a:lnTo>
                    <a:pt x="20966" y="92010"/>
                  </a:lnTo>
                  <a:lnTo>
                    <a:pt x="20760" y="92102"/>
                  </a:lnTo>
                  <a:lnTo>
                    <a:pt x="20531" y="92147"/>
                  </a:lnTo>
                  <a:lnTo>
                    <a:pt x="20301" y="92193"/>
                  </a:lnTo>
                  <a:lnTo>
                    <a:pt x="20072" y="92216"/>
                  </a:lnTo>
                  <a:lnTo>
                    <a:pt x="19842" y="92193"/>
                  </a:lnTo>
                  <a:lnTo>
                    <a:pt x="19613" y="92170"/>
                  </a:lnTo>
                  <a:lnTo>
                    <a:pt x="19384" y="92124"/>
                  </a:lnTo>
                  <a:lnTo>
                    <a:pt x="19154" y="92056"/>
                  </a:lnTo>
                  <a:lnTo>
                    <a:pt x="18948" y="91964"/>
                  </a:lnTo>
                  <a:lnTo>
                    <a:pt x="18718" y="91826"/>
                  </a:lnTo>
                  <a:lnTo>
                    <a:pt x="18512" y="91666"/>
                  </a:lnTo>
                  <a:lnTo>
                    <a:pt x="18328" y="91482"/>
                  </a:lnTo>
                  <a:lnTo>
                    <a:pt x="18145" y="91276"/>
                  </a:lnTo>
                  <a:lnTo>
                    <a:pt x="17961" y="91046"/>
                  </a:lnTo>
                  <a:lnTo>
                    <a:pt x="17824" y="90771"/>
                  </a:lnTo>
                  <a:lnTo>
                    <a:pt x="17709" y="90496"/>
                  </a:lnTo>
                  <a:lnTo>
                    <a:pt x="17617" y="90243"/>
                  </a:lnTo>
                  <a:lnTo>
                    <a:pt x="17571" y="89991"/>
                  </a:lnTo>
                  <a:lnTo>
                    <a:pt x="17548" y="89739"/>
                  </a:lnTo>
                  <a:lnTo>
                    <a:pt x="17571" y="89486"/>
                  </a:lnTo>
                  <a:lnTo>
                    <a:pt x="17594" y="89257"/>
                  </a:lnTo>
                  <a:lnTo>
                    <a:pt x="17640" y="89028"/>
                  </a:lnTo>
                  <a:lnTo>
                    <a:pt x="17732" y="88798"/>
                  </a:lnTo>
                  <a:lnTo>
                    <a:pt x="17824" y="88592"/>
                  </a:lnTo>
                  <a:lnTo>
                    <a:pt x="17961" y="88385"/>
                  </a:lnTo>
                  <a:lnTo>
                    <a:pt x="18099" y="88202"/>
                  </a:lnTo>
                  <a:lnTo>
                    <a:pt x="18237" y="88018"/>
                  </a:lnTo>
                  <a:lnTo>
                    <a:pt x="18420" y="87858"/>
                  </a:lnTo>
                  <a:lnTo>
                    <a:pt x="18604" y="87697"/>
                  </a:lnTo>
                  <a:lnTo>
                    <a:pt x="18787" y="87583"/>
                  </a:lnTo>
                  <a:lnTo>
                    <a:pt x="18994" y="87468"/>
                  </a:lnTo>
                  <a:lnTo>
                    <a:pt x="19223" y="87376"/>
                  </a:lnTo>
                  <a:lnTo>
                    <a:pt x="19430" y="87284"/>
                  </a:lnTo>
                  <a:lnTo>
                    <a:pt x="19659" y="87238"/>
                  </a:lnTo>
                  <a:lnTo>
                    <a:pt x="19888" y="87193"/>
                  </a:lnTo>
                  <a:lnTo>
                    <a:pt x="20118" y="87170"/>
                  </a:lnTo>
                  <a:close/>
                  <a:moveTo>
                    <a:pt x="40235" y="89922"/>
                  </a:moveTo>
                  <a:lnTo>
                    <a:pt x="42002" y="92996"/>
                  </a:lnTo>
                  <a:lnTo>
                    <a:pt x="38469" y="92996"/>
                  </a:lnTo>
                  <a:lnTo>
                    <a:pt x="36703" y="89945"/>
                  </a:lnTo>
                  <a:lnTo>
                    <a:pt x="40235" y="89922"/>
                  </a:lnTo>
                  <a:close/>
                  <a:moveTo>
                    <a:pt x="24407" y="82582"/>
                  </a:moveTo>
                  <a:lnTo>
                    <a:pt x="26426" y="86091"/>
                  </a:lnTo>
                  <a:lnTo>
                    <a:pt x="28445" y="89601"/>
                  </a:lnTo>
                  <a:lnTo>
                    <a:pt x="26426" y="93088"/>
                  </a:lnTo>
                  <a:lnTo>
                    <a:pt x="22893" y="93088"/>
                  </a:lnTo>
                  <a:lnTo>
                    <a:pt x="24935" y="89601"/>
                  </a:lnTo>
                  <a:lnTo>
                    <a:pt x="22618" y="85701"/>
                  </a:lnTo>
                  <a:lnTo>
                    <a:pt x="24407" y="82582"/>
                  </a:lnTo>
                  <a:close/>
                  <a:moveTo>
                    <a:pt x="38240" y="82146"/>
                  </a:moveTo>
                  <a:lnTo>
                    <a:pt x="31908" y="93088"/>
                  </a:lnTo>
                  <a:lnTo>
                    <a:pt x="28399" y="93088"/>
                  </a:lnTo>
                  <a:lnTo>
                    <a:pt x="34707" y="82146"/>
                  </a:lnTo>
                  <a:close/>
                  <a:moveTo>
                    <a:pt x="110773" y="88294"/>
                  </a:moveTo>
                  <a:lnTo>
                    <a:pt x="111003" y="88317"/>
                  </a:lnTo>
                  <a:lnTo>
                    <a:pt x="111232" y="88385"/>
                  </a:lnTo>
                  <a:lnTo>
                    <a:pt x="111462" y="88454"/>
                  </a:lnTo>
                  <a:lnTo>
                    <a:pt x="111691" y="88569"/>
                  </a:lnTo>
                  <a:lnTo>
                    <a:pt x="111897" y="88684"/>
                  </a:lnTo>
                  <a:lnTo>
                    <a:pt x="112104" y="88867"/>
                  </a:lnTo>
                  <a:lnTo>
                    <a:pt x="112310" y="89051"/>
                  </a:lnTo>
                  <a:lnTo>
                    <a:pt x="112494" y="89257"/>
                  </a:lnTo>
                  <a:lnTo>
                    <a:pt x="112654" y="89509"/>
                  </a:lnTo>
                  <a:lnTo>
                    <a:pt x="112792" y="89785"/>
                  </a:lnTo>
                  <a:lnTo>
                    <a:pt x="112907" y="90037"/>
                  </a:lnTo>
                  <a:lnTo>
                    <a:pt x="112976" y="90312"/>
                  </a:lnTo>
                  <a:lnTo>
                    <a:pt x="113021" y="90565"/>
                  </a:lnTo>
                  <a:lnTo>
                    <a:pt x="113044" y="90794"/>
                  </a:lnTo>
                  <a:lnTo>
                    <a:pt x="113021" y="91046"/>
                  </a:lnTo>
                  <a:lnTo>
                    <a:pt x="112998" y="91276"/>
                  </a:lnTo>
                  <a:lnTo>
                    <a:pt x="112930" y="91505"/>
                  </a:lnTo>
                  <a:lnTo>
                    <a:pt x="112838" y="91712"/>
                  </a:lnTo>
                  <a:lnTo>
                    <a:pt x="112746" y="91941"/>
                  </a:lnTo>
                  <a:lnTo>
                    <a:pt x="112631" y="92124"/>
                  </a:lnTo>
                  <a:lnTo>
                    <a:pt x="112494" y="92308"/>
                  </a:lnTo>
                  <a:lnTo>
                    <a:pt x="112333" y="92492"/>
                  </a:lnTo>
                  <a:lnTo>
                    <a:pt x="112173" y="92652"/>
                  </a:lnTo>
                  <a:lnTo>
                    <a:pt x="111989" y="92790"/>
                  </a:lnTo>
                  <a:lnTo>
                    <a:pt x="111806" y="92927"/>
                  </a:lnTo>
                  <a:lnTo>
                    <a:pt x="111599" y="93019"/>
                  </a:lnTo>
                  <a:lnTo>
                    <a:pt x="111393" y="93134"/>
                  </a:lnTo>
                  <a:lnTo>
                    <a:pt x="111163" y="93203"/>
                  </a:lnTo>
                  <a:lnTo>
                    <a:pt x="110934" y="93271"/>
                  </a:lnTo>
                  <a:lnTo>
                    <a:pt x="110727" y="93294"/>
                  </a:lnTo>
                  <a:lnTo>
                    <a:pt x="110498" y="93317"/>
                  </a:lnTo>
                  <a:lnTo>
                    <a:pt x="110269" y="93317"/>
                  </a:lnTo>
                  <a:lnTo>
                    <a:pt x="110016" y="93294"/>
                  </a:lnTo>
                  <a:lnTo>
                    <a:pt x="109810" y="93226"/>
                  </a:lnTo>
                  <a:lnTo>
                    <a:pt x="109581" y="93157"/>
                  </a:lnTo>
                  <a:lnTo>
                    <a:pt x="109351" y="93065"/>
                  </a:lnTo>
                  <a:lnTo>
                    <a:pt x="109145" y="92927"/>
                  </a:lnTo>
                  <a:lnTo>
                    <a:pt x="108938" y="92790"/>
                  </a:lnTo>
                  <a:lnTo>
                    <a:pt x="108732" y="92606"/>
                  </a:lnTo>
                  <a:lnTo>
                    <a:pt x="108548" y="92400"/>
                  </a:lnTo>
                  <a:lnTo>
                    <a:pt x="108365" y="92147"/>
                  </a:lnTo>
                  <a:lnTo>
                    <a:pt x="108227" y="91872"/>
                  </a:lnTo>
                  <a:lnTo>
                    <a:pt x="108112" y="91620"/>
                  </a:lnTo>
                  <a:lnTo>
                    <a:pt x="108044" y="91345"/>
                  </a:lnTo>
                  <a:lnTo>
                    <a:pt x="107998" y="91092"/>
                  </a:lnTo>
                  <a:lnTo>
                    <a:pt x="107975" y="90840"/>
                  </a:lnTo>
                  <a:lnTo>
                    <a:pt x="107975" y="90588"/>
                  </a:lnTo>
                  <a:lnTo>
                    <a:pt x="107998" y="90358"/>
                  </a:lnTo>
                  <a:lnTo>
                    <a:pt x="108067" y="90129"/>
                  </a:lnTo>
                  <a:lnTo>
                    <a:pt x="108135" y="89899"/>
                  </a:lnTo>
                  <a:lnTo>
                    <a:pt x="108250" y="89693"/>
                  </a:lnTo>
                  <a:lnTo>
                    <a:pt x="108365" y="89486"/>
                  </a:lnTo>
                  <a:lnTo>
                    <a:pt x="108502" y="89303"/>
                  </a:lnTo>
                  <a:lnTo>
                    <a:pt x="108663" y="89119"/>
                  </a:lnTo>
                  <a:lnTo>
                    <a:pt x="108824" y="88959"/>
                  </a:lnTo>
                  <a:lnTo>
                    <a:pt x="109007" y="88821"/>
                  </a:lnTo>
                  <a:lnTo>
                    <a:pt x="109214" y="88684"/>
                  </a:lnTo>
                  <a:lnTo>
                    <a:pt x="109420" y="88569"/>
                  </a:lnTo>
                  <a:lnTo>
                    <a:pt x="109626" y="88477"/>
                  </a:lnTo>
                  <a:lnTo>
                    <a:pt x="109856" y="88408"/>
                  </a:lnTo>
                  <a:lnTo>
                    <a:pt x="110085" y="88340"/>
                  </a:lnTo>
                  <a:lnTo>
                    <a:pt x="110315" y="88294"/>
                  </a:lnTo>
                  <a:close/>
                  <a:moveTo>
                    <a:pt x="130593" y="91046"/>
                  </a:moveTo>
                  <a:lnTo>
                    <a:pt x="132359" y="94097"/>
                  </a:lnTo>
                  <a:lnTo>
                    <a:pt x="128827" y="94097"/>
                  </a:lnTo>
                  <a:lnTo>
                    <a:pt x="127060" y="91046"/>
                  </a:lnTo>
                  <a:close/>
                  <a:moveTo>
                    <a:pt x="114834" y="83683"/>
                  </a:moveTo>
                  <a:lnTo>
                    <a:pt x="116829" y="87193"/>
                  </a:lnTo>
                  <a:lnTo>
                    <a:pt x="118871" y="90702"/>
                  </a:lnTo>
                  <a:lnTo>
                    <a:pt x="116852" y="94212"/>
                  </a:lnTo>
                  <a:lnTo>
                    <a:pt x="113320" y="94212"/>
                  </a:lnTo>
                  <a:lnTo>
                    <a:pt x="115338" y="90702"/>
                  </a:lnTo>
                  <a:lnTo>
                    <a:pt x="113044" y="86803"/>
                  </a:lnTo>
                  <a:lnTo>
                    <a:pt x="114834" y="83683"/>
                  </a:lnTo>
                  <a:close/>
                  <a:moveTo>
                    <a:pt x="128643" y="83247"/>
                  </a:moveTo>
                  <a:lnTo>
                    <a:pt x="122335" y="94189"/>
                  </a:lnTo>
                  <a:lnTo>
                    <a:pt x="118802" y="94212"/>
                  </a:lnTo>
                  <a:lnTo>
                    <a:pt x="125133" y="83247"/>
                  </a:lnTo>
                  <a:close/>
                  <a:moveTo>
                    <a:pt x="53655" y="90175"/>
                  </a:moveTo>
                  <a:lnTo>
                    <a:pt x="53884" y="90198"/>
                  </a:lnTo>
                  <a:lnTo>
                    <a:pt x="54114" y="90221"/>
                  </a:lnTo>
                  <a:lnTo>
                    <a:pt x="54343" y="90266"/>
                  </a:lnTo>
                  <a:lnTo>
                    <a:pt x="54572" y="90358"/>
                  </a:lnTo>
                  <a:lnTo>
                    <a:pt x="54802" y="90450"/>
                  </a:lnTo>
                  <a:lnTo>
                    <a:pt x="55008" y="90588"/>
                  </a:lnTo>
                  <a:lnTo>
                    <a:pt x="55238" y="90748"/>
                  </a:lnTo>
                  <a:lnTo>
                    <a:pt x="55421" y="90955"/>
                  </a:lnTo>
                  <a:lnTo>
                    <a:pt x="55605" y="91161"/>
                  </a:lnTo>
                  <a:lnTo>
                    <a:pt x="55788" y="91413"/>
                  </a:lnTo>
                  <a:lnTo>
                    <a:pt x="55926" y="91689"/>
                  </a:lnTo>
                  <a:lnTo>
                    <a:pt x="56018" y="91941"/>
                  </a:lnTo>
                  <a:lnTo>
                    <a:pt x="56086" y="92193"/>
                  </a:lnTo>
                  <a:lnTo>
                    <a:pt x="56132" y="92446"/>
                  </a:lnTo>
                  <a:lnTo>
                    <a:pt x="56155" y="92698"/>
                  </a:lnTo>
                  <a:lnTo>
                    <a:pt x="56132" y="92950"/>
                  </a:lnTo>
                  <a:lnTo>
                    <a:pt x="56109" y="93180"/>
                  </a:lnTo>
                  <a:lnTo>
                    <a:pt x="56040" y="93409"/>
                  </a:lnTo>
                  <a:lnTo>
                    <a:pt x="55972" y="93616"/>
                  </a:lnTo>
                  <a:lnTo>
                    <a:pt x="55857" y="93822"/>
                  </a:lnTo>
                  <a:lnTo>
                    <a:pt x="55742" y="94028"/>
                  </a:lnTo>
                  <a:lnTo>
                    <a:pt x="55605" y="94212"/>
                  </a:lnTo>
                  <a:lnTo>
                    <a:pt x="55444" y="94373"/>
                  </a:lnTo>
                  <a:lnTo>
                    <a:pt x="55283" y="94533"/>
                  </a:lnTo>
                  <a:lnTo>
                    <a:pt x="55100" y="94694"/>
                  </a:lnTo>
                  <a:lnTo>
                    <a:pt x="54916" y="94808"/>
                  </a:lnTo>
                  <a:lnTo>
                    <a:pt x="54710" y="94923"/>
                  </a:lnTo>
                  <a:lnTo>
                    <a:pt x="54504" y="95015"/>
                  </a:lnTo>
                  <a:lnTo>
                    <a:pt x="54274" y="95107"/>
                  </a:lnTo>
                  <a:lnTo>
                    <a:pt x="54068" y="95152"/>
                  </a:lnTo>
                  <a:lnTo>
                    <a:pt x="53838" y="95198"/>
                  </a:lnTo>
                  <a:lnTo>
                    <a:pt x="53609" y="95221"/>
                  </a:lnTo>
                  <a:lnTo>
                    <a:pt x="53380" y="95221"/>
                  </a:lnTo>
                  <a:lnTo>
                    <a:pt x="53150" y="95175"/>
                  </a:lnTo>
                  <a:lnTo>
                    <a:pt x="52921" y="95130"/>
                  </a:lnTo>
                  <a:lnTo>
                    <a:pt x="52691" y="95061"/>
                  </a:lnTo>
                  <a:lnTo>
                    <a:pt x="52462" y="94969"/>
                  </a:lnTo>
                  <a:lnTo>
                    <a:pt x="52255" y="94831"/>
                  </a:lnTo>
                  <a:lnTo>
                    <a:pt x="52049" y="94671"/>
                  </a:lnTo>
                  <a:lnTo>
                    <a:pt x="51843" y="94510"/>
                  </a:lnTo>
                  <a:lnTo>
                    <a:pt x="51659" y="94281"/>
                  </a:lnTo>
                  <a:lnTo>
                    <a:pt x="51498" y="94051"/>
                  </a:lnTo>
                  <a:lnTo>
                    <a:pt x="51338" y="93776"/>
                  </a:lnTo>
                  <a:lnTo>
                    <a:pt x="51223" y="93524"/>
                  </a:lnTo>
                  <a:lnTo>
                    <a:pt x="51154" y="93249"/>
                  </a:lnTo>
                  <a:lnTo>
                    <a:pt x="51109" y="92996"/>
                  </a:lnTo>
                  <a:lnTo>
                    <a:pt x="51086" y="92744"/>
                  </a:lnTo>
                  <a:lnTo>
                    <a:pt x="51086" y="92492"/>
                  </a:lnTo>
                  <a:lnTo>
                    <a:pt x="51131" y="92262"/>
                  </a:lnTo>
                  <a:lnTo>
                    <a:pt x="51177" y="92033"/>
                  </a:lnTo>
                  <a:lnTo>
                    <a:pt x="51269" y="91803"/>
                  </a:lnTo>
                  <a:lnTo>
                    <a:pt x="51361" y="91597"/>
                  </a:lnTo>
                  <a:lnTo>
                    <a:pt x="51476" y="91390"/>
                  </a:lnTo>
                  <a:lnTo>
                    <a:pt x="51613" y="91207"/>
                  </a:lnTo>
                  <a:lnTo>
                    <a:pt x="51774" y="91023"/>
                  </a:lnTo>
                  <a:lnTo>
                    <a:pt x="51934" y="90863"/>
                  </a:lnTo>
                  <a:lnTo>
                    <a:pt x="52118" y="90725"/>
                  </a:lnTo>
                  <a:lnTo>
                    <a:pt x="52324" y="90588"/>
                  </a:lnTo>
                  <a:lnTo>
                    <a:pt x="52531" y="90473"/>
                  </a:lnTo>
                  <a:lnTo>
                    <a:pt x="52737" y="90381"/>
                  </a:lnTo>
                  <a:lnTo>
                    <a:pt x="52967" y="90289"/>
                  </a:lnTo>
                  <a:lnTo>
                    <a:pt x="53196" y="90243"/>
                  </a:lnTo>
                  <a:lnTo>
                    <a:pt x="53425" y="90198"/>
                  </a:lnTo>
                  <a:lnTo>
                    <a:pt x="53655" y="90175"/>
                  </a:lnTo>
                  <a:close/>
                  <a:moveTo>
                    <a:pt x="73750" y="92927"/>
                  </a:moveTo>
                  <a:lnTo>
                    <a:pt x="75516" y="96001"/>
                  </a:lnTo>
                  <a:lnTo>
                    <a:pt x="71983" y="96001"/>
                  </a:lnTo>
                  <a:lnTo>
                    <a:pt x="70217" y="92950"/>
                  </a:lnTo>
                  <a:lnTo>
                    <a:pt x="73750" y="92927"/>
                  </a:lnTo>
                  <a:close/>
                  <a:moveTo>
                    <a:pt x="57944" y="85587"/>
                  </a:moveTo>
                  <a:lnTo>
                    <a:pt x="59940" y="89096"/>
                  </a:lnTo>
                  <a:lnTo>
                    <a:pt x="61982" y="92606"/>
                  </a:lnTo>
                  <a:lnTo>
                    <a:pt x="59963" y="96093"/>
                  </a:lnTo>
                  <a:lnTo>
                    <a:pt x="56430" y="96116"/>
                  </a:lnTo>
                  <a:lnTo>
                    <a:pt x="58449" y="92606"/>
                  </a:lnTo>
                  <a:lnTo>
                    <a:pt x="56155" y="88707"/>
                  </a:lnTo>
                  <a:lnTo>
                    <a:pt x="57944" y="85587"/>
                  </a:lnTo>
                  <a:close/>
                  <a:moveTo>
                    <a:pt x="71777" y="85151"/>
                  </a:moveTo>
                  <a:lnTo>
                    <a:pt x="65446" y="96093"/>
                  </a:lnTo>
                  <a:lnTo>
                    <a:pt x="61936" y="96116"/>
                  </a:lnTo>
                  <a:lnTo>
                    <a:pt x="68244" y="85151"/>
                  </a:lnTo>
                  <a:close/>
                  <a:moveTo>
                    <a:pt x="144058" y="91299"/>
                  </a:moveTo>
                  <a:lnTo>
                    <a:pt x="144310" y="91345"/>
                  </a:lnTo>
                  <a:lnTo>
                    <a:pt x="144540" y="91390"/>
                  </a:lnTo>
                  <a:lnTo>
                    <a:pt x="144769" y="91459"/>
                  </a:lnTo>
                  <a:lnTo>
                    <a:pt x="144976" y="91574"/>
                  </a:lnTo>
                  <a:lnTo>
                    <a:pt x="145205" y="91712"/>
                  </a:lnTo>
                  <a:lnTo>
                    <a:pt x="145412" y="91872"/>
                  </a:lnTo>
                  <a:lnTo>
                    <a:pt x="145595" y="92056"/>
                  </a:lnTo>
                  <a:lnTo>
                    <a:pt x="145779" y="92285"/>
                  </a:lnTo>
                  <a:lnTo>
                    <a:pt x="145962" y="92537"/>
                  </a:lnTo>
                  <a:lnTo>
                    <a:pt x="146100" y="92790"/>
                  </a:lnTo>
                  <a:lnTo>
                    <a:pt x="146191" y="93065"/>
                  </a:lnTo>
                  <a:lnTo>
                    <a:pt x="146260" y="93317"/>
                  </a:lnTo>
                  <a:lnTo>
                    <a:pt x="146306" y="93570"/>
                  </a:lnTo>
                  <a:lnTo>
                    <a:pt x="146329" y="93822"/>
                  </a:lnTo>
                  <a:lnTo>
                    <a:pt x="146329" y="94051"/>
                  </a:lnTo>
                  <a:lnTo>
                    <a:pt x="146283" y="94304"/>
                  </a:lnTo>
                  <a:lnTo>
                    <a:pt x="146214" y="94510"/>
                  </a:lnTo>
                  <a:lnTo>
                    <a:pt x="146146" y="94740"/>
                  </a:lnTo>
                  <a:lnTo>
                    <a:pt x="146054" y="94946"/>
                  </a:lnTo>
                  <a:lnTo>
                    <a:pt x="145916" y="95152"/>
                  </a:lnTo>
                  <a:lnTo>
                    <a:pt x="145779" y="95336"/>
                  </a:lnTo>
                  <a:lnTo>
                    <a:pt x="145641" y="95497"/>
                  </a:lnTo>
                  <a:lnTo>
                    <a:pt x="145457" y="95657"/>
                  </a:lnTo>
                  <a:lnTo>
                    <a:pt x="145274" y="95795"/>
                  </a:lnTo>
                  <a:lnTo>
                    <a:pt x="145090" y="95932"/>
                  </a:lnTo>
                  <a:lnTo>
                    <a:pt x="144884" y="96047"/>
                  </a:lnTo>
                  <a:lnTo>
                    <a:pt x="144677" y="96139"/>
                  </a:lnTo>
                  <a:lnTo>
                    <a:pt x="144471" y="96208"/>
                  </a:lnTo>
                  <a:lnTo>
                    <a:pt x="144242" y="96276"/>
                  </a:lnTo>
                  <a:lnTo>
                    <a:pt x="144012" y="96322"/>
                  </a:lnTo>
                  <a:lnTo>
                    <a:pt x="143553" y="96322"/>
                  </a:lnTo>
                  <a:lnTo>
                    <a:pt x="143324" y="96299"/>
                  </a:lnTo>
                  <a:lnTo>
                    <a:pt x="143095" y="96254"/>
                  </a:lnTo>
                  <a:lnTo>
                    <a:pt x="142865" y="96185"/>
                  </a:lnTo>
                  <a:lnTo>
                    <a:pt x="142659" y="96070"/>
                  </a:lnTo>
                  <a:lnTo>
                    <a:pt x="142429" y="95955"/>
                  </a:lnTo>
                  <a:lnTo>
                    <a:pt x="142223" y="95795"/>
                  </a:lnTo>
                  <a:lnTo>
                    <a:pt x="142039" y="95611"/>
                  </a:lnTo>
                  <a:lnTo>
                    <a:pt x="141833" y="95405"/>
                  </a:lnTo>
                  <a:lnTo>
                    <a:pt x="141672" y="95175"/>
                  </a:lnTo>
                  <a:lnTo>
                    <a:pt x="141535" y="94900"/>
                  </a:lnTo>
                  <a:lnTo>
                    <a:pt x="141420" y="94625"/>
                  </a:lnTo>
                  <a:lnTo>
                    <a:pt x="141328" y="94373"/>
                  </a:lnTo>
                  <a:lnTo>
                    <a:pt x="141282" y="94120"/>
                  </a:lnTo>
                  <a:lnTo>
                    <a:pt x="141260" y="93868"/>
                  </a:lnTo>
                  <a:lnTo>
                    <a:pt x="141260" y="93616"/>
                  </a:lnTo>
                  <a:lnTo>
                    <a:pt x="141305" y="93363"/>
                  </a:lnTo>
                  <a:lnTo>
                    <a:pt x="141351" y="93134"/>
                  </a:lnTo>
                  <a:lnTo>
                    <a:pt x="141443" y="92927"/>
                  </a:lnTo>
                  <a:lnTo>
                    <a:pt x="141535" y="92698"/>
                  </a:lnTo>
                  <a:lnTo>
                    <a:pt x="141650" y="92514"/>
                  </a:lnTo>
                  <a:lnTo>
                    <a:pt x="141810" y="92308"/>
                  </a:lnTo>
                  <a:lnTo>
                    <a:pt x="141948" y="92147"/>
                  </a:lnTo>
                  <a:lnTo>
                    <a:pt x="142131" y="91987"/>
                  </a:lnTo>
                  <a:lnTo>
                    <a:pt x="142315" y="91826"/>
                  </a:lnTo>
                  <a:lnTo>
                    <a:pt x="142498" y="91712"/>
                  </a:lnTo>
                  <a:lnTo>
                    <a:pt x="142705" y="91597"/>
                  </a:lnTo>
                  <a:lnTo>
                    <a:pt x="142911" y="91482"/>
                  </a:lnTo>
                  <a:lnTo>
                    <a:pt x="143141" y="91413"/>
                  </a:lnTo>
                  <a:lnTo>
                    <a:pt x="143370" y="91345"/>
                  </a:lnTo>
                  <a:lnTo>
                    <a:pt x="143599" y="91322"/>
                  </a:lnTo>
                  <a:lnTo>
                    <a:pt x="143829" y="91299"/>
                  </a:lnTo>
                  <a:close/>
                  <a:moveTo>
                    <a:pt x="164589" y="93937"/>
                  </a:moveTo>
                  <a:lnTo>
                    <a:pt x="166355" y="97011"/>
                  </a:lnTo>
                  <a:lnTo>
                    <a:pt x="162822" y="97011"/>
                  </a:lnTo>
                  <a:lnTo>
                    <a:pt x="161056" y="93960"/>
                  </a:lnTo>
                  <a:lnTo>
                    <a:pt x="164589" y="93937"/>
                  </a:lnTo>
                  <a:close/>
                  <a:moveTo>
                    <a:pt x="148784" y="86596"/>
                  </a:moveTo>
                  <a:lnTo>
                    <a:pt x="150779" y="90106"/>
                  </a:lnTo>
                  <a:lnTo>
                    <a:pt x="152821" y="93616"/>
                  </a:lnTo>
                  <a:lnTo>
                    <a:pt x="150802" y="97102"/>
                  </a:lnTo>
                  <a:lnTo>
                    <a:pt x="147270" y="97125"/>
                  </a:lnTo>
                  <a:lnTo>
                    <a:pt x="149288" y="93616"/>
                  </a:lnTo>
                  <a:lnTo>
                    <a:pt x="146994" y="89716"/>
                  </a:lnTo>
                  <a:lnTo>
                    <a:pt x="148784" y="86596"/>
                  </a:lnTo>
                  <a:close/>
                  <a:moveTo>
                    <a:pt x="162593" y="86160"/>
                  </a:moveTo>
                  <a:lnTo>
                    <a:pt x="156285" y="97102"/>
                  </a:lnTo>
                  <a:lnTo>
                    <a:pt x="152775" y="97125"/>
                  </a:lnTo>
                  <a:lnTo>
                    <a:pt x="159083" y="86160"/>
                  </a:lnTo>
                  <a:close/>
                  <a:moveTo>
                    <a:pt x="17113" y="94579"/>
                  </a:moveTo>
                  <a:lnTo>
                    <a:pt x="18879" y="97630"/>
                  </a:lnTo>
                  <a:lnTo>
                    <a:pt x="15346" y="97630"/>
                  </a:lnTo>
                  <a:lnTo>
                    <a:pt x="13580" y="94579"/>
                  </a:lnTo>
                  <a:close/>
                  <a:moveTo>
                    <a:pt x="15140" y="86780"/>
                  </a:moveTo>
                  <a:lnTo>
                    <a:pt x="8809" y="97745"/>
                  </a:lnTo>
                  <a:lnTo>
                    <a:pt x="5299" y="97745"/>
                  </a:lnTo>
                  <a:lnTo>
                    <a:pt x="11607" y="86780"/>
                  </a:lnTo>
                  <a:close/>
                  <a:moveTo>
                    <a:pt x="87903" y="93088"/>
                  </a:moveTo>
                  <a:lnTo>
                    <a:pt x="88132" y="93134"/>
                  </a:lnTo>
                  <a:lnTo>
                    <a:pt x="88362" y="93180"/>
                  </a:lnTo>
                  <a:lnTo>
                    <a:pt x="88591" y="93271"/>
                  </a:lnTo>
                  <a:lnTo>
                    <a:pt x="88798" y="93363"/>
                  </a:lnTo>
                  <a:lnTo>
                    <a:pt x="89027" y="93501"/>
                  </a:lnTo>
                  <a:lnTo>
                    <a:pt x="89233" y="93661"/>
                  </a:lnTo>
                  <a:lnTo>
                    <a:pt x="89417" y="93845"/>
                  </a:lnTo>
                  <a:lnTo>
                    <a:pt x="89623" y="94074"/>
                  </a:lnTo>
                  <a:lnTo>
                    <a:pt x="89784" y="94327"/>
                  </a:lnTo>
                  <a:lnTo>
                    <a:pt x="89922" y="94579"/>
                  </a:lnTo>
                  <a:lnTo>
                    <a:pt x="90013" y="94854"/>
                  </a:lnTo>
                  <a:lnTo>
                    <a:pt x="90105" y="95107"/>
                  </a:lnTo>
                  <a:lnTo>
                    <a:pt x="90128" y="95359"/>
                  </a:lnTo>
                  <a:lnTo>
                    <a:pt x="90151" y="95611"/>
                  </a:lnTo>
                  <a:lnTo>
                    <a:pt x="90151" y="95841"/>
                  </a:lnTo>
                  <a:lnTo>
                    <a:pt x="90105" y="96093"/>
                  </a:lnTo>
                  <a:lnTo>
                    <a:pt x="90059" y="96299"/>
                  </a:lnTo>
                  <a:lnTo>
                    <a:pt x="89968" y="96529"/>
                  </a:lnTo>
                  <a:lnTo>
                    <a:pt x="89876" y="96735"/>
                  </a:lnTo>
                  <a:lnTo>
                    <a:pt x="89738" y="96942"/>
                  </a:lnTo>
                  <a:lnTo>
                    <a:pt x="89600" y="97125"/>
                  </a:lnTo>
                  <a:lnTo>
                    <a:pt x="89463" y="97286"/>
                  </a:lnTo>
                  <a:lnTo>
                    <a:pt x="89279" y="97446"/>
                  </a:lnTo>
                  <a:lnTo>
                    <a:pt x="89119" y="97584"/>
                  </a:lnTo>
                  <a:lnTo>
                    <a:pt x="88912" y="97722"/>
                  </a:lnTo>
                  <a:lnTo>
                    <a:pt x="88706" y="97836"/>
                  </a:lnTo>
                  <a:lnTo>
                    <a:pt x="88499" y="97928"/>
                  </a:lnTo>
                  <a:lnTo>
                    <a:pt x="88293" y="97997"/>
                  </a:lnTo>
                  <a:lnTo>
                    <a:pt x="88064" y="98066"/>
                  </a:lnTo>
                  <a:lnTo>
                    <a:pt x="87834" y="98112"/>
                  </a:lnTo>
                  <a:lnTo>
                    <a:pt x="87375" y="98112"/>
                  </a:lnTo>
                  <a:lnTo>
                    <a:pt x="87146" y="98089"/>
                  </a:lnTo>
                  <a:lnTo>
                    <a:pt x="86917" y="98043"/>
                  </a:lnTo>
                  <a:lnTo>
                    <a:pt x="86687" y="97974"/>
                  </a:lnTo>
                  <a:lnTo>
                    <a:pt x="86481" y="97859"/>
                  </a:lnTo>
                  <a:lnTo>
                    <a:pt x="86251" y="97745"/>
                  </a:lnTo>
                  <a:lnTo>
                    <a:pt x="86045" y="97584"/>
                  </a:lnTo>
                  <a:lnTo>
                    <a:pt x="85861" y="97401"/>
                  </a:lnTo>
                  <a:lnTo>
                    <a:pt x="85678" y="97194"/>
                  </a:lnTo>
                  <a:lnTo>
                    <a:pt x="85494" y="96965"/>
                  </a:lnTo>
                  <a:lnTo>
                    <a:pt x="85357" y="96689"/>
                  </a:lnTo>
                  <a:lnTo>
                    <a:pt x="85242" y="96414"/>
                  </a:lnTo>
                  <a:lnTo>
                    <a:pt x="85150" y="96162"/>
                  </a:lnTo>
                  <a:lnTo>
                    <a:pt x="85104" y="95909"/>
                  </a:lnTo>
                  <a:lnTo>
                    <a:pt x="85081" y="95657"/>
                  </a:lnTo>
                  <a:lnTo>
                    <a:pt x="85104" y="95405"/>
                  </a:lnTo>
                  <a:lnTo>
                    <a:pt x="85127" y="95152"/>
                  </a:lnTo>
                  <a:lnTo>
                    <a:pt x="85173" y="94923"/>
                  </a:lnTo>
                  <a:lnTo>
                    <a:pt x="85265" y="94717"/>
                  </a:lnTo>
                  <a:lnTo>
                    <a:pt x="85357" y="94487"/>
                  </a:lnTo>
                  <a:lnTo>
                    <a:pt x="85494" y="94304"/>
                  </a:lnTo>
                  <a:lnTo>
                    <a:pt x="85632" y="94097"/>
                  </a:lnTo>
                  <a:lnTo>
                    <a:pt x="85770" y="93937"/>
                  </a:lnTo>
                  <a:lnTo>
                    <a:pt x="85953" y="93776"/>
                  </a:lnTo>
                  <a:lnTo>
                    <a:pt x="86137" y="93616"/>
                  </a:lnTo>
                  <a:lnTo>
                    <a:pt x="86320" y="93501"/>
                  </a:lnTo>
                  <a:lnTo>
                    <a:pt x="86527" y="93386"/>
                  </a:lnTo>
                  <a:lnTo>
                    <a:pt x="86756" y="93271"/>
                  </a:lnTo>
                  <a:lnTo>
                    <a:pt x="86962" y="93203"/>
                  </a:lnTo>
                  <a:lnTo>
                    <a:pt x="87192" y="93134"/>
                  </a:lnTo>
                  <a:lnTo>
                    <a:pt x="87421" y="93111"/>
                  </a:lnTo>
                  <a:lnTo>
                    <a:pt x="87651" y="93088"/>
                  </a:lnTo>
                  <a:close/>
                  <a:moveTo>
                    <a:pt x="107768" y="95841"/>
                  </a:moveTo>
                  <a:lnTo>
                    <a:pt x="109535" y="98892"/>
                  </a:lnTo>
                  <a:lnTo>
                    <a:pt x="106002" y="98892"/>
                  </a:lnTo>
                  <a:lnTo>
                    <a:pt x="104236" y="95864"/>
                  </a:lnTo>
                  <a:lnTo>
                    <a:pt x="107768" y="95841"/>
                  </a:lnTo>
                  <a:close/>
                  <a:moveTo>
                    <a:pt x="91940" y="88500"/>
                  </a:moveTo>
                  <a:lnTo>
                    <a:pt x="93959" y="91987"/>
                  </a:lnTo>
                  <a:lnTo>
                    <a:pt x="95978" y="95519"/>
                  </a:lnTo>
                  <a:lnTo>
                    <a:pt x="93959" y="99006"/>
                  </a:lnTo>
                  <a:lnTo>
                    <a:pt x="90426" y="99006"/>
                  </a:lnTo>
                  <a:lnTo>
                    <a:pt x="92468" y="95497"/>
                  </a:lnTo>
                  <a:lnTo>
                    <a:pt x="90151" y="91597"/>
                  </a:lnTo>
                  <a:lnTo>
                    <a:pt x="91940" y="88500"/>
                  </a:lnTo>
                  <a:close/>
                  <a:moveTo>
                    <a:pt x="105773" y="88064"/>
                  </a:moveTo>
                  <a:lnTo>
                    <a:pt x="99441" y="99006"/>
                  </a:lnTo>
                  <a:lnTo>
                    <a:pt x="95932" y="99006"/>
                  </a:lnTo>
                  <a:lnTo>
                    <a:pt x="102240" y="88064"/>
                  </a:lnTo>
                  <a:close/>
                  <a:moveTo>
                    <a:pt x="9038" y="0"/>
                  </a:moveTo>
                  <a:lnTo>
                    <a:pt x="2776" y="10874"/>
                  </a:lnTo>
                  <a:lnTo>
                    <a:pt x="0" y="10874"/>
                  </a:lnTo>
                  <a:lnTo>
                    <a:pt x="0" y="13351"/>
                  </a:lnTo>
                  <a:lnTo>
                    <a:pt x="206" y="13145"/>
                  </a:lnTo>
                  <a:lnTo>
                    <a:pt x="436" y="12984"/>
                  </a:lnTo>
                  <a:lnTo>
                    <a:pt x="665" y="12846"/>
                  </a:lnTo>
                  <a:lnTo>
                    <a:pt x="918" y="12709"/>
                  </a:lnTo>
                  <a:lnTo>
                    <a:pt x="1170" y="12617"/>
                  </a:lnTo>
                  <a:lnTo>
                    <a:pt x="1445" y="12548"/>
                  </a:lnTo>
                  <a:lnTo>
                    <a:pt x="1720" y="12525"/>
                  </a:lnTo>
                  <a:lnTo>
                    <a:pt x="1996" y="12502"/>
                  </a:lnTo>
                  <a:lnTo>
                    <a:pt x="2271" y="12525"/>
                  </a:lnTo>
                  <a:lnTo>
                    <a:pt x="2546" y="12594"/>
                  </a:lnTo>
                  <a:lnTo>
                    <a:pt x="2822" y="12686"/>
                  </a:lnTo>
                  <a:lnTo>
                    <a:pt x="3074" y="12824"/>
                  </a:lnTo>
                  <a:lnTo>
                    <a:pt x="3326" y="12984"/>
                  </a:lnTo>
                  <a:lnTo>
                    <a:pt x="3579" y="13191"/>
                  </a:lnTo>
                  <a:lnTo>
                    <a:pt x="3808" y="13443"/>
                  </a:lnTo>
                  <a:lnTo>
                    <a:pt x="4014" y="13741"/>
                  </a:lnTo>
                  <a:lnTo>
                    <a:pt x="4129" y="13993"/>
                  </a:lnTo>
                  <a:lnTo>
                    <a:pt x="4221" y="14246"/>
                  </a:lnTo>
                  <a:lnTo>
                    <a:pt x="4313" y="14475"/>
                  </a:lnTo>
                  <a:lnTo>
                    <a:pt x="4358" y="14727"/>
                  </a:lnTo>
                  <a:lnTo>
                    <a:pt x="4381" y="14957"/>
                  </a:lnTo>
                  <a:lnTo>
                    <a:pt x="4358" y="15186"/>
                  </a:lnTo>
                  <a:lnTo>
                    <a:pt x="4336" y="15416"/>
                  </a:lnTo>
                  <a:lnTo>
                    <a:pt x="4290" y="15645"/>
                  </a:lnTo>
                  <a:lnTo>
                    <a:pt x="4221" y="15851"/>
                  </a:lnTo>
                  <a:lnTo>
                    <a:pt x="4129" y="16058"/>
                  </a:lnTo>
                  <a:lnTo>
                    <a:pt x="4037" y="16241"/>
                  </a:lnTo>
                  <a:lnTo>
                    <a:pt x="3923" y="16425"/>
                  </a:lnTo>
                  <a:lnTo>
                    <a:pt x="3785" y="16586"/>
                  </a:lnTo>
                  <a:lnTo>
                    <a:pt x="3624" y="16746"/>
                  </a:lnTo>
                  <a:lnTo>
                    <a:pt x="3464" y="16907"/>
                  </a:lnTo>
                  <a:lnTo>
                    <a:pt x="3280" y="17044"/>
                  </a:lnTo>
                  <a:lnTo>
                    <a:pt x="3097" y="17159"/>
                  </a:lnTo>
                  <a:lnTo>
                    <a:pt x="2913" y="17251"/>
                  </a:lnTo>
                  <a:lnTo>
                    <a:pt x="2707" y="17343"/>
                  </a:lnTo>
                  <a:lnTo>
                    <a:pt x="2500" y="17434"/>
                  </a:lnTo>
                  <a:lnTo>
                    <a:pt x="2294" y="17480"/>
                  </a:lnTo>
                  <a:lnTo>
                    <a:pt x="2087" y="17526"/>
                  </a:lnTo>
                  <a:lnTo>
                    <a:pt x="1422" y="17526"/>
                  </a:lnTo>
                  <a:lnTo>
                    <a:pt x="1216" y="17480"/>
                  </a:lnTo>
                  <a:lnTo>
                    <a:pt x="986" y="17411"/>
                  </a:lnTo>
                  <a:lnTo>
                    <a:pt x="780" y="17320"/>
                  </a:lnTo>
                  <a:lnTo>
                    <a:pt x="573" y="17228"/>
                  </a:lnTo>
                  <a:lnTo>
                    <a:pt x="367" y="17090"/>
                  </a:lnTo>
                  <a:lnTo>
                    <a:pt x="184" y="16930"/>
                  </a:lnTo>
                  <a:lnTo>
                    <a:pt x="0" y="16746"/>
                  </a:lnTo>
                  <a:lnTo>
                    <a:pt x="0" y="21632"/>
                  </a:lnTo>
                  <a:lnTo>
                    <a:pt x="872" y="23123"/>
                  </a:lnTo>
                  <a:lnTo>
                    <a:pt x="0" y="23123"/>
                  </a:lnTo>
                  <a:lnTo>
                    <a:pt x="0" y="27596"/>
                  </a:lnTo>
                  <a:lnTo>
                    <a:pt x="4473" y="19820"/>
                  </a:lnTo>
                  <a:lnTo>
                    <a:pt x="8006" y="19820"/>
                  </a:lnTo>
                  <a:lnTo>
                    <a:pt x="1675" y="30785"/>
                  </a:lnTo>
                  <a:lnTo>
                    <a:pt x="0" y="30785"/>
                  </a:lnTo>
                  <a:lnTo>
                    <a:pt x="0" y="32574"/>
                  </a:lnTo>
                  <a:lnTo>
                    <a:pt x="367" y="32505"/>
                  </a:lnTo>
                  <a:lnTo>
                    <a:pt x="551" y="32482"/>
                  </a:lnTo>
                  <a:lnTo>
                    <a:pt x="734" y="32482"/>
                  </a:lnTo>
                  <a:lnTo>
                    <a:pt x="918" y="32505"/>
                  </a:lnTo>
                  <a:lnTo>
                    <a:pt x="1124" y="32528"/>
                  </a:lnTo>
                  <a:lnTo>
                    <a:pt x="1308" y="32551"/>
                  </a:lnTo>
                  <a:lnTo>
                    <a:pt x="1491" y="32620"/>
                  </a:lnTo>
                  <a:lnTo>
                    <a:pt x="1675" y="32689"/>
                  </a:lnTo>
                  <a:lnTo>
                    <a:pt x="1835" y="32781"/>
                  </a:lnTo>
                  <a:lnTo>
                    <a:pt x="2019" y="32895"/>
                  </a:lnTo>
                  <a:lnTo>
                    <a:pt x="2179" y="33010"/>
                  </a:lnTo>
                  <a:lnTo>
                    <a:pt x="2340" y="33171"/>
                  </a:lnTo>
                  <a:lnTo>
                    <a:pt x="2500" y="33331"/>
                  </a:lnTo>
                  <a:lnTo>
                    <a:pt x="2638" y="33515"/>
                  </a:lnTo>
                  <a:lnTo>
                    <a:pt x="2776" y="33721"/>
                  </a:lnTo>
                  <a:lnTo>
                    <a:pt x="2890" y="33928"/>
                  </a:lnTo>
                  <a:lnTo>
                    <a:pt x="2959" y="34134"/>
                  </a:lnTo>
                  <a:lnTo>
                    <a:pt x="3028" y="34318"/>
                  </a:lnTo>
                  <a:lnTo>
                    <a:pt x="3097" y="34524"/>
                  </a:lnTo>
                  <a:lnTo>
                    <a:pt x="3120" y="34708"/>
                  </a:lnTo>
                  <a:lnTo>
                    <a:pt x="3143" y="34914"/>
                  </a:lnTo>
                  <a:lnTo>
                    <a:pt x="3143" y="35098"/>
                  </a:lnTo>
                  <a:lnTo>
                    <a:pt x="3120" y="35281"/>
                  </a:lnTo>
                  <a:lnTo>
                    <a:pt x="3097" y="35465"/>
                  </a:lnTo>
                  <a:lnTo>
                    <a:pt x="3051" y="35625"/>
                  </a:lnTo>
                  <a:lnTo>
                    <a:pt x="3005" y="35809"/>
                  </a:lnTo>
                  <a:lnTo>
                    <a:pt x="2936" y="35969"/>
                  </a:lnTo>
                  <a:lnTo>
                    <a:pt x="2776" y="36290"/>
                  </a:lnTo>
                  <a:lnTo>
                    <a:pt x="2546" y="36566"/>
                  </a:lnTo>
                  <a:lnTo>
                    <a:pt x="2317" y="36818"/>
                  </a:lnTo>
                  <a:lnTo>
                    <a:pt x="2019" y="37047"/>
                  </a:lnTo>
                  <a:lnTo>
                    <a:pt x="1720" y="37208"/>
                  </a:lnTo>
                  <a:lnTo>
                    <a:pt x="1399" y="37369"/>
                  </a:lnTo>
                  <a:lnTo>
                    <a:pt x="1055" y="37460"/>
                  </a:lnTo>
                  <a:lnTo>
                    <a:pt x="711" y="37506"/>
                  </a:lnTo>
                  <a:lnTo>
                    <a:pt x="344" y="37506"/>
                  </a:lnTo>
                  <a:lnTo>
                    <a:pt x="184" y="37483"/>
                  </a:lnTo>
                  <a:lnTo>
                    <a:pt x="0" y="37460"/>
                  </a:lnTo>
                  <a:lnTo>
                    <a:pt x="0" y="45076"/>
                  </a:lnTo>
                  <a:lnTo>
                    <a:pt x="3166" y="39571"/>
                  </a:lnTo>
                  <a:lnTo>
                    <a:pt x="6698" y="39571"/>
                  </a:lnTo>
                  <a:lnTo>
                    <a:pt x="367" y="50536"/>
                  </a:lnTo>
                  <a:lnTo>
                    <a:pt x="0" y="50536"/>
                  </a:lnTo>
                  <a:lnTo>
                    <a:pt x="0" y="52233"/>
                  </a:lnTo>
                  <a:lnTo>
                    <a:pt x="206" y="52279"/>
                  </a:lnTo>
                  <a:lnTo>
                    <a:pt x="436" y="52371"/>
                  </a:lnTo>
                  <a:lnTo>
                    <a:pt x="642" y="52485"/>
                  </a:lnTo>
                  <a:lnTo>
                    <a:pt x="826" y="52600"/>
                  </a:lnTo>
                  <a:lnTo>
                    <a:pt x="1032" y="52761"/>
                  </a:lnTo>
                  <a:lnTo>
                    <a:pt x="1216" y="52944"/>
                  </a:lnTo>
                  <a:lnTo>
                    <a:pt x="1376" y="53151"/>
                  </a:lnTo>
                  <a:lnTo>
                    <a:pt x="1537" y="53403"/>
                  </a:lnTo>
                  <a:lnTo>
                    <a:pt x="1698" y="53724"/>
                  </a:lnTo>
                  <a:lnTo>
                    <a:pt x="1812" y="54022"/>
                  </a:lnTo>
                  <a:lnTo>
                    <a:pt x="1881" y="54344"/>
                  </a:lnTo>
                  <a:lnTo>
                    <a:pt x="1927" y="54642"/>
                  </a:lnTo>
                  <a:lnTo>
                    <a:pt x="1904" y="54917"/>
                  </a:lnTo>
                  <a:lnTo>
                    <a:pt x="1858" y="55215"/>
                  </a:lnTo>
                  <a:lnTo>
                    <a:pt x="1789" y="55468"/>
                  </a:lnTo>
                  <a:lnTo>
                    <a:pt x="1675" y="55720"/>
                  </a:lnTo>
                  <a:lnTo>
                    <a:pt x="1537" y="55972"/>
                  </a:lnTo>
                  <a:lnTo>
                    <a:pt x="1376" y="56202"/>
                  </a:lnTo>
                  <a:lnTo>
                    <a:pt x="1193" y="56408"/>
                  </a:lnTo>
                  <a:lnTo>
                    <a:pt x="986" y="56592"/>
                  </a:lnTo>
                  <a:lnTo>
                    <a:pt x="757" y="56752"/>
                  </a:lnTo>
                  <a:lnTo>
                    <a:pt x="505" y="56890"/>
                  </a:lnTo>
                  <a:lnTo>
                    <a:pt x="252" y="57004"/>
                  </a:lnTo>
                  <a:lnTo>
                    <a:pt x="0" y="57096"/>
                  </a:lnTo>
                  <a:lnTo>
                    <a:pt x="0" y="63083"/>
                  </a:lnTo>
                  <a:lnTo>
                    <a:pt x="2065" y="59482"/>
                  </a:lnTo>
                  <a:lnTo>
                    <a:pt x="5597" y="59482"/>
                  </a:lnTo>
                  <a:lnTo>
                    <a:pt x="0" y="69185"/>
                  </a:lnTo>
                  <a:lnTo>
                    <a:pt x="0" y="72741"/>
                  </a:lnTo>
                  <a:lnTo>
                    <a:pt x="229" y="72993"/>
                  </a:lnTo>
                  <a:lnTo>
                    <a:pt x="459" y="73314"/>
                  </a:lnTo>
                  <a:lnTo>
                    <a:pt x="573" y="73544"/>
                  </a:lnTo>
                  <a:lnTo>
                    <a:pt x="665" y="73750"/>
                  </a:lnTo>
                  <a:lnTo>
                    <a:pt x="734" y="73980"/>
                  </a:lnTo>
                  <a:lnTo>
                    <a:pt x="803" y="74209"/>
                  </a:lnTo>
                  <a:lnTo>
                    <a:pt x="826" y="74415"/>
                  </a:lnTo>
                  <a:lnTo>
                    <a:pt x="826" y="74622"/>
                  </a:lnTo>
                  <a:lnTo>
                    <a:pt x="826" y="74851"/>
                  </a:lnTo>
                  <a:lnTo>
                    <a:pt x="780" y="75035"/>
                  </a:lnTo>
                  <a:lnTo>
                    <a:pt x="734" y="75241"/>
                  </a:lnTo>
                  <a:lnTo>
                    <a:pt x="665" y="75425"/>
                  </a:lnTo>
                  <a:lnTo>
                    <a:pt x="596" y="75608"/>
                  </a:lnTo>
                  <a:lnTo>
                    <a:pt x="505" y="75792"/>
                  </a:lnTo>
                  <a:lnTo>
                    <a:pt x="390" y="75952"/>
                  </a:lnTo>
                  <a:lnTo>
                    <a:pt x="275" y="76113"/>
                  </a:lnTo>
                  <a:lnTo>
                    <a:pt x="138" y="76251"/>
                  </a:lnTo>
                  <a:lnTo>
                    <a:pt x="0" y="76388"/>
                  </a:lnTo>
                  <a:lnTo>
                    <a:pt x="0" y="80471"/>
                  </a:lnTo>
                  <a:lnTo>
                    <a:pt x="711" y="79233"/>
                  </a:lnTo>
                  <a:lnTo>
                    <a:pt x="4244" y="79233"/>
                  </a:lnTo>
                  <a:lnTo>
                    <a:pt x="0" y="86573"/>
                  </a:lnTo>
                  <a:lnTo>
                    <a:pt x="0" y="89486"/>
                  </a:lnTo>
                  <a:lnTo>
                    <a:pt x="1308" y="87238"/>
                  </a:lnTo>
                  <a:lnTo>
                    <a:pt x="3303" y="90725"/>
                  </a:lnTo>
                  <a:lnTo>
                    <a:pt x="5345" y="94235"/>
                  </a:lnTo>
                  <a:lnTo>
                    <a:pt x="3326" y="97745"/>
                  </a:lnTo>
                  <a:lnTo>
                    <a:pt x="0" y="97745"/>
                  </a:lnTo>
                  <a:lnTo>
                    <a:pt x="0" y="99098"/>
                  </a:lnTo>
                  <a:lnTo>
                    <a:pt x="11126" y="99098"/>
                  </a:lnTo>
                  <a:lnTo>
                    <a:pt x="10414" y="97882"/>
                  </a:lnTo>
                  <a:lnTo>
                    <a:pt x="12204" y="94785"/>
                  </a:lnTo>
                  <a:lnTo>
                    <a:pt x="14681" y="99098"/>
                  </a:lnTo>
                  <a:lnTo>
                    <a:pt x="19751" y="99098"/>
                  </a:lnTo>
                  <a:lnTo>
                    <a:pt x="22503" y="94327"/>
                  </a:lnTo>
                  <a:lnTo>
                    <a:pt x="26036" y="94327"/>
                  </a:lnTo>
                  <a:lnTo>
                    <a:pt x="23283" y="99098"/>
                  </a:lnTo>
                  <a:lnTo>
                    <a:pt x="29270" y="99098"/>
                  </a:lnTo>
                  <a:lnTo>
                    <a:pt x="29064" y="98869"/>
                  </a:lnTo>
                  <a:lnTo>
                    <a:pt x="28858" y="98593"/>
                  </a:lnTo>
                  <a:lnTo>
                    <a:pt x="28720" y="98318"/>
                  </a:lnTo>
                  <a:lnTo>
                    <a:pt x="28605" y="98066"/>
                  </a:lnTo>
                  <a:lnTo>
                    <a:pt x="28513" y="97790"/>
                  </a:lnTo>
                  <a:lnTo>
                    <a:pt x="28468" y="97538"/>
                  </a:lnTo>
                  <a:lnTo>
                    <a:pt x="28445" y="97286"/>
                  </a:lnTo>
                  <a:lnTo>
                    <a:pt x="28468" y="97033"/>
                  </a:lnTo>
                  <a:lnTo>
                    <a:pt x="28490" y="96804"/>
                  </a:lnTo>
                  <a:lnTo>
                    <a:pt x="28536" y="96575"/>
                  </a:lnTo>
                  <a:lnTo>
                    <a:pt x="28628" y="96345"/>
                  </a:lnTo>
                  <a:lnTo>
                    <a:pt x="28720" y="96139"/>
                  </a:lnTo>
                  <a:lnTo>
                    <a:pt x="28858" y="95932"/>
                  </a:lnTo>
                  <a:lnTo>
                    <a:pt x="28995" y="95749"/>
                  </a:lnTo>
                  <a:lnTo>
                    <a:pt x="29133" y="95565"/>
                  </a:lnTo>
                  <a:lnTo>
                    <a:pt x="29316" y="95405"/>
                  </a:lnTo>
                  <a:lnTo>
                    <a:pt x="29500" y="95267"/>
                  </a:lnTo>
                  <a:lnTo>
                    <a:pt x="29683" y="95130"/>
                  </a:lnTo>
                  <a:lnTo>
                    <a:pt x="29890" y="95015"/>
                  </a:lnTo>
                  <a:lnTo>
                    <a:pt x="30119" y="94923"/>
                  </a:lnTo>
                  <a:lnTo>
                    <a:pt x="30326" y="94831"/>
                  </a:lnTo>
                  <a:lnTo>
                    <a:pt x="30555" y="94785"/>
                  </a:lnTo>
                  <a:lnTo>
                    <a:pt x="30784" y="94740"/>
                  </a:lnTo>
                  <a:lnTo>
                    <a:pt x="31014" y="94717"/>
                  </a:lnTo>
                  <a:lnTo>
                    <a:pt x="31266" y="94740"/>
                  </a:lnTo>
                  <a:lnTo>
                    <a:pt x="31496" y="94762"/>
                  </a:lnTo>
                  <a:lnTo>
                    <a:pt x="31725" y="94808"/>
                  </a:lnTo>
                  <a:lnTo>
                    <a:pt x="31954" y="94900"/>
                  </a:lnTo>
                  <a:lnTo>
                    <a:pt x="32161" y="94992"/>
                  </a:lnTo>
                  <a:lnTo>
                    <a:pt x="32390" y="95130"/>
                  </a:lnTo>
                  <a:lnTo>
                    <a:pt x="32597" y="95290"/>
                  </a:lnTo>
                  <a:lnTo>
                    <a:pt x="32780" y="95497"/>
                  </a:lnTo>
                  <a:lnTo>
                    <a:pt x="32964" y="95703"/>
                  </a:lnTo>
                  <a:lnTo>
                    <a:pt x="33147" y="95955"/>
                  </a:lnTo>
                  <a:lnTo>
                    <a:pt x="33262" y="96185"/>
                  </a:lnTo>
                  <a:lnTo>
                    <a:pt x="33354" y="96414"/>
                  </a:lnTo>
                  <a:lnTo>
                    <a:pt x="33445" y="96644"/>
                  </a:lnTo>
                  <a:lnTo>
                    <a:pt x="33491" y="96873"/>
                  </a:lnTo>
                  <a:lnTo>
                    <a:pt x="33514" y="97102"/>
                  </a:lnTo>
                  <a:lnTo>
                    <a:pt x="33514" y="97309"/>
                  </a:lnTo>
                  <a:lnTo>
                    <a:pt x="33491" y="97515"/>
                  </a:lnTo>
                  <a:lnTo>
                    <a:pt x="33468" y="97722"/>
                  </a:lnTo>
                  <a:lnTo>
                    <a:pt x="33422" y="97928"/>
                  </a:lnTo>
                  <a:lnTo>
                    <a:pt x="33354" y="98135"/>
                  </a:lnTo>
                  <a:lnTo>
                    <a:pt x="33262" y="98318"/>
                  </a:lnTo>
                  <a:lnTo>
                    <a:pt x="33170" y="98479"/>
                  </a:lnTo>
                  <a:lnTo>
                    <a:pt x="33055" y="98662"/>
                  </a:lnTo>
                  <a:lnTo>
                    <a:pt x="32918" y="98823"/>
                  </a:lnTo>
                  <a:lnTo>
                    <a:pt x="32780" y="98960"/>
                  </a:lnTo>
                  <a:lnTo>
                    <a:pt x="32642" y="99098"/>
                  </a:lnTo>
                  <a:lnTo>
                    <a:pt x="34684" y="99098"/>
                  </a:lnTo>
                  <a:lnTo>
                    <a:pt x="35831" y="97148"/>
                  </a:lnTo>
                  <a:lnTo>
                    <a:pt x="33514" y="93249"/>
                  </a:lnTo>
                  <a:lnTo>
                    <a:pt x="35303" y="90129"/>
                  </a:lnTo>
                  <a:lnTo>
                    <a:pt x="37322" y="93638"/>
                  </a:lnTo>
                  <a:lnTo>
                    <a:pt x="39341" y="97148"/>
                  </a:lnTo>
                  <a:lnTo>
                    <a:pt x="38217" y="99098"/>
                  </a:lnTo>
                  <a:lnTo>
                    <a:pt x="40189" y="99098"/>
                  </a:lnTo>
                  <a:lnTo>
                    <a:pt x="45603" y="89693"/>
                  </a:lnTo>
                  <a:lnTo>
                    <a:pt x="49136" y="89693"/>
                  </a:lnTo>
                  <a:lnTo>
                    <a:pt x="43699" y="99098"/>
                  </a:lnTo>
                  <a:lnTo>
                    <a:pt x="44984" y="99098"/>
                  </a:lnTo>
                  <a:lnTo>
                    <a:pt x="45741" y="97790"/>
                  </a:lnTo>
                  <a:lnTo>
                    <a:pt x="46475" y="99098"/>
                  </a:lnTo>
                  <a:lnTo>
                    <a:pt x="47989" y="99098"/>
                  </a:lnTo>
                  <a:lnTo>
                    <a:pt x="47117" y="97607"/>
                  </a:lnTo>
                  <a:lnTo>
                    <a:pt x="50650" y="97584"/>
                  </a:lnTo>
                  <a:lnTo>
                    <a:pt x="51521" y="99098"/>
                  </a:lnTo>
                  <a:lnTo>
                    <a:pt x="55031" y="99098"/>
                  </a:lnTo>
                  <a:lnTo>
                    <a:pt x="56040" y="97355"/>
                  </a:lnTo>
                  <a:lnTo>
                    <a:pt x="59573" y="97355"/>
                  </a:lnTo>
                  <a:lnTo>
                    <a:pt x="58564" y="99098"/>
                  </a:lnTo>
                  <a:lnTo>
                    <a:pt x="62280" y="99098"/>
                  </a:lnTo>
                  <a:lnTo>
                    <a:pt x="62463" y="98823"/>
                  </a:lnTo>
                  <a:lnTo>
                    <a:pt x="62670" y="98593"/>
                  </a:lnTo>
                  <a:lnTo>
                    <a:pt x="62899" y="98364"/>
                  </a:lnTo>
                  <a:lnTo>
                    <a:pt x="63152" y="98180"/>
                  </a:lnTo>
                  <a:lnTo>
                    <a:pt x="63427" y="98020"/>
                  </a:lnTo>
                  <a:lnTo>
                    <a:pt x="63725" y="97882"/>
                  </a:lnTo>
                  <a:lnTo>
                    <a:pt x="64023" y="97790"/>
                  </a:lnTo>
                  <a:lnTo>
                    <a:pt x="64344" y="97745"/>
                  </a:lnTo>
                  <a:lnTo>
                    <a:pt x="64666" y="97745"/>
                  </a:lnTo>
                  <a:lnTo>
                    <a:pt x="64987" y="97768"/>
                  </a:lnTo>
                  <a:lnTo>
                    <a:pt x="65285" y="97836"/>
                  </a:lnTo>
                  <a:lnTo>
                    <a:pt x="65606" y="97951"/>
                  </a:lnTo>
                  <a:lnTo>
                    <a:pt x="65904" y="98135"/>
                  </a:lnTo>
                  <a:lnTo>
                    <a:pt x="66180" y="98364"/>
                  </a:lnTo>
                  <a:lnTo>
                    <a:pt x="66432" y="98639"/>
                  </a:lnTo>
                  <a:lnTo>
                    <a:pt x="66684" y="98960"/>
                  </a:lnTo>
                  <a:lnTo>
                    <a:pt x="66753" y="99098"/>
                  </a:lnTo>
                  <a:lnTo>
                    <a:pt x="68726" y="99098"/>
                  </a:lnTo>
                  <a:lnTo>
                    <a:pt x="67051" y="96254"/>
                  </a:lnTo>
                  <a:lnTo>
                    <a:pt x="68841" y="93134"/>
                  </a:lnTo>
                  <a:lnTo>
                    <a:pt x="70446" y="95932"/>
                  </a:lnTo>
                  <a:lnTo>
                    <a:pt x="72258" y="99098"/>
                  </a:lnTo>
                  <a:lnTo>
                    <a:pt x="75447" y="99098"/>
                  </a:lnTo>
                  <a:lnTo>
                    <a:pt x="79140" y="92698"/>
                  </a:lnTo>
                  <a:lnTo>
                    <a:pt x="82673" y="92698"/>
                  </a:lnTo>
                  <a:lnTo>
                    <a:pt x="78980" y="99098"/>
                  </a:lnTo>
                  <a:lnTo>
                    <a:pt x="101093" y="99098"/>
                  </a:lnTo>
                  <a:lnTo>
                    <a:pt x="102836" y="96047"/>
                  </a:lnTo>
                  <a:lnTo>
                    <a:pt x="104580" y="99098"/>
                  </a:lnTo>
                  <a:lnTo>
                    <a:pt x="111140" y="99098"/>
                  </a:lnTo>
                  <a:lnTo>
                    <a:pt x="113136" y="95611"/>
                  </a:lnTo>
                  <a:lnTo>
                    <a:pt x="116669" y="95611"/>
                  </a:lnTo>
                  <a:lnTo>
                    <a:pt x="114650" y="99098"/>
                  </a:lnTo>
                  <a:lnTo>
                    <a:pt x="118252" y="99098"/>
                  </a:lnTo>
                  <a:lnTo>
                    <a:pt x="118183" y="98869"/>
                  </a:lnTo>
                  <a:lnTo>
                    <a:pt x="118160" y="98616"/>
                  </a:lnTo>
                  <a:lnTo>
                    <a:pt x="118160" y="98387"/>
                  </a:lnTo>
                  <a:lnTo>
                    <a:pt x="118160" y="98180"/>
                  </a:lnTo>
                  <a:lnTo>
                    <a:pt x="118206" y="97951"/>
                  </a:lnTo>
                  <a:lnTo>
                    <a:pt x="118274" y="97745"/>
                  </a:lnTo>
                  <a:lnTo>
                    <a:pt x="118343" y="97538"/>
                  </a:lnTo>
                  <a:lnTo>
                    <a:pt x="118435" y="97355"/>
                  </a:lnTo>
                  <a:lnTo>
                    <a:pt x="118550" y="97171"/>
                  </a:lnTo>
                  <a:lnTo>
                    <a:pt x="118664" y="96988"/>
                  </a:lnTo>
                  <a:lnTo>
                    <a:pt x="118802" y="96827"/>
                  </a:lnTo>
                  <a:lnTo>
                    <a:pt x="118963" y="96666"/>
                  </a:lnTo>
                  <a:lnTo>
                    <a:pt x="119123" y="96529"/>
                  </a:lnTo>
                  <a:lnTo>
                    <a:pt x="119307" y="96414"/>
                  </a:lnTo>
                  <a:lnTo>
                    <a:pt x="119490" y="96299"/>
                  </a:lnTo>
                  <a:lnTo>
                    <a:pt x="119674" y="96208"/>
                  </a:lnTo>
                  <a:lnTo>
                    <a:pt x="119880" y="96116"/>
                  </a:lnTo>
                  <a:lnTo>
                    <a:pt x="120064" y="96047"/>
                  </a:lnTo>
                  <a:lnTo>
                    <a:pt x="120293" y="96001"/>
                  </a:lnTo>
                  <a:lnTo>
                    <a:pt x="120500" y="95955"/>
                  </a:lnTo>
                  <a:lnTo>
                    <a:pt x="120912" y="95955"/>
                  </a:lnTo>
                  <a:lnTo>
                    <a:pt x="121142" y="95978"/>
                  </a:lnTo>
                  <a:lnTo>
                    <a:pt x="121348" y="96024"/>
                  </a:lnTo>
                  <a:lnTo>
                    <a:pt x="121555" y="96070"/>
                  </a:lnTo>
                  <a:lnTo>
                    <a:pt x="121761" y="96162"/>
                  </a:lnTo>
                  <a:lnTo>
                    <a:pt x="121968" y="96276"/>
                  </a:lnTo>
                  <a:lnTo>
                    <a:pt x="122151" y="96414"/>
                  </a:lnTo>
                  <a:lnTo>
                    <a:pt x="122358" y="96552"/>
                  </a:lnTo>
                  <a:lnTo>
                    <a:pt x="122518" y="96735"/>
                  </a:lnTo>
                  <a:lnTo>
                    <a:pt x="122702" y="96942"/>
                  </a:lnTo>
                  <a:lnTo>
                    <a:pt x="122862" y="97171"/>
                  </a:lnTo>
                  <a:lnTo>
                    <a:pt x="122977" y="97423"/>
                  </a:lnTo>
                  <a:lnTo>
                    <a:pt x="123092" y="97676"/>
                  </a:lnTo>
                  <a:lnTo>
                    <a:pt x="123161" y="97928"/>
                  </a:lnTo>
                  <a:lnTo>
                    <a:pt x="123206" y="98180"/>
                  </a:lnTo>
                  <a:lnTo>
                    <a:pt x="123229" y="98410"/>
                  </a:lnTo>
                  <a:lnTo>
                    <a:pt x="123206" y="98639"/>
                  </a:lnTo>
                  <a:lnTo>
                    <a:pt x="123183" y="98869"/>
                  </a:lnTo>
                  <a:lnTo>
                    <a:pt x="123138" y="99098"/>
                  </a:lnTo>
                  <a:lnTo>
                    <a:pt x="125707" y="99098"/>
                  </a:lnTo>
                  <a:lnTo>
                    <a:pt x="126189" y="98249"/>
                  </a:lnTo>
                  <a:lnTo>
                    <a:pt x="123872" y="94350"/>
                  </a:lnTo>
                  <a:lnTo>
                    <a:pt x="125661" y="91253"/>
                  </a:lnTo>
                  <a:lnTo>
                    <a:pt x="127680" y="94740"/>
                  </a:lnTo>
                  <a:lnTo>
                    <a:pt x="129698" y="98249"/>
                  </a:lnTo>
                  <a:lnTo>
                    <a:pt x="129216" y="99098"/>
                  </a:lnTo>
                  <a:lnTo>
                    <a:pt x="131189" y="99098"/>
                  </a:lnTo>
                  <a:lnTo>
                    <a:pt x="135961" y="90794"/>
                  </a:lnTo>
                  <a:lnTo>
                    <a:pt x="139493" y="90794"/>
                  </a:lnTo>
                  <a:lnTo>
                    <a:pt x="134699" y="99098"/>
                  </a:lnTo>
                  <a:lnTo>
                    <a:pt x="138232" y="99098"/>
                  </a:lnTo>
                  <a:lnTo>
                    <a:pt x="137956" y="98593"/>
                  </a:lnTo>
                  <a:lnTo>
                    <a:pt x="141489" y="98593"/>
                  </a:lnTo>
                  <a:lnTo>
                    <a:pt x="141787" y="99098"/>
                  </a:lnTo>
                  <a:lnTo>
                    <a:pt x="146444" y="99098"/>
                  </a:lnTo>
                  <a:lnTo>
                    <a:pt x="146857" y="98364"/>
                  </a:lnTo>
                  <a:lnTo>
                    <a:pt x="150389" y="98364"/>
                  </a:lnTo>
                  <a:lnTo>
                    <a:pt x="149954" y="99098"/>
                  </a:lnTo>
                  <a:lnTo>
                    <a:pt x="154128" y="99098"/>
                  </a:lnTo>
                  <a:lnTo>
                    <a:pt x="154427" y="98960"/>
                  </a:lnTo>
                  <a:lnTo>
                    <a:pt x="154748" y="98846"/>
                  </a:lnTo>
                  <a:lnTo>
                    <a:pt x="155069" y="98777"/>
                  </a:lnTo>
                  <a:lnTo>
                    <a:pt x="155390" y="98754"/>
                  </a:lnTo>
                  <a:lnTo>
                    <a:pt x="155711" y="98754"/>
                  </a:lnTo>
                  <a:lnTo>
                    <a:pt x="156032" y="98823"/>
                  </a:lnTo>
                  <a:lnTo>
                    <a:pt x="156354" y="98937"/>
                  </a:lnTo>
                  <a:lnTo>
                    <a:pt x="156675" y="99098"/>
                  </a:lnTo>
                  <a:lnTo>
                    <a:pt x="158969" y="99098"/>
                  </a:lnTo>
                  <a:lnTo>
                    <a:pt x="157890" y="97263"/>
                  </a:lnTo>
                  <a:lnTo>
                    <a:pt x="159680" y="94143"/>
                  </a:lnTo>
                  <a:lnTo>
                    <a:pt x="160964" y="96414"/>
                  </a:lnTo>
                  <a:lnTo>
                    <a:pt x="162524" y="99098"/>
                  </a:lnTo>
                  <a:lnTo>
                    <a:pt x="166860" y="99098"/>
                  </a:lnTo>
                  <a:lnTo>
                    <a:pt x="169979" y="93707"/>
                  </a:lnTo>
                  <a:lnTo>
                    <a:pt x="173489" y="93707"/>
                  </a:lnTo>
                  <a:lnTo>
                    <a:pt x="170392" y="99098"/>
                  </a:lnTo>
                  <a:lnTo>
                    <a:pt x="176173" y="99098"/>
                  </a:lnTo>
                  <a:lnTo>
                    <a:pt x="176173" y="89578"/>
                  </a:lnTo>
                  <a:lnTo>
                    <a:pt x="174521" y="92446"/>
                  </a:lnTo>
                  <a:lnTo>
                    <a:pt x="170989" y="92446"/>
                  </a:lnTo>
                  <a:lnTo>
                    <a:pt x="173030" y="88936"/>
                  </a:lnTo>
                  <a:lnTo>
                    <a:pt x="170713" y="85036"/>
                  </a:lnTo>
                  <a:lnTo>
                    <a:pt x="172503" y="81917"/>
                  </a:lnTo>
                  <a:lnTo>
                    <a:pt x="174246" y="84967"/>
                  </a:lnTo>
                  <a:lnTo>
                    <a:pt x="176173" y="88294"/>
                  </a:lnTo>
                  <a:lnTo>
                    <a:pt x="176173" y="84784"/>
                  </a:lnTo>
                  <a:lnTo>
                    <a:pt x="175668" y="84784"/>
                  </a:lnTo>
                  <a:lnTo>
                    <a:pt x="173902" y="81733"/>
                  </a:lnTo>
                  <a:lnTo>
                    <a:pt x="176173" y="81733"/>
                  </a:lnTo>
                  <a:lnTo>
                    <a:pt x="176173" y="72121"/>
                  </a:lnTo>
                  <a:lnTo>
                    <a:pt x="175852" y="72695"/>
                  </a:lnTo>
                  <a:lnTo>
                    <a:pt x="172319" y="72695"/>
                  </a:lnTo>
                  <a:lnTo>
                    <a:pt x="174338" y="69185"/>
                  </a:lnTo>
                  <a:lnTo>
                    <a:pt x="172021" y="65286"/>
                  </a:lnTo>
                  <a:lnTo>
                    <a:pt x="173833" y="62189"/>
                  </a:lnTo>
                  <a:lnTo>
                    <a:pt x="176173" y="66272"/>
                  </a:lnTo>
                  <a:lnTo>
                    <a:pt x="176173" y="63634"/>
                  </a:lnTo>
                  <a:lnTo>
                    <a:pt x="175210" y="61982"/>
                  </a:lnTo>
                  <a:lnTo>
                    <a:pt x="176173" y="61982"/>
                  </a:lnTo>
                  <a:lnTo>
                    <a:pt x="176173" y="55284"/>
                  </a:lnTo>
                  <a:lnTo>
                    <a:pt x="170484" y="65125"/>
                  </a:lnTo>
                  <a:lnTo>
                    <a:pt x="166974" y="65148"/>
                  </a:lnTo>
                  <a:lnTo>
                    <a:pt x="173283" y="54183"/>
                  </a:lnTo>
                  <a:lnTo>
                    <a:pt x="176173" y="54183"/>
                  </a:lnTo>
                  <a:lnTo>
                    <a:pt x="176173" y="52784"/>
                  </a:lnTo>
                  <a:lnTo>
                    <a:pt x="173397" y="52784"/>
                  </a:lnTo>
                  <a:lnTo>
                    <a:pt x="175439" y="49274"/>
                  </a:lnTo>
                  <a:lnTo>
                    <a:pt x="173122" y="45374"/>
                  </a:lnTo>
                  <a:lnTo>
                    <a:pt x="174911" y="42277"/>
                  </a:lnTo>
                  <a:lnTo>
                    <a:pt x="176173" y="44480"/>
                  </a:lnTo>
                  <a:lnTo>
                    <a:pt x="176173" y="37254"/>
                  </a:lnTo>
                  <a:lnTo>
                    <a:pt x="171562" y="45214"/>
                  </a:lnTo>
                  <a:lnTo>
                    <a:pt x="168053" y="45237"/>
                  </a:lnTo>
                  <a:lnTo>
                    <a:pt x="174361" y="34272"/>
                  </a:lnTo>
                  <a:lnTo>
                    <a:pt x="176173" y="34272"/>
                  </a:lnTo>
                  <a:lnTo>
                    <a:pt x="176173" y="33033"/>
                  </a:lnTo>
                  <a:lnTo>
                    <a:pt x="174774" y="33033"/>
                  </a:lnTo>
                  <a:lnTo>
                    <a:pt x="176173" y="30601"/>
                  </a:lnTo>
                  <a:lnTo>
                    <a:pt x="176173" y="28468"/>
                  </a:lnTo>
                  <a:lnTo>
                    <a:pt x="174498" y="25624"/>
                  </a:lnTo>
                  <a:lnTo>
                    <a:pt x="176173" y="22710"/>
                  </a:lnTo>
                  <a:lnTo>
                    <a:pt x="176173" y="19774"/>
                  </a:lnTo>
                  <a:lnTo>
                    <a:pt x="172893" y="25486"/>
                  </a:lnTo>
                  <a:lnTo>
                    <a:pt x="169360" y="25486"/>
                  </a:lnTo>
                  <a:lnTo>
                    <a:pt x="175691" y="14521"/>
                  </a:lnTo>
                  <a:lnTo>
                    <a:pt x="176173" y="14521"/>
                  </a:lnTo>
                  <a:lnTo>
                    <a:pt x="176173" y="13902"/>
                  </a:lnTo>
                  <a:lnTo>
                    <a:pt x="176173" y="13122"/>
                  </a:lnTo>
                  <a:lnTo>
                    <a:pt x="176173" y="12571"/>
                  </a:lnTo>
                  <a:lnTo>
                    <a:pt x="176173" y="12456"/>
                  </a:lnTo>
                  <a:lnTo>
                    <a:pt x="176173" y="6722"/>
                  </a:lnTo>
                  <a:lnTo>
                    <a:pt x="175577" y="5712"/>
                  </a:lnTo>
                  <a:lnTo>
                    <a:pt x="176173" y="4680"/>
                  </a:lnTo>
                  <a:lnTo>
                    <a:pt x="176173" y="1767"/>
                  </a:lnTo>
                  <a:lnTo>
                    <a:pt x="173971" y="5575"/>
                  </a:lnTo>
                  <a:lnTo>
                    <a:pt x="170461" y="5575"/>
                  </a:lnTo>
                  <a:lnTo>
                    <a:pt x="173673" y="0"/>
                  </a:lnTo>
                  <a:lnTo>
                    <a:pt x="169314" y="0"/>
                  </a:lnTo>
                  <a:lnTo>
                    <a:pt x="170507" y="2065"/>
                  </a:lnTo>
                  <a:lnTo>
                    <a:pt x="168488" y="5575"/>
                  </a:lnTo>
                  <a:lnTo>
                    <a:pt x="164956" y="5575"/>
                  </a:lnTo>
                  <a:lnTo>
                    <a:pt x="166997" y="2065"/>
                  </a:lnTo>
                  <a:lnTo>
                    <a:pt x="165759" y="0"/>
                  </a:lnTo>
                  <a:lnTo>
                    <a:pt x="163465" y="0"/>
                  </a:lnTo>
                  <a:lnTo>
                    <a:pt x="163694" y="161"/>
                  </a:lnTo>
                  <a:lnTo>
                    <a:pt x="163901" y="367"/>
                  </a:lnTo>
                  <a:lnTo>
                    <a:pt x="164130" y="620"/>
                  </a:lnTo>
                  <a:lnTo>
                    <a:pt x="164313" y="895"/>
                  </a:lnTo>
                  <a:lnTo>
                    <a:pt x="164451" y="1147"/>
                  </a:lnTo>
                  <a:lnTo>
                    <a:pt x="164543" y="1423"/>
                  </a:lnTo>
                  <a:lnTo>
                    <a:pt x="164612" y="1675"/>
                  </a:lnTo>
                  <a:lnTo>
                    <a:pt x="164658" y="1927"/>
                  </a:lnTo>
                  <a:lnTo>
                    <a:pt x="164680" y="2180"/>
                  </a:lnTo>
                  <a:lnTo>
                    <a:pt x="164680" y="2409"/>
                  </a:lnTo>
                  <a:lnTo>
                    <a:pt x="164635" y="2638"/>
                  </a:lnTo>
                  <a:lnTo>
                    <a:pt x="164566" y="2868"/>
                  </a:lnTo>
                  <a:lnTo>
                    <a:pt x="164497" y="3097"/>
                  </a:lnTo>
                  <a:lnTo>
                    <a:pt x="164382" y="3304"/>
                  </a:lnTo>
                  <a:lnTo>
                    <a:pt x="164268" y="3487"/>
                  </a:lnTo>
                  <a:lnTo>
                    <a:pt x="164130" y="3671"/>
                  </a:lnTo>
                  <a:lnTo>
                    <a:pt x="163992" y="3854"/>
                  </a:lnTo>
                  <a:lnTo>
                    <a:pt x="163809" y="4015"/>
                  </a:lnTo>
                  <a:lnTo>
                    <a:pt x="163625" y="4152"/>
                  </a:lnTo>
                  <a:lnTo>
                    <a:pt x="163442" y="4290"/>
                  </a:lnTo>
                  <a:lnTo>
                    <a:pt x="163235" y="4405"/>
                  </a:lnTo>
                  <a:lnTo>
                    <a:pt x="163029" y="4497"/>
                  </a:lnTo>
                  <a:lnTo>
                    <a:pt x="162822" y="4565"/>
                  </a:lnTo>
                  <a:lnTo>
                    <a:pt x="162593" y="4634"/>
                  </a:lnTo>
                  <a:lnTo>
                    <a:pt x="162364" y="4657"/>
                  </a:lnTo>
                  <a:lnTo>
                    <a:pt x="162134" y="4680"/>
                  </a:lnTo>
                  <a:lnTo>
                    <a:pt x="161905" y="4680"/>
                  </a:lnTo>
                  <a:lnTo>
                    <a:pt x="161675" y="4657"/>
                  </a:lnTo>
                  <a:lnTo>
                    <a:pt x="161446" y="4611"/>
                  </a:lnTo>
                  <a:lnTo>
                    <a:pt x="161217" y="4519"/>
                  </a:lnTo>
                  <a:lnTo>
                    <a:pt x="161010" y="4428"/>
                  </a:lnTo>
                  <a:lnTo>
                    <a:pt x="160781" y="4313"/>
                  </a:lnTo>
                  <a:lnTo>
                    <a:pt x="160574" y="4152"/>
                  </a:lnTo>
                  <a:lnTo>
                    <a:pt x="160391" y="3969"/>
                  </a:lnTo>
                  <a:lnTo>
                    <a:pt x="160184" y="3763"/>
                  </a:lnTo>
                  <a:lnTo>
                    <a:pt x="160024" y="3510"/>
                  </a:lnTo>
                  <a:lnTo>
                    <a:pt x="159863" y="3235"/>
                  </a:lnTo>
                  <a:lnTo>
                    <a:pt x="159749" y="2960"/>
                  </a:lnTo>
                  <a:lnTo>
                    <a:pt x="159680" y="2707"/>
                  </a:lnTo>
                  <a:lnTo>
                    <a:pt x="159634" y="2432"/>
                  </a:lnTo>
                  <a:lnTo>
                    <a:pt x="159611" y="2180"/>
                  </a:lnTo>
                  <a:lnTo>
                    <a:pt x="159634" y="1927"/>
                  </a:lnTo>
                  <a:lnTo>
                    <a:pt x="159657" y="1675"/>
                  </a:lnTo>
                  <a:lnTo>
                    <a:pt x="159726" y="1446"/>
                  </a:lnTo>
                  <a:lnTo>
                    <a:pt x="159817" y="1216"/>
                  </a:lnTo>
                  <a:lnTo>
                    <a:pt x="159932" y="1010"/>
                  </a:lnTo>
                  <a:lnTo>
                    <a:pt x="160047" y="803"/>
                  </a:lnTo>
                  <a:lnTo>
                    <a:pt x="160207" y="620"/>
                  </a:lnTo>
                  <a:lnTo>
                    <a:pt x="160368" y="436"/>
                  </a:lnTo>
                  <a:lnTo>
                    <a:pt x="160551" y="276"/>
                  </a:lnTo>
                  <a:lnTo>
                    <a:pt x="160735" y="138"/>
                  </a:lnTo>
                  <a:lnTo>
                    <a:pt x="160941" y="0"/>
                  </a:lnTo>
                  <a:lnTo>
                    <a:pt x="156766" y="0"/>
                  </a:lnTo>
                  <a:lnTo>
                    <a:pt x="150871" y="10231"/>
                  </a:lnTo>
                  <a:lnTo>
                    <a:pt x="147361" y="10231"/>
                  </a:lnTo>
                  <a:lnTo>
                    <a:pt x="153257" y="0"/>
                  </a:lnTo>
                  <a:lnTo>
                    <a:pt x="148577" y="0"/>
                  </a:lnTo>
                  <a:lnTo>
                    <a:pt x="150068" y="2570"/>
                  </a:lnTo>
                  <a:lnTo>
                    <a:pt x="146536" y="2570"/>
                  </a:lnTo>
                  <a:lnTo>
                    <a:pt x="145045" y="0"/>
                  </a:lnTo>
                  <a:lnTo>
                    <a:pt x="143531" y="0"/>
                  </a:lnTo>
                  <a:lnTo>
                    <a:pt x="145503" y="3418"/>
                  </a:lnTo>
                  <a:lnTo>
                    <a:pt x="147407" y="6722"/>
                  </a:lnTo>
                  <a:lnTo>
                    <a:pt x="145389" y="10231"/>
                  </a:lnTo>
                  <a:lnTo>
                    <a:pt x="141856" y="10231"/>
                  </a:lnTo>
                  <a:lnTo>
                    <a:pt x="143898" y="6722"/>
                  </a:lnTo>
                  <a:lnTo>
                    <a:pt x="141581" y="2822"/>
                  </a:lnTo>
                  <a:lnTo>
                    <a:pt x="143209" y="0"/>
                  </a:lnTo>
                  <a:lnTo>
                    <a:pt x="141925" y="0"/>
                  </a:lnTo>
                  <a:lnTo>
                    <a:pt x="140457" y="2570"/>
                  </a:lnTo>
                  <a:lnTo>
                    <a:pt x="136924" y="2570"/>
                  </a:lnTo>
                  <a:lnTo>
                    <a:pt x="138415" y="0"/>
                  </a:lnTo>
                  <a:lnTo>
                    <a:pt x="136442" y="0"/>
                  </a:lnTo>
                  <a:lnTo>
                    <a:pt x="134974" y="2570"/>
                  </a:lnTo>
                  <a:lnTo>
                    <a:pt x="131442" y="2570"/>
                  </a:lnTo>
                  <a:lnTo>
                    <a:pt x="132910" y="0"/>
                  </a:lnTo>
                  <a:lnTo>
                    <a:pt x="131006" y="0"/>
                  </a:lnTo>
                  <a:lnTo>
                    <a:pt x="130845" y="299"/>
                  </a:lnTo>
                  <a:lnTo>
                    <a:pt x="130662" y="597"/>
                  </a:lnTo>
                  <a:lnTo>
                    <a:pt x="130455" y="849"/>
                  </a:lnTo>
                  <a:lnTo>
                    <a:pt x="130203" y="1079"/>
                  </a:lnTo>
                  <a:lnTo>
                    <a:pt x="129928" y="1262"/>
                  </a:lnTo>
                  <a:lnTo>
                    <a:pt x="129629" y="1423"/>
                  </a:lnTo>
                  <a:lnTo>
                    <a:pt x="129308" y="1560"/>
                  </a:lnTo>
                  <a:lnTo>
                    <a:pt x="128987" y="1629"/>
                  </a:lnTo>
                  <a:lnTo>
                    <a:pt x="128666" y="1675"/>
                  </a:lnTo>
                  <a:lnTo>
                    <a:pt x="128322" y="1675"/>
                  </a:lnTo>
                  <a:lnTo>
                    <a:pt x="127978" y="1606"/>
                  </a:lnTo>
                  <a:lnTo>
                    <a:pt x="127657" y="1514"/>
                  </a:lnTo>
                  <a:lnTo>
                    <a:pt x="127496" y="1446"/>
                  </a:lnTo>
                  <a:lnTo>
                    <a:pt x="127335" y="1354"/>
                  </a:lnTo>
                  <a:lnTo>
                    <a:pt x="127175" y="1239"/>
                  </a:lnTo>
                  <a:lnTo>
                    <a:pt x="127037" y="1124"/>
                  </a:lnTo>
                  <a:lnTo>
                    <a:pt x="126900" y="1010"/>
                  </a:lnTo>
                  <a:lnTo>
                    <a:pt x="126739" y="849"/>
                  </a:lnTo>
                  <a:lnTo>
                    <a:pt x="126624" y="689"/>
                  </a:lnTo>
                  <a:lnTo>
                    <a:pt x="126487" y="505"/>
                  </a:lnTo>
                  <a:lnTo>
                    <a:pt x="126349" y="253"/>
                  </a:lnTo>
                  <a:lnTo>
                    <a:pt x="126234" y="0"/>
                  </a:lnTo>
                  <a:lnTo>
                    <a:pt x="121486" y="0"/>
                  </a:lnTo>
                  <a:lnTo>
                    <a:pt x="117334" y="7203"/>
                  </a:lnTo>
                  <a:lnTo>
                    <a:pt x="113824" y="7203"/>
                  </a:lnTo>
                  <a:lnTo>
                    <a:pt x="117976" y="0"/>
                  </a:lnTo>
                  <a:lnTo>
                    <a:pt x="111737" y="0"/>
                  </a:lnTo>
                  <a:lnTo>
                    <a:pt x="113870" y="3717"/>
                  </a:lnTo>
                  <a:lnTo>
                    <a:pt x="111852" y="7203"/>
                  </a:lnTo>
                  <a:lnTo>
                    <a:pt x="108319" y="7203"/>
                  </a:lnTo>
                  <a:lnTo>
                    <a:pt x="110360" y="3694"/>
                  </a:lnTo>
                  <a:lnTo>
                    <a:pt x="108158" y="0"/>
                  </a:lnTo>
                  <a:lnTo>
                    <a:pt x="86137" y="0"/>
                  </a:lnTo>
                  <a:lnTo>
                    <a:pt x="83567" y="4451"/>
                  </a:lnTo>
                  <a:lnTo>
                    <a:pt x="80035" y="4474"/>
                  </a:lnTo>
                  <a:lnTo>
                    <a:pt x="82627" y="0"/>
                  </a:lnTo>
                  <a:lnTo>
                    <a:pt x="79530" y="0"/>
                  </a:lnTo>
                  <a:lnTo>
                    <a:pt x="80104" y="964"/>
                  </a:lnTo>
                  <a:lnTo>
                    <a:pt x="78085" y="4451"/>
                  </a:lnTo>
                  <a:lnTo>
                    <a:pt x="74552" y="4474"/>
                  </a:lnTo>
                  <a:lnTo>
                    <a:pt x="76571" y="964"/>
                  </a:lnTo>
                  <a:lnTo>
                    <a:pt x="75998" y="0"/>
                  </a:lnTo>
                  <a:lnTo>
                    <a:pt x="74002" y="0"/>
                  </a:lnTo>
                  <a:lnTo>
                    <a:pt x="74117" y="253"/>
                  </a:lnTo>
                  <a:lnTo>
                    <a:pt x="74185" y="505"/>
                  </a:lnTo>
                  <a:lnTo>
                    <a:pt x="74231" y="757"/>
                  </a:lnTo>
                  <a:lnTo>
                    <a:pt x="74254" y="987"/>
                  </a:lnTo>
                  <a:lnTo>
                    <a:pt x="74254" y="1239"/>
                  </a:lnTo>
                  <a:lnTo>
                    <a:pt x="74231" y="1469"/>
                  </a:lnTo>
                  <a:lnTo>
                    <a:pt x="74185" y="1698"/>
                  </a:lnTo>
                  <a:lnTo>
                    <a:pt x="74117" y="1904"/>
                  </a:lnTo>
                  <a:lnTo>
                    <a:pt x="74025" y="2111"/>
                  </a:lnTo>
                  <a:lnTo>
                    <a:pt x="73910" y="2294"/>
                  </a:lnTo>
                  <a:lnTo>
                    <a:pt x="73795" y="2478"/>
                  </a:lnTo>
                  <a:lnTo>
                    <a:pt x="73635" y="2661"/>
                  </a:lnTo>
                  <a:lnTo>
                    <a:pt x="73497" y="2822"/>
                  </a:lnTo>
                  <a:lnTo>
                    <a:pt x="73314" y="2983"/>
                  </a:lnTo>
                  <a:lnTo>
                    <a:pt x="73130" y="3097"/>
                  </a:lnTo>
                  <a:lnTo>
                    <a:pt x="72947" y="3235"/>
                  </a:lnTo>
                  <a:lnTo>
                    <a:pt x="72740" y="3327"/>
                  </a:lnTo>
                  <a:lnTo>
                    <a:pt x="72534" y="3418"/>
                  </a:lnTo>
                  <a:lnTo>
                    <a:pt x="72327" y="3487"/>
                  </a:lnTo>
                  <a:lnTo>
                    <a:pt x="72098" y="3533"/>
                  </a:lnTo>
                  <a:lnTo>
                    <a:pt x="71891" y="3556"/>
                  </a:lnTo>
                  <a:lnTo>
                    <a:pt x="71662" y="3579"/>
                  </a:lnTo>
                  <a:lnTo>
                    <a:pt x="71433" y="3556"/>
                  </a:lnTo>
                  <a:lnTo>
                    <a:pt x="71203" y="3533"/>
                  </a:lnTo>
                  <a:lnTo>
                    <a:pt x="70997" y="3487"/>
                  </a:lnTo>
                  <a:lnTo>
                    <a:pt x="70767" y="3395"/>
                  </a:lnTo>
                  <a:lnTo>
                    <a:pt x="70561" y="3304"/>
                  </a:lnTo>
                  <a:lnTo>
                    <a:pt x="70355" y="3189"/>
                  </a:lnTo>
                  <a:lnTo>
                    <a:pt x="70148" y="3028"/>
                  </a:lnTo>
                  <a:lnTo>
                    <a:pt x="69965" y="2845"/>
                  </a:lnTo>
                  <a:lnTo>
                    <a:pt x="69781" y="2638"/>
                  </a:lnTo>
                  <a:lnTo>
                    <a:pt x="69598" y="2409"/>
                  </a:lnTo>
                  <a:lnTo>
                    <a:pt x="69437" y="2088"/>
                  </a:lnTo>
                  <a:lnTo>
                    <a:pt x="69299" y="1767"/>
                  </a:lnTo>
                  <a:lnTo>
                    <a:pt x="69230" y="1446"/>
                  </a:lnTo>
                  <a:lnTo>
                    <a:pt x="69208" y="1124"/>
                  </a:lnTo>
                  <a:lnTo>
                    <a:pt x="69208" y="826"/>
                  </a:lnTo>
                  <a:lnTo>
                    <a:pt x="69253" y="551"/>
                  </a:lnTo>
                  <a:lnTo>
                    <a:pt x="69345" y="253"/>
                  </a:lnTo>
                  <a:lnTo>
                    <a:pt x="69460" y="0"/>
                  </a:lnTo>
                  <a:lnTo>
                    <a:pt x="65698" y="0"/>
                  </a:lnTo>
                  <a:lnTo>
                    <a:pt x="60445" y="9107"/>
                  </a:lnTo>
                  <a:lnTo>
                    <a:pt x="56935" y="9107"/>
                  </a:lnTo>
                  <a:lnTo>
                    <a:pt x="62188" y="0"/>
                  </a:lnTo>
                  <a:lnTo>
                    <a:pt x="58793" y="0"/>
                  </a:lnTo>
                  <a:lnTo>
                    <a:pt x="59642" y="1446"/>
                  </a:lnTo>
                  <a:lnTo>
                    <a:pt x="56109" y="1446"/>
                  </a:lnTo>
                  <a:lnTo>
                    <a:pt x="55261" y="0"/>
                  </a:lnTo>
                  <a:lnTo>
                    <a:pt x="53747" y="0"/>
                  </a:lnTo>
                  <a:lnTo>
                    <a:pt x="56981" y="5621"/>
                  </a:lnTo>
                  <a:lnTo>
                    <a:pt x="54962" y="9107"/>
                  </a:lnTo>
                  <a:lnTo>
                    <a:pt x="51430" y="9107"/>
                  </a:lnTo>
                  <a:lnTo>
                    <a:pt x="53471" y="5598"/>
                  </a:lnTo>
                  <a:lnTo>
                    <a:pt x="51154" y="1698"/>
                  </a:lnTo>
                  <a:lnTo>
                    <a:pt x="52141" y="0"/>
                  </a:lnTo>
                  <a:lnTo>
                    <a:pt x="50512" y="0"/>
                  </a:lnTo>
                  <a:lnTo>
                    <a:pt x="49617" y="1560"/>
                  </a:lnTo>
                  <a:lnTo>
                    <a:pt x="46085" y="1560"/>
                  </a:lnTo>
                  <a:lnTo>
                    <a:pt x="46979" y="0"/>
                  </a:lnTo>
                  <a:lnTo>
                    <a:pt x="45030" y="0"/>
                  </a:lnTo>
                  <a:lnTo>
                    <a:pt x="44135" y="1560"/>
                  </a:lnTo>
                  <a:lnTo>
                    <a:pt x="40602" y="1560"/>
                  </a:lnTo>
                  <a:lnTo>
                    <a:pt x="41497" y="0"/>
                  </a:lnTo>
                  <a:lnTo>
                    <a:pt x="39432" y="0"/>
                  </a:lnTo>
                  <a:lnTo>
                    <a:pt x="39272" y="138"/>
                  </a:lnTo>
                  <a:lnTo>
                    <a:pt x="39065" y="276"/>
                  </a:lnTo>
                  <a:lnTo>
                    <a:pt x="38882" y="367"/>
                  </a:lnTo>
                  <a:lnTo>
                    <a:pt x="38675" y="482"/>
                  </a:lnTo>
                  <a:lnTo>
                    <a:pt x="38469" y="551"/>
                  </a:lnTo>
                  <a:lnTo>
                    <a:pt x="38240" y="597"/>
                  </a:lnTo>
                  <a:lnTo>
                    <a:pt x="38010" y="643"/>
                  </a:lnTo>
                  <a:lnTo>
                    <a:pt x="37781" y="666"/>
                  </a:lnTo>
                  <a:lnTo>
                    <a:pt x="37574" y="666"/>
                  </a:lnTo>
                  <a:lnTo>
                    <a:pt x="37345" y="643"/>
                  </a:lnTo>
                  <a:lnTo>
                    <a:pt x="37116" y="597"/>
                  </a:lnTo>
                  <a:lnTo>
                    <a:pt x="36886" y="528"/>
                  </a:lnTo>
                  <a:lnTo>
                    <a:pt x="36680" y="436"/>
                  </a:lnTo>
                  <a:lnTo>
                    <a:pt x="36473" y="322"/>
                  </a:lnTo>
                  <a:lnTo>
                    <a:pt x="36267" y="161"/>
                  </a:lnTo>
                  <a:lnTo>
                    <a:pt x="36060" y="0"/>
                  </a:lnTo>
                  <a:lnTo>
                    <a:pt x="29477" y="0"/>
                  </a:lnTo>
                  <a:lnTo>
                    <a:pt x="25875" y="6217"/>
                  </a:lnTo>
                  <a:lnTo>
                    <a:pt x="22366" y="6240"/>
                  </a:lnTo>
                  <a:lnTo>
                    <a:pt x="25944" y="0"/>
                  </a:lnTo>
                  <a:lnTo>
                    <a:pt x="20829" y="0"/>
                  </a:lnTo>
                  <a:lnTo>
                    <a:pt x="22412" y="2730"/>
                  </a:lnTo>
                  <a:lnTo>
                    <a:pt x="20393" y="6240"/>
                  </a:lnTo>
                  <a:lnTo>
                    <a:pt x="16860" y="6240"/>
                  </a:lnTo>
                  <a:lnTo>
                    <a:pt x="18902" y="2730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0"/>
            <p:cNvSpPr/>
            <p:nvPr/>
          </p:nvSpPr>
          <p:spPr>
            <a:xfrm>
              <a:off x="1607825" y="2999425"/>
              <a:ext cx="138225" cy="239750"/>
            </a:xfrm>
            <a:custGeom>
              <a:rect b="b" l="l" r="r" t="t"/>
              <a:pathLst>
                <a:path extrusionOk="0" h="9590" w="5529">
                  <a:moveTo>
                    <a:pt x="0" y="0"/>
                  </a:moveTo>
                  <a:lnTo>
                    <a:pt x="0" y="161"/>
                  </a:lnTo>
                  <a:lnTo>
                    <a:pt x="184" y="161"/>
                  </a:lnTo>
                  <a:lnTo>
                    <a:pt x="1950" y="3212"/>
                  </a:lnTo>
                  <a:lnTo>
                    <a:pt x="0" y="3212"/>
                  </a:lnTo>
                  <a:lnTo>
                    <a:pt x="0" y="9589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6" name="Google Shape;1396;p20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7" name="Google Shape;1397;p20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8" name="Google Shape;1398;p20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9" name="Google Shape;1399;p20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7">
  <p:cSld name="TITLE_1_1_1_1_1_1_1">
    <p:bg>
      <p:bgPr>
        <a:solidFill>
          <a:srgbClr val="222244">
            <a:alpha val="89870"/>
          </a:srgbClr>
        </a:solid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1" name="Google Shape;1401;p21"/>
          <p:cNvGrpSpPr/>
          <p:nvPr/>
        </p:nvGrpSpPr>
        <p:grpSpPr>
          <a:xfrm>
            <a:off x="326" y="404477"/>
            <a:ext cx="8425914" cy="4739610"/>
            <a:chOff x="1607825" y="2999425"/>
            <a:chExt cx="4404325" cy="2477450"/>
          </a:xfrm>
        </p:grpSpPr>
        <p:sp>
          <p:nvSpPr>
            <p:cNvPr id="1402" name="Google Shape;1402;p21"/>
            <p:cNvSpPr/>
            <p:nvPr/>
          </p:nvSpPr>
          <p:spPr>
            <a:xfrm>
              <a:off x="1607825" y="5278450"/>
              <a:ext cx="45325" cy="155425"/>
            </a:xfrm>
            <a:custGeom>
              <a:rect b="b" l="l" r="r" t="t"/>
              <a:pathLst>
                <a:path extrusionOk="0" h="6217" w="1813">
                  <a:moveTo>
                    <a:pt x="0" y="0"/>
                  </a:moveTo>
                  <a:lnTo>
                    <a:pt x="0" y="6217"/>
                  </a:lnTo>
                  <a:lnTo>
                    <a:pt x="1812" y="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1"/>
            <p:cNvSpPr/>
            <p:nvPr/>
          </p:nvSpPr>
          <p:spPr>
            <a:xfrm>
              <a:off x="1607825" y="2999425"/>
              <a:ext cx="4404325" cy="2477450"/>
            </a:xfrm>
            <a:custGeom>
              <a:rect b="b" l="l" r="r" t="t"/>
              <a:pathLst>
                <a:path extrusionOk="0" h="99098" w="176173">
                  <a:moveTo>
                    <a:pt x="91871" y="1308"/>
                  </a:moveTo>
                  <a:lnTo>
                    <a:pt x="93638" y="4359"/>
                  </a:lnTo>
                  <a:lnTo>
                    <a:pt x="90105" y="4359"/>
                  </a:lnTo>
                  <a:lnTo>
                    <a:pt x="88339" y="1308"/>
                  </a:lnTo>
                  <a:close/>
                  <a:moveTo>
                    <a:pt x="13672" y="322"/>
                  </a:moveTo>
                  <a:lnTo>
                    <a:pt x="13901" y="345"/>
                  </a:lnTo>
                  <a:lnTo>
                    <a:pt x="14131" y="390"/>
                  </a:lnTo>
                  <a:lnTo>
                    <a:pt x="14360" y="482"/>
                  </a:lnTo>
                  <a:lnTo>
                    <a:pt x="14589" y="597"/>
                  </a:lnTo>
                  <a:lnTo>
                    <a:pt x="14796" y="712"/>
                  </a:lnTo>
                  <a:lnTo>
                    <a:pt x="15002" y="872"/>
                  </a:lnTo>
                  <a:lnTo>
                    <a:pt x="15209" y="1079"/>
                  </a:lnTo>
                  <a:lnTo>
                    <a:pt x="15392" y="1285"/>
                  </a:lnTo>
                  <a:lnTo>
                    <a:pt x="15576" y="1537"/>
                  </a:lnTo>
                  <a:lnTo>
                    <a:pt x="15713" y="1813"/>
                  </a:lnTo>
                  <a:lnTo>
                    <a:pt x="15805" y="2065"/>
                  </a:lnTo>
                  <a:lnTo>
                    <a:pt x="15874" y="2317"/>
                  </a:lnTo>
                  <a:lnTo>
                    <a:pt x="15920" y="2570"/>
                  </a:lnTo>
                  <a:lnTo>
                    <a:pt x="15943" y="2822"/>
                  </a:lnTo>
                  <a:lnTo>
                    <a:pt x="15920" y="3074"/>
                  </a:lnTo>
                  <a:lnTo>
                    <a:pt x="15897" y="3304"/>
                  </a:lnTo>
                  <a:lnTo>
                    <a:pt x="15828" y="3533"/>
                  </a:lnTo>
                  <a:lnTo>
                    <a:pt x="15759" y="3740"/>
                  </a:lnTo>
                  <a:lnTo>
                    <a:pt x="15645" y="3946"/>
                  </a:lnTo>
                  <a:lnTo>
                    <a:pt x="15530" y="4152"/>
                  </a:lnTo>
                  <a:lnTo>
                    <a:pt x="15392" y="4336"/>
                  </a:lnTo>
                  <a:lnTo>
                    <a:pt x="15232" y="4519"/>
                  </a:lnTo>
                  <a:lnTo>
                    <a:pt x="15071" y="4657"/>
                  </a:lnTo>
                  <a:lnTo>
                    <a:pt x="14888" y="4818"/>
                  </a:lnTo>
                  <a:lnTo>
                    <a:pt x="14704" y="4932"/>
                  </a:lnTo>
                  <a:lnTo>
                    <a:pt x="14498" y="5047"/>
                  </a:lnTo>
                  <a:lnTo>
                    <a:pt x="14291" y="5139"/>
                  </a:lnTo>
                  <a:lnTo>
                    <a:pt x="14062" y="5231"/>
                  </a:lnTo>
                  <a:lnTo>
                    <a:pt x="13855" y="5276"/>
                  </a:lnTo>
                  <a:lnTo>
                    <a:pt x="13626" y="5322"/>
                  </a:lnTo>
                  <a:lnTo>
                    <a:pt x="13396" y="5345"/>
                  </a:lnTo>
                  <a:lnTo>
                    <a:pt x="13167" y="5345"/>
                  </a:lnTo>
                  <a:lnTo>
                    <a:pt x="12938" y="5322"/>
                  </a:lnTo>
                  <a:lnTo>
                    <a:pt x="12708" y="5254"/>
                  </a:lnTo>
                  <a:lnTo>
                    <a:pt x="12479" y="5185"/>
                  </a:lnTo>
                  <a:lnTo>
                    <a:pt x="12250" y="5093"/>
                  </a:lnTo>
                  <a:lnTo>
                    <a:pt x="12043" y="4955"/>
                  </a:lnTo>
                  <a:lnTo>
                    <a:pt x="11837" y="4818"/>
                  </a:lnTo>
                  <a:lnTo>
                    <a:pt x="11630" y="4634"/>
                  </a:lnTo>
                  <a:lnTo>
                    <a:pt x="11447" y="4428"/>
                  </a:lnTo>
                  <a:lnTo>
                    <a:pt x="11286" y="4175"/>
                  </a:lnTo>
                  <a:lnTo>
                    <a:pt x="11126" y="3900"/>
                  </a:lnTo>
                  <a:lnTo>
                    <a:pt x="11011" y="3648"/>
                  </a:lnTo>
                  <a:lnTo>
                    <a:pt x="10942" y="3373"/>
                  </a:lnTo>
                  <a:lnTo>
                    <a:pt x="10896" y="3120"/>
                  </a:lnTo>
                  <a:lnTo>
                    <a:pt x="10873" y="2868"/>
                  </a:lnTo>
                  <a:lnTo>
                    <a:pt x="10873" y="2616"/>
                  </a:lnTo>
                  <a:lnTo>
                    <a:pt x="10919" y="2386"/>
                  </a:lnTo>
                  <a:lnTo>
                    <a:pt x="10965" y="2157"/>
                  </a:lnTo>
                  <a:lnTo>
                    <a:pt x="11057" y="1927"/>
                  </a:lnTo>
                  <a:lnTo>
                    <a:pt x="11148" y="1721"/>
                  </a:lnTo>
                  <a:lnTo>
                    <a:pt x="11263" y="1514"/>
                  </a:lnTo>
                  <a:lnTo>
                    <a:pt x="11401" y="1331"/>
                  </a:lnTo>
                  <a:lnTo>
                    <a:pt x="11561" y="1147"/>
                  </a:lnTo>
                  <a:lnTo>
                    <a:pt x="11722" y="987"/>
                  </a:lnTo>
                  <a:lnTo>
                    <a:pt x="11905" y="849"/>
                  </a:lnTo>
                  <a:lnTo>
                    <a:pt x="12112" y="712"/>
                  </a:lnTo>
                  <a:lnTo>
                    <a:pt x="12318" y="597"/>
                  </a:lnTo>
                  <a:lnTo>
                    <a:pt x="12525" y="505"/>
                  </a:lnTo>
                  <a:lnTo>
                    <a:pt x="12754" y="413"/>
                  </a:lnTo>
                  <a:lnTo>
                    <a:pt x="12984" y="367"/>
                  </a:lnTo>
                  <a:lnTo>
                    <a:pt x="13213" y="322"/>
                  </a:lnTo>
                  <a:close/>
                  <a:moveTo>
                    <a:pt x="34179" y="3074"/>
                  </a:moveTo>
                  <a:lnTo>
                    <a:pt x="35969" y="6125"/>
                  </a:lnTo>
                  <a:lnTo>
                    <a:pt x="32436" y="6125"/>
                  </a:lnTo>
                  <a:lnTo>
                    <a:pt x="30647" y="3074"/>
                  </a:lnTo>
                  <a:close/>
                  <a:moveTo>
                    <a:pt x="105773" y="1285"/>
                  </a:moveTo>
                  <a:lnTo>
                    <a:pt x="106025" y="1331"/>
                  </a:lnTo>
                  <a:lnTo>
                    <a:pt x="106254" y="1377"/>
                  </a:lnTo>
                  <a:lnTo>
                    <a:pt x="106484" y="1469"/>
                  </a:lnTo>
                  <a:lnTo>
                    <a:pt x="106690" y="1560"/>
                  </a:lnTo>
                  <a:lnTo>
                    <a:pt x="106920" y="1698"/>
                  </a:lnTo>
                  <a:lnTo>
                    <a:pt x="107126" y="1859"/>
                  </a:lnTo>
                  <a:lnTo>
                    <a:pt x="107310" y="2042"/>
                  </a:lnTo>
                  <a:lnTo>
                    <a:pt x="107493" y="2271"/>
                  </a:lnTo>
                  <a:lnTo>
                    <a:pt x="107677" y="2524"/>
                  </a:lnTo>
                  <a:lnTo>
                    <a:pt x="107814" y="2799"/>
                  </a:lnTo>
                  <a:lnTo>
                    <a:pt x="107906" y="3051"/>
                  </a:lnTo>
                  <a:lnTo>
                    <a:pt x="107975" y="3304"/>
                  </a:lnTo>
                  <a:lnTo>
                    <a:pt x="108021" y="3556"/>
                  </a:lnTo>
                  <a:lnTo>
                    <a:pt x="108044" y="3808"/>
                  </a:lnTo>
                  <a:lnTo>
                    <a:pt x="108021" y="4061"/>
                  </a:lnTo>
                  <a:lnTo>
                    <a:pt x="107998" y="4290"/>
                  </a:lnTo>
                  <a:lnTo>
                    <a:pt x="107929" y="4519"/>
                  </a:lnTo>
                  <a:lnTo>
                    <a:pt x="107860" y="4726"/>
                  </a:lnTo>
                  <a:lnTo>
                    <a:pt x="107745" y="4932"/>
                  </a:lnTo>
                  <a:lnTo>
                    <a:pt x="107631" y="5139"/>
                  </a:lnTo>
                  <a:lnTo>
                    <a:pt x="107493" y="5322"/>
                  </a:lnTo>
                  <a:lnTo>
                    <a:pt x="107355" y="5483"/>
                  </a:lnTo>
                  <a:lnTo>
                    <a:pt x="107172" y="5644"/>
                  </a:lnTo>
                  <a:lnTo>
                    <a:pt x="106988" y="5781"/>
                  </a:lnTo>
                  <a:lnTo>
                    <a:pt x="106805" y="5919"/>
                  </a:lnTo>
                  <a:lnTo>
                    <a:pt x="106598" y="6033"/>
                  </a:lnTo>
                  <a:lnTo>
                    <a:pt x="106392" y="6125"/>
                  </a:lnTo>
                  <a:lnTo>
                    <a:pt x="106186" y="6217"/>
                  </a:lnTo>
                  <a:lnTo>
                    <a:pt x="105956" y="6263"/>
                  </a:lnTo>
                  <a:lnTo>
                    <a:pt x="105727" y="6309"/>
                  </a:lnTo>
                  <a:lnTo>
                    <a:pt x="105497" y="6332"/>
                  </a:lnTo>
                  <a:lnTo>
                    <a:pt x="105268" y="6309"/>
                  </a:lnTo>
                  <a:lnTo>
                    <a:pt x="105039" y="6286"/>
                  </a:lnTo>
                  <a:lnTo>
                    <a:pt x="104809" y="6240"/>
                  </a:lnTo>
                  <a:lnTo>
                    <a:pt x="104580" y="6171"/>
                  </a:lnTo>
                  <a:lnTo>
                    <a:pt x="104350" y="6056"/>
                  </a:lnTo>
                  <a:lnTo>
                    <a:pt x="104144" y="5942"/>
                  </a:lnTo>
                  <a:lnTo>
                    <a:pt x="103937" y="5781"/>
                  </a:lnTo>
                  <a:lnTo>
                    <a:pt x="103754" y="5598"/>
                  </a:lnTo>
                  <a:lnTo>
                    <a:pt x="103548" y="5391"/>
                  </a:lnTo>
                  <a:lnTo>
                    <a:pt x="103387" y="5162"/>
                  </a:lnTo>
                  <a:lnTo>
                    <a:pt x="103226" y="4887"/>
                  </a:lnTo>
                  <a:lnTo>
                    <a:pt x="103135" y="4611"/>
                  </a:lnTo>
                  <a:lnTo>
                    <a:pt x="103043" y="4359"/>
                  </a:lnTo>
                  <a:lnTo>
                    <a:pt x="102997" y="4107"/>
                  </a:lnTo>
                  <a:lnTo>
                    <a:pt x="102974" y="3854"/>
                  </a:lnTo>
                  <a:lnTo>
                    <a:pt x="102974" y="3602"/>
                  </a:lnTo>
                  <a:lnTo>
                    <a:pt x="103020" y="3373"/>
                  </a:lnTo>
                  <a:lnTo>
                    <a:pt x="103066" y="3120"/>
                  </a:lnTo>
                  <a:lnTo>
                    <a:pt x="103158" y="2914"/>
                  </a:lnTo>
                  <a:lnTo>
                    <a:pt x="103249" y="2707"/>
                  </a:lnTo>
                  <a:lnTo>
                    <a:pt x="103364" y="2501"/>
                  </a:lnTo>
                  <a:lnTo>
                    <a:pt x="103502" y="2317"/>
                  </a:lnTo>
                  <a:lnTo>
                    <a:pt x="103662" y="2134"/>
                  </a:lnTo>
                  <a:lnTo>
                    <a:pt x="103846" y="1973"/>
                  </a:lnTo>
                  <a:lnTo>
                    <a:pt x="104029" y="1813"/>
                  </a:lnTo>
                  <a:lnTo>
                    <a:pt x="104213" y="1698"/>
                  </a:lnTo>
                  <a:lnTo>
                    <a:pt x="104419" y="1583"/>
                  </a:lnTo>
                  <a:lnTo>
                    <a:pt x="104626" y="1492"/>
                  </a:lnTo>
                  <a:lnTo>
                    <a:pt x="104855" y="1400"/>
                  </a:lnTo>
                  <a:lnTo>
                    <a:pt x="105084" y="1354"/>
                  </a:lnTo>
                  <a:lnTo>
                    <a:pt x="105314" y="1308"/>
                  </a:lnTo>
                  <a:lnTo>
                    <a:pt x="105543" y="1285"/>
                  </a:lnTo>
                  <a:close/>
                  <a:moveTo>
                    <a:pt x="125684" y="4244"/>
                  </a:moveTo>
                  <a:lnTo>
                    <a:pt x="127450" y="7295"/>
                  </a:lnTo>
                  <a:lnTo>
                    <a:pt x="123940" y="7295"/>
                  </a:lnTo>
                  <a:lnTo>
                    <a:pt x="122151" y="4244"/>
                  </a:lnTo>
                  <a:close/>
                  <a:moveTo>
                    <a:pt x="48906" y="3189"/>
                  </a:moveTo>
                  <a:lnTo>
                    <a:pt x="49136" y="3235"/>
                  </a:lnTo>
                  <a:lnTo>
                    <a:pt x="49365" y="3281"/>
                  </a:lnTo>
                  <a:lnTo>
                    <a:pt x="49595" y="3350"/>
                  </a:lnTo>
                  <a:lnTo>
                    <a:pt x="49801" y="3464"/>
                  </a:lnTo>
                  <a:lnTo>
                    <a:pt x="50030" y="3602"/>
                  </a:lnTo>
                  <a:lnTo>
                    <a:pt x="50237" y="3763"/>
                  </a:lnTo>
                  <a:lnTo>
                    <a:pt x="50420" y="3946"/>
                  </a:lnTo>
                  <a:lnTo>
                    <a:pt x="50627" y="4175"/>
                  </a:lnTo>
                  <a:lnTo>
                    <a:pt x="50787" y="4428"/>
                  </a:lnTo>
                  <a:lnTo>
                    <a:pt x="50925" y="4680"/>
                  </a:lnTo>
                  <a:lnTo>
                    <a:pt x="51017" y="4955"/>
                  </a:lnTo>
                  <a:lnTo>
                    <a:pt x="51109" y="5208"/>
                  </a:lnTo>
                  <a:lnTo>
                    <a:pt x="51154" y="5460"/>
                  </a:lnTo>
                  <a:lnTo>
                    <a:pt x="51154" y="5712"/>
                  </a:lnTo>
                  <a:lnTo>
                    <a:pt x="51154" y="5942"/>
                  </a:lnTo>
                  <a:lnTo>
                    <a:pt x="51109" y="6194"/>
                  </a:lnTo>
                  <a:lnTo>
                    <a:pt x="51063" y="6401"/>
                  </a:lnTo>
                  <a:lnTo>
                    <a:pt x="50971" y="6630"/>
                  </a:lnTo>
                  <a:lnTo>
                    <a:pt x="50879" y="6836"/>
                  </a:lnTo>
                  <a:lnTo>
                    <a:pt x="50741" y="7020"/>
                  </a:lnTo>
                  <a:lnTo>
                    <a:pt x="50604" y="7226"/>
                  </a:lnTo>
                  <a:lnTo>
                    <a:pt x="50466" y="7387"/>
                  </a:lnTo>
                  <a:lnTo>
                    <a:pt x="50283" y="7547"/>
                  </a:lnTo>
                  <a:lnTo>
                    <a:pt x="50122" y="7685"/>
                  </a:lnTo>
                  <a:lnTo>
                    <a:pt x="49916" y="7823"/>
                  </a:lnTo>
                  <a:lnTo>
                    <a:pt x="49709" y="7937"/>
                  </a:lnTo>
                  <a:lnTo>
                    <a:pt x="49503" y="8029"/>
                  </a:lnTo>
                  <a:lnTo>
                    <a:pt x="49296" y="8098"/>
                  </a:lnTo>
                  <a:lnTo>
                    <a:pt x="49067" y="8167"/>
                  </a:lnTo>
                  <a:lnTo>
                    <a:pt x="48838" y="8213"/>
                  </a:lnTo>
                  <a:lnTo>
                    <a:pt x="48379" y="8213"/>
                  </a:lnTo>
                  <a:lnTo>
                    <a:pt x="48149" y="8190"/>
                  </a:lnTo>
                  <a:lnTo>
                    <a:pt x="47920" y="8144"/>
                  </a:lnTo>
                  <a:lnTo>
                    <a:pt x="47691" y="8075"/>
                  </a:lnTo>
                  <a:lnTo>
                    <a:pt x="47484" y="7960"/>
                  </a:lnTo>
                  <a:lnTo>
                    <a:pt x="47255" y="7846"/>
                  </a:lnTo>
                  <a:lnTo>
                    <a:pt x="47048" y="7685"/>
                  </a:lnTo>
                  <a:lnTo>
                    <a:pt x="46865" y="7502"/>
                  </a:lnTo>
                  <a:lnTo>
                    <a:pt x="46681" y="7295"/>
                  </a:lnTo>
                  <a:lnTo>
                    <a:pt x="46498" y="7043"/>
                  </a:lnTo>
                  <a:lnTo>
                    <a:pt x="46360" y="6790"/>
                  </a:lnTo>
                  <a:lnTo>
                    <a:pt x="46245" y="6515"/>
                  </a:lnTo>
                  <a:lnTo>
                    <a:pt x="46154" y="6263"/>
                  </a:lnTo>
                  <a:lnTo>
                    <a:pt x="46108" y="6011"/>
                  </a:lnTo>
                  <a:lnTo>
                    <a:pt x="46085" y="5735"/>
                  </a:lnTo>
                  <a:lnTo>
                    <a:pt x="46108" y="5506"/>
                  </a:lnTo>
                  <a:lnTo>
                    <a:pt x="46131" y="5254"/>
                  </a:lnTo>
                  <a:lnTo>
                    <a:pt x="46200" y="5024"/>
                  </a:lnTo>
                  <a:lnTo>
                    <a:pt x="46268" y="4818"/>
                  </a:lnTo>
                  <a:lnTo>
                    <a:pt x="46360" y="4588"/>
                  </a:lnTo>
                  <a:lnTo>
                    <a:pt x="46498" y="4405"/>
                  </a:lnTo>
                  <a:lnTo>
                    <a:pt x="46635" y="4198"/>
                  </a:lnTo>
                  <a:lnTo>
                    <a:pt x="46773" y="4038"/>
                  </a:lnTo>
                  <a:lnTo>
                    <a:pt x="46957" y="3877"/>
                  </a:lnTo>
                  <a:lnTo>
                    <a:pt x="47140" y="3717"/>
                  </a:lnTo>
                  <a:lnTo>
                    <a:pt x="47324" y="3579"/>
                  </a:lnTo>
                  <a:lnTo>
                    <a:pt x="47530" y="3464"/>
                  </a:lnTo>
                  <a:lnTo>
                    <a:pt x="47759" y="3373"/>
                  </a:lnTo>
                  <a:lnTo>
                    <a:pt x="47966" y="3304"/>
                  </a:lnTo>
                  <a:lnTo>
                    <a:pt x="48195" y="3235"/>
                  </a:lnTo>
                  <a:lnTo>
                    <a:pt x="48425" y="3212"/>
                  </a:lnTo>
                  <a:lnTo>
                    <a:pt x="48654" y="3189"/>
                  </a:lnTo>
                  <a:close/>
                  <a:moveTo>
                    <a:pt x="68772" y="5942"/>
                  </a:moveTo>
                  <a:lnTo>
                    <a:pt x="70538" y="8993"/>
                  </a:lnTo>
                  <a:lnTo>
                    <a:pt x="67005" y="8993"/>
                  </a:lnTo>
                  <a:lnTo>
                    <a:pt x="65239" y="5942"/>
                  </a:lnTo>
                  <a:close/>
                  <a:moveTo>
                    <a:pt x="139310" y="4313"/>
                  </a:moveTo>
                  <a:lnTo>
                    <a:pt x="139562" y="4336"/>
                  </a:lnTo>
                  <a:lnTo>
                    <a:pt x="139791" y="4405"/>
                  </a:lnTo>
                  <a:lnTo>
                    <a:pt x="140021" y="4474"/>
                  </a:lnTo>
                  <a:lnTo>
                    <a:pt x="140227" y="4588"/>
                  </a:lnTo>
                  <a:lnTo>
                    <a:pt x="140457" y="4726"/>
                  </a:lnTo>
                  <a:lnTo>
                    <a:pt x="140663" y="4887"/>
                  </a:lnTo>
                  <a:lnTo>
                    <a:pt x="140847" y="5070"/>
                  </a:lnTo>
                  <a:lnTo>
                    <a:pt x="141030" y="5299"/>
                  </a:lnTo>
                  <a:lnTo>
                    <a:pt x="141214" y="5552"/>
                  </a:lnTo>
                  <a:lnTo>
                    <a:pt x="141351" y="5804"/>
                  </a:lnTo>
                  <a:lnTo>
                    <a:pt x="141443" y="6079"/>
                  </a:lnTo>
                  <a:lnTo>
                    <a:pt x="141512" y="6332"/>
                  </a:lnTo>
                  <a:lnTo>
                    <a:pt x="141558" y="6584"/>
                  </a:lnTo>
                  <a:lnTo>
                    <a:pt x="141581" y="6836"/>
                  </a:lnTo>
                  <a:lnTo>
                    <a:pt x="141558" y="7066"/>
                  </a:lnTo>
                  <a:lnTo>
                    <a:pt x="141535" y="7295"/>
                  </a:lnTo>
                  <a:lnTo>
                    <a:pt x="141466" y="7525"/>
                  </a:lnTo>
                  <a:lnTo>
                    <a:pt x="141397" y="7754"/>
                  </a:lnTo>
                  <a:lnTo>
                    <a:pt x="141282" y="7960"/>
                  </a:lnTo>
                  <a:lnTo>
                    <a:pt x="141168" y="8144"/>
                  </a:lnTo>
                  <a:lnTo>
                    <a:pt x="141030" y="8327"/>
                  </a:lnTo>
                  <a:lnTo>
                    <a:pt x="140893" y="8511"/>
                  </a:lnTo>
                  <a:lnTo>
                    <a:pt x="140709" y="8672"/>
                  </a:lnTo>
                  <a:lnTo>
                    <a:pt x="140526" y="8809"/>
                  </a:lnTo>
                  <a:lnTo>
                    <a:pt x="140342" y="8947"/>
                  </a:lnTo>
                  <a:lnTo>
                    <a:pt x="140136" y="9061"/>
                  </a:lnTo>
                  <a:lnTo>
                    <a:pt x="139929" y="9153"/>
                  </a:lnTo>
                  <a:lnTo>
                    <a:pt x="139723" y="9222"/>
                  </a:lnTo>
                  <a:lnTo>
                    <a:pt x="139493" y="9291"/>
                  </a:lnTo>
                  <a:lnTo>
                    <a:pt x="139264" y="9314"/>
                  </a:lnTo>
                  <a:lnTo>
                    <a:pt x="139034" y="9337"/>
                  </a:lnTo>
                  <a:lnTo>
                    <a:pt x="138805" y="9337"/>
                  </a:lnTo>
                  <a:lnTo>
                    <a:pt x="138576" y="9314"/>
                  </a:lnTo>
                  <a:lnTo>
                    <a:pt x="138346" y="9268"/>
                  </a:lnTo>
                  <a:lnTo>
                    <a:pt x="138117" y="9176"/>
                  </a:lnTo>
                  <a:lnTo>
                    <a:pt x="137887" y="9084"/>
                  </a:lnTo>
                  <a:lnTo>
                    <a:pt x="137681" y="8970"/>
                  </a:lnTo>
                  <a:lnTo>
                    <a:pt x="137475" y="8809"/>
                  </a:lnTo>
                  <a:lnTo>
                    <a:pt x="137291" y="8626"/>
                  </a:lnTo>
                  <a:lnTo>
                    <a:pt x="137085" y="8419"/>
                  </a:lnTo>
                  <a:lnTo>
                    <a:pt x="136924" y="8167"/>
                  </a:lnTo>
                  <a:lnTo>
                    <a:pt x="136763" y="7915"/>
                  </a:lnTo>
                  <a:lnTo>
                    <a:pt x="136672" y="7639"/>
                  </a:lnTo>
                  <a:lnTo>
                    <a:pt x="136580" y="7387"/>
                  </a:lnTo>
                  <a:lnTo>
                    <a:pt x="136534" y="7112"/>
                  </a:lnTo>
                  <a:lnTo>
                    <a:pt x="136511" y="6859"/>
                  </a:lnTo>
                  <a:lnTo>
                    <a:pt x="136511" y="6630"/>
                  </a:lnTo>
                  <a:lnTo>
                    <a:pt x="136557" y="6378"/>
                  </a:lnTo>
                  <a:lnTo>
                    <a:pt x="136603" y="6148"/>
                  </a:lnTo>
                  <a:lnTo>
                    <a:pt x="136695" y="5919"/>
                  </a:lnTo>
                  <a:lnTo>
                    <a:pt x="136786" y="5712"/>
                  </a:lnTo>
                  <a:lnTo>
                    <a:pt x="136901" y="5506"/>
                  </a:lnTo>
                  <a:lnTo>
                    <a:pt x="137039" y="5322"/>
                  </a:lnTo>
                  <a:lnTo>
                    <a:pt x="137199" y="5162"/>
                  </a:lnTo>
                  <a:lnTo>
                    <a:pt x="137383" y="4978"/>
                  </a:lnTo>
                  <a:lnTo>
                    <a:pt x="137566" y="4841"/>
                  </a:lnTo>
                  <a:lnTo>
                    <a:pt x="137750" y="4703"/>
                  </a:lnTo>
                  <a:lnTo>
                    <a:pt x="137956" y="4588"/>
                  </a:lnTo>
                  <a:lnTo>
                    <a:pt x="138163" y="4497"/>
                  </a:lnTo>
                  <a:lnTo>
                    <a:pt x="138392" y="4428"/>
                  </a:lnTo>
                  <a:lnTo>
                    <a:pt x="138622" y="4359"/>
                  </a:lnTo>
                  <a:lnTo>
                    <a:pt x="138851" y="4336"/>
                  </a:lnTo>
                  <a:lnTo>
                    <a:pt x="139080" y="4313"/>
                  </a:lnTo>
                  <a:close/>
                  <a:moveTo>
                    <a:pt x="159404" y="7203"/>
                  </a:moveTo>
                  <a:lnTo>
                    <a:pt x="161171" y="10277"/>
                  </a:lnTo>
                  <a:lnTo>
                    <a:pt x="157638" y="10277"/>
                  </a:lnTo>
                  <a:lnTo>
                    <a:pt x="155872" y="7226"/>
                  </a:lnTo>
                  <a:lnTo>
                    <a:pt x="159404" y="7203"/>
                  </a:lnTo>
                  <a:close/>
                  <a:moveTo>
                    <a:pt x="11080" y="7708"/>
                  </a:moveTo>
                  <a:lnTo>
                    <a:pt x="12846" y="10759"/>
                  </a:lnTo>
                  <a:lnTo>
                    <a:pt x="9313" y="10759"/>
                  </a:lnTo>
                  <a:lnTo>
                    <a:pt x="7547" y="7708"/>
                  </a:lnTo>
                  <a:close/>
                  <a:moveTo>
                    <a:pt x="82902" y="6102"/>
                  </a:moveTo>
                  <a:lnTo>
                    <a:pt x="83132" y="6125"/>
                  </a:lnTo>
                  <a:lnTo>
                    <a:pt x="83361" y="6194"/>
                  </a:lnTo>
                  <a:lnTo>
                    <a:pt x="83590" y="6263"/>
                  </a:lnTo>
                  <a:lnTo>
                    <a:pt x="83820" y="6378"/>
                  </a:lnTo>
                  <a:lnTo>
                    <a:pt x="84026" y="6515"/>
                  </a:lnTo>
                  <a:lnTo>
                    <a:pt x="84233" y="6676"/>
                  </a:lnTo>
                  <a:lnTo>
                    <a:pt x="84439" y="6859"/>
                  </a:lnTo>
                  <a:lnTo>
                    <a:pt x="84623" y="7089"/>
                  </a:lnTo>
                  <a:lnTo>
                    <a:pt x="84783" y="7341"/>
                  </a:lnTo>
                  <a:lnTo>
                    <a:pt x="84921" y="7593"/>
                  </a:lnTo>
                  <a:lnTo>
                    <a:pt x="85036" y="7846"/>
                  </a:lnTo>
                  <a:lnTo>
                    <a:pt x="85104" y="8121"/>
                  </a:lnTo>
                  <a:lnTo>
                    <a:pt x="85150" y="8373"/>
                  </a:lnTo>
                  <a:lnTo>
                    <a:pt x="85173" y="8603"/>
                  </a:lnTo>
                  <a:lnTo>
                    <a:pt x="85150" y="8855"/>
                  </a:lnTo>
                  <a:lnTo>
                    <a:pt x="85104" y="9084"/>
                  </a:lnTo>
                  <a:lnTo>
                    <a:pt x="85059" y="9314"/>
                  </a:lnTo>
                  <a:lnTo>
                    <a:pt x="84967" y="9543"/>
                  </a:lnTo>
                  <a:lnTo>
                    <a:pt x="84875" y="9750"/>
                  </a:lnTo>
                  <a:lnTo>
                    <a:pt x="84760" y="9933"/>
                  </a:lnTo>
                  <a:lnTo>
                    <a:pt x="84623" y="10117"/>
                  </a:lnTo>
                  <a:lnTo>
                    <a:pt x="84462" y="10300"/>
                  </a:lnTo>
                  <a:lnTo>
                    <a:pt x="84302" y="10461"/>
                  </a:lnTo>
                  <a:lnTo>
                    <a:pt x="84118" y="10598"/>
                  </a:lnTo>
                  <a:lnTo>
                    <a:pt x="83935" y="10736"/>
                  </a:lnTo>
                  <a:lnTo>
                    <a:pt x="83728" y="10851"/>
                  </a:lnTo>
                  <a:lnTo>
                    <a:pt x="83522" y="10942"/>
                  </a:lnTo>
                  <a:lnTo>
                    <a:pt x="83292" y="11011"/>
                  </a:lnTo>
                  <a:lnTo>
                    <a:pt x="83063" y="11080"/>
                  </a:lnTo>
                  <a:lnTo>
                    <a:pt x="82856" y="11103"/>
                  </a:lnTo>
                  <a:lnTo>
                    <a:pt x="82627" y="11126"/>
                  </a:lnTo>
                  <a:lnTo>
                    <a:pt x="82375" y="11126"/>
                  </a:lnTo>
                  <a:lnTo>
                    <a:pt x="82145" y="11103"/>
                  </a:lnTo>
                  <a:lnTo>
                    <a:pt x="81916" y="11057"/>
                  </a:lnTo>
                  <a:lnTo>
                    <a:pt x="81709" y="10965"/>
                  </a:lnTo>
                  <a:lnTo>
                    <a:pt x="81480" y="10874"/>
                  </a:lnTo>
                  <a:lnTo>
                    <a:pt x="81274" y="10736"/>
                  </a:lnTo>
                  <a:lnTo>
                    <a:pt x="81067" y="10598"/>
                  </a:lnTo>
                  <a:lnTo>
                    <a:pt x="80861" y="10415"/>
                  </a:lnTo>
                  <a:lnTo>
                    <a:pt x="80677" y="10208"/>
                  </a:lnTo>
                  <a:lnTo>
                    <a:pt x="80494" y="9956"/>
                  </a:lnTo>
                  <a:lnTo>
                    <a:pt x="80356" y="9704"/>
                  </a:lnTo>
                  <a:lnTo>
                    <a:pt x="80241" y="9428"/>
                  </a:lnTo>
                  <a:lnTo>
                    <a:pt x="80172" y="9153"/>
                  </a:lnTo>
                  <a:lnTo>
                    <a:pt x="80127" y="8901"/>
                  </a:lnTo>
                  <a:lnTo>
                    <a:pt x="80104" y="8649"/>
                  </a:lnTo>
                  <a:lnTo>
                    <a:pt x="80104" y="8396"/>
                  </a:lnTo>
                  <a:lnTo>
                    <a:pt x="80127" y="8167"/>
                  </a:lnTo>
                  <a:lnTo>
                    <a:pt x="80195" y="7937"/>
                  </a:lnTo>
                  <a:lnTo>
                    <a:pt x="80264" y="7708"/>
                  </a:lnTo>
                  <a:lnTo>
                    <a:pt x="80379" y="7502"/>
                  </a:lnTo>
                  <a:lnTo>
                    <a:pt x="80494" y="7295"/>
                  </a:lnTo>
                  <a:lnTo>
                    <a:pt x="80631" y="7112"/>
                  </a:lnTo>
                  <a:lnTo>
                    <a:pt x="80792" y="6928"/>
                  </a:lnTo>
                  <a:lnTo>
                    <a:pt x="80952" y="6768"/>
                  </a:lnTo>
                  <a:lnTo>
                    <a:pt x="81136" y="6630"/>
                  </a:lnTo>
                  <a:lnTo>
                    <a:pt x="81342" y="6492"/>
                  </a:lnTo>
                  <a:lnTo>
                    <a:pt x="81549" y="6378"/>
                  </a:lnTo>
                  <a:lnTo>
                    <a:pt x="81755" y="6286"/>
                  </a:lnTo>
                  <a:lnTo>
                    <a:pt x="81985" y="6217"/>
                  </a:lnTo>
                  <a:lnTo>
                    <a:pt x="82191" y="6148"/>
                  </a:lnTo>
                  <a:lnTo>
                    <a:pt x="82443" y="6102"/>
                  </a:lnTo>
                  <a:close/>
                  <a:moveTo>
                    <a:pt x="102768" y="8855"/>
                  </a:moveTo>
                  <a:lnTo>
                    <a:pt x="104534" y="11906"/>
                  </a:lnTo>
                  <a:lnTo>
                    <a:pt x="101001" y="11906"/>
                  </a:lnTo>
                  <a:lnTo>
                    <a:pt x="99235" y="8855"/>
                  </a:lnTo>
                  <a:close/>
                  <a:moveTo>
                    <a:pt x="86962" y="1514"/>
                  </a:moveTo>
                  <a:lnTo>
                    <a:pt x="88958" y="5001"/>
                  </a:lnTo>
                  <a:lnTo>
                    <a:pt x="91000" y="8511"/>
                  </a:lnTo>
                  <a:lnTo>
                    <a:pt x="88981" y="12021"/>
                  </a:lnTo>
                  <a:lnTo>
                    <a:pt x="85449" y="12021"/>
                  </a:lnTo>
                  <a:lnTo>
                    <a:pt x="87467" y="8511"/>
                  </a:lnTo>
                  <a:lnTo>
                    <a:pt x="85173" y="4611"/>
                  </a:lnTo>
                  <a:lnTo>
                    <a:pt x="86962" y="1514"/>
                  </a:lnTo>
                  <a:close/>
                  <a:moveTo>
                    <a:pt x="100772" y="1056"/>
                  </a:moveTo>
                  <a:lnTo>
                    <a:pt x="94464" y="12021"/>
                  </a:lnTo>
                  <a:lnTo>
                    <a:pt x="90931" y="12021"/>
                  </a:lnTo>
                  <a:lnTo>
                    <a:pt x="97262" y="1056"/>
                  </a:lnTo>
                  <a:close/>
                  <a:moveTo>
                    <a:pt x="173306" y="7203"/>
                  </a:moveTo>
                  <a:lnTo>
                    <a:pt x="173558" y="7249"/>
                  </a:lnTo>
                  <a:lnTo>
                    <a:pt x="173787" y="7295"/>
                  </a:lnTo>
                  <a:lnTo>
                    <a:pt x="174017" y="7364"/>
                  </a:lnTo>
                  <a:lnTo>
                    <a:pt x="174223" y="7479"/>
                  </a:lnTo>
                  <a:lnTo>
                    <a:pt x="174453" y="7616"/>
                  </a:lnTo>
                  <a:lnTo>
                    <a:pt x="174659" y="7777"/>
                  </a:lnTo>
                  <a:lnTo>
                    <a:pt x="174843" y="7960"/>
                  </a:lnTo>
                  <a:lnTo>
                    <a:pt x="175026" y="8190"/>
                  </a:lnTo>
                  <a:lnTo>
                    <a:pt x="175210" y="8442"/>
                  </a:lnTo>
                  <a:lnTo>
                    <a:pt x="175347" y="8694"/>
                  </a:lnTo>
                  <a:lnTo>
                    <a:pt x="175439" y="8970"/>
                  </a:lnTo>
                  <a:lnTo>
                    <a:pt x="175508" y="9222"/>
                  </a:lnTo>
                  <a:lnTo>
                    <a:pt x="175554" y="9474"/>
                  </a:lnTo>
                  <a:lnTo>
                    <a:pt x="175577" y="9727"/>
                  </a:lnTo>
                  <a:lnTo>
                    <a:pt x="175554" y="9956"/>
                  </a:lnTo>
                  <a:lnTo>
                    <a:pt x="175531" y="10208"/>
                  </a:lnTo>
                  <a:lnTo>
                    <a:pt x="175462" y="10415"/>
                  </a:lnTo>
                  <a:lnTo>
                    <a:pt x="175393" y="10644"/>
                  </a:lnTo>
                  <a:lnTo>
                    <a:pt x="175278" y="10851"/>
                  </a:lnTo>
                  <a:lnTo>
                    <a:pt x="175164" y="11057"/>
                  </a:lnTo>
                  <a:lnTo>
                    <a:pt x="175026" y="11241"/>
                  </a:lnTo>
                  <a:lnTo>
                    <a:pt x="174888" y="11401"/>
                  </a:lnTo>
                  <a:lnTo>
                    <a:pt x="174705" y="11562"/>
                  </a:lnTo>
                  <a:lnTo>
                    <a:pt x="174521" y="11699"/>
                  </a:lnTo>
                  <a:lnTo>
                    <a:pt x="174338" y="11837"/>
                  </a:lnTo>
                  <a:lnTo>
                    <a:pt x="174131" y="11952"/>
                  </a:lnTo>
                  <a:lnTo>
                    <a:pt x="173925" y="12044"/>
                  </a:lnTo>
                  <a:lnTo>
                    <a:pt x="173719" y="12112"/>
                  </a:lnTo>
                  <a:lnTo>
                    <a:pt x="173489" y="12181"/>
                  </a:lnTo>
                  <a:lnTo>
                    <a:pt x="173260" y="12227"/>
                  </a:lnTo>
                  <a:lnTo>
                    <a:pt x="172801" y="12227"/>
                  </a:lnTo>
                  <a:lnTo>
                    <a:pt x="172572" y="12204"/>
                  </a:lnTo>
                  <a:lnTo>
                    <a:pt x="172342" y="12158"/>
                  </a:lnTo>
                  <a:lnTo>
                    <a:pt x="172113" y="12089"/>
                  </a:lnTo>
                  <a:lnTo>
                    <a:pt x="171906" y="11975"/>
                  </a:lnTo>
                  <a:lnTo>
                    <a:pt x="171677" y="11860"/>
                  </a:lnTo>
                  <a:lnTo>
                    <a:pt x="171470" y="11699"/>
                  </a:lnTo>
                  <a:lnTo>
                    <a:pt x="171287" y="11516"/>
                  </a:lnTo>
                  <a:lnTo>
                    <a:pt x="171081" y="11310"/>
                  </a:lnTo>
                  <a:lnTo>
                    <a:pt x="170920" y="11080"/>
                  </a:lnTo>
                  <a:lnTo>
                    <a:pt x="170759" y="10805"/>
                  </a:lnTo>
                  <a:lnTo>
                    <a:pt x="170668" y="10530"/>
                  </a:lnTo>
                  <a:lnTo>
                    <a:pt x="170576" y="10277"/>
                  </a:lnTo>
                  <a:lnTo>
                    <a:pt x="170530" y="10025"/>
                  </a:lnTo>
                  <a:lnTo>
                    <a:pt x="170507" y="9773"/>
                  </a:lnTo>
                  <a:lnTo>
                    <a:pt x="170507" y="9520"/>
                  </a:lnTo>
                  <a:lnTo>
                    <a:pt x="170553" y="9268"/>
                  </a:lnTo>
                  <a:lnTo>
                    <a:pt x="170599" y="9039"/>
                  </a:lnTo>
                  <a:lnTo>
                    <a:pt x="170691" y="8832"/>
                  </a:lnTo>
                  <a:lnTo>
                    <a:pt x="170782" y="8603"/>
                  </a:lnTo>
                  <a:lnTo>
                    <a:pt x="170897" y="8419"/>
                  </a:lnTo>
                  <a:lnTo>
                    <a:pt x="171035" y="8213"/>
                  </a:lnTo>
                  <a:lnTo>
                    <a:pt x="171195" y="8052"/>
                  </a:lnTo>
                  <a:lnTo>
                    <a:pt x="171379" y="7892"/>
                  </a:lnTo>
                  <a:lnTo>
                    <a:pt x="171562" y="7731"/>
                  </a:lnTo>
                  <a:lnTo>
                    <a:pt x="171746" y="7616"/>
                  </a:lnTo>
                  <a:lnTo>
                    <a:pt x="171952" y="7502"/>
                  </a:lnTo>
                  <a:lnTo>
                    <a:pt x="172159" y="7387"/>
                  </a:lnTo>
                  <a:lnTo>
                    <a:pt x="172388" y="7318"/>
                  </a:lnTo>
                  <a:lnTo>
                    <a:pt x="172617" y="7249"/>
                  </a:lnTo>
                  <a:lnTo>
                    <a:pt x="172847" y="7226"/>
                  </a:lnTo>
                  <a:lnTo>
                    <a:pt x="173076" y="7203"/>
                  </a:lnTo>
                  <a:close/>
                  <a:moveTo>
                    <a:pt x="25210" y="7869"/>
                  </a:moveTo>
                  <a:lnTo>
                    <a:pt x="25463" y="7892"/>
                  </a:lnTo>
                  <a:lnTo>
                    <a:pt x="25692" y="7960"/>
                  </a:lnTo>
                  <a:lnTo>
                    <a:pt x="25921" y="8029"/>
                  </a:lnTo>
                  <a:lnTo>
                    <a:pt x="26128" y="8144"/>
                  </a:lnTo>
                  <a:lnTo>
                    <a:pt x="26357" y="8282"/>
                  </a:lnTo>
                  <a:lnTo>
                    <a:pt x="26564" y="8442"/>
                  </a:lnTo>
                  <a:lnTo>
                    <a:pt x="26747" y="8626"/>
                  </a:lnTo>
                  <a:lnTo>
                    <a:pt x="26931" y="8855"/>
                  </a:lnTo>
                  <a:lnTo>
                    <a:pt x="27114" y="9107"/>
                  </a:lnTo>
                  <a:lnTo>
                    <a:pt x="27252" y="9360"/>
                  </a:lnTo>
                  <a:lnTo>
                    <a:pt x="27344" y="9612"/>
                  </a:lnTo>
                  <a:lnTo>
                    <a:pt x="27412" y="9887"/>
                  </a:lnTo>
                  <a:lnTo>
                    <a:pt x="27458" y="10140"/>
                  </a:lnTo>
                  <a:lnTo>
                    <a:pt x="27481" y="10392"/>
                  </a:lnTo>
                  <a:lnTo>
                    <a:pt x="27458" y="10621"/>
                  </a:lnTo>
                  <a:lnTo>
                    <a:pt x="27435" y="10851"/>
                  </a:lnTo>
                  <a:lnTo>
                    <a:pt x="27366" y="11080"/>
                  </a:lnTo>
                  <a:lnTo>
                    <a:pt x="27298" y="11310"/>
                  </a:lnTo>
                  <a:lnTo>
                    <a:pt x="27183" y="11516"/>
                  </a:lnTo>
                  <a:lnTo>
                    <a:pt x="27068" y="11699"/>
                  </a:lnTo>
                  <a:lnTo>
                    <a:pt x="26931" y="11883"/>
                  </a:lnTo>
                  <a:lnTo>
                    <a:pt x="26793" y="12067"/>
                  </a:lnTo>
                  <a:lnTo>
                    <a:pt x="26609" y="12227"/>
                  </a:lnTo>
                  <a:lnTo>
                    <a:pt x="26426" y="12365"/>
                  </a:lnTo>
                  <a:lnTo>
                    <a:pt x="26242" y="12502"/>
                  </a:lnTo>
                  <a:lnTo>
                    <a:pt x="26036" y="12617"/>
                  </a:lnTo>
                  <a:lnTo>
                    <a:pt x="25830" y="12709"/>
                  </a:lnTo>
                  <a:lnTo>
                    <a:pt x="25623" y="12778"/>
                  </a:lnTo>
                  <a:lnTo>
                    <a:pt x="25394" y="12846"/>
                  </a:lnTo>
                  <a:lnTo>
                    <a:pt x="25164" y="12869"/>
                  </a:lnTo>
                  <a:lnTo>
                    <a:pt x="24935" y="12892"/>
                  </a:lnTo>
                  <a:lnTo>
                    <a:pt x="24706" y="12892"/>
                  </a:lnTo>
                  <a:lnTo>
                    <a:pt x="24476" y="12869"/>
                  </a:lnTo>
                  <a:lnTo>
                    <a:pt x="24247" y="12824"/>
                  </a:lnTo>
                  <a:lnTo>
                    <a:pt x="24017" y="12732"/>
                  </a:lnTo>
                  <a:lnTo>
                    <a:pt x="23788" y="12640"/>
                  </a:lnTo>
                  <a:lnTo>
                    <a:pt x="23581" y="12502"/>
                  </a:lnTo>
                  <a:lnTo>
                    <a:pt x="23375" y="12365"/>
                  </a:lnTo>
                  <a:lnTo>
                    <a:pt x="23192" y="12181"/>
                  </a:lnTo>
                  <a:lnTo>
                    <a:pt x="22985" y="11975"/>
                  </a:lnTo>
                  <a:lnTo>
                    <a:pt x="22825" y="11722"/>
                  </a:lnTo>
                  <a:lnTo>
                    <a:pt x="22664" y="11470"/>
                  </a:lnTo>
                  <a:lnTo>
                    <a:pt x="22572" y="11195"/>
                  </a:lnTo>
                  <a:lnTo>
                    <a:pt x="22480" y="10942"/>
                  </a:lnTo>
                  <a:lnTo>
                    <a:pt x="22435" y="10667"/>
                  </a:lnTo>
                  <a:lnTo>
                    <a:pt x="22412" y="10415"/>
                  </a:lnTo>
                  <a:lnTo>
                    <a:pt x="22412" y="10163"/>
                  </a:lnTo>
                  <a:lnTo>
                    <a:pt x="22457" y="9933"/>
                  </a:lnTo>
                  <a:lnTo>
                    <a:pt x="22503" y="9704"/>
                  </a:lnTo>
                  <a:lnTo>
                    <a:pt x="22595" y="9474"/>
                  </a:lnTo>
                  <a:lnTo>
                    <a:pt x="22687" y="9268"/>
                  </a:lnTo>
                  <a:lnTo>
                    <a:pt x="22802" y="9061"/>
                  </a:lnTo>
                  <a:lnTo>
                    <a:pt x="22939" y="8878"/>
                  </a:lnTo>
                  <a:lnTo>
                    <a:pt x="23100" y="8694"/>
                  </a:lnTo>
                  <a:lnTo>
                    <a:pt x="23283" y="8534"/>
                  </a:lnTo>
                  <a:lnTo>
                    <a:pt x="23467" y="8396"/>
                  </a:lnTo>
                  <a:lnTo>
                    <a:pt x="23650" y="8259"/>
                  </a:lnTo>
                  <a:lnTo>
                    <a:pt x="23857" y="8144"/>
                  </a:lnTo>
                  <a:lnTo>
                    <a:pt x="24063" y="8052"/>
                  </a:lnTo>
                  <a:lnTo>
                    <a:pt x="24293" y="7983"/>
                  </a:lnTo>
                  <a:lnTo>
                    <a:pt x="24522" y="7915"/>
                  </a:lnTo>
                  <a:lnTo>
                    <a:pt x="24751" y="7869"/>
                  </a:lnTo>
                  <a:close/>
                  <a:moveTo>
                    <a:pt x="45076" y="10621"/>
                  </a:moveTo>
                  <a:lnTo>
                    <a:pt x="46865" y="13672"/>
                  </a:lnTo>
                  <a:lnTo>
                    <a:pt x="43332" y="13672"/>
                  </a:lnTo>
                  <a:lnTo>
                    <a:pt x="41543" y="10621"/>
                  </a:lnTo>
                  <a:close/>
                  <a:moveTo>
                    <a:pt x="29270" y="3281"/>
                  </a:moveTo>
                  <a:lnTo>
                    <a:pt x="31289" y="6768"/>
                  </a:lnTo>
                  <a:lnTo>
                    <a:pt x="33308" y="10277"/>
                  </a:lnTo>
                  <a:lnTo>
                    <a:pt x="31289" y="13787"/>
                  </a:lnTo>
                  <a:lnTo>
                    <a:pt x="27756" y="13787"/>
                  </a:lnTo>
                  <a:lnTo>
                    <a:pt x="29798" y="10277"/>
                  </a:lnTo>
                  <a:lnTo>
                    <a:pt x="27481" y="6378"/>
                  </a:lnTo>
                  <a:lnTo>
                    <a:pt x="29270" y="3281"/>
                  </a:lnTo>
                  <a:close/>
                  <a:moveTo>
                    <a:pt x="43103" y="2822"/>
                  </a:moveTo>
                  <a:lnTo>
                    <a:pt x="36772" y="13787"/>
                  </a:lnTo>
                  <a:lnTo>
                    <a:pt x="33262" y="13787"/>
                  </a:lnTo>
                  <a:lnTo>
                    <a:pt x="39570" y="2822"/>
                  </a:lnTo>
                  <a:close/>
                  <a:moveTo>
                    <a:pt x="116715" y="9039"/>
                  </a:moveTo>
                  <a:lnTo>
                    <a:pt x="116944" y="9084"/>
                  </a:lnTo>
                  <a:lnTo>
                    <a:pt x="117196" y="9130"/>
                  </a:lnTo>
                  <a:lnTo>
                    <a:pt x="117403" y="9222"/>
                  </a:lnTo>
                  <a:lnTo>
                    <a:pt x="117632" y="9314"/>
                  </a:lnTo>
                  <a:lnTo>
                    <a:pt x="117862" y="9451"/>
                  </a:lnTo>
                  <a:lnTo>
                    <a:pt x="118068" y="9612"/>
                  </a:lnTo>
                  <a:lnTo>
                    <a:pt x="118252" y="9796"/>
                  </a:lnTo>
                  <a:lnTo>
                    <a:pt x="118435" y="10025"/>
                  </a:lnTo>
                  <a:lnTo>
                    <a:pt x="118619" y="10277"/>
                  </a:lnTo>
                  <a:lnTo>
                    <a:pt x="118756" y="10530"/>
                  </a:lnTo>
                  <a:lnTo>
                    <a:pt x="118848" y="10805"/>
                  </a:lnTo>
                  <a:lnTo>
                    <a:pt x="118917" y="11057"/>
                  </a:lnTo>
                  <a:lnTo>
                    <a:pt x="118963" y="11310"/>
                  </a:lnTo>
                  <a:lnTo>
                    <a:pt x="118986" y="11562"/>
                  </a:lnTo>
                  <a:lnTo>
                    <a:pt x="118963" y="11791"/>
                  </a:lnTo>
                  <a:lnTo>
                    <a:pt x="118940" y="12044"/>
                  </a:lnTo>
                  <a:lnTo>
                    <a:pt x="118871" y="12273"/>
                  </a:lnTo>
                  <a:lnTo>
                    <a:pt x="118802" y="12479"/>
                  </a:lnTo>
                  <a:lnTo>
                    <a:pt x="118687" y="12686"/>
                  </a:lnTo>
                  <a:lnTo>
                    <a:pt x="118573" y="12892"/>
                  </a:lnTo>
                  <a:lnTo>
                    <a:pt x="118435" y="13076"/>
                  </a:lnTo>
                  <a:lnTo>
                    <a:pt x="118274" y="13236"/>
                  </a:lnTo>
                  <a:lnTo>
                    <a:pt x="118114" y="13397"/>
                  </a:lnTo>
                  <a:lnTo>
                    <a:pt x="117930" y="13535"/>
                  </a:lnTo>
                  <a:lnTo>
                    <a:pt x="117747" y="13672"/>
                  </a:lnTo>
                  <a:lnTo>
                    <a:pt x="117540" y="13787"/>
                  </a:lnTo>
                  <a:lnTo>
                    <a:pt x="117334" y="13879"/>
                  </a:lnTo>
                  <a:lnTo>
                    <a:pt x="117105" y="13948"/>
                  </a:lnTo>
                  <a:lnTo>
                    <a:pt x="116898" y="14016"/>
                  </a:lnTo>
                  <a:lnTo>
                    <a:pt x="116669" y="14062"/>
                  </a:lnTo>
                  <a:lnTo>
                    <a:pt x="116210" y="14062"/>
                  </a:lnTo>
                  <a:lnTo>
                    <a:pt x="115981" y="14039"/>
                  </a:lnTo>
                  <a:lnTo>
                    <a:pt x="115751" y="13993"/>
                  </a:lnTo>
                  <a:lnTo>
                    <a:pt x="115522" y="13925"/>
                  </a:lnTo>
                  <a:lnTo>
                    <a:pt x="115292" y="13810"/>
                  </a:lnTo>
                  <a:lnTo>
                    <a:pt x="115086" y="13695"/>
                  </a:lnTo>
                  <a:lnTo>
                    <a:pt x="114879" y="13535"/>
                  </a:lnTo>
                  <a:lnTo>
                    <a:pt x="114673" y="13351"/>
                  </a:lnTo>
                  <a:lnTo>
                    <a:pt x="114490" y="13145"/>
                  </a:lnTo>
                  <a:lnTo>
                    <a:pt x="114329" y="12915"/>
                  </a:lnTo>
                  <a:lnTo>
                    <a:pt x="114168" y="12640"/>
                  </a:lnTo>
                  <a:lnTo>
                    <a:pt x="114054" y="12365"/>
                  </a:lnTo>
                  <a:lnTo>
                    <a:pt x="113985" y="12112"/>
                  </a:lnTo>
                  <a:lnTo>
                    <a:pt x="113939" y="11860"/>
                  </a:lnTo>
                  <a:lnTo>
                    <a:pt x="113916" y="11608"/>
                  </a:lnTo>
                  <a:lnTo>
                    <a:pt x="113916" y="11355"/>
                  </a:lnTo>
                  <a:lnTo>
                    <a:pt x="113962" y="11103"/>
                  </a:lnTo>
                  <a:lnTo>
                    <a:pt x="114008" y="10874"/>
                  </a:lnTo>
                  <a:lnTo>
                    <a:pt x="114100" y="10667"/>
                  </a:lnTo>
                  <a:lnTo>
                    <a:pt x="114191" y="10438"/>
                  </a:lnTo>
                  <a:lnTo>
                    <a:pt x="114306" y="10254"/>
                  </a:lnTo>
                  <a:lnTo>
                    <a:pt x="114444" y="10048"/>
                  </a:lnTo>
                  <a:lnTo>
                    <a:pt x="114604" y="9887"/>
                  </a:lnTo>
                  <a:lnTo>
                    <a:pt x="114788" y="9727"/>
                  </a:lnTo>
                  <a:lnTo>
                    <a:pt x="114971" y="9566"/>
                  </a:lnTo>
                  <a:lnTo>
                    <a:pt x="115155" y="9451"/>
                  </a:lnTo>
                  <a:lnTo>
                    <a:pt x="115361" y="9337"/>
                  </a:lnTo>
                  <a:lnTo>
                    <a:pt x="115568" y="9222"/>
                  </a:lnTo>
                  <a:lnTo>
                    <a:pt x="115797" y="9153"/>
                  </a:lnTo>
                  <a:lnTo>
                    <a:pt x="116026" y="9084"/>
                  </a:lnTo>
                  <a:lnTo>
                    <a:pt x="116256" y="9061"/>
                  </a:lnTo>
                  <a:lnTo>
                    <a:pt x="116485" y="9039"/>
                  </a:lnTo>
                  <a:close/>
                  <a:moveTo>
                    <a:pt x="136305" y="11860"/>
                  </a:moveTo>
                  <a:lnTo>
                    <a:pt x="138071" y="14911"/>
                  </a:lnTo>
                  <a:lnTo>
                    <a:pt x="134538" y="14911"/>
                  </a:lnTo>
                  <a:lnTo>
                    <a:pt x="132772" y="11860"/>
                  </a:lnTo>
                  <a:close/>
                  <a:moveTo>
                    <a:pt x="120775" y="4451"/>
                  </a:moveTo>
                  <a:lnTo>
                    <a:pt x="122771" y="7937"/>
                  </a:lnTo>
                  <a:lnTo>
                    <a:pt x="124812" y="11470"/>
                  </a:lnTo>
                  <a:lnTo>
                    <a:pt x="122794" y="14957"/>
                  </a:lnTo>
                  <a:lnTo>
                    <a:pt x="119261" y="14957"/>
                  </a:lnTo>
                  <a:lnTo>
                    <a:pt x="121302" y="11447"/>
                  </a:lnTo>
                  <a:lnTo>
                    <a:pt x="118986" y="7547"/>
                  </a:lnTo>
                  <a:lnTo>
                    <a:pt x="120775" y="4451"/>
                  </a:lnTo>
                  <a:close/>
                  <a:moveTo>
                    <a:pt x="134607" y="4015"/>
                  </a:moveTo>
                  <a:lnTo>
                    <a:pt x="128276" y="14957"/>
                  </a:lnTo>
                  <a:lnTo>
                    <a:pt x="124766" y="14957"/>
                  </a:lnTo>
                  <a:lnTo>
                    <a:pt x="131075" y="4015"/>
                  </a:lnTo>
                  <a:close/>
                  <a:moveTo>
                    <a:pt x="59802" y="10736"/>
                  </a:moveTo>
                  <a:lnTo>
                    <a:pt x="60032" y="10782"/>
                  </a:lnTo>
                  <a:lnTo>
                    <a:pt x="60261" y="10828"/>
                  </a:lnTo>
                  <a:lnTo>
                    <a:pt x="60491" y="10920"/>
                  </a:lnTo>
                  <a:lnTo>
                    <a:pt x="60697" y="11011"/>
                  </a:lnTo>
                  <a:lnTo>
                    <a:pt x="60926" y="11149"/>
                  </a:lnTo>
                  <a:lnTo>
                    <a:pt x="61133" y="11310"/>
                  </a:lnTo>
                  <a:lnTo>
                    <a:pt x="61316" y="11493"/>
                  </a:lnTo>
                  <a:lnTo>
                    <a:pt x="61523" y="11722"/>
                  </a:lnTo>
                  <a:lnTo>
                    <a:pt x="61683" y="11975"/>
                  </a:lnTo>
                  <a:lnTo>
                    <a:pt x="61821" y="12227"/>
                  </a:lnTo>
                  <a:lnTo>
                    <a:pt x="61913" y="12502"/>
                  </a:lnTo>
                  <a:lnTo>
                    <a:pt x="62005" y="12755"/>
                  </a:lnTo>
                  <a:lnTo>
                    <a:pt x="62028" y="13007"/>
                  </a:lnTo>
                  <a:lnTo>
                    <a:pt x="62051" y="13259"/>
                  </a:lnTo>
                  <a:lnTo>
                    <a:pt x="62051" y="13489"/>
                  </a:lnTo>
                  <a:lnTo>
                    <a:pt x="62005" y="13741"/>
                  </a:lnTo>
                  <a:lnTo>
                    <a:pt x="61959" y="13970"/>
                  </a:lnTo>
                  <a:lnTo>
                    <a:pt x="61867" y="14177"/>
                  </a:lnTo>
                  <a:lnTo>
                    <a:pt x="61775" y="14383"/>
                  </a:lnTo>
                  <a:lnTo>
                    <a:pt x="61638" y="14590"/>
                  </a:lnTo>
                  <a:lnTo>
                    <a:pt x="61500" y="14773"/>
                  </a:lnTo>
                  <a:lnTo>
                    <a:pt x="61362" y="14934"/>
                  </a:lnTo>
                  <a:lnTo>
                    <a:pt x="61179" y="15094"/>
                  </a:lnTo>
                  <a:lnTo>
                    <a:pt x="61018" y="15232"/>
                  </a:lnTo>
                  <a:lnTo>
                    <a:pt x="60812" y="15370"/>
                  </a:lnTo>
                  <a:lnTo>
                    <a:pt x="60605" y="15484"/>
                  </a:lnTo>
                  <a:lnTo>
                    <a:pt x="60399" y="15576"/>
                  </a:lnTo>
                  <a:lnTo>
                    <a:pt x="60192" y="15668"/>
                  </a:lnTo>
                  <a:lnTo>
                    <a:pt x="59963" y="15714"/>
                  </a:lnTo>
                  <a:lnTo>
                    <a:pt x="59734" y="15760"/>
                  </a:lnTo>
                  <a:lnTo>
                    <a:pt x="59504" y="15783"/>
                  </a:lnTo>
                  <a:lnTo>
                    <a:pt x="59275" y="15760"/>
                  </a:lnTo>
                  <a:lnTo>
                    <a:pt x="59045" y="15737"/>
                  </a:lnTo>
                  <a:lnTo>
                    <a:pt x="58816" y="15691"/>
                  </a:lnTo>
                  <a:lnTo>
                    <a:pt x="58587" y="15622"/>
                  </a:lnTo>
                  <a:lnTo>
                    <a:pt x="58380" y="15507"/>
                  </a:lnTo>
                  <a:lnTo>
                    <a:pt x="58151" y="15393"/>
                  </a:lnTo>
                  <a:lnTo>
                    <a:pt x="57944" y="15232"/>
                  </a:lnTo>
                  <a:lnTo>
                    <a:pt x="57761" y="15049"/>
                  </a:lnTo>
                  <a:lnTo>
                    <a:pt x="57577" y="14842"/>
                  </a:lnTo>
                  <a:lnTo>
                    <a:pt x="57394" y="14613"/>
                  </a:lnTo>
                  <a:lnTo>
                    <a:pt x="57256" y="14337"/>
                  </a:lnTo>
                  <a:lnTo>
                    <a:pt x="57142" y="14062"/>
                  </a:lnTo>
                  <a:lnTo>
                    <a:pt x="57050" y="13810"/>
                  </a:lnTo>
                  <a:lnTo>
                    <a:pt x="57004" y="13558"/>
                  </a:lnTo>
                  <a:lnTo>
                    <a:pt x="56981" y="13305"/>
                  </a:lnTo>
                  <a:lnTo>
                    <a:pt x="57004" y="13053"/>
                  </a:lnTo>
                  <a:lnTo>
                    <a:pt x="57027" y="12824"/>
                  </a:lnTo>
                  <a:lnTo>
                    <a:pt x="57096" y="12571"/>
                  </a:lnTo>
                  <a:lnTo>
                    <a:pt x="57164" y="12365"/>
                  </a:lnTo>
                  <a:lnTo>
                    <a:pt x="57256" y="12158"/>
                  </a:lnTo>
                  <a:lnTo>
                    <a:pt x="57394" y="11952"/>
                  </a:lnTo>
                  <a:lnTo>
                    <a:pt x="57531" y="11768"/>
                  </a:lnTo>
                  <a:lnTo>
                    <a:pt x="57669" y="11585"/>
                  </a:lnTo>
                  <a:lnTo>
                    <a:pt x="57853" y="11424"/>
                  </a:lnTo>
                  <a:lnTo>
                    <a:pt x="58036" y="11264"/>
                  </a:lnTo>
                  <a:lnTo>
                    <a:pt x="58220" y="11149"/>
                  </a:lnTo>
                  <a:lnTo>
                    <a:pt x="58426" y="11034"/>
                  </a:lnTo>
                  <a:lnTo>
                    <a:pt x="58656" y="10920"/>
                  </a:lnTo>
                  <a:lnTo>
                    <a:pt x="58862" y="10851"/>
                  </a:lnTo>
                  <a:lnTo>
                    <a:pt x="59091" y="10805"/>
                  </a:lnTo>
                  <a:lnTo>
                    <a:pt x="59321" y="10759"/>
                  </a:lnTo>
                  <a:lnTo>
                    <a:pt x="59550" y="10736"/>
                  </a:lnTo>
                  <a:close/>
                  <a:moveTo>
                    <a:pt x="79668" y="13489"/>
                  </a:moveTo>
                  <a:lnTo>
                    <a:pt x="81434" y="16563"/>
                  </a:lnTo>
                  <a:lnTo>
                    <a:pt x="77902" y="16563"/>
                  </a:lnTo>
                  <a:lnTo>
                    <a:pt x="76135" y="13512"/>
                  </a:lnTo>
                  <a:lnTo>
                    <a:pt x="79668" y="13489"/>
                  </a:lnTo>
                  <a:close/>
                  <a:moveTo>
                    <a:pt x="63840" y="6148"/>
                  </a:moveTo>
                  <a:lnTo>
                    <a:pt x="65858" y="9635"/>
                  </a:lnTo>
                  <a:lnTo>
                    <a:pt x="67877" y="13168"/>
                  </a:lnTo>
                  <a:lnTo>
                    <a:pt x="65858" y="16654"/>
                  </a:lnTo>
                  <a:lnTo>
                    <a:pt x="62326" y="16654"/>
                  </a:lnTo>
                  <a:lnTo>
                    <a:pt x="64367" y="13145"/>
                  </a:lnTo>
                  <a:lnTo>
                    <a:pt x="62051" y="9268"/>
                  </a:lnTo>
                  <a:lnTo>
                    <a:pt x="63840" y="6148"/>
                  </a:lnTo>
                  <a:close/>
                  <a:moveTo>
                    <a:pt x="77672" y="5712"/>
                  </a:moveTo>
                  <a:lnTo>
                    <a:pt x="71341" y="16654"/>
                  </a:lnTo>
                  <a:lnTo>
                    <a:pt x="67831" y="16654"/>
                  </a:lnTo>
                  <a:lnTo>
                    <a:pt x="74139" y="5712"/>
                  </a:lnTo>
                  <a:close/>
                  <a:moveTo>
                    <a:pt x="150435" y="12021"/>
                  </a:moveTo>
                  <a:lnTo>
                    <a:pt x="150665" y="12044"/>
                  </a:lnTo>
                  <a:lnTo>
                    <a:pt x="150894" y="12089"/>
                  </a:lnTo>
                  <a:lnTo>
                    <a:pt x="151123" y="12181"/>
                  </a:lnTo>
                  <a:lnTo>
                    <a:pt x="151353" y="12296"/>
                  </a:lnTo>
                  <a:lnTo>
                    <a:pt x="151559" y="12411"/>
                  </a:lnTo>
                  <a:lnTo>
                    <a:pt x="151766" y="12571"/>
                  </a:lnTo>
                  <a:lnTo>
                    <a:pt x="151972" y="12778"/>
                  </a:lnTo>
                  <a:lnTo>
                    <a:pt x="152156" y="12984"/>
                  </a:lnTo>
                  <a:lnTo>
                    <a:pt x="152316" y="13236"/>
                  </a:lnTo>
                  <a:lnTo>
                    <a:pt x="152454" y="13512"/>
                  </a:lnTo>
                  <a:lnTo>
                    <a:pt x="152569" y="13764"/>
                  </a:lnTo>
                  <a:lnTo>
                    <a:pt x="152637" y="14016"/>
                  </a:lnTo>
                  <a:lnTo>
                    <a:pt x="152683" y="14292"/>
                  </a:lnTo>
                  <a:lnTo>
                    <a:pt x="152706" y="14521"/>
                  </a:lnTo>
                  <a:lnTo>
                    <a:pt x="152683" y="14773"/>
                  </a:lnTo>
                  <a:lnTo>
                    <a:pt x="152660" y="15003"/>
                  </a:lnTo>
                  <a:lnTo>
                    <a:pt x="152592" y="15232"/>
                  </a:lnTo>
                  <a:lnTo>
                    <a:pt x="152500" y="15439"/>
                  </a:lnTo>
                  <a:lnTo>
                    <a:pt x="152408" y="15645"/>
                  </a:lnTo>
                  <a:lnTo>
                    <a:pt x="152293" y="15851"/>
                  </a:lnTo>
                  <a:lnTo>
                    <a:pt x="152156" y="16035"/>
                  </a:lnTo>
                  <a:lnTo>
                    <a:pt x="151995" y="16219"/>
                  </a:lnTo>
                  <a:lnTo>
                    <a:pt x="151835" y="16379"/>
                  </a:lnTo>
                  <a:lnTo>
                    <a:pt x="151651" y="16517"/>
                  </a:lnTo>
                  <a:lnTo>
                    <a:pt x="151467" y="16631"/>
                  </a:lnTo>
                  <a:lnTo>
                    <a:pt x="151261" y="16746"/>
                  </a:lnTo>
                  <a:lnTo>
                    <a:pt x="151055" y="16861"/>
                  </a:lnTo>
                  <a:lnTo>
                    <a:pt x="150825" y="16930"/>
                  </a:lnTo>
                  <a:lnTo>
                    <a:pt x="150596" y="16976"/>
                  </a:lnTo>
                  <a:lnTo>
                    <a:pt x="150389" y="17021"/>
                  </a:lnTo>
                  <a:lnTo>
                    <a:pt x="150160" y="17044"/>
                  </a:lnTo>
                  <a:lnTo>
                    <a:pt x="149908" y="17044"/>
                  </a:lnTo>
                  <a:lnTo>
                    <a:pt x="149678" y="17021"/>
                  </a:lnTo>
                  <a:lnTo>
                    <a:pt x="149449" y="16953"/>
                  </a:lnTo>
                  <a:lnTo>
                    <a:pt x="149242" y="16884"/>
                  </a:lnTo>
                  <a:lnTo>
                    <a:pt x="149013" y="16792"/>
                  </a:lnTo>
                  <a:lnTo>
                    <a:pt x="148807" y="16654"/>
                  </a:lnTo>
                  <a:lnTo>
                    <a:pt x="148600" y="16517"/>
                  </a:lnTo>
                  <a:lnTo>
                    <a:pt x="148394" y="16333"/>
                  </a:lnTo>
                  <a:lnTo>
                    <a:pt x="148210" y="16127"/>
                  </a:lnTo>
                  <a:lnTo>
                    <a:pt x="148027" y="15874"/>
                  </a:lnTo>
                  <a:lnTo>
                    <a:pt x="147889" y="15599"/>
                  </a:lnTo>
                  <a:lnTo>
                    <a:pt x="147774" y="15347"/>
                  </a:lnTo>
                  <a:lnTo>
                    <a:pt x="147705" y="15072"/>
                  </a:lnTo>
                  <a:lnTo>
                    <a:pt x="147660" y="14819"/>
                  </a:lnTo>
                  <a:lnTo>
                    <a:pt x="147637" y="14567"/>
                  </a:lnTo>
                  <a:lnTo>
                    <a:pt x="147637" y="14315"/>
                  </a:lnTo>
                  <a:lnTo>
                    <a:pt x="147660" y="14085"/>
                  </a:lnTo>
                  <a:lnTo>
                    <a:pt x="147728" y="13856"/>
                  </a:lnTo>
                  <a:lnTo>
                    <a:pt x="147797" y="13626"/>
                  </a:lnTo>
                  <a:lnTo>
                    <a:pt x="147912" y="13420"/>
                  </a:lnTo>
                  <a:lnTo>
                    <a:pt x="148027" y="13213"/>
                  </a:lnTo>
                  <a:lnTo>
                    <a:pt x="148164" y="13030"/>
                  </a:lnTo>
                  <a:lnTo>
                    <a:pt x="148325" y="12846"/>
                  </a:lnTo>
                  <a:lnTo>
                    <a:pt x="148485" y="12686"/>
                  </a:lnTo>
                  <a:lnTo>
                    <a:pt x="148669" y="12548"/>
                  </a:lnTo>
                  <a:lnTo>
                    <a:pt x="148875" y="12411"/>
                  </a:lnTo>
                  <a:lnTo>
                    <a:pt x="149082" y="12296"/>
                  </a:lnTo>
                  <a:lnTo>
                    <a:pt x="149288" y="12204"/>
                  </a:lnTo>
                  <a:lnTo>
                    <a:pt x="149518" y="12112"/>
                  </a:lnTo>
                  <a:lnTo>
                    <a:pt x="149747" y="12067"/>
                  </a:lnTo>
                  <a:lnTo>
                    <a:pt x="149976" y="12021"/>
                  </a:lnTo>
                  <a:close/>
                  <a:moveTo>
                    <a:pt x="170301" y="14773"/>
                  </a:moveTo>
                  <a:lnTo>
                    <a:pt x="172067" y="17824"/>
                  </a:lnTo>
                  <a:lnTo>
                    <a:pt x="168534" y="17824"/>
                  </a:lnTo>
                  <a:lnTo>
                    <a:pt x="166768" y="14773"/>
                  </a:lnTo>
                  <a:close/>
                  <a:moveTo>
                    <a:pt x="168305" y="6974"/>
                  </a:moveTo>
                  <a:lnTo>
                    <a:pt x="161997" y="17916"/>
                  </a:lnTo>
                  <a:lnTo>
                    <a:pt x="158464" y="17939"/>
                  </a:lnTo>
                  <a:lnTo>
                    <a:pt x="158464" y="17939"/>
                  </a:lnTo>
                  <a:lnTo>
                    <a:pt x="164795" y="6974"/>
                  </a:lnTo>
                  <a:close/>
                  <a:moveTo>
                    <a:pt x="154495" y="7410"/>
                  </a:moveTo>
                  <a:lnTo>
                    <a:pt x="156491" y="10920"/>
                  </a:lnTo>
                  <a:lnTo>
                    <a:pt x="158533" y="14429"/>
                  </a:lnTo>
                  <a:lnTo>
                    <a:pt x="156514" y="17939"/>
                  </a:lnTo>
                  <a:lnTo>
                    <a:pt x="152981" y="17939"/>
                  </a:lnTo>
                  <a:lnTo>
                    <a:pt x="155000" y="14429"/>
                  </a:lnTo>
                  <a:lnTo>
                    <a:pt x="152706" y="10530"/>
                  </a:lnTo>
                  <a:lnTo>
                    <a:pt x="154495" y="7410"/>
                  </a:lnTo>
                  <a:close/>
                  <a:moveTo>
                    <a:pt x="21976" y="15255"/>
                  </a:moveTo>
                  <a:lnTo>
                    <a:pt x="23742" y="18329"/>
                  </a:lnTo>
                  <a:lnTo>
                    <a:pt x="20209" y="18329"/>
                  </a:lnTo>
                  <a:lnTo>
                    <a:pt x="18443" y="15278"/>
                  </a:lnTo>
                  <a:lnTo>
                    <a:pt x="21976" y="15255"/>
                  </a:lnTo>
                  <a:close/>
                  <a:moveTo>
                    <a:pt x="6171" y="7915"/>
                  </a:moveTo>
                  <a:lnTo>
                    <a:pt x="8166" y="11401"/>
                  </a:lnTo>
                  <a:lnTo>
                    <a:pt x="10208" y="14934"/>
                  </a:lnTo>
                  <a:lnTo>
                    <a:pt x="8189" y="18421"/>
                  </a:lnTo>
                  <a:lnTo>
                    <a:pt x="4657" y="18421"/>
                  </a:lnTo>
                  <a:lnTo>
                    <a:pt x="6675" y="14911"/>
                  </a:lnTo>
                  <a:lnTo>
                    <a:pt x="4381" y="11034"/>
                  </a:lnTo>
                  <a:lnTo>
                    <a:pt x="6171" y="7915"/>
                  </a:lnTo>
                  <a:close/>
                  <a:moveTo>
                    <a:pt x="19980" y="7479"/>
                  </a:moveTo>
                  <a:lnTo>
                    <a:pt x="13672" y="18421"/>
                  </a:lnTo>
                  <a:lnTo>
                    <a:pt x="10139" y="18421"/>
                  </a:lnTo>
                  <a:lnTo>
                    <a:pt x="16470" y="7479"/>
                  </a:lnTo>
                  <a:close/>
                  <a:moveTo>
                    <a:pt x="93798" y="13649"/>
                  </a:moveTo>
                  <a:lnTo>
                    <a:pt x="94028" y="13672"/>
                  </a:lnTo>
                  <a:lnTo>
                    <a:pt x="94257" y="13741"/>
                  </a:lnTo>
                  <a:lnTo>
                    <a:pt x="94487" y="13810"/>
                  </a:lnTo>
                  <a:lnTo>
                    <a:pt x="94716" y="13925"/>
                  </a:lnTo>
                  <a:lnTo>
                    <a:pt x="94922" y="14062"/>
                  </a:lnTo>
                  <a:lnTo>
                    <a:pt x="95129" y="14223"/>
                  </a:lnTo>
                  <a:lnTo>
                    <a:pt x="95335" y="14406"/>
                  </a:lnTo>
                  <a:lnTo>
                    <a:pt x="95519" y="14636"/>
                  </a:lnTo>
                  <a:lnTo>
                    <a:pt x="95679" y="14888"/>
                  </a:lnTo>
                  <a:lnTo>
                    <a:pt x="95817" y="15140"/>
                  </a:lnTo>
                  <a:lnTo>
                    <a:pt x="95932" y="15416"/>
                  </a:lnTo>
                  <a:lnTo>
                    <a:pt x="96001" y="15668"/>
                  </a:lnTo>
                  <a:lnTo>
                    <a:pt x="96046" y="15920"/>
                  </a:lnTo>
                  <a:lnTo>
                    <a:pt x="96069" y="16173"/>
                  </a:lnTo>
                  <a:lnTo>
                    <a:pt x="96046" y="16402"/>
                  </a:lnTo>
                  <a:lnTo>
                    <a:pt x="96001" y="16631"/>
                  </a:lnTo>
                  <a:lnTo>
                    <a:pt x="95955" y="16861"/>
                  </a:lnTo>
                  <a:lnTo>
                    <a:pt x="95863" y="17090"/>
                  </a:lnTo>
                  <a:lnTo>
                    <a:pt x="95771" y="17297"/>
                  </a:lnTo>
                  <a:lnTo>
                    <a:pt x="95656" y="17480"/>
                  </a:lnTo>
                  <a:lnTo>
                    <a:pt x="95519" y="17664"/>
                  </a:lnTo>
                  <a:lnTo>
                    <a:pt x="95358" y="17847"/>
                  </a:lnTo>
                  <a:lnTo>
                    <a:pt x="95198" y="18008"/>
                  </a:lnTo>
                  <a:lnTo>
                    <a:pt x="95014" y="18145"/>
                  </a:lnTo>
                  <a:lnTo>
                    <a:pt x="94831" y="18283"/>
                  </a:lnTo>
                  <a:lnTo>
                    <a:pt x="94624" y="18398"/>
                  </a:lnTo>
                  <a:lnTo>
                    <a:pt x="94418" y="18490"/>
                  </a:lnTo>
                  <a:lnTo>
                    <a:pt x="94188" y="18558"/>
                  </a:lnTo>
                  <a:lnTo>
                    <a:pt x="93959" y="18627"/>
                  </a:lnTo>
                  <a:lnTo>
                    <a:pt x="93752" y="18650"/>
                  </a:lnTo>
                  <a:lnTo>
                    <a:pt x="93523" y="18673"/>
                  </a:lnTo>
                  <a:lnTo>
                    <a:pt x="93271" y="18673"/>
                  </a:lnTo>
                  <a:lnTo>
                    <a:pt x="93041" y="18650"/>
                  </a:lnTo>
                  <a:lnTo>
                    <a:pt x="92812" y="18604"/>
                  </a:lnTo>
                  <a:lnTo>
                    <a:pt x="92606" y="18512"/>
                  </a:lnTo>
                  <a:lnTo>
                    <a:pt x="92376" y="18421"/>
                  </a:lnTo>
                  <a:lnTo>
                    <a:pt x="92170" y="18306"/>
                  </a:lnTo>
                  <a:lnTo>
                    <a:pt x="91963" y="18145"/>
                  </a:lnTo>
                  <a:lnTo>
                    <a:pt x="91757" y="17962"/>
                  </a:lnTo>
                  <a:lnTo>
                    <a:pt x="91573" y="17755"/>
                  </a:lnTo>
                  <a:lnTo>
                    <a:pt x="91390" y="17503"/>
                  </a:lnTo>
                  <a:lnTo>
                    <a:pt x="91252" y="17251"/>
                  </a:lnTo>
                  <a:lnTo>
                    <a:pt x="91137" y="16976"/>
                  </a:lnTo>
                  <a:lnTo>
                    <a:pt x="91069" y="16723"/>
                  </a:lnTo>
                  <a:lnTo>
                    <a:pt x="91023" y="16448"/>
                  </a:lnTo>
                  <a:lnTo>
                    <a:pt x="91000" y="16196"/>
                  </a:lnTo>
                  <a:lnTo>
                    <a:pt x="91000" y="15966"/>
                  </a:lnTo>
                  <a:lnTo>
                    <a:pt x="91023" y="15714"/>
                  </a:lnTo>
                  <a:lnTo>
                    <a:pt x="91092" y="15484"/>
                  </a:lnTo>
                  <a:lnTo>
                    <a:pt x="91160" y="15255"/>
                  </a:lnTo>
                  <a:lnTo>
                    <a:pt x="91275" y="15049"/>
                  </a:lnTo>
                  <a:lnTo>
                    <a:pt x="91390" y="14842"/>
                  </a:lnTo>
                  <a:lnTo>
                    <a:pt x="91527" y="14659"/>
                  </a:lnTo>
                  <a:lnTo>
                    <a:pt x="91688" y="14498"/>
                  </a:lnTo>
                  <a:lnTo>
                    <a:pt x="91849" y="14337"/>
                  </a:lnTo>
                  <a:lnTo>
                    <a:pt x="92032" y="14177"/>
                  </a:lnTo>
                  <a:lnTo>
                    <a:pt x="92239" y="14039"/>
                  </a:lnTo>
                  <a:lnTo>
                    <a:pt x="92445" y="13925"/>
                  </a:lnTo>
                  <a:lnTo>
                    <a:pt x="92651" y="13833"/>
                  </a:lnTo>
                  <a:lnTo>
                    <a:pt x="92881" y="13764"/>
                  </a:lnTo>
                  <a:lnTo>
                    <a:pt x="93087" y="13695"/>
                  </a:lnTo>
                  <a:lnTo>
                    <a:pt x="93340" y="13672"/>
                  </a:lnTo>
                  <a:lnTo>
                    <a:pt x="93569" y="13649"/>
                  </a:lnTo>
                  <a:close/>
                  <a:moveTo>
                    <a:pt x="113664" y="16402"/>
                  </a:moveTo>
                  <a:lnTo>
                    <a:pt x="115430" y="19453"/>
                  </a:lnTo>
                  <a:lnTo>
                    <a:pt x="111897" y="19453"/>
                  </a:lnTo>
                  <a:lnTo>
                    <a:pt x="110131" y="16402"/>
                  </a:lnTo>
                  <a:close/>
                  <a:moveTo>
                    <a:pt x="97859" y="9061"/>
                  </a:moveTo>
                  <a:lnTo>
                    <a:pt x="99854" y="12548"/>
                  </a:lnTo>
                  <a:lnTo>
                    <a:pt x="101896" y="16081"/>
                  </a:lnTo>
                  <a:lnTo>
                    <a:pt x="99877" y="19568"/>
                  </a:lnTo>
                  <a:lnTo>
                    <a:pt x="96345" y="19568"/>
                  </a:lnTo>
                  <a:lnTo>
                    <a:pt x="98363" y="16058"/>
                  </a:lnTo>
                  <a:lnTo>
                    <a:pt x="96069" y="12158"/>
                  </a:lnTo>
                  <a:lnTo>
                    <a:pt x="97859" y="9061"/>
                  </a:lnTo>
                  <a:close/>
                  <a:moveTo>
                    <a:pt x="111668" y="8603"/>
                  </a:moveTo>
                  <a:lnTo>
                    <a:pt x="105360" y="19568"/>
                  </a:lnTo>
                  <a:lnTo>
                    <a:pt x="101827" y="19568"/>
                  </a:lnTo>
                  <a:lnTo>
                    <a:pt x="108158" y="8603"/>
                  </a:lnTo>
                  <a:close/>
                  <a:moveTo>
                    <a:pt x="36106" y="15416"/>
                  </a:moveTo>
                  <a:lnTo>
                    <a:pt x="36359" y="15439"/>
                  </a:lnTo>
                  <a:lnTo>
                    <a:pt x="36588" y="15507"/>
                  </a:lnTo>
                  <a:lnTo>
                    <a:pt x="36817" y="15576"/>
                  </a:lnTo>
                  <a:lnTo>
                    <a:pt x="37024" y="15691"/>
                  </a:lnTo>
                  <a:lnTo>
                    <a:pt x="37253" y="15829"/>
                  </a:lnTo>
                  <a:lnTo>
                    <a:pt x="37460" y="15989"/>
                  </a:lnTo>
                  <a:lnTo>
                    <a:pt x="37643" y="16173"/>
                  </a:lnTo>
                  <a:lnTo>
                    <a:pt x="37827" y="16402"/>
                  </a:lnTo>
                  <a:lnTo>
                    <a:pt x="38010" y="16654"/>
                  </a:lnTo>
                  <a:lnTo>
                    <a:pt x="38148" y="16907"/>
                  </a:lnTo>
                  <a:lnTo>
                    <a:pt x="38240" y="17182"/>
                  </a:lnTo>
                  <a:lnTo>
                    <a:pt x="38308" y="17434"/>
                  </a:lnTo>
                  <a:lnTo>
                    <a:pt x="38354" y="17687"/>
                  </a:lnTo>
                  <a:lnTo>
                    <a:pt x="38377" y="17939"/>
                  </a:lnTo>
                  <a:lnTo>
                    <a:pt x="38354" y="18168"/>
                  </a:lnTo>
                  <a:lnTo>
                    <a:pt x="38331" y="18398"/>
                  </a:lnTo>
                  <a:lnTo>
                    <a:pt x="38263" y="18627"/>
                  </a:lnTo>
                  <a:lnTo>
                    <a:pt x="38194" y="18857"/>
                  </a:lnTo>
                  <a:lnTo>
                    <a:pt x="38079" y="19063"/>
                  </a:lnTo>
                  <a:lnTo>
                    <a:pt x="37964" y="19246"/>
                  </a:lnTo>
                  <a:lnTo>
                    <a:pt x="37827" y="19430"/>
                  </a:lnTo>
                  <a:lnTo>
                    <a:pt x="37689" y="19614"/>
                  </a:lnTo>
                  <a:lnTo>
                    <a:pt x="37506" y="19774"/>
                  </a:lnTo>
                  <a:lnTo>
                    <a:pt x="37322" y="19912"/>
                  </a:lnTo>
                  <a:lnTo>
                    <a:pt x="37139" y="20049"/>
                  </a:lnTo>
                  <a:lnTo>
                    <a:pt x="36932" y="20164"/>
                  </a:lnTo>
                  <a:lnTo>
                    <a:pt x="36726" y="20256"/>
                  </a:lnTo>
                  <a:lnTo>
                    <a:pt x="36519" y="20325"/>
                  </a:lnTo>
                  <a:lnTo>
                    <a:pt x="36290" y="20393"/>
                  </a:lnTo>
                  <a:lnTo>
                    <a:pt x="36060" y="20439"/>
                  </a:lnTo>
                  <a:lnTo>
                    <a:pt x="35602" y="20439"/>
                  </a:lnTo>
                  <a:lnTo>
                    <a:pt x="35372" y="20416"/>
                  </a:lnTo>
                  <a:lnTo>
                    <a:pt x="35143" y="20371"/>
                  </a:lnTo>
                  <a:lnTo>
                    <a:pt x="34913" y="20302"/>
                  </a:lnTo>
                  <a:lnTo>
                    <a:pt x="34684" y="20187"/>
                  </a:lnTo>
                  <a:lnTo>
                    <a:pt x="34478" y="20072"/>
                  </a:lnTo>
                  <a:lnTo>
                    <a:pt x="34271" y="19912"/>
                  </a:lnTo>
                  <a:lnTo>
                    <a:pt x="34088" y="19728"/>
                  </a:lnTo>
                  <a:lnTo>
                    <a:pt x="33881" y="19522"/>
                  </a:lnTo>
                  <a:lnTo>
                    <a:pt x="33721" y="19269"/>
                  </a:lnTo>
                  <a:lnTo>
                    <a:pt x="33560" y="19017"/>
                  </a:lnTo>
                  <a:lnTo>
                    <a:pt x="33468" y="18742"/>
                  </a:lnTo>
                  <a:lnTo>
                    <a:pt x="33377" y="18490"/>
                  </a:lnTo>
                  <a:lnTo>
                    <a:pt x="33331" y="18214"/>
                  </a:lnTo>
                  <a:lnTo>
                    <a:pt x="33308" y="17962"/>
                  </a:lnTo>
                  <a:lnTo>
                    <a:pt x="33308" y="17733"/>
                  </a:lnTo>
                  <a:lnTo>
                    <a:pt x="33354" y="17480"/>
                  </a:lnTo>
                  <a:lnTo>
                    <a:pt x="33399" y="17251"/>
                  </a:lnTo>
                  <a:lnTo>
                    <a:pt x="33491" y="17044"/>
                  </a:lnTo>
                  <a:lnTo>
                    <a:pt x="33583" y="16815"/>
                  </a:lnTo>
                  <a:lnTo>
                    <a:pt x="33698" y="16631"/>
                  </a:lnTo>
                  <a:lnTo>
                    <a:pt x="33835" y="16425"/>
                  </a:lnTo>
                  <a:lnTo>
                    <a:pt x="33996" y="16264"/>
                  </a:lnTo>
                  <a:lnTo>
                    <a:pt x="34179" y="16104"/>
                  </a:lnTo>
                  <a:lnTo>
                    <a:pt x="34363" y="15943"/>
                  </a:lnTo>
                  <a:lnTo>
                    <a:pt x="34546" y="15806"/>
                  </a:lnTo>
                  <a:lnTo>
                    <a:pt x="34753" y="15691"/>
                  </a:lnTo>
                  <a:lnTo>
                    <a:pt x="34959" y="15599"/>
                  </a:lnTo>
                  <a:lnTo>
                    <a:pt x="35189" y="15530"/>
                  </a:lnTo>
                  <a:lnTo>
                    <a:pt x="35418" y="15462"/>
                  </a:lnTo>
                  <a:lnTo>
                    <a:pt x="35648" y="15439"/>
                  </a:lnTo>
                  <a:lnTo>
                    <a:pt x="35877" y="15416"/>
                  </a:lnTo>
                  <a:close/>
                  <a:moveTo>
                    <a:pt x="55926" y="18168"/>
                  </a:moveTo>
                  <a:lnTo>
                    <a:pt x="57692" y="21219"/>
                  </a:lnTo>
                  <a:lnTo>
                    <a:pt x="54159" y="21219"/>
                  </a:lnTo>
                  <a:lnTo>
                    <a:pt x="52393" y="18168"/>
                  </a:lnTo>
                  <a:close/>
                  <a:moveTo>
                    <a:pt x="40167" y="10828"/>
                  </a:moveTo>
                  <a:lnTo>
                    <a:pt x="42185" y="14315"/>
                  </a:lnTo>
                  <a:lnTo>
                    <a:pt x="44204" y="17847"/>
                  </a:lnTo>
                  <a:lnTo>
                    <a:pt x="42185" y="21334"/>
                  </a:lnTo>
                  <a:lnTo>
                    <a:pt x="38653" y="21334"/>
                  </a:lnTo>
                  <a:lnTo>
                    <a:pt x="40694" y="17824"/>
                  </a:lnTo>
                  <a:lnTo>
                    <a:pt x="38377" y="13925"/>
                  </a:lnTo>
                  <a:lnTo>
                    <a:pt x="40167" y="10828"/>
                  </a:lnTo>
                  <a:close/>
                  <a:moveTo>
                    <a:pt x="53999" y="10369"/>
                  </a:moveTo>
                  <a:lnTo>
                    <a:pt x="47668" y="21334"/>
                  </a:lnTo>
                  <a:lnTo>
                    <a:pt x="44158" y="21334"/>
                  </a:lnTo>
                  <a:lnTo>
                    <a:pt x="50466" y="10369"/>
                  </a:lnTo>
                  <a:close/>
                  <a:moveTo>
                    <a:pt x="127335" y="16654"/>
                  </a:moveTo>
                  <a:lnTo>
                    <a:pt x="127565" y="16700"/>
                  </a:lnTo>
                  <a:lnTo>
                    <a:pt x="127794" y="16746"/>
                  </a:lnTo>
                  <a:lnTo>
                    <a:pt x="128024" y="16815"/>
                  </a:lnTo>
                  <a:lnTo>
                    <a:pt x="128230" y="16930"/>
                  </a:lnTo>
                  <a:lnTo>
                    <a:pt x="128459" y="17067"/>
                  </a:lnTo>
                  <a:lnTo>
                    <a:pt x="128666" y="17228"/>
                  </a:lnTo>
                  <a:lnTo>
                    <a:pt x="128872" y="17411"/>
                  </a:lnTo>
                  <a:lnTo>
                    <a:pt x="129056" y="17641"/>
                  </a:lnTo>
                  <a:lnTo>
                    <a:pt x="129216" y="17893"/>
                  </a:lnTo>
                  <a:lnTo>
                    <a:pt x="129354" y="18145"/>
                  </a:lnTo>
                  <a:lnTo>
                    <a:pt x="129446" y="18421"/>
                  </a:lnTo>
                  <a:lnTo>
                    <a:pt x="129538" y="18673"/>
                  </a:lnTo>
                  <a:lnTo>
                    <a:pt x="129584" y="18925"/>
                  </a:lnTo>
                  <a:lnTo>
                    <a:pt x="129584" y="19178"/>
                  </a:lnTo>
                  <a:lnTo>
                    <a:pt x="129584" y="19407"/>
                  </a:lnTo>
                  <a:lnTo>
                    <a:pt x="129538" y="19659"/>
                  </a:lnTo>
                  <a:lnTo>
                    <a:pt x="129492" y="19866"/>
                  </a:lnTo>
                  <a:lnTo>
                    <a:pt x="129400" y="20095"/>
                  </a:lnTo>
                  <a:lnTo>
                    <a:pt x="129308" y="20302"/>
                  </a:lnTo>
                  <a:lnTo>
                    <a:pt x="129171" y="20485"/>
                  </a:lnTo>
                  <a:lnTo>
                    <a:pt x="129033" y="20692"/>
                  </a:lnTo>
                  <a:lnTo>
                    <a:pt x="128895" y="20852"/>
                  </a:lnTo>
                  <a:lnTo>
                    <a:pt x="128735" y="21013"/>
                  </a:lnTo>
                  <a:lnTo>
                    <a:pt x="128551" y="21150"/>
                  </a:lnTo>
                  <a:lnTo>
                    <a:pt x="128345" y="21288"/>
                  </a:lnTo>
                  <a:lnTo>
                    <a:pt x="128138" y="21403"/>
                  </a:lnTo>
                  <a:lnTo>
                    <a:pt x="127932" y="21495"/>
                  </a:lnTo>
                  <a:lnTo>
                    <a:pt x="127725" y="21563"/>
                  </a:lnTo>
                  <a:lnTo>
                    <a:pt x="127496" y="21632"/>
                  </a:lnTo>
                  <a:lnTo>
                    <a:pt x="127267" y="21678"/>
                  </a:lnTo>
                  <a:lnTo>
                    <a:pt x="126808" y="21678"/>
                  </a:lnTo>
                  <a:lnTo>
                    <a:pt x="126578" y="21655"/>
                  </a:lnTo>
                  <a:lnTo>
                    <a:pt x="126349" y="21609"/>
                  </a:lnTo>
                  <a:lnTo>
                    <a:pt x="126120" y="21540"/>
                  </a:lnTo>
                  <a:lnTo>
                    <a:pt x="125913" y="21426"/>
                  </a:lnTo>
                  <a:lnTo>
                    <a:pt x="125684" y="21311"/>
                  </a:lnTo>
                  <a:lnTo>
                    <a:pt x="125477" y="21150"/>
                  </a:lnTo>
                  <a:lnTo>
                    <a:pt x="125294" y="20967"/>
                  </a:lnTo>
                  <a:lnTo>
                    <a:pt x="125110" y="20760"/>
                  </a:lnTo>
                  <a:lnTo>
                    <a:pt x="124927" y="20531"/>
                  </a:lnTo>
                  <a:lnTo>
                    <a:pt x="124789" y="20256"/>
                  </a:lnTo>
                  <a:lnTo>
                    <a:pt x="124675" y="19981"/>
                  </a:lnTo>
                  <a:lnTo>
                    <a:pt x="124583" y="19728"/>
                  </a:lnTo>
                  <a:lnTo>
                    <a:pt x="124537" y="19476"/>
                  </a:lnTo>
                  <a:lnTo>
                    <a:pt x="124514" y="19224"/>
                  </a:lnTo>
                  <a:lnTo>
                    <a:pt x="124537" y="18971"/>
                  </a:lnTo>
                  <a:lnTo>
                    <a:pt x="124560" y="18719"/>
                  </a:lnTo>
                  <a:lnTo>
                    <a:pt x="124629" y="18490"/>
                  </a:lnTo>
                  <a:lnTo>
                    <a:pt x="124697" y="18283"/>
                  </a:lnTo>
                  <a:lnTo>
                    <a:pt x="124789" y="18054"/>
                  </a:lnTo>
                  <a:lnTo>
                    <a:pt x="124927" y="17870"/>
                  </a:lnTo>
                  <a:lnTo>
                    <a:pt x="125064" y="17664"/>
                  </a:lnTo>
                  <a:lnTo>
                    <a:pt x="125202" y="17503"/>
                  </a:lnTo>
                  <a:lnTo>
                    <a:pt x="125386" y="17343"/>
                  </a:lnTo>
                  <a:lnTo>
                    <a:pt x="125569" y="17182"/>
                  </a:lnTo>
                  <a:lnTo>
                    <a:pt x="125753" y="17067"/>
                  </a:lnTo>
                  <a:lnTo>
                    <a:pt x="125959" y="16953"/>
                  </a:lnTo>
                  <a:lnTo>
                    <a:pt x="126189" y="16838"/>
                  </a:lnTo>
                  <a:lnTo>
                    <a:pt x="126395" y="16769"/>
                  </a:lnTo>
                  <a:lnTo>
                    <a:pt x="126624" y="16700"/>
                  </a:lnTo>
                  <a:lnTo>
                    <a:pt x="126854" y="16677"/>
                  </a:lnTo>
                  <a:lnTo>
                    <a:pt x="127083" y="16654"/>
                  </a:lnTo>
                  <a:close/>
                  <a:moveTo>
                    <a:pt x="147201" y="19407"/>
                  </a:moveTo>
                  <a:lnTo>
                    <a:pt x="148967" y="22458"/>
                  </a:lnTo>
                  <a:lnTo>
                    <a:pt x="145434" y="22458"/>
                  </a:lnTo>
                  <a:lnTo>
                    <a:pt x="143668" y="19407"/>
                  </a:lnTo>
                  <a:close/>
                  <a:moveTo>
                    <a:pt x="131373" y="12067"/>
                  </a:moveTo>
                  <a:lnTo>
                    <a:pt x="133391" y="15553"/>
                  </a:lnTo>
                  <a:lnTo>
                    <a:pt x="135410" y="19086"/>
                  </a:lnTo>
                  <a:lnTo>
                    <a:pt x="133391" y="22573"/>
                  </a:lnTo>
                  <a:lnTo>
                    <a:pt x="129859" y="22573"/>
                  </a:lnTo>
                  <a:lnTo>
                    <a:pt x="131900" y="19063"/>
                  </a:lnTo>
                  <a:lnTo>
                    <a:pt x="129584" y="15163"/>
                  </a:lnTo>
                  <a:lnTo>
                    <a:pt x="131373" y="12067"/>
                  </a:lnTo>
                  <a:close/>
                  <a:moveTo>
                    <a:pt x="145205" y="11608"/>
                  </a:moveTo>
                  <a:lnTo>
                    <a:pt x="138874" y="22573"/>
                  </a:lnTo>
                  <a:lnTo>
                    <a:pt x="135364" y="22573"/>
                  </a:lnTo>
                  <a:lnTo>
                    <a:pt x="141672" y="11608"/>
                  </a:lnTo>
                  <a:close/>
                  <a:moveTo>
                    <a:pt x="70446" y="18283"/>
                  </a:moveTo>
                  <a:lnTo>
                    <a:pt x="70699" y="18306"/>
                  </a:lnTo>
                  <a:lnTo>
                    <a:pt x="70928" y="18329"/>
                  </a:lnTo>
                  <a:lnTo>
                    <a:pt x="71157" y="18375"/>
                  </a:lnTo>
                  <a:lnTo>
                    <a:pt x="71387" y="18467"/>
                  </a:lnTo>
                  <a:lnTo>
                    <a:pt x="71593" y="18558"/>
                  </a:lnTo>
                  <a:lnTo>
                    <a:pt x="71823" y="18696"/>
                  </a:lnTo>
                  <a:lnTo>
                    <a:pt x="72029" y="18857"/>
                  </a:lnTo>
                  <a:lnTo>
                    <a:pt x="72213" y="19063"/>
                  </a:lnTo>
                  <a:lnTo>
                    <a:pt x="72419" y="19269"/>
                  </a:lnTo>
                  <a:lnTo>
                    <a:pt x="72580" y="19522"/>
                  </a:lnTo>
                  <a:lnTo>
                    <a:pt x="72717" y="19797"/>
                  </a:lnTo>
                  <a:lnTo>
                    <a:pt x="72809" y="20049"/>
                  </a:lnTo>
                  <a:lnTo>
                    <a:pt x="72901" y="20302"/>
                  </a:lnTo>
                  <a:lnTo>
                    <a:pt x="72924" y="20554"/>
                  </a:lnTo>
                  <a:lnTo>
                    <a:pt x="72947" y="20806"/>
                  </a:lnTo>
                  <a:lnTo>
                    <a:pt x="72947" y="21059"/>
                  </a:lnTo>
                  <a:lnTo>
                    <a:pt x="72901" y="21288"/>
                  </a:lnTo>
                  <a:lnTo>
                    <a:pt x="72855" y="21517"/>
                  </a:lnTo>
                  <a:lnTo>
                    <a:pt x="72763" y="21724"/>
                  </a:lnTo>
                  <a:lnTo>
                    <a:pt x="72671" y="21930"/>
                  </a:lnTo>
                  <a:lnTo>
                    <a:pt x="72534" y="22137"/>
                  </a:lnTo>
                  <a:lnTo>
                    <a:pt x="72396" y="22320"/>
                  </a:lnTo>
                  <a:lnTo>
                    <a:pt x="72258" y="22481"/>
                  </a:lnTo>
                  <a:lnTo>
                    <a:pt x="72075" y="22642"/>
                  </a:lnTo>
                  <a:lnTo>
                    <a:pt x="71914" y="22802"/>
                  </a:lnTo>
                  <a:lnTo>
                    <a:pt x="71708" y="22917"/>
                  </a:lnTo>
                  <a:lnTo>
                    <a:pt x="71501" y="23031"/>
                  </a:lnTo>
                  <a:lnTo>
                    <a:pt x="71295" y="23123"/>
                  </a:lnTo>
                  <a:lnTo>
                    <a:pt x="71089" y="23215"/>
                  </a:lnTo>
                  <a:lnTo>
                    <a:pt x="70859" y="23261"/>
                  </a:lnTo>
                  <a:lnTo>
                    <a:pt x="70630" y="23307"/>
                  </a:lnTo>
                  <a:lnTo>
                    <a:pt x="70400" y="23330"/>
                  </a:lnTo>
                  <a:lnTo>
                    <a:pt x="70171" y="23330"/>
                  </a:lnTo>
                  <a:lnTo>
                    <a:pt x="69942" y="23284"/>
                  </a:lnTo>
                  <a:lnTo>
                    <a:pt x="69712" y="23238"/>
                  </a:lnTo>
                  <a:lnTo>
                    <a:pt x="69483" y="23169"/>
                  </a:lnTo>
                  <a:lnTo>
                    <a:pt x="69276" y="23077"/>
                  </a:lnTo>
                  <a:lnTo>
                    <a:pt x="69047" y="22940"/>
                  </a:lnTo>
                  <a:lnTo>
                    <a:pt x="68841" y="22779"/>
                  </a:lnTo>
                  <a:lnTo>
                    <a:pt x="68657" y="22619"/>
                  </a:lnTo>
                  <a:lnTo>
                    <a:pt x="68473" y="22389"/>
                  </a:lnTo>
                  <a:lnTo>
                    <a:pt x="68290" y="22160"/>
                  </a:lnTo>
                  <a:lnTo>
                    <a:pt x="68152" y="21885"/>
                  </a:lnTo>
                  <a:lnTo>
                    <a:pt x="68038" y="21632"/>
                  </a:lnTo>
                  <a:lnTo>
                    <a:pt x="67946" y="21357"/>
                  </a:lnTo>
                  <a:lnTo>
                    <a:pt x="67900" y="21105"/>
                  </a:lnTo>
                  <a:lnTo>
                    <a:pt x="67877" y="20852"/>
                  </a:lnTo>
                  <a:lnTo>
                    <a:pt x="67900" y="20600"/>
                  </a:lnTo>
                  <a:lnTo>
                    <a:pt x="67923" y="20371"/>
                  </a:lnTo>
                  <a:lnTo>
                    <a:pt x="67969" y="20141"/>
                  </a:lnTo>
                  <a:lnTo>
                    <a:pt x="68061" y="19912"/>
                  </a:lnTo>
                  <a:lnTo>
                    <a:pt x="68152" y="19705"/>
                  </a:lnTo>
                  <a:lnTo>
                    <a:pt x="68290" y="19499"/>
                  </a:lnTo>
                  <a:lnTo>
                    <a:pt x="68428" y="19315"/>
                  </a:lnTo>
                  <a:lnTo>
                    <a:pt x="68565" y="19132"/>
                  </a:lnTo>
                  <a:lnTo>
                    <a:pt x="68749" y="18971"/>
                  </a:lnTo>
                  <a:lnTo>
                    <a:pt x="68932" y="18834"/>
                  </a:lnTo>
                  <a:lnTo>
                    <a:pt x="69116" y="18696"/>
                  </a:lnTo>
                  <a:lnTo>
                    <a:pt x="69322" y="18581"/>
                  </a:lnTo>
                  <a:lnTo>
                    <a:pt x="69552" y="18490"/>
                  </a:lnTo>
                  <a:lnTo>
                    <a:pt x="69758" y="18398"/>
                  </a:lnTo>
                  <a:lnTo>
                    <a:pt x="69987" y="18352"/>
                  </a:lnTo>
                  <a:lnTo>
                    <a:pt x="70217" y="18306"/>
                  </a:lnTo>
                  <a:lnTo>
                    <a:pt x="70446" y="18283"/>
                  </a:lnTo>
                  <a:close/>
                  <a:moveTo>
                    <a:pt x="90564" y="21036"/>
                  </a:moveTo>
                  <a:lnTo>
                    <a:pt x="92330" y="24110"/>
                  </a:lnTo>
                  <a:lnTo>
                    <a:pt x="88798" y="24110"/>
                  </a:lnTo>
                  <a:lnTo>
                    <a:pt x="87031" y="21059"/>
                  </a:lnTo>
                  <a:lnTo>
                    <a:pt x="90564" y="21036"/>
                  </a:lnTo>
                  <a:close/>
                  <a:moveTo>
                    <a:pt x="74736" y="13695"/>
                  </a:moveTo>
                  <a:lnTo>
                    <a:pt x="76755" y="17205"/>
                  </a:lnTo>
                  <a:lnTo>
                    <a:pt x="78773" y="20715"/>
                  </a:lnTo>
                  <a:lnTo>
                    <a:pt x="76755" y="24201"/>
                  </a:lnTo>
                  <a:lnTo>
                    <a:pt x="73222" y="24224"/>
                  </a:lnTo>
                  <a:lnTo>
                    <a:pt x="75263" y="20715"/>
                  </a:lnTo>
                  <a:lnTo>
                    <a:pt x="72947" y="16815"/>
                  </a:lnTo>
                  <a:lnTo>
                    <a:pt x="74736" y="13695"/>
                  </a:lnTo>
                  <a:close/>
                  <a:moveTo>
                    <a:pt x="88568" y="13259"/>
                  </a:moveTo>
                  <a:lnTo>
                    <a:pt x="82237" y="24201"/>
                  </a:lnTo>
                  <a:lnTo>
                    <a:pt x="78727" y="24224"/>
                  </a:lnTo>
                  <a:lnTo>
                    <a:pt x="85036" y="13259"/>
                  </a:lnTo>
                  <a:close/>
                  <a:moveTo>
                    <a:pt x="161331" y="19568"/>
                  </a:moveTo>
                  <a:lnTo>
                    <a:pt x="161561" y="19591"/>
                  </a:lnTo>
                  <a:lnTo>
                    <a:pt x="161790" y="19659"/>
                  </a:lnTo>
                  <a:lnTo>
                    <a:pt x="162020" y="19728"/>
                  </a:lnTo>
                  <a:lnTo>
                    <a:pt x="162249" y="19843"/>
                  </a:lnTo>
                  <a:lnTo>
                    <a:pt x="162455" y="19981"/>
                  </a:lnTo>
                  <a:lnTo>
                    <a:pt x="162662" y="20141"/>
                  </a:lnTo>
                  <a:lnTo>
                    <a:pt x="162868" y="20325"/>
                  </a:lnTo>
                  <a:lnTo>
                    <a:pt x="163052" y="20554"/>
                  </a:lnTo>
                  <a:lnTo>
                    <a:pt x="163212" y="20806"/>
                  </a:lnTo>
                  <a:lnTo>
                    <a:pt x="163350" y="21059"/>
                  </a:lnTo>
                  <a:lnTo>
                    <a:pt x="163465" y="21311"/>
                  </a:lnTo>
                  <a:lnTo>
                    <a:pt x="163534" y="21586"/>
                  </a:lnTo>
                  <a:lnTo>
                    <a:pt x="163579" y="21839"/>
                  </a:lnTo>
                  <a:lnTo>
                    <a:pt x="163602" y="22091"/>
                  </a:lnTo>
                  <a:lnTo>
                    <a:pt x="163579" y="22320"/>
                  </a:lnTo>
                  <a:lnTo>
                    <a:pt x="163556" y="22550"/>
                  </a:lnTo>
                  <a:lnTo>
                    <a:pt x="163488" y="22779"/>
                  </a:lnTo>
                  <a:lnTo>
                    <a:pt x="163396" y="23009"/>
                  </a:lnTo>
                  <a:lnTo>
                    <a:pt x="163304" y="23215"/>
                  </a:lnTo>
                  <a:lnTo>
                    <a:pt x="163189" y="23399"/>
                  </a:lnTo>
                  <a:lnTo>
                    <a:pt x="163052" y="23582"/>
                  </a:lnTo>
                  <a:lnTo>
                    <a:pt x="162891" y="23766"/>
                  </a:lnTo>
                  <a:lnTo>
                    <a:pt x="162731" y="23926"/>
                  </a:lnTo>
                  <a:lnTo>
                    <a:pt x="162547" y="24064"/>
                  </a:lnTo>
                  <a:lnTo>
                    <a:pt x="162364" y="24201"/>
                  </a:lnTo>
                  <a:lnTo>
                    <a:pt x="162157" y="24316"/>
                  </a:lnTo>
                  <a:lnTo>
                    <a:pt x="161951" y="24408"/>
                  </a:lnTo>
                  <a:lnTo>
                    <a:pt x="161721" y="24477"/>
                  </a:lnTo>
                  <a:lnTo>
                    <a:pt x="161492" y="24545"/>
                  </a:lnTo>
                  <a:lnTo>
                    <a:pt x="161285" y="24568"/>
                  </a:lnTo>
                  <a:lnTo>
                    <a:pt x="161056" y="24591"/>
                  </a:lnTo>
                  <a:lnTo>
                    <a:pt x="160804" y="24591"/>
                  </a:lnTo>
                  <a:lnTo>
                    <a:pt x="160574" y="24568"/>
                  </a:lnTo>
                  <a:lnTo>
                    <a:pt x="160345" y="24523"/>
                  </a:lnTo>
                  <a:lnTo>
                    <a:pt x="160139" y="24431"/>
                  </a:lnTo>
                  <a:lnTo>
                    <a:pt x="159909" y="24339"/>
                  </a:lnTo>
                  <a:lnTo>
                    <a:pt x="159703" y="24201"/>
                  </a:lnTo>
                  <a:lnTo>
                    <a:pt x="159496" y="24064"/>
                  </a:lnTo>
                  <a:lnTo>
                    <a:pt x="159290" y="23880"/>
                  </a:lnTo>
                  <a:lnTo>
                    <a:pt x="159106" y="23674"/>
                  </a:lnTo>
                  <a:lnTo>
                    <a:pt x="158923" y="23421"/>
                  </a:lnTo>
                  <a:lnTo>
                    <a:pt x="158785" y="23169"/>
                  </a:lnTo>
                  <a:lnTo>
                    <a:pt x="158670" y="22894"/>
                  </a:lnTo>
                  <a:lnTo>
                    <a:pt x="158602" y="22642"/>
                  </a:lnTo>
                  <a:lnTo>
                    <a:pt x="158556" y="22366"/>
                  </a:lnTo>
                  <a:lnTo>
                    <a:pt x="158533" y="22114"/>
                  </a:lnTo>
                  <a:lnTo>
                    <a:pt x="158533" y="21885"/>
                  </a:lnTo>
                  <a:lnTo>
                    <a:pt x="158556" y="21632"/>
                  </a:lnTo>
                  <a:lnTo>
                    <a:pt x="158625" y="21403"/>
                  </a:lnTo>
                  <a:lnTo>
                    <a:pt x="158693" y="21173"/>
                  </a:lnTo>
                  <a:lnTo>
                    <a:pt x="158808" y="20967"/>
                  </a:lnTo>
                  <a:lnTo>
                    <a:pt x="158923" y="20760"/>
                  </a:lnTo>
                  <a:lnTo>
                    <a:pt x="159060" y="20577"/>
                  </a:lnTo>
                  <a:lnTo>
                    <a:pt x="159221" y="20393"/>
                  </a:lnTo>
                  <a:lnTo>
                    <a:pt x="159382" y="20233"/>
                  </a:lnTo>
                  <a:lnTo>
                    <a:pt x="159565" y="20095"/>
                  </a:lnTo>
                  <a:lnTo>
                    <a:pt x="159771" y="19958"/>
                  </a:lnTo>
                  <a:lnTo>
                    <a:pt x="159978" y="19843"/>
                  </a:lnTo>
                  <a:lnTo>
                    <a:pt x="160184" y="19751"/>
                  </a:lnTo>
                  <a:lnTo>
                    <a:pt x="160414" y="19682"/>
                  </a:lnTo>
                  <a:lnTo>
                    <a:pt x="160643" y="19614"/>
                  </a:lnTo>
                  <a:lnTo>
                    <a:pt x="160873" y="19568"/>
                  </a:lnTo>
                  <a:close/>
                  <a:moveTo>
                    <a:pt x="12777" y="20049"/>
                  </a:moveTo>
                  <a:lnTo>
                    <a:pt x="13007" y="20072"/>
                  </a:lnTo>
                  <a:lnTo>
                    <a:pt x="13236" y="20095"/>
                  </a:lnTo>
                  <a:lnTo>
                    <a:pt x="13465" y="20141"/>
                  </a:lnTo>
                  <a:lnTo>
                    <a:pt x="13695" y="20233"/>
                  </a:lnTo>
                  <a:lnTo>
                    <a:pt x="13924" y="20325"/>
                  </a:lnTo>
                  <a:lnTo>
                    <a:pt x="14131" y="20462"/>
                  </a:lnTo>
                  <a:lnTo>
                    <a:pt x="14337" y="20623"/>
                  </a:lnTo>
                  <a:lnTo>
                    <a:pt x="14543" y="20829"/>
                  </a:lnTo>
                  <a:lnTo>
                    <a:pt x="14727" y="21036"/>
                  </a:lnTo>
                  <a:lnTo>
                    <a:pt x="14910" y="21288"/>
                  </a:lnTo>
                  <a:lnTo>
                    <a:pt x="15025" y="21563"/>
                  </a:lnTo>
                  <a:lnTo>
                    <a:pt x="15140" y="21816"/>
                  </a:lnTo>
                  <a:lnTo>
                    <a:pt x="15209" y="22068"/>
                  </a:lnTo>
                  <a:lnTo>
                    <a:pt x="15255" y="22320"/>
                  </a:lnTo>
                  <a:lnTo>
                    <a:pt x="15278" y="22573"/>
                  </a:lnTo>
                  <a:lnTo>
                    <a:pt x="15255" y="22825"/>
                  </a:lnTo>
                  <a:lnTo>
                    <a:pt x="15232" y="23054"/>
                  </a:lnTo>
                  <a:lnTo>
                    <a:pt x="15163" y="23284"/>
                  </a:lnTo>
                  <a:lnTo>
                    <a:pt x="15071" y="23490"/>
                  </a:lnTo>
                  <a:lnTo>
                    <a:pt x="14979" y="23697"/>
                  </a:lnTo>
                  <a:lnTo>
                    <a:pt x="14865" y="23903"/>
                  </a:lnTo>
                  <a:lnTo>
                    <a:pt x="14727" y="24087"/>
                  </a:lnTo>
                  <a:lnTo>
                    <a:pt x="14566" y="24247"/>
                  </a:lnTo>
                  <a:lnTo>
                    <a:pt x="14406" y="24408"/>
                  </a:lnTo>
                  <a:lnTo>
                    <a:pt x="14222" y="24568"/>
                  </a:lnTo>
                  <a:lnTo>
                    <a:pt x="14039" y="24683"/>
                  </a:lnTo>
                  <a:lnTo>
                    <a:pt x="13832" y="24798"/>
                  </a:lnTo>
                  <a:lnTo>
                    <a:pt x="13626" y="24890"/>
                  </a:lnTo>
                  <a:lnTo>
                    <a:pt x="13396" y="24981"/>
                  </a:lnTo>
                  <a:lnTo>
                    <a:pt x="13190" y="25027"/>
                  </a:lnTo>
                  <a:lnTo>
                    <a:pt x="12961" y="25073"/>
                  </a:lnTo>
                  <a:lnTo>
                    <a:pt x="12731" y="25096"/>
                  </a:lnTo>
                  <a:lnTo>
                    <a:pt x="12502" y="25096"/>
                  </a:lnTo>
                  <a:lnTo>
                    <a:pt x="12272" y="25050"/>
                  </a:lnTo>
                  <a:lnTo>
                    <a:pt x="12043" y="25004"/>
                  </a:lnTo>
                  <a:lnTo>
                    <a:pt x="11814" y="24935"/>
                  </a:lnTo>
                  <a:lnTo>
                    <a:pt x="11584" y="24844"/>
                  </a:lnTo>
                  <a:lnTo>
                    <a:pt x="11378" y="24706"/>
                  </a:lnTo>
                  <a:lnTo>
                    <a:pt x="11171" y="24545"/>
                  </a:lnTo>
                  <a:lnTo>
                    <a:pt x="10965" y="24385"/>
                  </a:lnTo>
                  <a:lnTo>
                    <a:pt x="10781" y="24155"/>
                  </a:lnTo>
                  <a:lnTo>
                    <a:pt x="10598" y="23926"/>
                  </a:lnTo>
                  <a:lnTo>
                    <a:pt x="10460" y="23651"/>
                  </a:lnTo>
                  <a:lnTo>
                    <a:pt x="10346" y="23399"/>
                  </a:lnTo>
                  <a:lnTo>
                    <a:pt x="10277" y="23123"/>
                  </a:lnTo>
                  <a:lnTo>
                    <a:pt x="10231" y="22871"/>
                  </a:lnTo>
                  <a:lnTo>
                    <a:pt x="10208" y="22619"/>
                  </a:lnTo>
                  <a:lnTo>
                    <a:pt x="10208" y="22366"/>
                  </a:lnTo>
                  <a:lnTo>
                    <a:pt x="10231" y="22137"/>
                  </a:lnTo>
                  <a:lnTo>
                    <a:pt x="10300" y="21907"/>
                  </a:lnTo>
                  <a:lnTo>
                    <a:pt x="10369" y="21678"/>
                  </a:lnTo>
                  <a:lnTo>
                    <a:pt x="10483" y="21472"/>
                  </a:lnTo>
                  <a:lnTo>
                    <a:pt x="10598" y="21265"/>
                  </a:lnTo>
                  <a:lnTo>
                    <a:pt x="10736" y="21082"/>
                  </a:lnTo>
                  <a:lnTo>
                    <a:pt x="10896" y="20898"/>
                  </a:lnTo>
                  <a:lnTo>
                    <a:pt x="11057" y="20738"/>
                  </a:lnTo>
                  <a:lnTo>
                    <a:pt x="11240" y="20600"/>
                  </a:lnTo>
                  <a:lnTo>
                    <a:pt x="11447" y="20462"/>
                  </a:lnTo>
                  <a:lnTo>
                    <a:pt x="11653" y="20348"/>
                  </a:lnTo>
                  <a:lnTo>
                    <a:pt x="11860" y="20256"/>
                  </a:lnTo>
                  <a:lnTo>
                    <a:pt x="12089" y="20164"/>
                  </a:lnTo>
                  <a:lnTo>
                    <a:pt x="12318" y="20118"/>
                  </a:lnTo>
                  <a:lnTo>
                    <a:pt x="12548" y="20072"/>
                  </a:lnTo>
                  <a:lnTo>
                    <a:pt x="12777" y="20049"/>
                  </a:lnTo>
                  <a:close/>
                  <a:moveTo>
                    <a:pt x="165392" y="14980"/>
                  </a:moveTo>
                  <a:lnTo>
                    <a:pt x="167387" y="18467"/>
                  </a:lnTo>
                  <a:lnTo>
                    <a:pt x="169429" y="21976"/>
                  </a:lnTo>
                  <a:lnTo>
                    <a:pt x="167410" y="25486"/>
                  </a:lnTo>
                  <a:lnTo>
                    <a:pt x="163878" y="25486"/>
                  </a:lnTo>
                  <a:lnTo>
                    <a:pt x="165896" y="21976"/>
                  </a:lnTo>
                  <a:lnTo>
                    <a:pt x="163602" y="18077"/>
                  </a:lnTo>
                  <a:lnTo>
                    <a:pt x="165392" y="14980"/>
                  </a:lnTo>
                  <a:close/>
                  <a:moveTo>
                    <a:pt x="32826" y="22802"/>
                  </a:moveTo>
                  <a:lnTo>
                    <a:pt x="34592" y="25876"/>
                  </a:lnTo>
                  <a:lnTo>
                    <a:pt x="31060" y="25876"/>
                  </a:lnTo>
                  <a:lnTo>
                    <a:pt x="29293" y="22825"/>
                  </a:lnTo>
                  <a:lnTo>
                    <a:pt x="32826" y="22802"/>
                  </a:lnTo>
                  <a:close/>
                  <a:moveTo>
                    <a:pt x="30876" y="15026"/>
                  </a:moveTo>
                  <a:lnTo>
                    <a:pt x="24568" y="25968"/>
                  </a:lnTo>
                  <a:lnTo>
                    <a:pt x="21035" y="25991"/>
                  </a:lnTo>
                  <a:lnTo>
                    <a:pt x="21035" y="25991"/>
                  </a:lnTo>
                  <a:lnTo>
                    <a:pt x="27366" y="15026"/>
                  </a:lnTo>
                  <a:close/>
                  <a:moveTo>
                    <a:pt x="17067" y="15462"/>
                  </a:moveTo>
                  <a:lnTo>
                    <a:pt x="19062" y="18971"/>
                  </a:lnTo>
                  <a:lnTo>
                    <a:pt x="21104" y="22481"/>
                  </a:lnTo>
                  <a:lnTo>
                    <a:pt x="19085" y="25968"/>
                  </a:lnTo>
                  <a:lnTo>
                    <a:pt x="15553" y="25991"/>
                  </a:lnTo>
                  <a:lnTo>
                    <a:pt x="17571" y="22481"/>
                  </a:lnTo>
                  <a:lnTo>
                    <a:pt x="15278" y="18581"/>
                  </a:lnTo>
                  <a:lnTo>
                    <a:pt x="17067" y="15462"/>
                  </a:lnTo>
                  <a:close/>
                  <a:moveTo>
                    <a:pt x="104694" y="21196"/>
                  </a:moveTo>
                  <a:lnTo>
                    <a:pt x="104924" y="21242"/>
                  </a:lnTo>
                  <a:lnTo>
                    <a:pt x="105153" y="21288"/>
                  </a:lnTo>
                  <a:lnTo>
                    <a:pt x="105383" y="21380"/>
                  </a:lnTo>
                  <a:lnTo>
                    <a:pt x="105612" y="21472"/>
                  </a:lnTo>
                  <a:lnTo>
                    <a:pt x="105819" y="21609"/>
                  </a:lnTo>
                  <a:lnTo>
                    <a:pt x="106025" y="21770"/>
                  </a:lnTo>
                  <a:lnTo>
                    <a:pt x="106231" y="21953"/>
                  </a:lnTo>
                  <a:lnTo>
                    <a:pt x="106415" y="22183"/>
                  </a:lnTo>
                  <a:lnTo>
                    <a:pt x="106575" y="22435"/>
                  </a:lnTo>
                  <a:lnTo>
                    <a:pt x="106713" y="22687"/>
                  </a:lnTo>
                  <a:lnTo>
                    <a:pt x="106828" y="22963"/>
                  </a:lnTo>
                  <a:lnTo>
                    <a:pt x="106897" y="23215"/>
                  </a:lnTo>
                  <a:lnTo>
                    <a:pt x="106943" y="23467"/>
                  </a:lnTo>
                  <a:lnTo>
                    <a:pt x="106943" y="23720"/>
                  </a:lnTo>
                  <a:lnTo>
                    <a:pt x="106943" y="23949"/>
                  </a:lnTo>
                  <a:lnTo>
                    <a:pt x="106897" y="24201"/>
                  </a:lnTo>
                  <a:lnTo>
                    <a:pt x="106851" y="24431"/>
                  </a:lnTo>
                  <a:lnTo>
                    <a:pt x="106759" y="24637"/>
                  </a:lnTo>
                  <a:lnTo>
                    <a:pt x="106667" y="24844"/>
                  </a:lnTo>
                  <a:lnTo>
                    <a:pt x="106553" y="25050"/>
                  </a:lnTo>
                  <a:lnTo>
                    <a:pt x="106415" y="25234"/>
                  </a:lnTo>
                  <a:lnTo>
                    <a:pt x="106254" y="25394"/>
                  </a:lnTo>
                  <a:lnTo>
                    <a:pt x="106094" y="25555"/>
                  </a:lnTo>
                  <a:lnTo>
                    <a:pt x="105910" y="25692"/>
                  </a:lnTo>
                  <a:lnTo>
                    <a:pt x="105727" y="25830"/>
                  </a:lnTo>
                  <a:lnTo>
                    <a:pt x="105520" y="25945"/>
                  </a:lnTo>
                  <a:lnTo>
                    <a:pt x="105314" y="26037"/>
                  </a:lnTo>
                  <a:lnTo>
                    <a:pt x="105084" y="26105"/>
                  </a:lnTo>
                  <a:lnTo>
                    <a:pt x="104855" y="26174"/>
                  </a:lnTo>
                  <a:lnTo>
                    <a:pt x="104649" y="26220"/>
                  </a:lnTo>
                  <a:lnTo>
                    <a:pt x="104167" y="26220"/>
                  </a:lnTo>
                  <a:lnTo>
                    <a:pt x="103937" y="26197"/>
                  </a:lnTo>
                  <a:lnTo>
                    <a:pt x="103708" y="26151"/>
                  </a:lnTo>
                  <a:lnTo>
                    <a:pt x="103502" y="26082"/>
                  </a:lnTo>
                  <a:lnTo>
                    <a:pt x="103272" y="25968"/>
                  </a:lnTo>
                  <a:lnTo>
                    <a:pt x="103066" y="25853"/>
                  </a:lnTo>
                  <a:lnTo>
                    <a:pt x="102859" y="25692"/>
                  </a:lnTo>
                  <a:lnTo>
                    <a:pt x="102653" y="25509"/>
                  </a:lnTo>
                  <a:lnTo>
                    <a:pt x="102469" y="25302"/>
                  </a:lnTo>
                  <a:lnTo>
                    <a:pt x="102286" y="25073"/>
                  </a:lnTo>
                  <a:lnTo>
                    <a:pt x="102148" y="24798"/>
                  </a:lnTo>
                  <a:lnTo>
                    <a:pt x="102034" y="24523"/>
                  </a:lnTo>
                  <a:lnTo>
                    <a:pt x="101965" y="24270"/>
                  </a:lnTo>
                  <a:lnTo>
                    <a:pt x="101919" y="24018"/>
                  </a:lnTo>
                  <a:lnTo>
                    <a:pt x="101896" y="23766"/>
                  </a:lnTo>
                  <a:lnTo>
                    <a:pt x="101896" y="23513"/>
                  </a:lnTo>
                  <a:lnTo>
                    <a:pt x="101919" y="23261"/>
                  </a:lnTo>
                  <a:lnTo>
                    <a:pt x="101988" y="23031"/>
                  </a:lnTo>
                  <a:lnTo>
                    <a:pt x="102056" y="22825"/>
                  </a:lnTo>
                  <a:lnTo>
                    <a:pt x="102171" y="22596"/>
                  </a:lnTo>
                  <a:lnTo>
                    <a:pt x="102286" y="22412"/>
                  </a:lnTo>
                  <a:lnTo>
                    <a:pt x="102424" y="22206"/>
                  </a:lnTo>
                  <a:lnTo>
                    <a:pt x="102584" y="22045"/>
                  </a:lnTo>
                  <a:lnTo>
                    <a:pt x="102745" y="21885"/>
                  </a:lnTo>
                  <a:lnTo>
                    <a:pt x="102928" y="21724"/>
                  </a:lnTo>
                  <a:lnTo>
                    <a:pt x="103135" y="21609"/>
                  </a:lnTo>
                  <a:lnTo>
                    <a:pt x="103341" y="21495"/>
                  </a:lnTo>
                  <a:lnTo>
                    <a:pt x="103548" y="21380"/>
                  </a:lnTo>
                  <a:lnTo>
                    <a:pt x="103777" y="21311"/>
                  </a:lnTo>
                  <a:lnTo>
                    <a:pt x="103983" y="21242"/>
                  </a:lnTo>
                  <a:lnTo>
                    <a:pt x="104236" y="21219"/>
                  </a:lnTo>
                  <a:lnTo>
                    <a:pt x="104465" y="21196"/>
                  </a:lnTo>
                  <a:close/>
                  <a:moveTo>
                    <a:pt x="108755" y="16608"/>
                  </a:moveTo>
                  <a:lnTo>
                    <a:pt x="110750" y="20095"/>
                  </a:lnTo>
                  <a:lnTo>
                    <a:pt x="112792" y="23628"/>
                  </a:lnTo>
                  <a:lnTo>
                    <a:pt x="110773" y="27115"/>
                  </a:lnTo>
                  <a:lnTo>
                    <a:pt x="107241" y="27115"/>
                  </a:lnTo>
                  <a:lnTo>
                    <a:pt x="109259" y="23605"/>
                  </a:lnTo>
                  <a:lnTo>
                    <a:pt x="106943" y="19705"/>
                  </a:lnTo>
                  <a:lnTo>
                    <a:pt x="108755" y="16608"/>
                  </a:lnTo>
                  <a:close/>
                  <a:moveTo>
                    <a:pt x="122564" y="16173"/>
                  </a:moveTo>
                  <a:lnTo>
                    <a:pt x="116256" y="27115"/>
                  </a:lnTo>
                  <a:lnTo>
                    <a:pt x="112723" y="27115"/>
                  </a:lnTo>
                  <a:lnTo>
                    <a:pt x="119054" y="16173"/>
                  </a:lnTo>
                  <a:close/>
                  <a:moveTo>
                    <a:pt x="124307" y="24133"/>
                  </a:moveTo>
                  <a:lnTo>
                    <a:pt x="126074" y="27183"/>
                  </a:lnTo>
                  <a:lnTo>
                    <a:pt x="122541" y="27183"/>
                  </a:lnTo>
                  <a:lnTo>
                    <a:pt x="120775" y="24133"/>
                  </a:lnTo>
                  <a:close/>
                  <a:moveTo>
                    <a:pt x="46590" y="23100"/>
                  </a:moveTo>
                  <a:lnTo>
                    <a:pt x="46819" y="23123"/>
                  </a:lnTo>
                  <a:lnTo>
                    <a:pt x="47048" y="23192"/>
                  </a:lnTo>
                  <a:lnTo>
                    <a:pt x="47278" y="23261"/>
                  </a:lnTo>
                  <a:lnTo>
                    <a:pt x="47507" y="23376"/>
                  </a:lnTo>
                  <a:lnTo>
                    <a:pt x="47714" y="23513"/>
                  </a:lnTo>
                  <a:lnTo>
                    <a:pt x="47920" y="23674"/>
                  </a:lnTo>
                  <a:lnTo>
                    <a:pt x="48126" y="23857"/>
                  </a:lnTo>
                  <a:lnTo>
                    <a:pt x="48310" y="24087"/>
                  </a:lnTo>
                  <a:lnTo>
                    <a:pt x="48471" y="24339"/>
                  </a:lnTo>
                  <a:lnTo>
                    <a:pt x="48608" y="24591"/>
                  </a:lnTo>
                  <a:lnTo>
                    <a:pt x="48723" y="24867"/>
                  </a:lnTo>
                  <a:lnTo>
                    <a:pt x="48792" y="25119"/>
                  </a:lnTo>
                  <a:lnTo>
                    <a:pt x="48838" y="25371"/>
                  </a:lnTo>
                  <a:lnTo>
                    <a:pt x="48838" y="25624"/>
                  </a:lnTo>
                  <a:lnTo>
                    <a:pt x="48838" y="25853"/>
                  </a:lnTo>
                  <a:lnTo>
                    <a:pt x="48792" y="26082"/>
                  </a:lnTo>
                  <a:lnTo>
                    <a:pt x="48746" y="26312"/>
                  </a:lnTo>
                  <a:lnTo>
                    <a:pt x="48654" y="26541"/>
                  </a:lnTo>
                  <a:lnTo>
                    <a:pt x="48562" y="26748"/>
                  </a:lnTo>
                  <a:lnTo>
                    <a:pt x="48425" y="26931"/>
                  </a:lnTo>
                  <a:lnTo>
                    <a:pt x="48287" y="27115"/>
                  </a:lnTo>
                  <a:lnTo>
                    <a:pt x="48149" y="27298"/>
                  </a:lnTo>
                  <a:lnTo>
                    <a:pt x="47989" y="27459"/>
                  </a:lnTo>
                  <a:lnTo>
                    <a:pt x="47805" y="27596"/>
                  </a:lnTo>
                  <a:lnTo>
                    <a:pt x="47599" y="27734"/>
                  </a:lnTo>
                  <a:lnTo>
                    <a:pt x="47392" y="27849"/>
                  </a:lnTo>
                  <a:lnTo>
                    <a:pt x="47186" y="27940"/>
                  </a:lnTo>
                  <a:lnTo>
                    <a:pt x="46979" y="28009"/>
                  </a:lnTo>
                  <a:lnTo>
                    <a:pt x="46750" y="28078"/>
                  </a:lnTo>
                  <a:lnTo>
                    <a:pt x="46521" y="28101"/>
                  </a:lnTo>
                  <a:lnTo>
                    <a:pt x="46291" y="28124"/>
                  </a:lnTo>
                  <a:lnTo>
                    <a:pt x="46062" y="28124"/>
                  </a:lnTo>
                  <a:lnTo>
                    <a:pt x="45833" y="28101"/>
                  </a:lnTo>
                  <a:lnTo>
                    <a:pt x="45603" y="28055"/>
                  </a:lnTo>
                  <a:lnTo>
                    <a:pt x="45374" y="27963"/>
                  </a:lnTo>
                  <a:lnTo>
                    <a:pt x="45167" y="27872"/>
                  </a:lnTo>
                  <a:lnTo>
                    <a:pt x="44938" y="27757"/>
                  </a:lnTo>
                  <a:lnTo>
                    <a:pt x="44731" y="27596"/>
                  </a:lnTo>
                  <a:lnTo>
                    <a:pt x="44548" y="27413"/>
                  </a:lnTo>
                  <a:lnTo>
                    <a:pt x="44364" y="27206"/>
                  </a:lnTo>
                  <a:lnTo>
                    <a:pt x="44181" y="26954"/>
                  </a:lnTo>
                  <a:lnTo>
                    <a:pt x="44043" y="26702"/>
                  </a:lnTo>
                  <a:lnTo>
                    <a:pt x="43929" y="26426"/>
                  </a:lnTo>
                  <a:lnTo>
                    <a:pt x="43837" y="26174"/>
                  </a:lnTo>
                  <a:lnTo>
                    <a:pt x="43791" y="25899"/>
                  </a:lnTo>
                  <a:lnTo>
                    <a:pt x="43768" y="25647"/>
                  </a:lnTo>
                  <a:lnTo>
                    <a:pt x="43791" y="25417"/>
                  </a:lnTo>
                  <a:lnTo>
                    <a:pt x="43814" y="25165"/>
                  </a:lnTo>
                  <a:lnTo>
                    <a:pt x="43883" y="24935"/>
                  </a:lnTo>
                  <a:lnTo>
                    <a:pt x="43951" y="24706"/>
                  </a:lnTo>
                  <a:lnTo>
                    <a:pt x="44043" y="24500"/>
                  </a:lnTo>
                  <a:lnTo>
                    <a:pt x="44181" y="24293"/>
                  </a:lnTo>
                  <a:lnTo>
                    <a:pt x="44319" y="24110"/>
                  </a:lnTo>
                  <a:lnTo>
                    <a:pt x="44456" y="23949"/>
                  </a:lnTo>
                  <a:lnTo>
                    <a:pt x="44640" y="23766"/>
                  </a:lnTo>
                  <a:lnTo>
                    <a:pt x="44823" y="23628"/>
                  </a:lnTo>
                  <a:lnTo>
                    <a:pt x="45007" y="23490"/>
                  </a:lnTo>
                  <a:lnTo>
                    <a:pt x="45213" y="23376"/>
                  </a:lnTo>
                  <a:lnTo>
                    <a:pt x="45443" y="23284"/>
                  </a:lnTo>
                  <a:lnTo>
                    <a:pt x="45649" y="23215"/>
                  </a:lnTo>
                  <a:lnTo>
                    <a:pt x="45878" y="23146"/>
                  </a:lnTo>
                  <a:lnTo>
                    <a:pt x="46108" y="23123"/>
                  </a:lnTo>
                  <a:lnTo>
                    <a:pt x="46337" y="23100"/>
                  </a:lnTo>
                  <a:close/>
                  <a:moveTo>
                    <a:pt x="66822" y="25715"/>
                  </a:moveTo>
                  <a:lnTo>
                    <a:pt x="68588" y="28766"/>
                  </a:lnTo>
                  <a:lnTo>
                    <a:pt x="65056" y="28766"/>
                  </a:lnTo>
                  <a:lnTo>
                    <a:pt x="63289" y="25738"/>
                  </a:lnTo>
                  <a:lnTo>
                    <a:pt x="66822" y="25715"/>
                  </a:lnTo>
                  <a:close/>
                  <a:moveTo>
                    <a:pt x="51017" y="18375"/>
                  </a:moveTo>
                  <a:lnTo>
                    <a:pt x="53012" y="21862"/>
                  </a:lnTo>
                  <a:lnTo>
                    <a:pt x="55054" y="25394"/>
                  </a:lnTo>
                  <a:lnTo>
                    <a:pt x="53035" y="28881"/>
                  </a:lnTo>
                  <a:lnTo>
                    <a:pt x="49503" y="28881"/>
                  </a:lnTo>
                  <a:lnTo>
                    <a:pt x="51521" y="25371"/>
                  </a:lnTo>
                  <a:lnTo>
                    <a:pt x="49228" y="21472"/>
                  </a:lnTo>
                  <a:lnTo>
                    <a:pt x="51017" y="18375"/>
                  </a:lnTo>
                  <a:close/>
                  <a:moveTo>
                    <a:pt x="64849" y="17939"/>
                  </a:moveTo>
                  <a:lnTo>
                    <a:pt x="58518" y="28881"/>
                  </a:lnTo>
                  <a:lnTo>
                    <a:pt x="55008" y="28881"/>
                  </a:lnTo>
                  <a:lnTo>
                    <a:pt x="61316" y="17939"/>
                  </a:lnTo>
                  <a:close/>
                  <a:moveTo>
                    <a:pt x="138232" y="24201"/>
                  </a:moveTo>
                  <a:lnTo>
                    <a:pt x="138461" y="24247"/>
                  </a:lnTo>
                  <a:lnTo>
                    <a:pt x="138690" y="24293"/>
                  </a:lnTo>
                  <a:lnTo>
                    <a:pt x="138920" y="24385"/>
                  </a:lnTo>
                  <a:lnTo>
                    <a:pt x="139126" y="24477"/>
                  </a:lnTo>
                  <a:lnTo>
                    <a:pt x="139356" y="24614"/>
                  </a:lnTo>
                  <a:lnTo>
                    <a:pt x="139562" y="24775"/>
                  </a:lnTo>
                  <a:lnTo>
                    <a:pt x="139746" y="24958"/>
                  </a:lnTo>
                  <a:lnTo>
                    <a:pt x="139952" y="25188"/>
                  </a:lnTo>
                  <a:lnTo>
                    <a:pt x="140113" y="25440"/>
                  </a:lnTo>
                  <a:lnTo>
                    <a:pt x="140250" y="25715"/>
                  </a:lnTo>
                  <a:lnTo>
                    <a:pt x="140342" y="25968"/>
                  </a:lnTo>
                  <a:lnTo>
                    <a:pt x="140434" y="26220"/>
                  </a:lnTo>
                  <a:lnTo>
                    <a:pt x="140480" y="26472"/>
                  </a:lnTo>
                  <a:lnTo>
                    <a:pt x="140480" y="26725"/>
                  </a:lnTo>
                  <a:lnTo>
                    <a:pt x="140480" y="26977"/>
                  </a:lnTo>
                  <a:lnTo>
                    <a:pt x="140434" y="27206"/>
                  </a:lnTo>
                  <a:lnTo>
                    <a:pt x="140388" y="27436"/>
                  </a:lnTo>
                  <a:lnTo>
                    <a:pt x="140296" y="27642"/>
                  </a:lnTo>
                  <a:lnTo>
                    <a:pt x="140204" y="27849"/>
                  </a:lnTo>
                  <a:lnTo>
                    <a:pt x="140067" y="28055"/>
                  </a:lnTo>
                  <a:lnTo>
                    <a:pt x="139929" y="28239"/>
                  </a:lnTo>
                  <a:lnTo>
                    <a:pt x="139791" y="28399"/>
                  </a:lnTo>
                  <a:lnTo>
                    <a:pt x="139631" y="28560"/>
                  </a:lnTo>
                  <a:lnTo>
                    <a:pt x="139447" y="28697"/>
                  </a:lnTo>
                  <a:lnTo>
                    <a:pt x="139241" y="28835"/>
                  </a:lnTo>
                  <a:lnTo>
                    <a:pt x="139034" y="28950"/>
                  </a:lnTo>
                  <a:lnTo>
                    <a:pt x="138828" y="29042"/>
                  </a:lnTo>
                  <a:lnTo>
                    <a:pt x="138622" y="29133"/>
                  </a:lnTo>
                  <a:lnTo>
                    <a:pt x="138392" y="29179"/>
                  </a:lnTo>
                  <a:lnTo>
                    <a:pt x="138163" y="29225"/>
                  </a:lnTo>
                  <a:lnTo>
                    <a:pt x="137933" y="29248"/>
                  </a:lnTo>
                  <a:lnTo>
                    <a:pt x="137704" y="29225"/>
                  </a:lnTo>
                  <a:lnTo>
                    <a:pt x="137475" y="29202"/>
                  </a:lnTo>
                  <a:lnTo>
                    <a:pt x="137245" y="29156"/>
                  </a:lnTo>
                  <a:lnTo>
                    <a:pt x="137016" y="29087"/>
                  </a:lnTo>
                  <a:lnTo>
                    <a:pt x="136809" y="28973"/>
                  </a:lnTo>
                  <a:lnTo>
                    <a:pt x="136580" y="28858"/>
                  </a:lnTo>
                  <a:lnTo>
                    <a:pt x="136374" y="28697"/>
                  </a:lnTo>
                  <a:lnTo>
                    <a:pt x="136190" y="28514"/>
                  </a:lnTo>
                  <a:lnTo>
                    <a:pt x="136006" y="28307"/>
                  </a:lnTo>
                  <a:lnTo>
                    <a:pt x="135823" y="28078"/>
                  </a:lnTo>
                  <a:lnTo>
                    <a:pt x="135685" y="27803"/>
                  </a:lnTo>
                  <a:lnTo>
                    <a:pt x="135571" y="27528"/>
                  </a:lnTo>
                  <a:lnTo>
                    <a:pt x="135479" y="27275"/>
                  </a:lnTo>
                  <a:lnTo>
                    <a:pt x="135433" y="27023"/>
                  </a:lnTo>
                  <a:lnTo>
                    <a:pt x="135410" y="26771"/>
                  </a:lnTo>
                  <a:lnTo>
                    <a:pt x="135433" y="26518"/>
                  </a:lnTo>
                  <a:lnTo>
                    <a:pt x="135456" y="26289"/>
                  </a:lnTo>
                  <a:lnTo>
                    <a:pt x="135525" y="26037"/>
                  </a:lnTo>
                  <a:lnTo>
                    <a:pt x="135594" y="25830"/>
                  </a:lnTo>
                  <a:lnTo>
                    <a:pt x="135685" y="25624"/>
                  </a:lnTo>
                  <a:lnTo>
                    <a:pt x="135823" y="25417"/>
                  </a:lnTo>
                  <a:lnTo>
                    <a:pt x="135961" y="25234"/>
                  </a:lnTo>
                  <a:lnTo>
                    <a:pt x="136098" y="25050"/>
                  </a:lnTo>
                  <a:lnTo>
                    <a:pt x="136282" y="24890"/>
                  </a:lnTo>
                  <a:lnTo>
                    <a:pt x="136465" y="24729"/>
                  </a:lnTo>
                  <a:lnTo>
                    <a:pt x="136649" y="24614"/>
                  </a:lnTo>
                  <a:lnTo>
                    <a:pt x="136855" y="24500"/>
                  </a:lnTo>
                  <a:lnTo>
                    <a:pt x="137085" y="24408"/>
                  </a:lnTo>
                  <a:lnTo>
                    <a:pt x="137291" y="24316"/>
                  </a:lnTo>
                  <a:lnTo>
                    <a:pt x="137520" y="24270"/>
                  </a:lnTo>
                  <a:lnTo>
                    <a:pt x="137750" y="24224"/>
                  </a:lnTo>
                  <a:lnTo>
                    <a:pt x="137979" y="24201"/>
                  </a:lnTo>
                  <a:close/>
                  <a:moveTo>
                    <a:pt x="158097" y="26954"/>
                  </a:moveTo>
                  <a:lnTo>
                    <a:pt x="159863" y="30028"/>
                  </a:lnTo>
                  <a:lnTo>
                    <a:pt x="156331" y="30028"/>
                  </a:lnTo>
                  <a:lnTo>
                    <a:pt x="154564" y="26977"/>
                  </a:lnTo>
                  <a:lnTo>
                    <a:pt x="158097" y="26954"/>
                  </a:lnTo>
                  <a:close/>
                  <a:moveTo>
                    <a:pt x="142269" y="19614"/>
                  </a:moveTo>
                  <a:lnTo>
                    <a:pt x="144288" y="23100"/>
                  </a:lnTo>
                  <a:lnTo>
                    <a:pt x="146306" y="26633"/>
                  </a:lnTo>
                  <a:lnTo>
                    <a:pt x="144288" y="30120"/>
                  </a:lnTo>
                  <a:lnTo>
                    <a:pt x="140755" y="30120"/>
                  </a:lnTo>
                  <a:lnTo>
                    <a:pt x="142796" y="26610"/>
                  </a:lnTo>
                  <a:lnTo>
                    <a:pt x="140480" y="22733"/>
                  </a:lnTo>
                  <a:lnTo>
                    <a:pt x="142269" y="19614"/>
                  </a:lnTo>
                  <a:close/>
                  <a:moveTo>
                    <a:pt x="156101" y="19178"/>
                  </a:moveTo>
                  <a:lnTo>
                    <a:pt x="149770" y="30120"/>
                  </a:lnTo>
                  <a:lnTo>
                    <a:pt x="146260" y="30120"/>
                  </a:lnTo>
                  <a:lnTo>
                    <a:pt x="152569" y="19178"/>
                  </a:lnTo>
                  <a:close/>
                  <a:moveTo>
                    <a:pt x="10001" y="27619"/>
                  </a:moveTo>
                  <a:lnTo>
                    <a:pt x="11768" y="30670"/>
                  </a:lnTo>
                  <a:lnTo>
                    <a:pt x="8235" y="30670"/>
                  </a:lnTo>
                  <a:lnTo>
                    <a:pt x="6469" y="27619"/>
                  </a:lnTo>
                  <a:close/>
                  <a:moveTo>
                    <a:pt x="81595" y="25853"/>
                  </a:moveTo>
                  <a:lnTo>
                    <a:pt x="81824" y="25876"/>
                  </a:lnTo>
                  <a:lnTo>
                    <a:pt x="82054" y="25945"/>
                  </a:lnTo>
                  <a:lnTo>
                    <a:pt x="82283" y="26014"/>
                  </a:lnTo>
                  <a:lnTo>
                    <a:pt x="82489" y="26128"/>
                  </a:lnTo>
                  <a:lnTo>
                    <a:pt x="82719" y="26243"/>
                  </a:lnTo>
                  <a:lnTo>
                    <a:pt x="82925" y="26404"/>
                  </a:lnTo>
                  <a:lnTo>
                    <a:pt x="83109" y="26610"/>
                  </a:lnTo>
                  <a:lnTo>
                    <a:pt x="83315" y="26816"/>
                  </a:lnTo>
                  <a:lnTo>
                    <a:pt x="83476" y="27069"/>
                  </a:lnTo>
                  <a:lnTo>
                    <a:pt x="83613" y="27344"/>
                  </a:lnTo>
                  <a:lnTo>
                    <a:pt x="83705" y="27596"/>
                  </a:lnTo>
                  <a:lnTo>
                    <a:pt x="83797" y="27872"/>
                  </a:lnTo>
                  <a:lnTo>
                    <a:pt x="83820" y="28124"/>
                  </a:lnTo>
                  <a:lnTo>
                    <a:pt x="83843" y="28353"/>
                  </a:lnTo>
                  <a:lnTo>
                    <a:pt x="83843" y="28606"/>
                  </a:lnTo>
                  <a:lnTo>
                    <a:pt x="83797" y="28835"/>
                  </a:lnTo>
                  <a:lnTo>
                    <a:pt x="83751" y="29064"/>
                  </a:lnTo>
                  <a:lnTo>
                    <a:pt x="83659" y="29271"/>
                  </a:lnTo>
                  <a:lnTo>
                    <a:pt x="83567" y="29477"/>
                  </a:lnTo>
                  <a:lnTo>
                    <a:pt x="83430" y="29684"/>
                  </a:lnTo>
                  <a:lnTo>
                    <a:pt x="83292" y="29867"/>
                  </a:lnTo>
                  <a:lnTo>
                    <a:pt x="83155" y="30051"/>
                  </a:lnTo>
                  <a:lnTo>
                    <a:pt x="82971" y="30211"/>
                  </a:lnTo>
                  <a:lnTo>
                    <a:pt x="82810" y="30349"/>
                  </a:lnTo>
                  <a:lnTo>
                    <a:pt x="82604" y="30464"/>
                  </a:lnTo>
                  <a:lnTo>
                    <a:pt x="82398" y="30578"/>
                  </a:lnTo>
                  <a:lnTo>
                    <a:pt x="82191" y="30693"/>
                  </a:lnTo>
                  <a:lnTo>
                    <a:pt x="81985" y="30762"/>
                  </a:lnTo>
                  <a:lnTo>
                    <a:pt x="81755" y="30808"/>
                  </a:lnTo>
                  <a:lnTo>
                    <a:pt x="81526" y="30854"/>
                  </a:lnTo>
                  <a:lnTo>
                    <a:pt x="81297" y="30877"/>
                  </a:lnTo>
                  <a:lnTo>
                    <a:pt x="81067" y="30877"/>
                  </a:lnTo>
                  <a:lnTo>
                    <a:pt x="80838" y="30854"/>
                  </a:lnTo>
                  <a:lnTo>
                    <a:pt x="80608" y="30785"/>
                  </a:lnTo>
                  <a:lnTo>
                    <a:pt x="80379" y="30716"/>
                  </a:lnTo>
                  <a:lnTo>
                    <a:pt x="80172" y="30624"/>
                  </a:lnTo>
                  <a:lnTo>
                    <a:pt x="79943" y="30487"/>
                  </a:lnTo>
                  <a:lnTo>
                    <a:pt x="79737" y="30349"/>
                  </a:lnTo>
                  <a:lnTo>
                    <a:pt x="79553" y="30166"/>
                  </a:lnTo>
                  <a:lnTo>
                    <a:pt x="79370" y="29959"/>
                  </a:lnTo>
                  <a:lnTo>
                    <a:pt x="79186" y="29707"/>
                  </a:lnTo>
                  <a:lnTo>
                    <a:pt x="79048" y="29432"/>
                  </a:lnTo>
                  <a:lnTo>
                    <a:pt x="78934" y="29179"/>
                  </a:lnTo>
                  <a:lnTo>
                    <a:pt x="78842" y="28904"/>
                  </a:lnTo>
                  <a:lnTo>
                    <a:pt x="78796" y="28652"/>
                  </a:lnTo>
                  <a:lnTo>
                    <a:pt x="78773" y="28399"/>
                  </a:lnTo>
                  <a:lnTo>
                    <a:pt x="78796" y="28147"/>
                  </a:lnTo>
                  <a:lnTo>
                    <a:pt x="78819" y="27918"/>
                  </a:lnTo>
                  <a:lnTo>
                    <a:pt x="78865" y="27688"/>
                  </a:lnTo>
                  <a:lnTo>
                    <a:pt x="78957" y="27459"/>
                  </a:lnTo>
                  <a:lnTo>
                    <a:pt x="79048" y="27252"/>
                  </a:lnTo>
                  <a:lnTo>
                    <a:pt x="79186" y="27046"/>
                  </a:lnTo>
                  <a:lnTo>
                    <a:pt x="79324" y="26862"/>
                  </a:lnTo>
                  <a:lnTo>
                    <a:pt x="79461" y="26679"/>
                  </a:lnTo>
                  <a:lnTo>
                    <a:pt x="79645" y="26518"/>
                  </a:lnTo>
                  <a:lnTo>
                    <a:pt x="79828" y="26381"/>
                  </a:lnTo>
                  <a:lnTo>
                    <a:pt x="80012" y="26243"/>
                  </a:lnTo>
                  <a:lnTo>
                    <a:pt x="80218" y="26128"/>
                  </a:lnTo>
                  <a:lnTo>
                    <a:pt x="80448" y="26037"/>
                  </a:lnTo>
                  <a:lnTo>
                    <a:pt x="80654" y="25945"/>
                  </a:lnTo>
                  <a:lnTo>
                    <a:pt x="80884" y="25899"/>
                  </a:lnTo>
                  <a:lnTo>
                    <a:pt x="81113" y="25853"/>
                  </a:lnTo>
                  <a:close/>
                  <a:moveTo>
                    <a:pt x="85632" y="21242"/>
                  </a:moveTo>
                  <a:lnTo>
                    <a:pt x="87651" y="24752"/>
                  </a:lnTo>
                  <a:lnTo>
                    <a:pt x="89669" y="28262"/>
                  </a:lnTo>
                  <a:lnTo>
                    <a:pt x="87651" y="31771"/>
                  </a:lnTo>
                  <a:lnTo>
                    <a:pt x="84118" y="31771"/>
                  </a:lnTo>
                  <a:lnTo>
                    <a:pt x="86160" y="28262"/>
                  </a:lnTo>
                  <a:lnTo>
                    <a:pt x="83843" y="24362"/>
                  </a:lnTo>
                  <a:lnTo>
                    <a:pt x="85632" y="21242"/>
                  </a:lnTo>
                  <a:close/>
                  <a:moveTo>
                    <a:pt x="99464" y="20806"/>
                  </a:moveTo>
                  <a:lnTo>
                    <a:pt x="93133" y="31748"/>
                  </a:lnTo>
                  <a:lnTo>
                    <a:pt x="89623" y="31771"/>
                  </a:lnTo>
                  <a:lnTo>
                    <a:pt x="95932" y="20806"/>
                  </a:lnTo>
                  <a:close/>
                  <a:moveTo>
                    <a:pt x="101506" y="28766"/>
                  </a:moveTo>
                  <a:lnTo>
                    <a:pt x="103272" y="31817"/>
                  </a:lnTo>
                  <a:lnTo>
                    <a:pt x="99740" y="31817"/>
                  </a:lnTo>
                  <a:lnTo>
                    <a:pt x="97973" y="28766"/>
                  </a:lnTo>
                  <a:close/>
                  <a:moveTo>
                    <a:pt x="171654" y="26862"/>
                  </a:moveTo>
                  <a:lnTo>
                    <a:pt x="171883" y="26908"/>
                  </a:lnTo>
                  <a:lnTo>
                    <a:pt x="172113" y="26954"/>
                  </a:lnTo>
                  <a:lnTo>
                    <a:pt x="172342" y="27023"/>
                  </a:lnTo>
                  <a:lnTo>
                    <a:pt x="172572" y="27138"/>
                  </a:lnTo>
                  <a:lnTo>
                    <a:pt x="172778" y="27275"/>
                  </a:lnTo>
                  <a:lnTo>
                    <a:pt x="172984" y="27436"/>
                  </a:lnTo>
                  <a:lnTo>
                    <a:pt x="173191" y="27619"/>
                  </a:lnTo>
                  <a:lnTo>
                    <a:pt x="173374" y="27849"/>
                  </a:lnTo>
                  <a:lnTo>
                    <a:pt x="173535" y="28101"/>
                  </a:lnTo>
                  <a:lnTo>
                    <a:pt x="173673" y="28353"/>
                  </a:lnTo>
                  <a:lnTo>
                    <a:pt x="173787" y="28629"/>
                  </a:lnTo>
                  <a:lnTo>
                    <a:pt x="173856" y="28881"/>
                  </a:lnTo>
                  <a:lnTo>
                    <a:pt x="173902" y="29133"/>
                  </a:lnTo>
                  <a:lnTo>
                    <a:pt x="173925" y="29386"/>
                  </a:lnTo>
                  <a:lnTo>
                    <a:pt x="173902" y="29615"/>
                  </a:lnTo>
                  <a:lnTo>
                    <a:pt x="173879" y="29867"/>
                  </a:lnTo>
                  <a:lnTo>
                    <a:pt x="173810" y="30074"/>
                  </a:lnTo>
                  <a:lnTo>
                    <a:pt x="173719" y="30303"/>
                  </a:lnTo>
                  <a:lnTo>
                    <a:pt x="173627" y="30510"/>
                  </a:lnTo>
                  <a:lnTo>
                    <a:pt x="173512" y="30716"/>
                  </a:lnTo>
                  <a:lnTo>
                    <a:pt x="173374" y="30900"/>
                  </a:lnTo>
                  <a:lnTo>
                    <a:pt x="173214" y="31060"/>
                  </a:lnTo>
                  <a:lnTo>
                    <a:pt x="173053" y="31221"/>
                  </a:lnTo>
                  <a:lnTo>
                    <a:pt x="172870" y="31358"/>
                  </a:lnTo>
                  <a:lnTo>
                    <a:pt x="172686" y="31496"/>
                  </a:lnTo>
                  <a:lnTo>
                    <a:pt x="172480" y="31611"/>
                  </a:lnTo>
                  <a:lnTo>
                    <a:pt x="172273" y="31703"/>
                  </a:lnTo>
                  <a:lnTo>
                    <a:pt x="172044" y="31771"/>
                  </a:lnTo>
                  <a:lnTo>
                    <a:pt x="171815" y="31840"/>
                  </a:lnTo>
                  <a:lnTo>
                    <a:pt x="171608" y="31886"/>
                  </a:lnTo>
                  <a:lnTo>
                    <a:pt x="171126" y="31886"/>
                  </a:lnTo>
                  <a:lnTo>
                    <a:pt x="170897" y="31863"/>
                  </a:lnTo>
                  <a:lnTo>
                    <a:pt x="170668" y="31817"/>
                  </a:lnTo>
                  <a:lnTo>
                    <a:pt x="170461" y="31748"/>
                  </a:lnTo>
                  <a:lnTo>
                    <a:pt x="170232" y="31634"/>
                  </a:lnTo>
                  <a:lnTo>
                    <a:pt x="170025" y="31519"/>
                  </a:lnTo>
                  <a:lnTo>
                    <a:pt x="169819" y="31358"/>
                  </a:lnTo>
                  <a:lnTo>
                    <a:pt x="169612" y="31175"/>
                  </a:lnTo>
                  <a:lnTo>
                    <a:pt x="169429" y="30968"/>
                  </a:lnTo>
                  <a:lnTo>
                    <a:pt x="169245" y="30739"/>
                  </a:lnTo>
                  <a:lnTo>
                    <a:pt x="169108" y="30464"/>
                  </a:lnTo>
                  <a:lnTo>
                    <a:pt x="168993" y="30189"/>
                  </a:lnTo>
                  <a:lnTo>
                    <a:pt x="168924" y="29936"/>
                  </a:lnTo>
                  <a:lnTo>
                    <a:pt x="168878" y="29684"/>
                  </a:lnTo>
                  <a:lnTo>
                    <a:pt x="168855" y="29432"/>
                  </a:lnTo>
                  <a:lnTo>
                    <a:pt x="168855" y="29179"/>
                  </a:lnTo>
                  <a:lnTo>
                    <a:pt x="168878" y="28927"/>
                  </a:lnTo>
                  <a:lnTo>
                    <a:pt x="168947" y="28697"/>
                  </a:lnTo>
                  <a:lnTo>
                    <a:pt x="169016" y="28491"/>
                  </a:lnTo>
                  <a:lnTo>
                    <a:pt x="169131" y="28262"/>
                  </a:lnTo>
                  <a:lnTo>
                    <a:pt x="169245" y="28078"/>
                  </a:lnTo>
                  <a:lnTo>
                    <a:pt x="169383" y="27872"/>
                  </a:lnTo>
                  <a:lnTo>
                    <a:pt x="169544" y="27711"/>
                  </a:lnTo>
                  <a:lnTo>
                    <a:pt x="169704" y="27551"/>
                  </a:lnTo>
                  <a:lnTo>
                    <a:pt x="169888" y="27390"/>
                  </a:lnTo>
                  <a:lnTo>
                    <a:pt x="170094" y="27275"/>
                  </a:lnTo>
                  <a:lnTo>
                    <a:pt x="170301" y="27161"/>
                  </a:lnTo>
                  <a:lnTo>
                    <a:pt x="170507" y="27046"/>
                  </a:lnTo>
                  <a:lnTo>
                    <a:pt x="170736" y="26977"/>
                  </a:lnTo>
                  <a:lnTo>
                    <a:pt x="170966" y="26908"/>
                  </a:lnTo>
                  <a:lnTo>
                    <a:pt x="171195" y="26885"/>
                  </a:lnTo>
                  <a:lnTo>
                    <a:pt x="171425" y="26862"/>
                  </a:lnTo>
                  <a:close/>
                  <a:moveTo>
                    <a:pt x="23490" y="27757"/>
                  </a:moveTo>
                  <a:lnTo>
                    <a:pt x="23719" y="27780"/>
                  </a:lnTo>
                  <a:lnTo>
                    <a:pt x="23949" y="27849"/>
                  </a:lnTo>
                  <a:lnTo>
                    <a:pt x="24178" y="27918"/>
                  </a:lnTo>
                  <a:lnTo>
                    <a:pt x="24407" y="28032"/>
                  </a:lnTo>
                  <a:lnTo>
                    <a:pt x="24614" y="28170"/>
                  </a:lnTo>
                  <a:lnTo>
                    <a:pt x="24820" y="28330"/>
                  </a:lnTo>
                  <a:lnTo>
                    <a:pt x="25027" y="28514"/>
                  </a:lnTo>
                  <a:lnTo>
                    <a:pt x="25210" y="28743"/>
                  </a:lnTo>
                  <a:lnTo>
                    <a:pt x="25371" y="28996"/>
                  </a:lnTo>
                  <a:lnTo>
                    <a:pt x="25508" y="29248"/>
                  </a:lnTo>
                  <a:lnTo>
                    <a:pt x="25600" y="29500"/>
                  </a:lnTo>
                  <a:lnTo>
                    <a:pt x="25692" y="29776"/>
                  </a:lnTo>
                  <a:lnTo>
                    <a:pt x="25738" y="30028"/>
                  </a:lnTo>
                  <a:lnTo>
                    <a:pt x="25738" y="30280"/>
                  </a:lnTo>
                  <a:lnTo>
                    <a:pt x="25738" y="30510"/>
                  </a:lnTo>
                  <a:lnTo>
                    <a:pt x="25692" y="30739"/>
                  </a:lnTo>
                  <a:lnTo>
                    <a:pt x="25646" y="30968"/>
                  </a:lnTo>
                  <a:lnTo>
                    <a:pt x="25554" y="31198"/>
                  </a:lnTo>
                  <a:lnTo>
                    <a:pt x="25463" y="31404"/>
                  </a:lnTo>
                  <a:lnTo>
                    <a:pt x="25325" y="31588"/>
                  </a:lnTo>
                  <a:lnTo>
                    <a:pt x="25187" y="31771"/>
                  </a:lnTo>
                  <a:lnTo>
                    <a:pt x="25050" y="31955"/>
                  </a:lnTo>
                  <a:lnTo>
                    <a:pt x="24889" y="32115"/>
                  </a:lnTo>
                  <a:lnTo>
                    <a:pt x="24706" y="32253"/>
                  </a:lnTo>
                  <a:lnTo>
                    <a:pt x="24499" y="32391"/>
                  </a:lnTo>
                  <a:lnTo>
                    <a:pt x="24293" y="32505"/>
                  </a:lnTo>
                  <a:lnTo>
                    <a:pt x="24086" y="32597"/>
                  </a:lnTo>
                  <a:lnTo>
                    <a:pt x="23880" y="32666"/>
                  </a:lnTo>
                  <a:lnTo>
                    <a:pt x="23650" y="32735"/>
                  </a:lnTo>
                  <a:lnTo>
                    <a:pt x="23421" y="32758"/>
                  </a:lnTo>
                  <a:lnTo>
                    <a:pt x="23192" y="32781"/>
                  </a:lnTo>
                  <a:lnTo>
                    <a:pt x="22962" y="32781"/>
                  </a:lnTo>
                  <a:lnTo>
                    <a:pt x="22733" y="32758"/>
                  </a:lnTo>
                  <a:lnTo>
                    <a:pt x="22503" y="32712"/>
                  </a:lnTo>
                  <a:lnTo>
                    <a:pt x="22274" y="32620"/>
                  </a:lnTo>
                  <a:lnTo>
                    <a:pt x="22068" y="32528"/>
                  </a:lnTo>
                  <a:lnTo>
                    <a:pt x="21838" y="32414"/>
                  </a:lnTo>
                  <a:lnTo>
                    <a:pt x="21632" y="32253"/>
                  </a:lnTo>
                  <a:lnTo>
                    <a:pt x="21448" y="32070"/>
                  </a:lnTo>
                  <a:lnTo>
                    <a:pt x="21265" y="31863"/>
                  </a:lnTo>
                  <a:lnTo>
                    <a:pt x="21081" y="31611"/>
                  </a:lnTo>
                  <a:lnTo>
                    <a:pt x="20943" y="31358"/>
                  </a:lnTo>
                  <a:lnTo>
                    <a:pt x="20829" y="31083"/>
                  </a:lnTo>
                  <a:lnTo>
                    <a:pt x="20737" y="30831"/>
                  </a:lnTo>
                  <a:lnTo>
                    <a:pt x="20691" y="30556"/>
                  </a:lnTo>
                  <a:lnTo>
                    <a:pt x="20668" y="30303"/>
                  </a:lnTo>
                  <a:lnTo>
                    <a:pt x="20691" y="30074"/>
                  </a:lnTo>
                  <a:lnTo>
                    <a:pt x="20714" y="29821"/>
                  </a:lnTo>
                  <a:lnTo>
                    <a:pt x="20783" y="29592"/>
                  </a:lnTo>
                  <a:lnTo>
                    <a:pt x="20852" y="29363"/>
                  </a:lnTo>
                  <a:lnTo>
                    <a:pt x="20943" y="29156"/>
                  </a:lnTo>
                  <a:lnTo>
                    <a:pt x="21081" y="28950"/>
                  </a:lnTo>
                  <a:lnTo>
                    <a:pt x="21219" y="28766"/>
                  </a:lnTo>
                  <a:lnTo>
                    <a:pt x="21356" y="28583"/>
                  </a:lnTo>
                  <a:lnTo>
                    <a:pt x="21540" y="28422"/>
                  </a:lnTo>
                  <a:lnTo>
                    <a:pt x="21723" y="28285"/>
                  </a:lnTo>
                  <a:lnTo>
                    <a:pt x="21907" y="28147"/>
                  </a:lnTo>
                  <a:lnTo>
                    <a:pt x="22113" y="28032"/>
                  </a:lnTo>
                  <a:lnTo>
                    <a:pt x="22343" y="27940"/>
                  </a:lnTo>
                  <a:lnTo>
                    <a:pt x="22549" y="27872"/>
                  </a:lnTo>
                  <a:lnTo>
                    <a:pt x="22779" y="27803"/>
                  </a:lnTo>
                  <a:lnTo>
                    <a:pt x="23008" y="27757"/>
                  </a:lnTo>
                  <a:close/>
                  <a:moveTo>
                    <a:pt x="43722" y="30372"/>
                  </a:moveTo>
                  <a:lnTo>
                    <a:pt x="45488" y="33423"/>
                  </a:lnTo>
                  <a:lnTo>
                    <a:pt x="41956" y="33423"/>
                  </a:lnTo>
                  <a:lnTo>
                    <a:pt x="40189" y="30372"/>
                  </a:lnTo>
                  <a:close/>
                  <a:moveTo>
                    <a:pt x="41726" y="22573"/>
                  </a:moveTo>
                  <a:lnTo>
                    <a:pt x="35418" y="33515"/>
                  </a:lnTo>
                  <a:lnTo>
                    <a:pt x="31885" y="33538"/>
                  </a:lnTo>
                  <a:lnTo>
                    <a:pt x="31885" y="33538"/>
                  </a:lnTo>
                  <a:lnTo>
                    <a:pt x="38217" y="22573"/>
                  </a:lnTo>
                  <a:close/>
                  <a:moveTo>
                    <a:pt x="27917" y="23009"/>
                  </a:moveTo>
                  <a:lnTo>
                    <a:pt x="29913" y="26518"/>
                  </a:lnTo>
                  <a:lnTo>
                    <a:pt x="31931" y="30028"/>
                  </a:lnTo>
                  <a:lnTo>
                    <a:pt x="29936" y="33538"/>
                  </a:lnTo>
                  <a:lnTo>
                    <a:pt x="26403" y="33538"/>
                  </a:lnTo>
                  <a:lnTo>
                    <a:pt x="28422" y="30028"/>
                  </a:lnTo>
                  <a:lnTo>
                    <a:pt x="26105" y="26128"/>
                  </a:lnTo>
                  <a:lnTo>
                    <a:pt x="27917" y="23009"/>
                  </a:lnTo>
                  <a:close/>
                  <a:moveTo>
                    <a:pt x="115315" y="28927"/>
                  </a:moveTo>
                  <a:lnTo>
                    <a:pt x="115568" y="28973"/>
                  </a:lnTo>
                  <a:lnTo>
                    <a:pt x="115797" y="29019"/>
                  </a:lnTo>
                  <a:lnTo>
                    <a:pt x="116026" y="29110"/>
                  </a:lnTo>
                  <a:lnTo>
                    <a:pt x="116233" y="29202"/>
                  </a:lnTo>
                  <a:lnTo>
                    <a:pt x="116462" y="29340"/>
                  </a:lnTo>
                  <a:lnTo>
                    <a:pt x="116669" y="29500"/>
                  </a:lnTo>
                  <a:lnTo>
                    <a:pt x="116852" y="29684"/>
                  </a:lnTo>
                  <a:lnTo>
                    <a:pt x="117036" y="29913"/>
                  </a:lnTo>
                  <a:lnTo>
                    <a:pt x="117219" y="30166"/>
                  </a:lnTo>
                  <a:lnTo>
                    <a:pt x="117357" y="30441"/>
                  </a:lnTo>
                  <a:lnTo>
                    <a:pt x="117449" y="30693"/>
                  </a:lnTo>
                  <a:lnTo>
                    <a:pt x="117540" y="30946"/>
                  </a:lnTo>
                  <a:lnTo>
                    <a:pt x="117563" y="31198"/>
                  </a:lnTo>
                  <a:lnTo>
                    <a:pt x="117586" y="31450"/>
                  </a:lnTo>
                  <a:lnTo>
                    <a:pt x="117586" y="31703"/>
                  </a:lnTo>
                  <a:lnTo>
                    <a:pt x="117540" y="31932"/>
                  </a:lnTo>
                  <a:lnTo>
                    <a:pt x="117472" y="32161"/>
                  </a:lnTo>
                  <a:lnTo>
                    <a:pt x="117403" y="32368"/>
                  </a:lnTo>
                  <a:lnTo>
                    <a:pt x="117311" y="32574"/>
                  </a:lnTo>
                  <a:lnTo>
                    <a:pt x="117173" y="32781"/>
                  </a:lnTo>
                  <a:lnTo>
                    <a:pt x="117036" y="32964"/>
                  </a:lnTo>
                  <a:lnTo>
                    <a:pt x="116898" y="33125"/>
                  </a:lnTo>
                  <a:lnTo>
                    <a:pt x="116715" y="33285"/>
                  </a:lnTo>
                  <a:lnTo>
                    <a:pt x="116554" y="33423"/>
                  </a:lnTo>
                  <a:lnTo>
                    <a:pt x="116348" y="33561"/>
                  </a:lnTo>
                  <a:lnTo>
                    <a:pt x="116141" y="33675"/>
                  </a:lnTo>
                  <a:lnTo>
                    <a:pt x="115935" y="33767"/>
                  </a:lnTo>
                  <a:lnTo>
                    <a:pt x="115728" y="33859"/>
                  </a:lnTo>
                  <a:lnTo>
                    <a:pt x="115499" y="33905"/>
                  </a:lnTo>
                  <a:lnTo>
                    <a:pt x="115269" y="33951"/>
                  </a:lnTo>
                  <a:lnTo>
                    <a:pt x="115040" y="33973"/>
                  </a:lnTo>
                  <a:lnTo>
                    <a:pt x="114811" y="33951"/>
                  </a:lnTo>
                  <a:lnTo>
                    <a:pt x="114581" y="33928"/>
                  </a:lnTo>
                  <a:lnTo>
                    <a:pt x="114352" y="33882"/>
                  </a:lnTo>
                  <a:lnTo>
                    <a:pt x="114122" y="33813"/>
                  </a:lnTo>
                  <a:lnTo>
                    <a:pt x="113916" y="33698"/>
                  </a:lnTo>
                  <a:lnTo>
                    <a:pt x="113687" y="33584"/>
                  </a:lnTo>
                  <a:lnTo>
                    <a:pt x="113480" y="33423"/>
                  </a:lnTo>
                  <a:lnTo>
                    <a:pt x="113297" y="33239"/>
                  </a:lnTo>
                  <a:lnTo>
                    <a:pt x="113113" y="33033"/>
                  </a:lnTo>
                  <a:lnTo>
                    <a:pt x="112930" y="32804"/>
                  </a:lnTo>
                  <a:lnTo>
                    <a:pt x="112792" y="32528"/>
                  </a:lnTo>
                  <a:lnTo>
                    <a:pt x="112677" y="32253"/>
                  </a:lnTo>
                  <a:lnTo>
                    <a:pt x="112586" y="32001"/>
                  </a:lnTo>
                  <a:lnTo>
                    <a:pt x="112540" y="31748"/>
                  </a:lnTo>
                  <a:lnTo>
                    <a:pt x="112517" y="31496"/>
                  </a:lnTo>
                  <a:lnTo>
                    <a:pt x="112517" y="31244"/>
                  </a:lnTo>
                  <a:lnTo>
                    <a:pt x="112563" y="31014"/>
                  </a:lnTo>
                  <a:lnTo>
                    <a:pt x="112609" y="30762"/>
                  </a:lnTo>
                  <a:lnTo>
                    <a:pt x="112700" y="30556"/>
                  </a:lnTo>
                  <a:lnTo>
                    <a:pt x="112792" y="30349"/>
                  </a:lnTo>
                  <a:lnTo>
                    <a:pt x="112930" y="30143"/>
                  </a:lnTo>
                  <a:lnTo>
                    <a:pt x="113067" y="29959"/>
                  </a:lnTo>
                  <a:lnTo>
                    <a:pt x="113205" y="29776"/>
                  </a:lnTo>
                  <a:lnTo>
                    <a:pt x="113388" y="29615"/>
                  </a:lnTo>
                  <a:lnTo>
                    <a:pt x="113572" y="29454"/>
                  </a:lnTo>
                  <a:lnTo>
                    <a:pt x="113755" y="29340"/>
                  </a:lnTo>
                  <a:lnTo>
                    <a:pt x="113962" y="29225"/>
                  </a:lnTo>
                  <a:lnTo>
                    <a:pt x="114191" y="29110"/>
                  </a:lnTo>
                  <a:lnTo>
                    <a:pt x="114398" y="29042"/>
                  </a:lnTo>
                  <a:lnTo>
                    <a:pt x="114627" y="28996"/>
                  </a:lnTo>
                  <a:lnTo>
                    <a:pt x="114857" y="28950"/>
                  </a:lnTo>
                  <a:lnTo>
                    <a:pt x="115086" y="28927"/>
                  </a:lnTo>
                  <a:close/>
                  <a:moveTo>
                    <a:pt x="135204" y="31771"/>
                  </a:moveTo>
                  <a:lnTo>
                    <a:pt x="136970" y="34822"/>
                  </a:lnTo>
                  <a:lnTo>
                    <a:pt x="133437" y="34822"/>
                  </a:lnTo>
                  <a:lnTo>
                    <a:pt x="131671" y="31771"/>
                  </a:lnTo>
                  <a:close/>
                  <a:moveTo>
                    <a:pt x="119376" y="24339"/>
                  </a:moveTo>
                  <a:lnTo>
                    <a:pt x="121394" y="27826"/>
                  </a:lnTo>
                  <a:lnTo>
                    <a:pt x="123413" y="31358"/>
                  </a:lnTo>
                  <a:lnTo>
                    <a:pt x="121394" y="34845"/>
                  </a:lnTo>
                  <a:lnTo>
                    <a:pt x="117862" y="34845"/>
                  </a:lnTo>
                  <a:lnTo>
                    <a:pt x="119903" y="31335"/>
                  </a:lnTo>
                  <a:lnTo>
                    <a:pt x="117586" y="27459"/>
                  </a:lnTo>
                  <a:lnTo>
                    <a:pt x="119376" y="24339"/>
                  </a:lnTo>
                  <a:close/>
                  <a:moveTo>
                    <a:pt x="133208" y="23903"/>
                  </a:moveTo>
                  <a:lnTo>
                    <a:pt x="126877" y="34845"/>
                  </a:lnTo>
                  <a:lnTo>
                    <a:pt x="123367" y="34845"/>
                  </a:lnTo>
                  <a:lnTo>
                    <a:pt x="129675" y="23903"/>
                  </a:lnTo>
                  <a:close/>
                  <a:moveTo>
                    <a:pt x="57623" y="30510"/>
                  </a:moveTo>
                  <a:lnTo>
                    <a:pt x="57853" y="30533"/>
                  </a:lnTo>
                  <a:lnTo>
                    <a:pt x="58082" y="30556"/>
                  </a:lnTo>
                  <a:lnTo>
                    <a:pt x="58311" y="30601"/>
                  </a:lnTo>
                  <a:lnTo>
                    <a:pt x="58541" y="30693"/>
                  </a:lnTo>
                  <a:lnTo>
                    <a:pt x="58770" y="30785"/>
                  </a:lnTo>
                  <a:lnTo>
                    <a:pt x="58977" y="30923"/>
                  </a:lnTo>
                  <a:lnTo>
                    <a:pt x="59183" y="31083"/>
                  </a:lnTo>
                  <a:lnTo>
                    <a:pt x="59390" y="31290"/>
                  </a:lnTo>
                  <a:lnTo>
                    <a:pt x="59573" y="31496"/>
                  </a:lnTo>
                  <a:lnTo>
                    <a:pt x="59757" y="31748"/>
                  </a:lnTo>
                  <a:lnTo>
                    <a:pt x="59894" y="32024"/>
                  </a:lnTo>
                  <a:lnTo>
                    <a:pt x="59986" y="32276"/>
                  </a:lnTo>
                  <a:lnTo>
                    <a:pt x="60055" y="32528"/>
                  </a:lnTo>
                  <a:lnTo>
                    <a:pt x="60101" y="32781"/>
                  </a:lnTo>
                  <a:lnTo>
                    <a:pt x="60124" y="33033"/>
                  </a:lnTo>
                  <a:lnTo>
                    <a:pt x="60101" y="33285"/>
                  </a:lnTo>
                  <a:lnTo>
                    <a:pt x="60078" y="33515"/>
                  </a:lnTo>
                  <a:lnTo>
                    <a:pt x="60009" y="33744"/>
                  </a:lnTo>
                  <a:lnTo>
                    <a:pt x="59940" y="33951"/>
                  </a:lnTo>
                  <a:lnTo>
                    <a:pt x="59825" y="34157"/>
                  </a:lnTo>
                  <a:lnTo>
                    <a:pt x="59711" y="34363"/>
                  </a:lnTo>
                  <a:lnTo>
                    <a:pt x="59573" y="34547"/>
                  </a:lnTo>
                  <a:lnTo>
                    <a:pt x="59413" y="34708"/>
                  </a:lnTo>
                  <a:lnTo>
                    <a:pt x="59252" y="34868"/>
                  </a:lnTo>
                  <a:lnTo>
                    <a:pt x="59068" y="35029"/>
                  </a:lnTo>
                  <a:lnTo>
                    <a:pt x="58885" y="35143"/>
                  </a:lnTo>
                  <a:lnTo>
                    <a:pt x="58678" y="35258"/>
                  </a:lnTo>
                  <a:lnTo>
                    <a:pt x="58472" y="35350"/>
                  </a:lnTo>
                  <a:lnTo>
                    <a:pt x="58243" y="35442"/>
                  </a:lnTo>
                  <a:lnTo>
                    <a:pt x="58036" y="35487"/>
                  </a:lnTo>
                  <a:lnTo>
                    <a:pt x="57807" y="35533"/>
                  </a:lnTo>
                  <a:lnTo>
                    <a:pt x="57577" y="35556"/>
                  </a:lnTo>
                  <a:lnTo>
                    <a:pt x="57348" y="35556"/>
                  </a:lnTo>
                  <a:lnTo>
                    <a:pt x="57119" y="35510"/>
                  </a:lnTo>
                  <a:lnTo>
                    <a:pt x="56889" y="35465"/>
                  </a:lnTo>
                  <a:lnTo>
                    <a:pt x="56660" y="35396"/>
                  </a:lnTo>
                  <a:lnTo>
                    <a:pt x="56430" y="35304"/>
                  </a:lnTo>
                  <a:lnTo>
                    <a:pt x="56224" y="35166"/>
                  </a:lnTo>
                  <a:lnTo>
                    <a:pt x="56018" y="35006"/>
                  </a:lnTo>
                  <a:lnTo>
                    <a:pt x="55811" y="34822"/>
                  </a:lnTo>
                  <a:lnTo>
                    <a:pt x="55628" y="34616"/>
                  </a:lnTo>
                  <a:lnTo>
                    <a:pt x="55467" y="34386"/>
                  </a:lnTo>
                  <a:lnTo>
                    <a:pt x="55306" y="34111"/>
                  </a:lnTo>
                  <a:lnTo>
                    <a:pt x="55192" y="33859"/>
                  </a:lnTo>
                  <a:lnTo>
                    <a:pt x="55123" y="33584"/>
                  </a:lnTo>
                  <a:lnTo>
                    <a:pt x="55077" y="33331"/>
                  </a:lnTo>
                  <a:lnTo>
                    <a:pt x="55054" y="33079"/>
                  </a:lnTo>
                  <a:lnTo>
                    <a:pt x="55054" y="32827"/>
                  </a:lnTo>
                  <a:lnTo>
                    <a:pt x="55100" y="32597"/>
                  </a:lnTo>
                  <a:lnTo>
                    <a:pt x="55146" y="32368"/>
                  </a:lnTo>
                  <a:lnTo>
                    <a:pt x="55238" y="32138"/>
                  </a:lnTo>
                  <a:lnTo>
                    <a:pt x="55329" y="31932"/>
                  </a:lnTo>
                  <a:lnTo>
                    <a:pt x="55444" y="31725"/>
                  </a:lnTo>
                  <a:lnTo>
                    <a:pt x="55582" y="31542"/>
                  </a:lnTo>
                  <a:lnTo>
                    <a:pt x="55742" y="31358"/>
                  </a:lnTo>
                  <a:lnTo>
                    <a:pt x="55903" y="31198"/>
                  </a:lnTo>
                  <a:lnTo>
                    <a:pt x="56086" y="31060"/>
                  </a:lnTo>
                  <a:lnTo>
                    <a:pt x="56293" y="30923"/>
                  </a:lnTo>
                  <a:lnTo>
                    <a:pt x="56499" y="30808"/>
                  </a:lnTo>
                  <a:lnTo>
                    <a:pt x="56706" y="30716"/>
                  </a:lnTo>
                  <a:lnTo>
                    <a:pt x="56935" y="30624"/>
                  </a:lnTo>
                  <a:lnTo>
                    <a:pt x="57164" y="30578"/>
                  </a:lnTo>
                  <a:lnTo>
                    <a:pt x="57394" y="30533"/>
                  </a:lnTo>
                  <a:lnTo>
                    <a:pt x="57623" y="30510"/>
                  </a:lnTo>
                  <a:close/>
                  <a:moveTo>
                    <a:pt x="77718" y="33262"/>
                  </a:moveTo>
                  <a:lnTo>
                    <a:pt x="79484" y="36336"/>
                  </a:lnTo>
                  <a:lnTo>
                    <a:pt x="75952" y="36336"/>
                  </a:lnTo>
                  <a:lnTo>
                    <a:pt x="74185" y="33285"/>
                  </a:lnTo>
                  <a:lnTo>
                    <a:pt x="77718" y="33262"/>
                  </a:lnTo>
                  <a:close/>
                  <a:moveTo>
                    <a:pt x="75722" y="25486"/>
                  </a:moveTo>
                  <a:lnTo>
                    <a:pt x="69414" y="36428"/>
                  </a:lnTo>
                  <a:lnTo>
                    <a:pt x="65904" y="36451"/>
                  </a:lnTo>
                  <a:lnTo>
                    <a:pt x="65904" y="36451"/>
                  </a:lnTo>
                  <a:lnTo>
                    <a:pt x="72213" y="25486"/>
                  </a:lnTo>
                  <a:close/>
                  <a:moveTo>
                    <a:pt x="61913" y="25922"/>
                  </a:moveTo>
                  <a:lnTo>
                    <a:pt x="63909" y="29432"/>
                  </a:lnTo>
                  <a:lnTo>
                    <a:pt x="65950" y="32941"/>
                  </a:lnTo>
                  <a:lnTo>
                    <a:pt x="63932" y="36428"/>
                  </a:lnTo>
                  <a:lnTo>
                    <a:pt x="60399" y="36451"/>
                  </a:lnTo>
                  <a:lnTo>
                    <a:pt x="62418" y="32941"/>
                  </a:lnTo>
                  <a:lnTo>
                    <a:pt x="60124" y="29042"/>
                  </a:lnTo>
                  <a:lnTo>
                    <a:pt x="61913" y="25922"/>
                  </a:lnTo>
                  <a:close/>
                  <a:moveTo>
                    <a:pt x="148554" y="31519"/>
                  </a:moveTo>
                  <a:lnTo>
                    <a:pt x="148784" y="31542"/>
                  </a:lnTo>
                  <a:lnTo>
                    <a:pt x="149013" y="31588"/>
                  </a:lnTo>
                  <a:lnTo>
                    <a:pt x="149242" y="31680"/>
                  </a:lnTo>
                  <a:lnTo>
                    <a:pt x="149449" y="31794"/>
                  </a:lnTo>
                  <a:lnTo>
                    <a:pt x="149678" y="31909"/>
                  </a:lnTo>
                  <a:lnTo>
                    <a:pt x="149885" y="32070"/>
                  </a:lnTo>
                  <a:lnTo>
                    <a:pt x="150091" y="32276"/>
                  </a:lnTo>
                  <a:lnTo>
                    <a:pt x="150275" y="32482"/>
                  </a:lnTo>
                  <a:lnTo>
                    <a:pt x="150435" y="32735"/>
                  </a:lnTo>
                  <a:lnTo>
                    <a:pt x="150573" y="33010"/>
                  </a:lnTo>
                  <a:lnTo>
                    <a:pt x="150665" y="33262"/>
                  </a:lnTo>
                  <a:lnTo>
                    <a:pt x="150756" y="33515"/>
                  </a:lnTo>
                  <a:lnTo>
                    <a:pt x="150802" y="33790"/>
                  </a:lnTo>
                  <a:lnTo>
                    <a:pt x="150802" y="34019"/>
                  </a:lnTo>
                  <a:lnTo>
                    <a:pt x="150802" y="34272"/>
                  </a:lnTo>
                  <a:lnTo>
                    <a:pt x="150756" y="34501"/>
                  </a:lnTo>
                  <a:lnTo>
                    <a:pt x="150711" y="34730"/>
                  </a:lnTo>
                  <a:lnTo>
                    <a:pt x="150619" y="34937"/>
                  </a:lnTo>
                  <a:lnTo>
                    <a:pt x="150527" y="35143"/>
                  </a:lnTo>
                  <a:lnTo>
                    <a:pt x="150389" y="35350"/>
                  </a:lnTo>
                  <a:lnTo>
                    <a:pt x="150252" y="35533"/>
                  </a:lnTo>
                  <a:lnTo>
                    <a:pt x="150114" y="35717"/>
                  </a:lnTo>
                  <a:lnTo>
                    <a:pt x="149954" y="35877"/>
                  </a:lnTo>
                  <a:lnTo>
                    <a:pt x="149770" y="36015"/>
                  </a:lnTo>
                  <a:lnTo>
                    <a:pt x="149564" y="36130"/>
                  </a:lnTo>
                  <a:lnTo>
                    <a:pt x="149357" y="36244"/>
                  </a:lnTo>
                  <a:lnTo>
                    <a:pt x="149151" y="36359"/>
                  </a:lnTo>
                  <a:lnTo>
                    <a:pt x="148944" y="36428"/>
                  </a:lnTo>
                  <a:lnTo>
                    <a:pt x="148715" y="36474"/>
                  </a:lnTo>
                  <a:lnTo>
                    <a:pt x="148485" y="36520"/>
                  </a:lnTo>
                  <a:lnTo>
                    <a:pt x="148256" y="36543"/>
                  </a:lnTo>
                  <a:lnTo>
                    <a:pt x="148027" y="36543"/>
                  </a:lnTo>
                  <a:lnTo>
                    <a:pt x="147797" y="36520"/>
                  </a:lnTo>
                  <a:lnTo>
                    <a:pt x="147568" y="36451"/>
                  </a:lnTo>
                  <a:lnTo>
                    <a:pt x="147338" y="36382"/>
                  </a:lnTo>
                  <a:lnTo>
                    <a:pt x="147132" y="36290"/>
                  </a:lnTo>
                  <a:lnTo>
                    <a:pt x="146903" y="36153"/>
                  </a:lnTo>
                  <a:lnTo>
                    <a:pt x="146696" y="36015"/>
                  </a:lnTo>
                  <a:lnTo>
                    <a:pt x="146513" y="35832"/>
                  </a:lnTo>
                  <a:lnTo>
                    <a:pt x="146329" y="35625"/>
                  </a:lnTo>
                  <a:lnTo>
                    <a:pt x="146146" y="35373"/>
                  </a:lnTo>
                  <a:lnTo>
                    <a:pt x="146008" y="35098"/>
                  </a:lnTo>
                  <a:lnTo>
                    <a:pt x="145893" y="34845"/>
                  </a:lnTo>
                  <a:lnTo>
                    <a:pt x="145802" y="34570"/>
                  </a:lnTo>
                  <a:lnTo>
                    <a:pt x="145756" y="34318"/>
                  </a:lnTo>
                  <a:lnTo>
                    <a:pt x="145733" y="34065"/>
                  </a:lnTo>
                  <a:lnTo>
                    <a:pt x="145756" y="33813"/>
                  </a:lnTo>
                  <a:lnTo>
                    <a:pt x="145779" y="33584"/>
                  </a:lnTo>
                  <a:lnTo>
                    <a:pt x="145847" y="33354"/>
                  </a:lnTo>
                  <a:lnTo>
                    <a:pt x="145916" y="33125"/>
                  </a:lnTo>
                  <a:lnTo>
                    <a:pt x="146008" y="32918"/>
                  </a:lnTo>
                  <a:lnTo>
                    <a:pt x="146146" y="32712"/>
                  </a:lnTo>
                  <a:lnTo>
                    <a:pt x="146283" y="32528"/>
                  </a:lnTo>
                  <a:lnTo>
                    <a:pt x="146421" y="32345"/>
                  </a:lnTo>
                  <a:lnTo>
                    <a:pt x="146604" y="32184"/>
                  </a:lnTo>
                  <a:lnTo>
                    <a:pt x="146788" y="32047"/>
                  </a:lnTo>
                  <a:lnTo>
                    <a:pt x="146971" y="31909"/>
                  </a:lnTo>
                  <a:lnTo>
                    <a:pt x="147178" y="31794"/>
                  </a:lnTo>
                  <a:lnTo>
                    <a:pt x="147407" y="31703"/>
                  </a:lnTo>
                  <a:lnTo>
                    <a:pt x="147614" y="31611"/>
                  </a:lnTo>
                  <a:lnTo>
                    <a:pt x="147843" y="31565"/>
                  </a:lnTo>
                  <a:lnTo>
                    <a:pt x="148072" y="31519"/>
                  </a:lnTo>
                  <a:close/>
                  <a:moveTo>
                    <a:pt x="168993" y="34501"/>
                  </a:moveTo>
                  <a:lnTo>
                    <a:pt x="170759" y="37575"/>
                  </a:lnTo>
                  <a:lnTo>
                    <a:pt x="167227" y="37575"/>
                  </a:lnTo>
                  <a:lnTo>
                    <a:pt x="165460" y="34524"/>
                  </a:lnTo>
                  <a:lnTo>
                    <a:pt x="168993" y="34501"/>
                  </a:lnTo>
                  <a:close/>
                  <a:moveTo>
                    <a:pt x="153165" y="27161"/>
                  </a:moveTo>
                  <a:lnTo>
                    <a:pt x="155184" y="30670"/>
                  </a:lnTo>
                  <a:lnTo>
                    <a:pt x="157202" y="34180"/>
                  </a:lnTo>
                  <a:lnTo>
                    <a:pt x="155184" y="37667"/>
                  </a:lnTo>
                  <a:lnTo>
                    <a:pt x="151651" y="37690"/>
                  </a:lnTo>
                  <a:lnTo>
                    <a:pt x="153693" y="34180"/>
                  </a:lnTo>
                  <a:lnTo>
                    <a:pt x="151376" y="30280"/>
                  </a:lnTo>
                  <a:lnTo>
                    <a:pt x="153165" y="27161"/>
                  </a:lnTo>
                  <a:close/>
                  <a:moveTo>
                    <a:pt x="166997" y="26725"/>
                  </a:moveTo>
                  <a:lnTo>
                    <a:pt x="160666" y="37667"/>
                  </a:lnTo>
                  <a:lnTo>
                    <a:pt x="157156" y="37690"/>
                  </a:lnTo>
                  <a:lnTo>
                    <a:pt x="163465" y="26725"/>
                  </a:lnTo>
                  <a:close/>
                  <a:moveTo>
                    <a:pt x="20898" y="35166"/>
                  </a:moveTo>
                  <a:lnTo>
                    <a:pt x="22664" y="38217"/>
                  </a:lnTo>
                  <a:lnTo>
                    <a:pt x="19131" y="38217"/>
                  </a:lnTo>
                  <a:lnTo>
                    <a:pt x="17365" y="35189"/>
                  </a:lnTo>
                  <a:lnTo>
                    <a:pt x="20898" y="35166"/>
                  </a:lnTo>
                  <a:close/>
                  <a:moveTo>
                    <a:pt x="5070" y="27826"/>
                  </a:moveTo>
                  <a:lnTo>
                    <a:pt x="7088" y="31313"/>
                  </a:lnTo>
                  <a:lnTo>
                    <a:pt x="9107" y="34845"/>
                  </a:lnTo>
                  <a:lnTo>
                    <a:pt x="7088" y="38332"/>
                  </a:lnTo>
                  <a:lnTo>
                    <a:pt x="3556" y="38332"/>
                  </a:lnTo>
                  <a:lnTo>
                    <a:pt x="5597" y="34822"/>
                  </a:lnTo>
                  <a:lnTo>
                    <a:pt x="3280" y="30923"/>
                  </a:lnTo>
                  <a:lnTo>
                    <a:pt x="5070" y="27826"/>
                  </a:lnTo>
                  <a:close/>
                  <a:moveTo>
                    <a:pt x="18902" y="27390"/>
                  </a:moveTo>
                  <a:lnTo>
                    <a:pt x="12571" y="38332"/>
                  </a:lnTo>
                  <a:lnTo>
                    <a:pt x="9061" y="38332"/>
                  </a:lnTo>
                  <a:lnTo>
                    <a:pt x="15369" y="27390"/>
                  </a:lnTo>
                  <a:close/>
                  <a:moveTo>
                    <a:pt x="92514" y="33561"/>
                  </a:moveTo>
                  <a:lnTo>
                    <a:pt x="92766" y="33584"/>
                  </a:lnTo>
                  <a:lnTo>
                    <a:pt x="92995" y="33652"/>
                  </a:lnTo>
                  <a:lnTo>
                    <a:pt x="93225" y="33721"/>
                  </a:lnTo>
                  <a:lnTo>
                    <a:pt x="93431" y="33836"/>
                  </a:lnTo>
                  <a:lnTo>
                    <a:pt x="93661" y="33973"/>
                  </a:lnTo>
                  <a:lnTo>
                    <a:pt x="93867" y="34134"/>
                  </a:lnTo>
                  <a:lnTo>
                    <a:pt x="94051" y="34318"/>
                  </a:lnTo>
                  <a:lnTo>
                    <a:pt x="94234" y="34547"/>
                  </a:lnTo>
                  <a:lnTo>
                    <a:pt x="94418" y="34799"/>
                  </a:lnTo>
                  <a:lnTo>
                    <a:pt x="94555" y="35052"/>
                  </a:lnTo>
                  <a:lnTo>
                    <a:pt x="94647" y="35304"/>
                  </a:lnTo>
                  <a:lnTo>
                    <a:pt x="94739" y="35579"/>
                  </a:lnTo>
                  <a:lnTo>
                    <a:pt x="94762" y="35832"/>
                  </a:lnTo>
                  <a:lnTo>
                    <a:pt x="94785" y="36084"/>
                  </a:lnTo>
                  <a:lnTo>
                    <a:pt x="94785" y="36313"/>
                  </a:lnTo>
                  <a:lnTo>
                    <a:pt x="94739" y="36543"/>
                  </a:lnTo>
                  <a:lnTo>
                    <a:pt x="94670" y="36772"/>
                  </a:lnTo>
                  <a:lnTo>
                    <a:pt x="94601" y="37001"/>
                  </a:lnTo>
                  <a:lnTo>
                    <a:pt x="94509" y="37208"/>
                  </a:lnTo>
                  <a:lnTo>
                    <a:pt x="94372" y="37391"/>
                  </a:lnTo>
                  <a:lnTo>
                    <a:pt x="94234" y="37575"/>
                  </a:lnTo>
                  <a:lnTo>
                    <a:pt x="94097" y="37758"/>
                  </a:lnTo>
                  <a:lnTo>
                    <a:pt x="93913" y="37919"/>
                  </a:lnTo>
                  <a:lnTo>
                    <a:pt x="93752" y="38057"/>
                  </a:lnTo>
                  <a:lnTo>
                    <a:pt x="93546" y="38194"/>
                  </a:lnTo>
                  <a:lnTo>
                    <a:pt x="93340" y="38309"/>
                  </a:lnTo>
                  <a:lnTo>
                    <a:pt x="93133" y="38401"/>
                  </a:lnTo>
                  <a:lnTo>
                    <a:pt x="92927" y="38470"/>
                  </a:lnTo>
                  <a:lnTo>
                    <a:pt x="92697" y="38538"/>
                  </a:lnTo>
                  <a:lnTo>
                    <a:pt x="92468" y="38561"/>
                  </a:lnTo>
                  <a:lnTo>
                    <a:pt x="92239" y="38584"/>
                  </a:lnTo>
                  <a:lnTo>
                    <a:pt x="92009" y="38584"/>
                  </a:lnTo>
                  <a:lnTo>
                    <a:pt x="91780" y="38561"/>
                  </a:lnTo>
                  <a:lnTo>
                    <a:pt x="91550" y="38515"/>
                  </a:lnTo>
                  <a:lnTo>
                    <a:pt x="91321" y="38424"/>
                  </a:lnTo>
                  <a:lnTo>
                    <a:pt x="91114" y="38332"/>
                  </a:lnTo>
                  <a:lnTo>
                    <a:pt x="90885" y="38217"/>
                  </a:lnTo>
                  <a:lnTo>
                    <a:pt x="90679" y="38057"/>
                  </a:lnTo>
                  <a:lnTo>
                    <a:pt x="90495" y="37873"/>
                  </a:lnTo>
                  <a:lnTo>
                    <a:pt x="90312" y="37667"/>
                  </a:lnTo>
                  <a:lnTo>
                    <a:pt x="90128" y="37414"/>
                  </a:lnTo>
                  <a:lnTo>
                    <a:pt x="89990" y="37162"/>
                  </a:lnTo>
                  <a:lnTo>
                    <a:pt x="89876" y="36887"/>
                  </a:lnTo>
                  <a:lnTo>
                    <a:pt x="89784" y="36634"/>
                  </a:lnTo>
                  <a:lnTo>
                    <a:pt x="89738" y="36359"/>
                  </a:lnTo>
                  <a:lnTo>
                    <a:pt x="89715" y="36107"/>
                  </a:lnTo>
                  <a:lnTo>
                    <a:pt x="89715" y="35877"/>
                  </a:lnTo>
                  <a:lnTo>
                    <a:pt x="89761" y="35625"/>
                  </a:lnTo>
                  <a:lnTo>
                    <a:pt x="89807" y="35396"/>
                  </a:lnTo>
                  <a:lnTo>
                    <a:pt x="89899" y="35166"/>
                  </a:lnTo>
                  <a:lnTo>
                    <a:pt x="89990" y="34960"/>
                  </a:lnTo>
                  <a:lnTo>
                    <a:pt x="90128" y="34753"/>
                  </a:lnTo>
                  <a:lnTo>
                    <a:pt x="90266" y="34570"/>
                  </a:lnTo>
                  <a:lnTo>
                    <a:pt x="90403" y="34386"/>
                  </a:lnTo>
                  <a:lnTo>
                    <a:pt x="90587" y="34226"/>
                  </a:lnTo>
                  <a:lnTo>
                    <a:pt x="90770" y="34088"/>
                  </a:lnTo>
                  <a:lnTo>
                    <a:pt x="90954" y="33951"/>
                  </a:lnTo>
                  <a:lnTo>
                    <a:pt x="91160" y="33836"/>
                  </a:lnTo>
                  <a:lnTo>
                    <a:pt x="91390" y="33744"/>
                  </a:lnTo>
                  <a:lnTo>
                    <a:pt x="91596" y="33675"/>
                  </a:lnTo>
                  <a:lnTo>
                    <a:pt x="91826" y="33606"/>
                  </a:lnTo>
                  <a:lnTo>
                    <a:pt x="92055" y="33561"/>
                  </a:lnTo>
                  <a:close/>
                  <a:moveTo>
                    <a:pt x="96574" y="28973"/>
                  </a:moveTo>
                  <a:lnTo>
                    <a:pt x="98593" y="32460"/>
                  </a:lnTo>
                  <a:lnTo>
                    <a:pt x="100611" y="35969"/>
                  </a:lnTo>
                  <a:lnTo>
                    <a:pt x="98593" y="39479"/>
                  </a:lnTo>
                  <a:lnTo>
                    <a:pt x="95060" y="39479"/>
                  </a:lnTo>
                  <a:lnTo>
                    <a:pt x="97102" y="35969"/>
                  </a:lnTo>
                  <a:lnTo>
                    <a:pt x="94785" y="32070"/>
                  </a:lnTo>
                  <a:lnTo>
                    <a:pt x="96574" y="28973"/>
                  </a:lnTo>
                  <a:close/>
                  <a:moveTo>
                    <a:pt x="110406" y="28514"/>
                  </a:moveTo>
                  <a:lnTo>
                    <a:pt x="104075" y="39479"/>
                  </a:lnTo>
                  <a:lnTo>
                    <a:pt x="100565" y="39479"/>
                  </a:lnTo>
                  <a:lnTo>
                    <a:pt x="106874" y="28514"/>
                  </a:lnTo>
                  <a:close/>
                  <a:moveTo>
                    <a:pt x="112104" y="36405"/>
                  </a:moveTo>
                  <a:lnTo>
                    <a:pt x="113870" y="39479"/>
                  </a:lnTo>
                  <a:lnTo>
                    <a:pt x="110338" y="39479"/>
                  </a:lnTo>
                  <a:lnTo>
                    <a:pt x="108571" y="36428"/>
                  </a:lnTo>
                  <a:lnTo>
                    <a:pt x="112104" y="36405"/>
                  </a:lnTo>
                  <a:close/>
                  <a:moveTo>
                    <a:pt x="34753" y="35166"/>
                  </a:moveTo>
                  <a:lnTo>
                    <a:pt x="34982" y="35189"/>
                  </a:lnTo>
                  <a:lnTo>
                    <a:pt x="35212" y="35258"/>
                  </a:lnTo>
                  <a:lnTo>
                    <a:pt x="35441" y="35327"/>
                  </a:lnTo>
                  <a:lnTo>
                    <a:pt x="35670" y="35442"/>
                  </a:lnTo>
                  <a:lnTo>
                    <a:pt x="35877" y="35579"/>
                  </a:lnTo>
                  <a:lnTo>
                    <a:pt x="36083" y="35740"/>
                  </a:lnTo>
                  <a:lnTo>
                    <a:pt x="36290" y="35923"/>
                  </a:lnTo>
                  <a:lnTo>
                    <a:pt x="36473" y="36153"/>
                  </a:lnTo>
                  <a:lnTo>
                    <a:pt x="36634" y="36405"/>
                  </a:lnTo>
                  <a:lnTo>
                    <a:pt x="36772" y="36657"/>
                  </a:lnTo>
                  <a:lnTo>
                    <a:pt x="36886" y="36933"/>
                  </a:lnTo>
                  <a:lnTo>
                    <a:pt x="36955" y="37185"/>
                  </a:lnTo>
                  <a:lnTo>
                    <a:pt x="37001" y="37437"/>
                  </a:lnTo>
                  <a:lnTo>
                    <a:pt x="37001" y="37690"/>
                  </a:lnTo>
                  <a:lnTo>
                    <a:pt x="37001" y="37919"/>
                  </a:lnTo>
                  <a:lnTo>
                    <a:pt x="36955" y="38148"/>
                  </a:lnTo>
                  <a:lnTo>
                    <a:pt x="36909" y="38378"/>
                  </a:lnTo>
                  <a:lnTo>
                    <a:pt x="36817" y="38607"/>
                  </a:lnTo>
                  <a:lnTo>
                    <a:pt x="36726" y="38814"/>
                  </a:lnTo>
                  <a:lnTo>
                    <a:pt x="36611" y="38997"/>
                  </a:lnTo>
                  <a:lnTo>
                    <a:pt x="36473" y="39181"/>
                  </a:lnTo>
                  <a:lnTo>
                    <a:pt x="36313" y="39364"/>
                  </a:lnTo>
                  <a:lnTo>
                    <a:pt x="36152" y="39525"/>
                  </a:lnTo>
                  <a:lnTo>
                    <a:pt x="35969" y="39662"/>
                  </a:lnTo>
                  <a:lnTo>
                    <a:pt x="35762" y="39800"/>
                  </a:lnTo>
                  <a:lnTo>
                    <a:pt x="35579" y="39915"/>
                  </a:lnTo>
                  <a:lnTo>
                    <a:pt x="35349" y="40007"/>
                  </a:lnTo>
                  <a:lnTo>
                    <a:pt x="35143" y="40075"/>
                  </a:lnTo>
                  <a:lnTo>
                    <a:pt x="34913" y="40144"/>
                  </a:lnTo>
                  <a:lnTo>
                    <a:pt x="34684" y="40167"/>
                  </a:lnTo>
                  <a:lnTo>
                    <a:pt x="34455" y="40190"/>
                  </a:lnTo>
                  <a:lnTo>
                    <a:pt x="34225" y="40190"/>
                  </a:lnTo>
                  <a:lnTo>
                    <a:pt x="33996" y="40167"/>
                  </a:lnTo>
                  <a:lnTo>
                    <a:pt x="33766" y="40121"/>
                  </a:lnTo>
                  <a:lnTo>
                    <a:pt x="33537" y="40029"/>
                  </a:lnTo>
                  <a:lnTo>
                    <a:pt x="33331" y="39938"/>
                  </a:lnTo>
                  <a:lnTo>
                    <a:pt x="33124" y="39823"/>
                  </a:lnTo>
                  <a:lnTo>
                    <a:pt x="32918" y="39662"/>
                  </a:lnTo>
                  <a:lnTo>
                    <a:pt x="32711" y="39479"/>
                  </a:lnTo>
                  <a:lnTo>
                    <a:pt x="32528" y="39272"/>
                  </a:lnTo>
                  <a:lnTo>
                    <a:pt x="32344" y="39020"/>
                  </a:lnTo>
                  <a:lnTo>
                    <a:pt x="32207" y="38768"/>
                  </a:lnTo>
                  <a:lnTo>
                    <a:pt x="32092" y="38493"/>
                  </a:lnTo>
                  <a:lnTo>
                    <a:pt x="32023" y="38240"/>
                  </a:lnTo>
                  <a:lnTo>
                    <a:pt x="31954" y="37965"/>
                  </a:lnTo>
                  <a:lnTo>
                    <a:pt x="31931" y="37713"/>
                  </a:lnTo>
                  <a:lnTo>
                    <a:pt x="31954" y="37483"/>
                  </a:lnTo>
                  <a:lnTo>
                    <a:pt x="31977" y="37231"/>
                  </a:lnTo>
                  <a:lnTo>
                    <a:pt x="32046" y="37001"/>
                  </a:lnTo>
                  <a:lnTo>
                    <a:pt x="32115" y="36772"/>
                  </a:lnTo>
                  <a:lnTo>
                    <a:pt x="32230" y="36566"/>
                  </a:lnTo>
                  <a:lnTo>
                    <a:pt x="32344" y="36359"/>
                  </a:lnTo>
                  <a:lnTo>
                    <a:pt x="32482" y="36176"/>
                  </a:lnTo>
                  <a:lnTo>
                    <a:pt x="32642" y="36015"/>
                  </a:lnTo>
                  <a:lnTo>
                    <a:pt x="32803" y="35832"/>
                  </a:lnTo>
                  <a:lnTo>
                    <a:pt x="32987" y="35694"/>
                  </a:lnTo>
                  <a:lnTo>
                    <a:pt x="33193" y="35556"/>
                  </a:lnTo>
                  <a:lnTo>
                    <a:pt x="33377" y="35442"/>
                  </a:lnTo>
                  <a:lnTo>
                    <a:pt x="33606" y="35350"/>
                  </a:lnTo>
                  <a:lnTo>
                    <a:pt x="33812" y="35281"/>
                  </a:lnTo>
                  <a:lnTo>
                    <a:pt x="34042" y="35212"/>
                  </a:lnTo>
                  <a:lnTo>
                    <a:pt x="34271" y="35189"/>
                  </a:lnTo>
                  <a:lnTo>
                    <a:pt x="34523" y="35166"/>
                  </a:lnTo>
                  <a:close/>
                  <a:moveTo>
                    <a:pt x="54618" y="37919"/>
                  </a:moveTo>
                  <a:lnTo>
                    <a:pt x="56385" y="40970"/>
                  </a:lnTo>
                  <a:lnTo>
                    <a:pt x="52852" y="40970"/>
                  </a:lnTo>
                  <a:lnTo>
                    <a:pt x="51086" y="37919"/>
                  </a:lnTo>
                  <a:close/>
                  <a:moveTo>
                    <a:pt x="38813" y="30578"/>
                  </a:moveTo>
                  <a:lnTo>
                    <a:pt x="40809" y="34065"/>
                  </a:lnTo>
                  <a:lnTo>
                    <a:pt x="42827" y="37575"/>
                  </a:lnTo>
                  <a:lnTo>
                    <a:pt x="40832" y="41085"/>
                  </a:lnTo>
                  <a:lnTo>
                    <a:pt x="37299" y="41085"/>
                  </a:lnTo>
                  <a:lnTo>
                    <a:pt x="39318" y="37575"/>
                  </a:lnTo>
                  <a:lnTo>
                    <a:pt x="37001" y="33675"/>
                  </a:lnTo>
                  <a:lnTo>
                    <a:pt x="38813" y="30578"/>
                  </a:lnTo>
                  <a:close/>
                  <a:moveTo>
                    <a:pt x="52623" y="30120"/>
                  </a:moveTo>
                  <a:lnTo>
                    <a:pt x="46314" y="41085"/>
                  </a:lnTo>
                  <a:lnTo>
                    <a:pt x="42782" y="41085"/>
                  </a:lnTo>
                  <a:lnTo>
                    <a:pt x="49113" y="30120"/>
                  </a:lnTo>
                  <a:close/>
                  <a:moveTo>
                    <a:pt x="125707" y="36313"/>
                  </a:moveTo>
                  <a:lnTo>
                    <a:pt x="125959" y="36359"/>
                  </a:lnTo>
                  <a:lnTo>
                    <a:pt x="126189" y="36405"/>
                  </a:lnTo>
                  <a:lnTo>
                    <a:pt x="126418" y="36474"/>
                  </a:lnTo>
                  <a:lnTo>
                    <a:pt x="126624" y="36589"/>
                  </a:lnTo>
                  <a:lnTo>
                    <a:pt x="126854" y="36726"/>
                  </a:lnTo>
                  <a:lnTo>
                    <a:pt x="127060" y="36887"/>
                  </a:lnTo>
                  <a:lnTo>
                    <a:pt x="127244" y="37070"/>
                  </a:lnTo>
                  <a:lnTo>
                    <a:pt x="127427" y="37300"/>
                  </a:lnTo>
                  <a:lnTo>
                    <a:pt x="127611" y="37552"/>
                  </a:lnTo>
                  <a:lnTo>
                    <a:pt x="127748" y="37804"/>
                  </a:lnTo>
                  <a:lnTo>
                    <a:pt x="127840" y="38080"/>
                  </a:lnTo>
                  <a:lnTo>
                    <a:pt x="127909" y="38332"/>
                  </a:lnTo>
                  <a:lnTo>
                    <a:pt x="127955" y="38584"/>
                  </a:lnTo>
                  <a:lnTo>
                    <a:pt x="127978" y="38837"/>
                  </a:lnTo>
                  <a:lnTo>
                    <a:pt x="127955" y="39066"/>
                  </a:lnTo>
                  <a:lnTo>
                    <a:pt x="127932" y="39318"/>
                  </a:lnTo>
                  <a:lnTo>
                    <a:pt x="127863" y="39525"/>
                  </a:lnTo>
                  <a:lnTo>
                    <a:pt x="127794" y="39754"/>
                  </a:lnTo>
                  <a:lnTo>
                    <a:pt x="127680" y="39961"/>
                  </a:lnTo>
                  <a:lnTo>
                    <a:pt x="127565" y="40167"/>
                  </a:lnTo>
                  <a:lnTo>
                    <a:pt x="127427" y="40351"/>
                  </a:lnTo>
                  <a:lnTo>
                    <a:pt x="127290" y="40511"/>
                  </a:lnTo>
                  <a:lnTo>
                    <a:pt x="127106" y="40672"/>
                  </a:lnTo>
                  <a:lnTo>
                    <a:pt x="126923" y="40809"/>
                  </a:lnTo>
                  <a:lnTo>
                    <a:pt x="126739" y="40947"/>
                  </a:lnTo>
                  <a:lnTo>
                    <a:pt x="126533" y="41062"/>
                  </a:lnTo>
                  <a:lnTo>
                    <a:pt x="126326" y="41153"/>
                  </a:lnTo>
                  <a:lnTo>
                    <a:pt x="126120" y="41222"/>
                  </a:lnTo>
                  <a:lnTo>
                    <a:pt x="125890" y="41291"/>
                  </a:lnTo>
                  <a:lnTo>
                    <a:pt x="125661" y="41337"/>
                  </a:lnTo>
                  <a:lnTo>
                    <a:pt x="125202" y="41337"/>
                  </a:lnTo>
                  <a:lnTo>
                    <a:pt x="124973" y="41314"/>
                  </a:lnTo>
                  <a:lnTo>
                    <a:pt x="124743" y="41268"/>
                  </a:lnTo>
                  <a:lnTo>
                    <a:pt x="124514" y="41199"/>
                  </a:lnTo>
                  <a:lnTo>
                    <a:pt x="124285" y="41085"/>
                  </a:lnTo>
                  <a:lnTo>
                    <a:pt x="124078" y="40970"/>
                  </a:lnTo>
                  <a:lnTo>
                    <a:pt x="123872" y="40809"/>
                  </a:lnTo>
                  <a:lnTo>
                    <a:pt x="123688" y="40626"/>
                  </a:lnTo>
                  <a:lnTo>
                    <a:pt x="123482" y="40419"/>
                  </a:lnTo>
                  <a:lnTo>
                    <a:pt x="123321" y="40190"/>
                  </a:lnTo>
                  <a:lnTo>
                    <a:pt x="123161" y="39915"/>
                  </a:lnTo>
                  <a:lnTo>
                    <a:pt x="123069" y="39639"/>
                  </a:lnTo>
                  <a:lnTo>
                    <a:pt x="122977" y="39387"/>
                  </a:lnTo>
                  <a:lnTo>
                    <a:pt x="122931" y="39135"/>
                  </a:lnTo>
                  <a:lnTo>
                    <a:pt x="122908" y="38882"/>
                  </a:lnTo>
                  <a:lnTo>
                    <a:pt x="122908" y="38630"/>
                  </a:lnTo>
                  <a:lnTo>
                    <a:pt x="122954" y="38378"/>
                  </a:lnTo>
                  <a:lnTo>
                    <a:pt x="123000" y="38148"/>
                  </a:lnTo>
                  <a:lnTo>
                    <a:pt x="123092" y="37942"/>
                  </a:lnTo>
                  <a:lnTo>
                    <a:pt x="123183" y="37713"/>
                  </a:lnTo>
                  <a:lnTo>
                    <a:pt x="123298" y="37529"/>
                  </a:lnTo>
                  <a:lnTo>
                    <a:pt x="123436" y="37323"/>
                  </a:lnTo>
                  <a:lnTo>
                    <a:pt x="123596" y="37162"/>
                  </a:lnTo>
                  <a:lnTo>
                    <a:pt x="123780" y="37001"/>
                  </a:lnTo>
                  <a:lnTo>
                    <a:pt x="123963" y="36841"/>
                  </a:lnTo>
                  <a:lnTo>
                    <a:pt x="124147" y="36726"/>
                  </a:lnTo>
                  <a:lnTo>
                    <a:pt x="124353" y="36612"/>
                  </a:lnTo>
                  <a:lnTo>
                    <a:pt x="124560" y="36497"/>
                  </a:lnTo>
                  <a:lnTo>
                    <a:pt x="124789" y="36428"/>
                  </a:lnTo>
                  <a:lnTo>
                    <a:pt x="125019" y="36359"/>
                  </a:lnTo>
                  <a:lnTo>
                    <a:pt x="125248" y="36336"/>
                  </a:lnTo>
                  <a:lnTo>
                    <a:pt x="125477" y="36313"/>
                  </a:lnTo>
                  <a:close/>
                  <a:moveTo>
                    <a:pt x="146100" y="39318"/>
                  </a:moveTo>
                  <a:lnTo>
                    <a:pt x="147866" y="42369"/>
                  </a:lnTo>
                  <a:lnTo>
                    <a:pt x="144333" y="42369"/>
                  </a:lnTo>
                  <a:lnTo>
                    <a:pt x="142567" y="39318"/>
                  </a:lnTo>
                  <a:close/>
                  <a:moveTo>
                    <a:pt x="130295" y="31978"/>
                  </a:moveTo>
                  <a:lnTo>
                    <a:pt x="132290" y="35465"/>
                  </a:lnTo>
                  <a:lnTo>
                    <a:pt x="134332" y="38997"/>
                  </a:lnTo>
                  <a:lnTo>
                    <a:pt x="132313" y="42484"/>
                  </a:lnTo>
                  <a:lnTo>
                    <a:pt x="128781" y="42484"/>
                  </a:lnTo>
                  <a:lnTo>
                    <a:pt x="130799" y="38974"/>
                  </a:lnTo>
                  <a:lnTo>
                    <a:pt x="128505" y="35075"/>
                  </a:lnTo>
                  <a:lnTo>
                    <a:pt x="130295" y="31978"/>
                  </a:lnTo>
                  <a:close/>
                  <a:moveTo>
                    <a:pt x="144127" y="31519"/>
                  </a:moveTo>
                  <a:lnTo>
                    <a:pt x="137796" y="42484"/>
                  </a:lnTo>
                  <a:lnTo>
                    <a:pt x="134286" y="42484"/>
                  </a:lnTo>
                  <a:lnTo>
                    <a:pt x="140594" y="31519"/>
                  </a:lnTo>
                  <a:close/>
                  <a:moveTo>
                    <a:pt x="68749" y="38080"/>
                  </a:moveTo>
                  <a:lnTo>
                    <a:pt x="68978" y="38103"/>
                  </a:lnTo>
                  <a:lnTo>
                    <a:pt x="69208" y="38148"/>
                  </a:lnTo>
                  <a:lnTo>
                    <a:pt x="69437" y="38240"/>
                  </a:lnTo>
                  <a:lnTo>
                    <a:pt x="69666" y="38355"/>
                  </a:lnTo>
                  <a:lnTo>
                    <a:pt x="69873" y="38470"/>
                  </a:lnTo>
                  <a:lnTo>
                    <a:pt x="70079" y="38630"/>
                  </a:lnTo>
                  <a:lnTo>
                    <a:pt x="70286" y="38837"/>
                  </a:lnTo>
                  <a:lnTo>
                    <a:pt x="70469" y="39043"/>
                  </a:lnTo>
                  <a:lnTo>
                    <a:pt x="70653" y="39295"/>
                  </a:lnTo>
                  <a:lnTo>
                    <a:pt x="70767" y="39571"/>
                  </a:lnTo>
                  <a:lnTo>
                    <a:pt x="70882" y="39823"/>
                  </a:lnTo>
                  <a:lnTo>
                    <a:pt x="70951" y="40075"/>
                  </a:lnTo>
                  <a:lnTo>
                    <a:pt x="70997" y="40351"/>
                  </a:lnTo>
                  <a:lnTo>
                    <a:pt x="71020" y="40580"/>
                  </a:lnTo>
                  <a:lnTo>
                    <a:pt x="70997" y="40832"/>
                  </a:lnTo>
                  <a:lnTo>
                    <a:pt x="70974" y="41062"/>
                  </a:lnTo>
                  <a:lnTo>
                    <a:pt x="70905" y="41291"/>
                  </a:lnTo>
                  <a:lnTo>
                    <a:pt x="70836" y="41498"/>
                  </a:lnTo>
                  <a:lnTo>
                    <a:pt x="70722" y="41704"/>
                  </a:lnTo>
                  <a:lnTo>
                    <a:pt x="70607" y="41910"/>
                  </a:lnTo>
                  <a:lnTo>
                    <a:pt x="70469" y="42094"/>
                  </a:lnTo>
                  <a:lnTo>
                    <a:pt x="70309" y="42277"/>
                  </a:lnTo>
                  <a:lnTo>
                    <a:pt x="70148" y="42438"/>
                  </a:lnTo>
                  <a:lnTo>
                    <a:pt x="69965" y="42576"/>
                  </a:lnTo>
                  <a:lnTo>
                    <a:pt x="69781" y="42690"/>
                  </a:lnTo>
                  <a:lnTo>
                    <a:pt x="69575" y="42805"/>
                  </a:lnTo>
                  <a:lnTo>
                    <a:pt x="69368" y="42920"/>
                  </a:lnTo>
                  <a:lnTo>
                    <a:pt x="69139" y="42989"/>
                  </a:lnTo>
                  <a:lnTo>
                    <a:pt x="68932" y="43034"/>
                  </a:lnTo>
                  <a:lnTo>
                    <a:pt x="68703" y="43080"/>
                  </a:lnTo>
                  <a:lnTo>
                    <a:pt x="68473" y="43103"/>
                  </a:lnTo>
                  <a:lnTo>
                    <a:pt x="68244" y="43103"/>
                  </a:lnTo>
                  <a:lnTo>
                    <a:pt x="68015" y="43080"/>
                  </a:lnTo>
                  <a:lnTo>
                    <a:pt x="67785" y="43012"/>
                  </a:lnTo>
                  <a:lnTo>
                    <a:pt x="67556" y="42943"/>
                  </a:lnTo>
                  <a:lnTo>
                    <a:pt x="67327" y="42851"/>
                  </a:lnTo>
                  <a:lnTo>
                    <a:pt x="67120" y="42713"/>
                  </a:lnTo>
                  <a:lnTo>
                    <a:pt x="66914" y="42576"/>
                  </a:lnTo>
                  <a:lnTo>
                    <a:pt x="66707" y="42392"/>
                  </a:lnTo>
                  <a:lnTo>
                    <a:pt x="66524" y="42186"/>
                  </a:lnTo>
                  <a:lnTo>
                    <a:pt x="66363" y="41933"/>
                  </a:lnTo>
                  <a:lnTo>
                    <a:pt x="66203" y="41658"/>
                  </a:lnTo>
                  <a:lnTo>
                    <a:pt x="66088" y="41406"/>
                  </a:lnTo>
                  <a:lnTo>
                    <a:pt x="66019" y="41131"/>
                  </a:lnTo>
                  <a:lnTo>
                    <a:pt x="65973" y="40878"/>
                  </a:lnTo>
                  <a:lnTo>
                    <a:pt x="65950" y="40626"/>
                  </a:lnTo>
                  <a:lnTo>
                    <a:pt x="65950" y="40374"/>
                  </a:lnTo>
                  <a:lnTo>
                    <a:pt x="65996" y="40144"/>
                  </a:lnTo>
                  <a:lnTo>
                    <a:pt x="66042" y="39915"/>
                  </a:lnTo>
                  <a:lnTo>
                    <a:pt x="66134" y="39685"/>
                  </a:lnTo>
                  <a:lnTo>
                    <a:pt x="66225" y="39479"/>
                  </a:lnTo>
                  <a:lnTo>
                    <a:pt x="66340" y="39272"/>
                  </a:lnTo>
                  <a:lnTo>
                    <a:pt x="66478" y="39089"/>
                  </a:lnTo>
                  <a:lnTo>
                    <a:pt x="66638" y="38905"/>
                  </a:lnTo>
                  <a:lnTo>
                    <a:pt x="66799" y="38745"/>
                  </a:lnTo>
                  <a:lnTo>
                    <a:pt x="66982" y="38607"/>
                  </a:lnTo>
                  <a:lnTo>
                    <a:pt x="67189" y="38470"/>
                  </a:lnTo>
                  <a:lnTo>
                    <a:pt x="67395" y="38355"/>
                  </a:lnTo>
                  <a:lnTo>
                    <a:pt x="67602" y="38263"/>
                  </a:lnTo>
                  <a:lnTo>
                    <a:pt x="67831" y="38171"/>
                  </a:lnTo>
                  <a:lnTo>
                    <a:pt x="68061" y="38125"/>
                  </a:lnTo>
                  <a:lnTo>
                    <a:pt x="68290" y="38080"/>
                  </a:lnTo>
                  <a:close/>
                  <a:moveTo>
                    <a:pt x="88614" y="40832"/>
                  </a:moveTo>
                  <a:lnTo>
                    <a:pt x="90380" y="43883"/>
                  </a:lnTo>
                  <a:lnTo>
                    <a:pt x="86848" y="43883"/>
                  </a:lnTo>
                  <a:lnTo>
                    <a:pt x="85081" y="40832"/>
                  </a:lnTo>
                  <a:close/>
                  <a:moveTo>
                    <a:pt x="72809" y="33469"/>
                  </a:moveTo>
                  <a:lnTo>
                    <a:pt x="74805" y="36979"/>
                  </a:lnTo>
                  <a:lnTo>
                    <a:pt x="76846" y="40488"/>
                  </a:lnTo>
                  <a:lnTo>
                    <a:pt x="74828" y="43998"/>
                  </a:lnTo>
                  <a:lnTo>
                    <a:pt x="71295" y="43998"/>
                  </a:lnTo>
                  <a:lnTo>
                    <a:pt x="73314" y="40488"/>
                  </a:lnTo>
                  <a:lnTo>
                    <a:pt x="71020" y="36589"/>
                  </a:lnTo>
                  <a:lnTo>
                    <a:pt x="72809" y="33469"/>
                  </a:lnTo>
                  <a:close/>
                  <a:moveTo>
                    <a:pt x="86618" y="33033"/>
                  </a:moveTo>
                  <a:lnTo>
                    <a:pt x="80310" y="43975"/>
                  </a:lnTo>
                  <a:lnTo>
                    <a:pt x="76800" y="43998"/>
                  </a:lnTo>
                  <a:lnTo>
                    <a:pt x="83109" y="33033"/>
                  </a:lnTo>
                  <a:close/>
                  <a:moveTo>
                    <a:pt x="160024" y="39318"/>
                  </a:moveTo>
                  <a:lnTo>
                    <a:pt x="160253" y="39341"/>
                  </a:lnTo>
                  <a:lnTo>
                    <a:pt x="160483" y="39410"/>
                  </a:lnTo>
                  <a:lnTo>
                    <a:pt x="160712" y="39479"/>
                  </a:lnTo>
                  <a:lnTo>
                    <a:pt x="160918" y="39594"/>
                  </a:lnTo>
                  <a:lnTo>
                    <a:pt x="161148" y="39708"/>
                  </a:lnTo>
                  <a:lnTo>
                    <a:pt x="161354" y="39892"/>
                  </a:lnTo>
                  <a:lnTo>
                    <a:pt x="161538" y="40075"/>
                  </a:lnTo>
                  <a:lnTo>
                    <a:pt x="161744" y="40282"/>
                  </a:lnTo>
                  <a:lnTo>
                    <a:pt x="161905" y="40534"/>
                  </a:lnTo>
                  <a:lnTo>
                    <a:pt x="162042" y="40809"/>
                  </a:lnTo>
                  <a:lnTo>
                    <a:pt x="162134" y="41062"/>
                  </a:lnTo>
                  <a:lnTo>
                    <a:pt x="162226" y="41337"/>
                  </a:lnTo>
                  <a:lnTo>
                    <a:pt x="162249" y="41589"/>
                  </a:lnTo>
                  <a:lnTo>
                    <a:pt x="162272" y="41819"/>
                  </a:lnTo>
                  <a:lnTo>
                    <a:pt x="162272" y="42071"/>
                  </a:lnTo>
                  <a:lnTo>
                    <a:pt x="162226" y="42300"/>
                  </a:lnTo>
                  <a:lnTo>
                    <a:pt x="162180" y="42530"/>
                  </a:lnTo>
                  <a:lnTo>
                    <a:pt x="162088" y="42736"/>
                  </a:lnTo>
                  <a:lnTo>
                    <a:pt x="161997" y="42966"/>
                  </a:lnTo>
                  <a:lnTo>
                    <a:pt x="161859" y="43149"/>
                  </a:lnTo>
                  <a:lnTo>
                    <a:pt x="161721" y="43333"/>
                  </a:lnTo>
                  <a:lnTo>
                    <a:pt x="161584" y="43516"/>
                  </a:lnTo>
                  <a:lnTo>
                    <a:pt x="161400" y="43677"/>
                  </a:lnTo>
                  <a:lnTo>
                    <a:pt x="161240" y="43814"/>
                  </a:lnTo>
                  <a:lnTo>
                    <a:pt x="161033" y="43952"/>
                  </a:lnTo>
                  <a:lnTo>
                    <a:pt x="160827" y="44044"/>
                  </a:lnTo>
                  <a:lnTo>
                    <a:pt x="160620" y="44159"/>
                  </a:lnTo>
                  <a:lnTo>
                    <a:pt x="160414" y="44227"/>
                  </a:lnTo>
                  <a:lnTo>
                    <a:pt x="160184" y="44296"/>
                  </a:lnTo>
                  <a:lnTo>
                    <a:pt x="159955" y="44319"/>
                  </a:lnTo>
                  <a:lnTo>
                    <a:pt x="159726" y="44342"/>
                  </a:lnTo>
                  <a:lnTo>
                    <a:pt x="159496" y="44342"/>
                  </a:lnTo>
                  <a:lnTo>
                    <a:pt x="159267" y="44319"/>
                  </a:lnTo>
                  <a:lnTo>
                    <a:pt x="159037" y="44250"/>
                  </a:lnTo>
                  <a:lnTo>
                    <a:pt x="158808" y="44181"/>
                  </a:lnTo>
                  <a:lnTo>
                    <a:pt x="158602" y="44090"/>
                  </a:lnTo>
                  <a:lnTo>
                    <a:pt x="158372" y="43952"/>
                  </a:lnTo>
                  <a:lnTo>
                    <a:pt x="158166" y="43814"/>
                  </a:lnTo>
                  <a:lnTo>
                    <a:pt x="157982" y="43631"/>
                  </a:lnTo>
                  <a:lnTo>
                    <a:pt x="157799" y="43424"/>
                  </a:lnTo>
                  <a:lnTo>
                    <a:pt x="157615" y="43172"/>
                  </a:lnTo>
                  <a:lnTo>
                    <a:pt x="157478" y="42897"/>
                  </a:lnTo>
                  <a:lnTo>
                    <a:pt x="157363" y="42645"/>
                  </a:lnTo>
                  <a:lnTo>
                    <a:pt x="157271" y="42369"/>
                  </a:lnTo>
                  <a:lnTo>
                    <a:pt x="157225" y="42117"/>
                  </a:lnTo>
                  <a:lnTo>
                    <a:pt x="157202" y="41865"/>
                  </a:lnTo>
                  <a:lnTo>
                    <a:pt x="157225" y="41612"/>
                  </a:lnTo>
                  <a:lnTo>
                    <a:pt x="157248" y="41383"/>
                  </a:lnTo>
                  <a:lnTo>
                    <a:pt x="157317" y="41153"/>
                  </a:lnTo>
                  <a:lnTo>
                    <a:pt x="157386" y="40924"/>
                  </a:lnTo>
                  <a:lnTo>
                    <a:pt x="157478" y="40718"/>
                  </a:lnTo>
                  <a:lnTo>
                    <a:pt x="157615" y="40511"/>
                  </a:lnTo>
                  <a:lnTo>
                    <a:pt x="157753" y="40328"/>
                  </a:lnTo>
                  <a:lnTo>
                    <a:pt x="157890" y="40144"/>
                  </a:lnTo>
                  <a:lnTo>
                    <a:pt x="158074" y="39984"/>
                  </a:lnTo>
                  <a:lnTo>
                    <a:pt x="158257" y="39846"/>
                  </a:lnTo>
                  <a:lnTo>
                    <a:pt x="158441" y="39708"/>
                  </a:lnTo>
                  <a:lnTo>
                    <a:pt x="158647" y="39594"/>
                  </a:lnTo>
                  <a:lnTo>
                    <a:pt x="158877" y="39502"/>
                  </a:lnTo>
                  <a:lnTo>
                    <a:pt x="159083" y="39433"/>
                  </a:lnTo>
                  <a:lnTo>
                    <a:pt x="159313" y="39364"/>
                  </a:lnTo>
                  <a:lnTo>
                    <a:pt x="159542" y="39318"/>
                  </a:lnTo>
                  <a:close/>
                  <a:moveTo>
                    <a:pt x="11676" y="39961"/>
                  </a:moveTo>
                  <a:lnTo>
                    <a:pt x="11928" y="39984"/>
                  </a:lnTo>
                  <a:lnTo>
                    <a:pt x="12158" y="40007"/>
                  </a:lnTo>
                  <a:lnTo>
                    <a:pt x="12387" y="40052"/>
                  </a:lnTo>
                  <a:lnTo>
                    <a:pt x="12617" y="40144"/>
                  </a:lnTo>
                  <a:lnTo>
                    <a:pt x="12823" y="40236"/>
                  </a:lnTo>
                  <a:lnTo>
                    <a:pt x="13052" y="40374"/>
                  </a:lnTo>
                  <a:lnTo>
                    <a:pt x="13259" y="40534"/>
                  </a:lnTo>
                  <a:lnTo>
                    <a:pt x="13442" y="40718"/>
                  </a:lnTo>
                  <a:lnTo>
                    <a:pt x="13649" y="40947"/>
                  </a:lnTo>
                  <a:lnTo>
                    <a:pt x="13809" y="41199"/>
                  </a:lnTo>
                  <a:lnTo>
                    <a:pt x="13947" y="41475"/>
                  </a:lnTo>
                  <a:lnTo>
                    <a:pt x="14039" y="41727"/>
                  </a:lnTo>
                  <a:lnTo>
                    <a:pt x="14131" y="41979"/>
                  </a:lnTo>
                  <a:lnTo>
                    <a:pt x="14153" y="42232"/>
                  </a:lnTo>
                  <a:lnTo>
                    <a:pt x="14176" y="42484"/>
                  </a:lnTo>
                  <a:lnTo>
                    <a:pt x="14176" y="42736"/>
                  </a:lnTo>
                  <a:lnTo>
                    <a:pt x="14131" y="42966"/>
                  </a:lnTo>
                  <a:lnTo>
                    <a:pt x="14085" y="43195"/>
                  </a:lnTo>
                  <a:lnTo>
                    <a:pt x="13993" y="43402"/>
                  </a:lnTo>
                  <a:lnTo>
                    <a:pt x="13901" y="43608"/>
                  </a:lnTo>
                  <a:lnTo>
                    <a:pt x="13764" y="43814"/>
                  </a:lnTo>
                  <a:lnTo>
                    <a:pt x="13626" y="43998"/>
                  </a:lnTo>
                  <a:lnTo>
                    <a:pt x="13488" y="44159"/>
                  </a:lnTo>
                  <a:lnTo>
                    <a:pt x="13305" y="44319"/>
                  </a:lnTo>
                  <a:lnTo>
                    <a:pt x="13144" y="44480"/>
                  </a:lnTo>
                  <a:lnTo>
                    <a:pt x="12938" y="44594"/>
                  </a:lnTo>
                  <a:lnTo>
                    <a:pt x="12731" y="44709"/>
                  </a:lnTo>
                  <a:lnTo>
                    <a:pt x="12525" y="44801"/>
                  </a:lnTo>
                  <a:lnTo>
                    <a:pt x="12318" y="44893"/>
                  </a:lnTo>
                  <a:lnTo>
                    <a:pt x="12089" y="44938"/>
                  </a:lnTo>
                  <a:lnTo>
                    <a:pt x="11860" y="44984"/>
                  </a:lnTo>
                  <a:lnTo>
                    <a:pt x="11630" y="45007"/>
                  </a:lnTo>
                  <a:lnTo>
                    <a:pt x="11401" y="44984"/>
                  </a:lnTo>
                  <a:lnTo>
                    <a:pt x="11171" y="44961"/>
                  </a:lnTo>
                  <a:lnTo>
                    <a:pt x="10942" y="44916"/>
                  </a:lnTo>
                  <a:lnTo>
                    <a:pt x="10713" y="44847"/>
                  </a:lnTo>
                  <a:lnTo>
                    <a:pt x="10506" y="44755"/>
                  </a:lnTo>
                  <a:lnTo>
                    <a:pt x="10277" y="44617"/>
                  </a:lnTo>
                  <a:lnTo>
                    <a:pt x="10070" y="44457"/>
                  </a:lnTo>
                  <a:lnTo>
                    <a:pt x="9887" y="44273"/>
                  </a:lnTo>
                  <a:lnTo>
                    <a:pt x="9703" y="44067"/>
                  </a:lnTo>
                  <a:lnTo>
                    <a:pt x="9520" y="43837"/>
                  </a:lnTo>
                  <a:lnTo>
                    <a:pt x="9382" y="43562"/>
                  </a:lnTo>
                  <a:lnTo>
                    <a:pt x="9267" y="43310"/>
                  </a:lnTo>
                  <a:lnTo>
                    <a:pt x="9176" y="43034"/>
                  </a:lnTo>
                  <a:lnTo>
                    <a:pt x="9130" y="42782"/>
                  </a:lnTo>
                  <a:lnTo>
                    <a:pt x="9107" y="42530"/>
                  </a:lnTo>
                  <a:lnTo>
                    <a:pt x="9130" y="42277"/>
                  </a:lnTo>
                  <a:lnTo>
                    <a:pt x="9153" y="42048"/>
                  </a:lnTo>
                  <a:lnTo>
                    <a:pt x="9199" y="41819"/>
                  </a:lnTo>
                  <a:lnTo>
                    <a:pt x="9290" y="41589"/>
                  </a:lnTo>
                  <a:lnTo>
                    <a:pt x="9382" y="41383"/>
                  </a:lnTo>
                  <a:lnTo>
                    <a:pt x="9520" y="41176"/>
                  </a:lnTo>
                  <a:lnTo>
                    <a:pt x="9657" y="40993"/>
                  </a:lnTo>
                  <a:lnTo>
                    <a:pt x="9795" y="40809"/>
                  </a:lnTo>
                  <a:lnTo>
                    <a:pt x="9979" y="40649"/>
                  </a:lnTo>
                  <a:lnTo>
                    <a:pt x="10162" y="40511"/>
                  </a:lnTo>
                  <a:lnTo>
                    <a:pt x="10346" y="40374"/>
                  </a:lnTo>
                  <a:lnTo>
                    <a:pt x="10552" y="40259"/>
                  </a:lnTo>
                  <a:lnTo>
                    <a:pt x="10781" y="40167"/>
                  </a:lnTo>
                  <a:lnTo>
                    <a:pt x="10988" y="40075"/>
                  </a:lnTo>
                  <a:lnTo>
                    <a:pt x="11217" y="40029"/>
                  </a:lnTo>
                  <a:lnTo>
                    <a:pt x="11447" y="39984"/>
                  </a:lnTo>
                  <a:lnTo>
                    <a:pt x="11676" y="39961"/>
                  </a:lnTo>
                  <a:close/>
                  <a:moveTo>
                    <a:pt x="164061" y="34708"/>
                  </a:moveTo>
                  <a:lnTo>
                    <a:pt x="166080" y="38217"/>
                  </a:lnTo>
                  <a:lnTo>
                    <a:pt x="168098" y="41727"/>
                  </a:lnTo>
                  <a:lnTo>
                    <a:pt x="166080" y="45237"/>
                  </a:lnTo>
                  <a:lnTo>
                    <a:pt x="162547" y="45237"/>
                  </a:lnTo>
                  <a:lnTo>
                    <a:pt x="164589" y="41727"/>
                  </a:lnTo>
                  <a:lnTo>
                    <a:pt x="162272" y="37827"/>
                  </a:lnTo>
                  <a:lnTo>
                    <a:pt x="164061" y="34708"/>
                  </a:lnTo>
                  <a:close/>
                  <a:moveTo>
                    <a:pt x="31725" y="42713"/>
                  </a:moveTo>
                  <a:lnTo>
                    <a:pt x="33514" y="45787"/>
                  </a:lnTo>
                  <a:lnTo>
                    <a:pt x="29982" y="45787"/>
                  </a:lnTo>
                  <a:lnTo>
                    <a:pt x="28192" y="42736"/>
                  </a:lnTo>
                  <a:lnTo>
                    <a:pt x="31725" y="42713"/>
                  </a:lnTo>
                  <a:close/>
                  <a:moveTo>
                    <a:pt x="15966" y="35373"/>
                  </a:moveTo>
                  <a:lnTo>
                    <a:pt x="17984" y="38882"/>
                  </a:lnTo>
                  <a:lnTo>
                    <a:pt x="20003" y="42392"/>
                  </a:lnTo>
                  <a:lnTo>
                    <a:pt x="17984" y="45879"/>
                  </a:lnTo>
                  <a:lnTo>
                    <a:pt x="14452" y="45902"/>
                  </a:lnTo>
                  <a:lnTo>
                    <a:pt x="16493" y="42392"/>
                  </a:lnTo>
                  <a:lnTo>
                    <a:pt x="14176" y="38493"/>
                  </a:lnTo>
                  <a:lnTo>
                    <a:pt x="15966" y="35373"/>
                  </a:lnTo>
                  <a:close/>
                  <a:moveTo>
                    <a:pt x="29798" y="34937"/>
                  </a:moveTo>
                  <a:lnTo>
                    <a:pt x="23467" y="45879"/>
                  </a:lnTo>
                  <a:lnTo>
                    <a:pt x="19957" y="45902"/>
                  </a:lnTo>
                  <a:lnTo>
                    <a:pt x="26265" y="34937"/>
                  </a:lnTo>
                  <a:close/>
                  <a:moveTo>
                    <a:pt x="102378" y="40947"/>
                  </a:moveTo>
                  <a:lnTo>
                    <a:pt x="102607" y="40970"/>
                  </a:lnTo>
                  <a:lnTo>
                    <a:pt x="102836" y="40993"/>
                  </a:lnTo>
                  <a:lnTo>
                    <a:pt x="103066" y="41039"/>
                  </a:lnTo>
                  <a:lnTo>
                    <a:pt x="103295" y="41131"/>
                  </a:lnTo>
                  <a:lnTo>
                    <a:pt x="103525" y="41245"/>
                  </a:lnTo>
                  <a:lnTo>
                    <a:pt x="103731" y="41360"/>
                  </a:lnTo>
                  <a:lnTo>
                    <a:pt x="103937" y="41521"/>
                  </a:lnTo>
                  <a:lnTo>
                    <a:pt x="104144" y="41727"/>
                  </a:lnTo>
                  <a:lnTo>
                    <a:pt x="104327" y="41933"/>
                  </a:lnTo>
                  <a:lnTo>
                    <a:pt x="104511" y="42186"/>
                  </a:lnTo>
                  <a:lnTo>
                    <a:pt x="104626" y="42461"/>
                  </a:lnTo>
                  <a:lnTo>
                    <a:pt x="104740" y="42713"/>
                  </a:lnTo>
                  <a:lnTo>
                    <a:pt x="104809" y="42966"/>
                  </a:lnTo>
                  <a:lnTo>
                    <a:pt x="104855" y="43218"/>
                  </a:lnTo>
                  <a:lnTo>
                    <a:pt x="104878" y="43470"/>
                  </a:lnTo>
                  <a:lnTo>
                    <a:pt x="104855" y="43723"/>
                  </a:lnTo>
                  <a:lnTo>
                    <a:pt x="104832" y="43952"/>
                  </a:lnTo>
                  <a:lnTo>
                    <a:pt x="104763" y="44181"/>
                  </a:lnTo>
                  <a:lnTo>
                    <a:pt x="104694" y="44388"/>
                  </a:lnTo>
                  <a:lnTo>
                    <a:pt x="104580" y="44594"/>
                  </a:lnTo>
                  <a:lnTo>
                    <a:pt x="104465" y="44801"/>
                  </a:lnTo>
                  <a:lnTo>
                    <a:pt x="104327" y="44984"/>
                  </a:lnTo>
                  <a:lnTo>
                    <a:pt x="104167" y="45168"/>
                  </a:lnTo>
                  <a:lnTo>
                    <a:pt x="104006" y="45305"/>
                  </a:lnTo>
                  <a:lnTo>
                    <a:pt x="103823" y="45466"/>
                  </a:lnTo>
                  <a:lnTo>
                    <a:pt x="103639" y="45581"/>
                  </a:lnTo>
                  <a:lnTo>
                    <a:pt x="103433" y="45695"/>
                  </a:lnTo>
                  <a:lnTo>
                    <a:pt x="103226" y="45787"/>
                  </a:lnTo>
                  <a:lnTo>
                    <a:pt x="102997" y="45879"/>
                  </a:lnTo>
                  <a:lnTo>
                    <a:pt x="102791" y="45925"/>
                  </a:lnTo>
                  <a:lnTo>
                    <a:pt x="102561" y="45971"/>
                  </a:lnTo>
                  <a:lnTo>
                    <a:pt x="102332" y="45994"/>
                  </a:lnTo>
                  <a:lnTo>
                    <a:pt x="102102" y="45994"/>
                  </a:lnTo>
                  <a:lnTo>
                    <a:pt x="101873" y="45971"/>
                  </a:lnTo>
                  <a:lnTo>
                    <a:pt x="101644" y="45902"/>
                  </a:lnTo>
                  <a:lnTo>
                    <a:pt x="101414" y="45833"/>
                  </a:lnTo>
                  <a:lnTo>
                    <a:pt x="101185" y="45741"/>
                  </a:lnTo>
                  <a:lnTo>
                    <a:pt x="100978" y="45604"/>
                  </a:lnTo>
                  <a:lnTo>
                    <a:pt x="100772" y="45466"/>
                  </a:lnTo>
                  <a:lnTo>
                    <a:pt x="100565" y="45283"/>
                  </a:lnTo>
                  <a:lnTo>
                    <a:pt x="100382" y="45053"/>
                  </a:lnTo>
                  <a:lnTo>
                    <a:pt x="100198" y="44824"/>
                  </a:lnTo>
                  <a:lnTo>
                    <a:pt x="100061" y="44548"/>
                  </a:lnTo>
                  <a:lnTo>
                    <a:pt x="99946" y="44296"/>
                  </a:lnTo>
                  <a:lnTo>
                    <a:pt x="99877" y="44021"/>
                  </a:lnTo>
                  <a:lnTo>
                    <a:pt x="99831" y="43769"/>
                  </a:lnTo>
                  <a:lnTo>
                    <a:pt x="99808" y="43516"/>
                  </a:lnTo>
                  <a:lnTo>
                    <a:pt x="99808" y="43264"/>
                  </a:lnTo>
                  <a:lnTo>
                    <a:pt x="99831" y="43034"/>
                  </a:lnTo>
                  <a:lnTo>
                    <a:pt x="99900" y="42805"/>
                  </a:lnTo>
                  <a:lnTo>
                    <a:pt x="99969" y="42576"/>
                  </a:lnTo>
                  <a:lnTo>
                    <a:pt x="100084" y="42369"/>
                  </a:lnTo>
                  <a:lnTo>
                    <a:pt x="100198" y="42163"/>
                  </a:lnTo>
                  <a:lnTo>
                    <a:pt x="100336" y="41979"/>
                  </a:lnTo>
                  <a:lnTo>
                    <a:pt x="100497" y="41796"/>
                  </a:lnTo>
                  <a:lnTo>
                    <a:pt x="100657" y="41635"/>
                  </a:lnTo>
                  <a:lnTo>
                    <a:pt x="100841" y="41498"/>
                  </a:lnTo>
                  <a:lnTo>
                    <a:pt x="101047" y="41360"/>
                  </a:lnTo>
                  <a:lnTo>
                    <a:pt x="101254" y="41245"/>
                  </a:lnTo>
                  <a:lnTo>
                    <a:pt x="101460" y="41153"/>
                  </a:lnTo>
                  <a:lnTo>
                    <a:pt x="101689" y="41062"/>
                  </a:lnTo>
                  <a:lnTo>
                    <a:pt x="101919" y="41016"/>
                  </a:lnTo>
                  <a:lnTo>
                    <a:pt x="102148" y="40970"/>
                  </a:lnTo>
                  <a:lnTo>
                    <a:pt x="102378" y="40947"/>
                  </a:lnTo>
                  <a:close/>
                  <a:moveTo>
                    <a:pt x="123000" y="43952"/>
                  </a:moveTo>
                  <a:lnTo>
                    <a:pt x="124766" y="47026"/>
                  </a:lnTo>
                  <a:lnTo>
                    <a:pt x="121234" y="47026"/>
                  </a:lnTo>
                  <a:lnTo>
                    <a:pt x="119467" y="43975"/>
                  </a:lnTo>
                  <a:lnTo>
                    <a:pt x="123000" y="43952"/>
                  </a:lnTo>
                  <a:close/>
                  <a:moveTo>
                    <a:pt x="121004" y="36176"/>
                  </a:moveTo>
                  <a:lnTo>
                    <a:pt x="114696" y="47118"/>
                  </a:lnTo>
                  <a:lnTo>
                    <a:pt x="111163" y="47141"/>
                  </a:lnTo>
                  <a:lnTo>
                    <a:pt x="111163" y="47141"/>
                  </a:lnTo>
                  <a:lnTo>
                    <a:pt x="117495" y="36176"/>
                  </a:lnTo>
                  <a:close/>
                  <a:moveTo>
                    <a:pt x="107195" y="36612"/>
                  </a:moveTo>
                  <a:lnTo>
                    <a:pt x="109191" y="40121"/>
                  </a:lnTo>
                  <a:lnTo>
                    <a:pt x="111209" y="43631"/>
                  </a:lnTo>
                  <a:lnTo>
                    <a:pt x="109214" y="47118"/>
                  </a:lnTo>
                  <a:lnTo>
                    <a:pt x="105681" y="47141"/>
                  </a:lnTo>
                  <a:lnTo>
                    <a:pt x="107700" y="43631"/>
                  </a:lnTo>
                  <a:lnTo>
                    <a:pt x="105383" y="39731"/>
                  </a:lnTo>
                  <a:lnTo>
                    <a:pt x="107195" y="36612"/>
                  </a:lnTo>
                  <a:close/>
                  <a:moveTo>
                    <a:pt x="45649" y="42713"/>
                  </a:moveTo>
                  <a:lnTo>
                    <a:pt x="45878" y="42759"/>
                  </a:lnTo>
                  <a:lnTo>
                    <a:pt x="46108" y="42805"/>
                  </a:lnTo>
                  <a:lnTo>
                    <a:pt x="46337" y="42874"/>
                  </a:lnTo>
                  <a:lnTo>
                    <a:pt x="46567" y="42989"/>
                  </a:lnTo>
                  <a:lnTo>
                    <a:pt x="46773" y="43126"/>
                  </a:lnTo>
                  <a:lnTo>
                    <a:pt x="46979" y="43287"/>
                  </a:lnTo>
                  <a:lnTo>
                    <a:pt x="47186" y="43470"/>
                  </a:lnTo>
                  <a:lnTo>
                    <a:pt x="47369" y="43700"/>
                  </a:lnTo>
                  <a:lnTo>
                    <a:pt x="47530" y="43952"/>
                  </a:lnTo>
                  <a:lnTo>
                    <a:pt x="47668" y="44204"/>
                  </a:lnTo>
                  <a:lnTo>
                    <a:pt x="47782" y="44480"/>
                  </a:lnTo>
                  <a:lnTo>
                    <a:pt x="47851" y="44732"/>
                  </a:lnTo>
                  <a:lnTo>
                    <a:pt x="47897" y="44984"/>
                  </a:lnTo>
                  <a:lnTo>
                    <a:pt x="47897" y="45237"/>
                  </a:lnTo>
                  <a:lnTo>
                    <a:pt x="47897" y="45466"/>
                  </a:lnTo>
                  <a:lnTo>
                    <a:pt x="47851" y="45718"/>
                  </a:lnTo>
                  <a:lnTo>
                    <a:pt x="47805" y="45925"/>
                  </a:lnTo>
                  <a:lnTo>
                    <a:pt x="47714" y="46154"/>
                  </a:lnTo>
                  <a:lnTo>
                    <a:pt x="47622" y="46361"/>
                  </a:lnTo>
                  <a:lnTo>
                    <a:pt x="47507" y="46544"/>
                  </a:lnTo>
                  <a:lnTo>
                    <a:pt x="47369" y="46751"/>
                  </a:lnTo>
                  <a:lnTo>
                    <a:pt x="47209" y="46911"/>
                  </a:lnTo>
                  <a:lnTo>
                    <a:pt x="47048" y="47072"/>
                  </a:lnTo>
                  <a:lnTo>
                    <a:pt x="46865" y="47209"/>
                  </a:lnTo>
                  <a:lnTo>
                    <a:pt x="46658" y="47347"/>
                  </a:lnTo>
                  <a:lnTo>
                    <a:pt x="46475" y="47462"/>
                  </a:lnTo>
                  <a:lnTo>
                    <a:pt x="46245" y="47554"/>
                  </a:lnTo>
                  <a:lnTo>
                    <a:pt x="46039" y="47622"/>
                  </a:lnTo>
                  <a:lnTo>
                    <a:pt x="45810" y="47691"/>
                  </a:lnTo>
                  <a:lnTo>
                    <a:pt x="45580" y="47737"/>
                  </a:lnTo>
                  <a:lnTo>
                    <a:pt x="45121" y="47737"/>
                  </a:lnTo>
                  <a:lnTo>
                    <a:pt x="44892" y="47714"/>
                  </a:lnTo>
                  <a:lnTo>
                    <a:pt x="44663" y="47668"/>
                  </a:lnTo>
                  <a:lnTo>
                    <a:pt x="44433" y="47599"/>
                  </a:lnTo>
                  <a:lnTo>
                    <a:pt x="44227" y="47485"/>
                  </a:lnTo>
                  <a:lnTo>
                    <a:pt x="44020" y="47370"/>
                  </a:lnTo>
                  <a:lnTo>
                    <a:pt x="43814" y="47209"/>
                  </a:lnTo>
                  <a:lnTo>
                    <a:pt x="43607" y="47026"/>
                  </a:lnTo>
                  <a:lnTo>
                    <a:pt x="43424" y="46819"/>
                  </a:lnTo>
                  <a:lnTo>
                    <a:pt x="43240" y="46590"/>
                  </a:lnTo>
                  <a:lnTo>
                    <a:pt x="43103" y="46315"/>
                  </a:lnTo>
                  <a:lnTo>
                    <a:pt x="42988" y="46040"/>
                  </a:lnTo>
                  <a:lnTo>
                    <a:pt x="42919" y="45787"/>
                  </a:lnTo>
                  <a:lnTo>
                    <a:pt x="42850" y="45535"/>
                  </a:lnTo>
                  <a:lnTo>
                    <a:pt x="42827" y="45283"/>
                  </a:lnTo>
                  <a:lnTo>
                    <a:pt x="42850" y="45030"/>
                  </a:lnTo>
                  <a:lnTo>
                    <a:pt x="42873" y="44778"/>
                  </a:lnTo>
                  <a:lnTo>
                    <a:pt x="42942" y="44548"/>
                  </a:lnTo>
                  <a:lnTo>
                    <a:pt x="43011" y="44342"/>
                  </a:lnTo>
                  <a:lnTo>
                    <a:pt x="43126" y="44113"/>
                  </a:lnTo>
                  <a:lnTo>
                    <a:pt x="43240" y="43929"/>
                  </a:lnTo>
                  <a:lnTo>
                    <a:pt x="43378" y="43723"/>
                  </a:lnTo>
                  <a:lnTo>
                    <a:pt x="43539" y="43562"/>
                  </a:lnTo>
                  <a:lnTo>
                    <a:pt x="43699" y="43402"/>
                  </a:lnTo>
                  <a:lnTo>
                    <a:pt x="43883" y="43241"/>
                  </a:lnTo>
                  <a:lnTo>
                    <a:pt x="44089" y="43126"/>
                  </a:lnTo>
                  <a:lnTo>
                    <a:pt x="44273" y="43012"/>
                  </a:lnTo>
                  <a:lnTo>
                    <a:pt x="44502" y="42897"/>
                  </a:lnTo>
                  <a:lnTo>
                    <a:pt x="44708" y="42828"/>
                  </a:lnTo>
                  <a:lnTo>
                    <a:pt x="44938" y="42759"/>
                  </a:lnTo>
                  <a:lnTo>
                    <a:pt x="45167" y="42736"/>
                  </a:lnTo>
                  <a:lnTo>
                    <a:pt x="45420" y="42713"/>
                  </a:lnTo>
                  <a:close/>
                  <a:moveTo>
                    <a:pt x="65514" y="45466"/>
                  </a:moveTo>
                  <a:lnTo>
                    <a:pt x="67281" y="48517"/>
                  </a:lnTo>
                  <a:lnTo>
                    <a:pt x="63748" y="48517"/>
                  </a:lnTo>
                  <a:lnTo>
                    <a:pt x="61982" y="45466"/>
                  </a:lnTo>
                  <a:close/>
                  <a:moveTo>
                    <a:pt x="49686" y="38125"/>
                  </a:moveTo>
                  <a:lnTo>
                    <a:pt x="51705" y="41612"/>
                  </a:lnTo>
                  <a:lnTo>
                    <a:pt x="53724" y="45145"/>
                  </a:lnTo>
                  <a:lnTo>
                    <a:pt x="51728" y="48632"/>
                  </a:lnTo>
                  <a:lnTo>
                    <a:pt x="48195" y="48632"/>
                  </a:lnTo>
                  <a:lnTo>
                    <a:pt x="50214" y="45122"/>
                  </a:lnTo>
                  <a:lnTo>
                    <a:pt x="47897" y="41222"/>
                  </a:lnTo>
                  <a:lnTo>
                    <a:pt x="49686" y="38125"/>
                  </a:lnTo>
                  <a:close/>
                  <a:moveTo>
                    <a:pt x="63519" y="37667"/>
                  </a:moveTo>
                  <a:lnTo>
                    <a:pt x="57210" y="48632"/>
                  </a:lnTo>
                  <a:lnTo>
                    <a:pt x="53678" y="48632"/>
                  </a:lnTo>
                  <a:lnTo>
                    <a:pt x="60009" y="37667"/>
                  </a:lnTo>
                  <a:close/>
                  <a:moveTo>
                    <a:pt x="137131" y="44113"/>
                  </a:moveTo>
                  <a:lnTo>
                    <a:pt x="137360" y="44159"/>
                  </a:lnTo>
                  <a:lnTo>
                    <a:pt x="137589" y="44204"/>
                  </a:lnTo>
                  <a:lnTo>
                    <a:pt x="137819" y="44296"/>
                  </a:lnTo>
                  <a:lnTo>
                    <a:pt x="138048" y="44388"/>
                  </a:lnTo>
                  <a:lnTo>
                    <a:pt x="138255" y="44526"/>
                  </a:lnTo>
                  <a:lnTo>
                    <a:pt x="138461" y="44686"/>
                  </a:lnTo>
                  <a:lnTo>
                    <a:pt x="138667" y="44870"/>
                  </a:lnTo>
                  <a:lnTo>
                    <a:pt x="138851" y="45099"/>
                  </a:lnTo>
                  <a:lnTo>
                    <a:pt x="139034" y="45351"/>
                  </a:lnTo>
                  <a:lnTo>
                    <a:pt x="139172" y="45604"/>
                  </a:lnTo>
                  <a:lnTo>
                    <a:pt x="139264" y="45879"/>
                  </a:lnTo>
                  <a:lnTo>
                    <a:pt x="139333" y="46131"/>
                  </a:lnTo>
                  <a:lnTo>
                    <a:pt x="139379" y="46384"/>
                  </a:lnTo>
                  <a:lnTo>
                    <a:pt x="139401" y="46636"/>
                  </a:lnTo>
                  <a:lnTo>
                    <a:pt x="139379" y="46865"/>
                  </a:lnTo>
                  <a:lnTo>
                    <a:pt x="139356" y="47118"/>
                  </a:lnTo>
                  <a:lnTo>
                    <a:pt x="139287" y="47324"/>
                  </a:lnTo>
                  <a:lnTo>
                    <a:pt x="139218" y="47554"/>
                  </a:lnTo>
                  <a:lnTo>
                    <a:pt x="139103" y="47760"/>
                  </a:lnTo>
                  <a:lnTo>
                    <a:pt x="138989" y="47966"/>
                  </a:lnTo>
                  <a:lnTo>
                    <a:pt x="138851" y="48150"/>
                  </a:lnTo>
                  <a:lnTo>
                    <a:pt x="138690" y="48311"/>
                  </a:lnTo>
                  <a:lnTo>
                    <a:pt x="138530" y="48471"/>
                  </a:lnTo>
                  <a:lnTo>
                    <a:pt x="138346" y="48609"/>
                  </a:lnTo>
                  <a:lnTo>
                    <a:pt x="138163" y="48746"/>
                  </a:lnTo>
                  <a:lnTo>
                    <a:pt x="137956" y="48861"/>
                  </a:lnTo>
                  <a:lnTo>
                    <a:pt x="137750" y="48953"/>
                  </a:lnTo>
                  <a:lnTo>
                    <a:pt x="137520" y="49022"/>
                  </a:lnTo>
                  <a:lnTo>
                    <a:pt x="137314" y="49090"/>
                  </a:lnTo>
                  <a:lnTo>
                    <a:pt x="137085" y="49136"/>
                  </a:lnTo>
                  <a:lnTo>
                    <a:pt x="136626" y="49136"/>
                  </a:lnTo>
                  <a:lnTo>
                    <a:pt x="136396" y="49113"/>
                  </a:lnTo>
                  <a:lnTo>
                    <a:pt x="136167" y="49068"/>
                  </a:lnTo>
                  <a:lnTo>
                    <a:pt x="135938" y="48999"/>
                  </a:lnTo>
                  <a:lnTo>
                    <a:pt x="135708" y="48884"/>
                  </a:lnTo>
                  <a:lnTo>
                    <a:pt x="135502" y="48769"/>
                  </a:lnTo>
                  <a:lnTo>
                    <a:pt x="135295" y="48609"/>
                  </a:lnTo>
                  <a:lnTo>
                    <a:pt x="135089" y="48425"/>
                  </a:lnTo>
                  <a:lnTo>
                    <a:pt x="134905" y="48219"/>
                  </a:lnTo>
                  <a:lnTo>
                    <a:pt x="134745" y="47989"/>
                  </a:lnTo>
                  <a:lnTo>
                    <a:pt x="134584" y="47714"/>
                  </a:lnTo>
                  <a:lnTo>
                    <a:pt x="134470" y="47439"/>
                  </a:lnTo>
                  <a:lnTo>
                    <a:pt x="134401" y="47186"/>
                  </a:lnTo>
                  <a:lnTo>
                    <a:pt x="134355" y="46934"/>
                  </a:lnTo>
                  <a:lnTo>
                    <a:pt x="134332" y="46682"/>
                  </a:lnTo>
                  <a:lnTo>
                    <a:pt x="134332" y="46430"/>
                  </a:lnTo>
                  <a:lnTo>
                    <a:pt x="134378" y="46177"/>
                  </a:lnTo>
                  <a:lnTo>
                    <a:pt x="134424" y="45948"/>
                  </a:lnTo>
                  <a:lnTo>
                    <a:pt x="134515" y="45741"/>
                  </a:lnTo>
                  <a:lnTo>
                    <a:pt x="134607" y="45512"/>
                  </a:lnTo>
                  <a:lnTo>
                    <a:pt x="134722" y="45328"/>
                  </a:lnTo>
                  <a:lnTo>
                    <a:pt x="134860" y="45122"/>
                  </a:lnTo>
                  <a:lnTo>
                    <a:pt x="135020" y="44961"/>
                  </a:lnTo>
                  <a:lnTo>
                    <a:pt x="135181" y="44801"/>
                  </a:lnTo>
                  <a:lnTo>
                    <a:pt x="135364" y="44640"/>
                  </a:lnTo>
                  <a:lnTo>
                    <a:pt x="135571" y="44526"/>
                  </a:lnTo>
                  <a:lnTo>
                    <a:pt x="135777" y="44411"/>
                  </a:lnTo>
                  <a:lnTo>
                    <a:pt x="135984" y="44296"/>
                  </a:lnTo>
                  <a:lnTo>
                    <a:pt x="136213" y="44227"/>
                  </a:lnTo>
                  <a:lnTo>
                    <a:pt x="136442" y="44159"/>
                  </a:lnTo>
                  <a:lnTo>
                    <a:pt x="136672" y="44136"/>
                  </a:lnTo>
                  <a:lnTo>
                    <a:pt x="136901" y="44113"/>
                  </a:lnTo>
                  <a:close/>
                  <a:moveTo>
                    <a:pt x="156996" y="46865"/>
                  </a:moveTo>
                  <a:lnTo>
                    <a:pt x="158762" y="49916"/>
                  </a:lnTo>
                  <a:lnTo>
                    <a:pt x="155230" y="49916"/>
                  </a:lnTo>
                  <a:lnTo>
                    <a:pt x="153463" y="46888"/>
                  </a:lnTo>
                  <a:lnTo>
                    <a:pt x="156996" y="46865"/>
                  </a:lnTo>
                  <a:close/>
                  <a:moveTo>
                    <a:pt x="141191" y="39525"/>
                  </a:moveTo>
                  <a:lnTo>
                    <a:pt x="143186" y="43012"/>
                  </a:lnTo>
                  <a:lnTo>
                    <a:pt x="145228" y="46544"/>
                  </a:lnTo>
                  <a:lnTo>
                    <a:pt x="143209" y="50031"/>
                  </a:lnTo>
                  <a:lnTo>
                    <a:pt x="139677" y="50031"/>
                  </a:lnTo>
                  <a:lnTo>
                    <a:pt x="141695" y="46521"/>
                  </a:lnTo>
                  <a:lnTo>
                    <a:pt x="139401" y="42622"/>
                  </a:lnTo>
                  <a:lnTo>
                    <a:pt x="141191" y="39525"/>
                  </a:lnTo>
                  <a:close/>
                  <a:moveTo>
                    <a:pt x="155023" y="39089"/>
                  </a:moveTo>
                  <a:lnTo>
                    <a:pt x="148692" y="50031"/>
                  </a:lnTo>
                  <a:lnTo>
                    <a:pt x="145182" y="50031"/>
                  </a:lnTo>
                  <a:lnTo>
                    <a:pt x="151490" y="39089"/>
                  </a:lnTo>
                  <a:close/>
                  <a:moveTo>
                    <a:pt x="8625" y="47370"/>
                  </a:moveTo>
                  <a:lnTo>
                    <a:pt x="10391" y="50421"/>
                  </a:lnTo>
                  <a:lnTo>
                    <a:pt x="6859" y="50421"/>
                  </a:lnTo>
                  <a:lnTo>
                    <a:pt x="5093" y="47370"/>
                  </a:lnTo>
                  <a:close/>
                  <a:moveTo>
                    <a:pt x="79737" y="45764"/>
                  </a:moveTo>
                  <a:lnTo>
                    <a:pt x="79966" y="45810"/>
                  </a:lnTo>
                  <a:lnTo>
                    <a:pt x="80195" y="45856"/>
                  </a:lnTo>
                  <a:lnTo>
                    <a:pt x="80425" y="45925"/>
                  </a:lnTo>
                  <a:lnTo>
                    <a:pt x="80631" y="46040"/>
                  </a:lnTo>
                  <a:lnTo>
                    <a:pt x="80861" y="46177"/>
                  </a:lnTo>
                  <a:lnTo>
                    <a:pt x="81067" y="46338"/>
                  </a:lnTo>
                  <a:lnTo>
                    <a:pt x="81251" y="46521"/>
                  </a:lnTo>
                  <a:lnTo>
                    <a:pt x="81457" y="46751"/>
                  </a:lnTo>
                  <a:lnTo>
                    <a:pt x="81618" y="47003"/>
                  </a:lnTo>
                  <a:lnTo>
                    <a:pt x="81755" y="47255"/>
                  </a:lnTo>
                  <a:lnTo>
                    <a:pt x="81847" y="47531"/>
                  </a:lnTo>
                  <a:lnTo>
                    <a:pt x="81939" y="47783"/>
                  </a:lnTo>
                  <a:lnTo>
                    <a:pt x="81985" y="48035"/>
                  </a:lnTo>
                  <a:lnTo>
                    <a:pt x="81985" y="48288"/>
                  </a:lnTo>
                  <a:lnTo>
                    <a:pt x="81985" y="48517"/>
                  </a:lnTo>
                  <a:lnTo>
                    <a:pt x="81939" y="48769"/>
                  </a:lnTo>
                  <a:lnTo>
                    <a:pt x="81893" y="48976"/>
                  </a:lnTo>
                  <a:lnTo>
                    <a:pt x="81801" y="49205"/>
                  </a:lnTo>
                  <a:lnTo>
                    <a:pt x="81709" y="49412"/>
                  </a:lnTo>
                  <a:lnTo>
                    <a:pt x="81572" y="49595"/>
                  </a:lnTo>
                  <a:lnTo>
                    <a:pt x="81434" y="49802"/>
                  </a:lnTo>
                  <a:lnTo>
                    <a:pt x="81297" y="49962"/>
                  </a:lnTo>
                  <a:lnTo>
                    <a:pt x="81113" y="50123"/>
                  </a:lnTo>
                  <a:lnTo>
                    <a:pt x="80952" y="50260"/>
                  </a:lnTo>
                  <a:lnTo>
                    <a:pt x="80746" y="50398"/>
                  </a:lnTo>
                  <a:lnTo>
                    <a:pt x="80540" y="50513"/>
                  </a:lnTo>
                  <a:lnTo>
                    <a:pt x="80333" y="50604"/>
                  </a:lnTo>
                  <a:lnTo>
                    <a:pt x="80127" y="50673"/>
                  </a:lnTo>
                  <a:lnTo>
                    <a:pt x="79897" y="50742"/>
                  </a:lnTo>
                  <a:lnTo>
                    <a:pt x="79668" y="50788"/>
                  </a:lnTo>
                  <a:lnTo>
                    <a:pt x="79209" y="50788"/>
                  </a:lnTo>
                  <a:lnTo>
                    <a:pt x="78980" y="50765"/>
                  </a:lnTo>
                  <a:lnTo>
                    <a:pt x="78750" y="50719"/>
                  </a:lnTo>
                  <a:lnTo>
                    <a:pt x="78521" y="50650"/>
                  </a:lnTo>
                  <a:lnTo>
                    <a:pt x="78314" y="50536"/>
                  </a:lnTo>
                  <a:lnTo>
                    <a:pt x="78085" y="50421"/>
                  </a:lnTo>
                  <a:lnTo>
                    <a:pt x="77879" y="50260"/>
                  </a:lnTo>
                  <a:lnTo>
                    <a:pt x="77695" y="50077"/>
                  </a:lnTo>
                  <a:lnTo>
                    <a:pt x="77512" y="49870"/>
                  </a:lnTo>
                  <a:lnTo>
                    <a:pt x="77328" y="49641"/>
                  </a:lnTo>
                  <a:lnTo>
                    <a:pt x="77190" y="49366"/>
                  </a:lnTo>
                  <a:lnTo>
                    <a:pt x="77076" y="49090"/>
                  </a:lnTo>
                  <a:lnTo>
                    <a:pt x="76984" y="48838"/>
                  </a:lnTo>
                  <a:lnTo>
                    <a:pt x="76938" y="48586"/>
                  </a:lnTo>
                  <a:lnTo>
                    <a:pt x="76915" y="48333"/>
                  </a:lnTo>
                  <a:lnTo>
                    <a:pt x="76938" y="48081"/>
                  </a:lnTo>
                  <a:lnTo>
                    <a:pt x="76961" y="47829"/>
                  </a:lnTo>
                  <a:lnTo>
                    <a:pt x="77030" y="47599"/>
                  </a:lnTo>
                  <a:lnTo>
                    <a:pt x="77099" y="47393"/>
                  </a:lnTo>
                  <a:lnTo>
                    <a:pt x="77190" y="47164"/>
                  </a:lnTo>
                  <a:lnTo>
                    <a:pt x="77328" y="46980"/>
                  </a:lnTo>
                  <a:lnTo>
                    <a:pt x="77466" y="46774"/>
                  </a:lnTo>
                  <a:lnTo>
                    <a:pt x="77603" y="46613"/>
                  </a:lnTo>
                  <a:lnTo>
                    <a:pt x="77787" y="46452"/>
                  </a:lnTo>
                  <a:lnTo>
                    <a:pt x="77970" y="46292"/>
                  </a:lnTo>
                  <a:lnTo>
                    <a:pt x="78154" y="46154"/>
                  </a:lnTo>
                  <a:lnTo>
                    <a:pt x="78360" y="46040"/>
                  </a:lnTo>
                  <a:lnTo>
                    <a:pt x="78590" y="45948"/>
                  </a:lnTo>
                  <a:lnTo>
                    <a:pt x="78796" y="45879"/>
                  </a:lnTo>
                  <a:lnTo>
                    <a:pt x="79026" y="45810"/>
                  </a:lnTo>
                  <a:lnTo>
                    <a:pt x="79255" y="45787"/>
                  </a:lnTo>
                  <a:lnTo>
                    <a:pt x="79484" y="45764"/>
                  </a:lnTo>
                  <a:close/>
                  <a:moveTo>
                    <a:pt x="99418" y="48448"/>
                  </a:moveTo>
                  <a:lnTo>
                    <a:pt x="101185" y="51522"/>
                  </a:lnTo>
                  <a:lnTo>
                    <a:pt x="97652" y="51522"/>
                  </a:lnTo>
                  <a:lnTo>
                    <a:pt x="95886" y="48471"/>
                  </a:lnTo>
                  <a:lnTo>
                    <a:pt x="99418" y="48448"/>
                  </a:lnTo>
                  <a:close/>
                  <a:moveTo>
                    <a:pt x="83705" y="41039"/>
                  </a:moveTo>
                  <a:lnTo>
                    <a:pt x="85701" y="44526"/>
                  </a:lnTo>
                  <a:lnTo>
                    <a:pt x="87742" y="48035"/>
                  </a:lnTo>
                  <a:lnTo>
                    <a:pt x="85724" y="51545"/>
                  </a:lnTo>
                  <a:lnTo>
                    <a:pt x="82191" y="51545"/>
                  </a:lnTo>
                  <a:lnTo>
                    <a:pt x="84210" y="48035"/>
                  </a:lnTo>
                  <a:lnTo>
                    <a:pt x="81916" y="44136"/>
                  </a:lnTo>
                  <a:lnTo>
                    <a:pt x="83705" y="41039"/>
                  </a:lnTo>
                  <a:close/>
                  <a:moveTo>
                    <a:pt x="97515" y="40580"/>
                  </a:moveTo>
                  <a:lnTo>
                    <a:pt x="91206" y="51545"/>
                  </a:lnTo>
                  <a:lnTo>
                    <a:pt x="87697" y="51545"/>
                  </a:lnTo>
                  <a:lnTo>
                    <a:pt x="94005" y="40580"/>
                  </a:lnTo>
                  <a:close/>
                  <a:moveTo>
                    <a:pt x="170851" y="46865"/>
                  </a:moveTo>
                  <a:lnTo>
                    <a:pt x="171103" y="46888"/>
                  </a:lnTo>
                  <a:lnTo>
                    <a:pt x="171333" y="46957"/>
                  </a:lnTo>
                  <a:lnTo>
                    <a:pt x="171562" y="47026"/>
                  </a:lnTo>
                  <a:lnTo>
                    <a:pt x="171769" y="47141"/>
                  </a:lnTo>
                  <a:lnTo>
                    <a:pt x="171998" y="47278"/>
                  </a:lnTo>
                  <a:lnTo>
                    <a:pt x="172205" y="47439"/>
                  </a:lnTo>
                  <a:lnTo>
                    <a:pt x="172388" y="47622"/>
                  </a:lnTo>
                  <a:lnTo>
                    <a:pt x="172572" y="47852"/>
                  </a:lnTo>
                  <a:lnTo>
                    <a:pt x="172755" y="48104"/>
                  </a:lnTo>
                  <a:lnTo>
                    <a:pt x="172893" y="48356"/>
                  </a:lnTo>
                  <a:lnTo>
                    <a:pt x="172984" y="48632"/>
                  </a:lnTo>
                  <a:lnTo>
                    <a:pt x="173053" y="48884"/>
                  </a:lnTo>
                  <a:lnTo>
                    <a:pt x="173099" y="49136"/>
                  </a:lnTo>
                  <a:lnTo>
                    <a:pt x="173122" y="49389"/>
                  </a:lnTo>
                  <a:lnTo>
                    <a:pt x="173099" y="49618"/>
                  </a:lnTo>
                  <a:lnTo>
                    <a:pt x="173076" y="49847"/>
                  </a:lnTo>
                  <a:lnTo>
                    <a:pt x="173007" y="50077"/>
                  </a:lnTo>
                  <a:lnTo>
                    <a:pt x="172939" y="50306"/>
                  </a:lnTo>
                  <a:lnTo>
                    <a:pt x="172824" y="50513"/>
                  </a:lnTo>
                  <a:lnTo>
                    <a:pt x="172709" y="50696"/>
                  </a:lnTo>
                  <a:lnTo>
                    <a:pt x="172572" y="50880"/>
                  </a:lnTo>
                  <a:lnTo>
                    <a:pt x="172434" y="51063"/>
                  </a:lnTo>
                  <a:lnTo>
                    <a:pt x="172250" y="51224"/>
                  </a:lnTo>
                  <a:lnTo>
                    <a:pt x="172067" y="51361"/>
                  </a:lnTo>
                  <a:lnTo>
                    <a:pt x="171883" y="51499"/>
                  </a:lnTo>
                  <a:lnTo>
                    <a:pt x="171677" y="51614"/>
                  </a:lnTo>
                  <a:lnTo>
                    <a:pt x="171470" y="51706"/>
                  </a:lnTo>
                  <a:lnTo>
                    <a:pt x="171264" y="51774"/>
                  </a:lnTo>
                  <a:lnTo>
                    <a:pt x="171035" y="51843"/>
                  </a:lnTo>
                  <a:lnTo>
                    <a:pt x="170805" y="51866"/>
                  </a:lnTo>
                  <a:lnTo>
                    <a:pt x="170576" y="51889"/>
                  </a:lnTo>
                  <a:lnTo>
                    <a:pt x="170346" y="51889"/>
                  </a:lnTo>
                  <a:lnTo>
                    <a:pt x="170117" y="51866"/>
                  </a:lnTo>
                  <a:lnTo>
                    <a:pt x="169888" y="51820"/>
                  </a:lnTo>
                  <a:lnTo>
                    <a:pt x="169658" y="51728"/>
                  </a:lnTo>
                  <a:lnTo>
                    <a:pt x="169429" y="51637"/>
                  </a:lnTo>
                  <a:lnTo>
                    <a:pt x="169222" y="51522"/>
                  </a:lnTo>
                  <a:lnTo>
                    <a:pt x="169016" y="51361"/>
                  </a:lnTo>
                  <a:lnTo>
                    <a:pt x="168832" y="51178"/>
                  </a:lnTo>
                  <a:lnTo>
                    <a:pt x="168626" y="50971"/>
                  </a:lnTo>
                  <a:lnTo>
                    <a:pt x="168465" y="50719"/>
                  </a:lnTo>
                  <a:lnTo>
                    <a:pt x="168305" y="50467"/>
                  </a:lnTo>
                  <a:lnTo>
                    <a:pt x="168213" y="50192"/>
                  </a:lnTo>
                  <a:lnTo>
                    <a:pt x="168121" y="49939"/>
                  </a:lnTo>
                  <a:lnTo>
                    <a:pt x="168075" y="49664"/>
                  </a:lnTo>
                  <a:lnTo>
                    <a:pt x="168053" y="49412"/>
                  </a:lnTo>
                  <a:lnTo>
                    <a:pt x="168053" y="49182"/>
                  </a:lnTo>
                  <a:lnTo>
                    <a:pt x="168098" y="48930"/>
                  </a:lnTo>
                  <a:lnTo>
                    <a:pt x="168144" y="48700"/>
                  </a:lnTo>
                  <a:lnTo>
                    <a:pt x="168236" y="48471"/>
                  </a:lnTo>
                  <a:lnTo>
                    <a:pt x="168328" y="48265"/>
                  </a:lnTo>
                  <a:lnTo>
                    <a:pt x="168442" y="48058"/>
                  </a:lnTo>
                  <a:lnTo>
                    <a:pt x="168580" y="47875"/>
                  </a:lnTo>
                  <a:lnTo>
                    <a:pt x="168741" y="47714"/>
                  </a:lnTo>
                  <a:lnTo>
                    <a:pt x="168924" y="47531"/>
                  </a:lnTo>
                  <a:lnTo>
                    <a:pt x="169108" y="47393"/>
                  </a:lnTo>
                  <a:lnTo>
                    <a:pt x="169291" y="47255"/>
                  </a:lnTo>
                  <a:lnTo>
                    <a:pt x="169498" y="47141"/>
                  </a:lnTo>
                  <a:lnTo>
                    <a:pt x="169704" y="47049"/>
                  </a:lnTo>
                  <a:lnTo>
                    <a:pt x="169934" y="46980"/>
                  </a:lnTo>
                  <a:lnTo>
                    <a:pt x="170163" y="46911"/>
                  </a:lnTo>
                  <a:lnTo>
                    <a:pt x="170392" y="46888"/>
                  </a:lnTo>
                  <a:lnTo>
                    <a:pt x="170622" y="46865"/>
                  </a:lnTo>
                  <a:close/>
                  <a:moveTo>
                    <a:pt x="22526" y="47508"/>
                  </a:moveTo>
                  <a:lnTo>
                    <a:pt x="22756" y="47531"/>
                  </a:lnTo>
                  <a:lnTo>
                    <a:pt x="23008" y="47554"/>
                  </a:lnTo>
                  <a:lnTo>
                    <a:pt x="23237" y="47599"/>
                  </a:lnTo>
                  <a:lnTo>
                    <a:pt x="23467" y="47691"/>
                  </a:lnTo>
                  <a:lnTo>
                    <a:pt x="23673" y="47806"/>
                  </a:lnTo>
                  <a:lnTo>
                    <a:pt x="23903" y="47921"/>
                  </a:lnTo>
                  <a:lnTo>
                    <a:pt x="24109" y="48081"/>
                  </a:lnTo>
                  <a:lnTo>
                    <a:pt x="24293" y="48288"/>
                  </a:lnTo>
                  <a:lnTo>
                    <a:pt x="24476" y="48494"/>
                  </a:lnTo>
                  <a:lnTo>
                    <a:pt x="24660" y="48746"/>
                  </a:lnTo>
                  <a:lnTo>
                    <a:pt x="24797" y="49022"/>
                  </a:lnTo>
                  <a:lnTo>
                    <a:pt x="24889" y="49274"/>
                  </a:lnTo>
                  <a:lnTo>
                    <a:pt x="24958" y="49526"/>
                  </a:lnTo>
                  <a:lnTo>
                    <a:pt x="25004" y="49779"/>
                  </a:lnTo>
                  <a:lnTo>
                    <a:pt x="25027" y="50031"/>
                  </a:lnTo>
                  <a:lnTo>
                    <a:pt x="25004" y="50283"/>
                  </a:lnTo>
                  <a:lnTo>
                    <a:pt x="24981" y="50513"/>
                  </a:lnTo>
                  <a:lnTo>
                    <a:pt x="24912" y="50742"/>
                  </a:lnTo>
                  <a:lnTo>
                    <a:pt x="24843" y="50949"/>
                  </a:lnTo>
                  <a:lnTo>
                    <a:pt x="24728" y="51155"/>
                  </a:lnTo>
                  <a:lnTo>
                    <a:pt x="24614" y="51361"/>
                  </a:lnTo>
                  <a:lnTo>
                    <a:pt x="24476" y="51545"/>
                  </a:lnTo>
                  <a:lnTo>
                    <a:pt x="24338" y="51728"/>
                  </a:lnTo>
                  <a:lnTo>
                    <a:pt x="24155" y="51866"/>
                  </a:lnTo>
                  <a:lnTo>
                    <a:pt x="23971" y="52027"/>
                  </a:lnTo>
                  <a:lnTo>
                    <a:pt x="23788" y="52141"/>
                  </a:lnTo>
                  <a:lnTo>
                    <a:pt x="23581" y="52256"/>
                  </a:lnTo>
                  <a:lnTo>
                    <a:pt x="23375" y="52348"/>
                  </a:lnTo>
                  <a:lnTo>
                    <a:pt x="23169" y="52440"/>
                  </a:lnTo>
                  <a:lnTo>
                    <a:pt x="22939" y="52485"/>
                  </a:lnTo>
                  <a:lnTo>
                    <a:pt x="22710" y="52531"/>
                  </a:lnTo>
                  <a:lnTo>
                    <a:pt x="22480" y="52554"/>
                  </a:lnTo>
                  <a:lnTo>
                    <a:pt x="22251" y="52554"/>
                  </a:lnTo>
                  <a:lnTo>
                    <a:pt x="22022" y="52531"/>
                  </a:lnTo>
                  <a:lnTo>
                    <a:pt x="21792" y="52463"/>
                  </a:lnTo>
                  <a:lnTo>
                    <a:pt x="21563" y="52394"/>
                  </a:lnTo>
                  <a:lnTo>
                    <a:pt x="21333" y="52302"/>
                  </a:lnTo>
                  <a:lnTo>
                    <a:pt x="21127" y="52164"/>
                  </a:lnTo>
                  <a:lnTo>
                    <a:pt x="20921" y="52027"/>
                  </a:lnTo>
                  <a:lnTo>
                    <a:pt x="20737" y="51843"/>
                  </a:lnTo>
                  <a:lnTo>
                    <a:pt x="20531" y="51614"/>
                  </a:lnTo>
                  <a:lnTo>
                    <a:pt x="20370" y="51384"/>
                  </a:lnTo>
                  <a:lnTo>
                    <a:pt x="20209" y="51109"/>
                  </a:lnTo>
                  <a:lnTo>
                    <a:pt x="20118" y="50857"/>
                  </a:lnTo>
                  <a:lnTo>
                    <a:pt x="20026" y="50582"/>
                  </a:lnTo>
                  <a:lnTo>
                    <a:pt x="19980" y="50329"/>
                  </a:lnTo>
                  <a:lnTo>
                    <a:pt x="19957" y="50077"/>
                  </a:lnTo>
                  <a:lnTo>
                    <a:pt x="19957" y="49825"/>
                  </a:lnTo>
                  <a:lnTo>
                    <a:pt x="20003" y="49595"/>
                  </a:lnTo>
                  <a:lnTo>
                    <a:pt x="20049" y="49366"/>
                  </a:lnTo>
                  <a:lnTo>
                    <a:pt x="20141" y="49136"/>
                  </a:lnTo>
                  <a:lnTo>
                    <a:pt x="20232" y="48930"/>
                  </a:lnTo>
                  <a:lnTo>
                    <a:pt x="20347" y="48723"/>
                  </a:lnTo>
                  <a:lnTo>
                    <a:pt x="20485" y="48540"/>
                  </a:lnTo>
                  <a:lnTo>
                    <a:pt x="20645" y="48356"/>
                  </a:lnTo>
                  <a:lnTo>
                    <a:pt x="20829" y="48196"/>
                  </a:lnTo>
                  <a:lnTo>
                    <a:pt x="21012" y="48058"/>
                  </a:lnTo>
                  <a:lnTo>
                    <a:pt x="21196" y="47921"/>
                  </a:lnTo>
                  <a:lnTo>
                    <a:pt x="21402" y="47806"/>
                  </a:lnTo>
                  <a:lnTo>
                    <a:pt x="21609" y="47714"/>
                  </a:lnTo>
                  <a:lnTo>
                    <a:pt x="21838" y="47622"/>
                  </a:lnTo>
                  <a:lnTo>
                    <a:pt x="22068" y="47576"/>
                  </a:lnTo>
                  <a:lnTo>
                    <a:pt x="22297" y="47531"/>
                  </a:lnTo>
                  <a:lnTo>
                    <a:pt x="22526" y="47508"/>
                  </a:lnTo>
                  <a:close/>
                  <a:moveTo>
                    <a:pt x="42621" y="50283"/>
                  </a:moveTo>
                  <a:lnTo>
                    <a:pt x="44410" y="53334"/>
                  </a:lnTo>
                  <a:lnTo>
                    <a:pt x="40878" y="53334"/>
                  </a:lnTo>
                  <a:lnTo>
                    <a:pt x="39088" y="50283"/>
                  </a:lnTo>
                  <a:close/>
                  <a:moveTo>
                    <a:pt x="26816" y="42920"/>
                  </a:moveTo>
                  <a:lnTo>
                    <a:pt x="28812" y="46430"/>
                  </a:lnTo>
                  <a:lnTo>
                    <a:pt x="30853" y="49939"/>
                  </a:lnTo>
                  <a:lnTo>
                    <a:pt x="28835" y="53426"/>
                  </a:lnTo>
                  <a:lnTo>
                    <a:pt x="25302" y="53449"/>
                  </a:lnTo>
                  <a:lnTo>
                    <a:pt x="27344" y="49939"/>
                  </a:lnTo>
                  <a:lnTo>
                    <a:pt x="25027" y="46040"/>
                  </a:lnTo>
                  <a:lnTo>
                    <a:pt x="26816" y="42920"/>
                  </a:lnTo>
                  <a:close/>
                  <a:moveTo>
                    <a:pt x="40648" y="42484"/>
                  </a:moveTo>
                  <a:lnTo>
                    <a:pt x="34317" y="53426"/>
                  </a:lnTo>
                  <a:lnTo>
                    <a:pt x="30807" y="53449"/>
                  </a:lnTo>
                  <a:lnTo>
                    <a:pt x="37116" y="42484"/>
                  </a:lnTo>
                  <a:close/>
                  <a:moveTo>
                    <a:pt x="114031" y="48769"/>
                  </a:moveTo>
                  <a:lnTo>
                    <a:pt x="114260" y="48792"/>
                  </a:lnTo>
                  <a:lnTo>
                    <a:pt x="114490" y="48861"/>
                  </a:lnTo>
                  <a:lnTo>
                    <a:pt x="114719" y="48930"/>
                  </a:lnTo>
                  <a:lnTo>
                    <a:pt x="114948" y="49045"/>
                  </a:lnTo>
                  <a:lnTo>
                    <a:pt x="115155" y="49159"/>
                  </a:lnTo>
                  <a:lnTo>
                    <a:pt x="115361" y="49320"/>
                  </a:lnTo>
                  <a:lnTo>
                    <a:pt x="115568" y="49526"/>
                  </a:lnTo>
                  <a:lnTo>
                    <a:pt x="115751" y="49733"/>
                  </a:lnTo>
                  <a:lnTo>
                    <a:pt x="115912" y="49985"/>
                  </a:lnTo>
                  <a:lnTo>
                    <a:pt x="116049" y="50260"/>
                  </a:lnTo>
                  <a:lnTo>
                    <a:pt x="116164" y="50513"/>
                  </a:lnTo>
                  <a:lnTo>
                    <a:pt x="116233" y="50788"/>
                  </a:lnTo>
                  <a:lnTo>
                    <a:pt x="116279" y="51040"/>
                  </a:lnTo>
                  <a:lnTo>
                    <a:pt x="116279" y="51270"/>
                  </a:lnTo>
                  <a:lnTo>
                    <a:pt x="116279" y="51522"/>
                  </a:lnTo>
                  <a:lnTo>
                    <a:pt x="116233" y="51751"/>
                  </a:lnTo>
                  <a:lnTo>
                    <a:pt x="116187" y="51981"/>
                  </a:lnTo>
                  <a:lnTo>
                    <a:pt x="116095" y="52187"/>
                  </a:lnTo>
                  <a:lnTo>
                    <a:pt x="116004" y="52394"/>
                  </a:lnTo>
                  <a:lnTo>
                    <a:pt x="115889" y="52600"/>
                  </a:lnTo>
                  <a:lnTo>
                    <a:pt x="115751" y="52784"/>
                  </a:lnTo>
                  <a:lnTo>
                    <a:pt x="115591" y="52967"/>
                  </a:lnTo>
                  <a:lnTo>
                    <a:pt x="115430" y="53128"/>
                  </a:lnTo>
                  <a:lnTo>
                    <a:pt x="115247" y="53265"/>
                  </a:lnTo>
                  <a:lnTo>
                    <a:pt x="115040" y="53380"/>
                  </a:lnTo>
                  <a:lnTo>
                    <a:pt x="114857" y="53495"/>
                  </a:lnTo>
                  <a:lnTo>
                    <a:pt x="114650" y="53609"/>
                  </a:lnTo>
                  <a:lnTo>
                    <a:pt x="114421" y="53678"/>
                  </a:lnTo>
                  <a:lnTo>
                    <a:pt x="114191" y="53724"/>
                  </a:lnTo>
                  <a:lnTo>
                    <a:pt x="113962" y="53770"/>
                  </a:lnTo>
                  <a:lnTo>
                    <a:pt x="113733" y="53793"/>
                  </a:lnTo>
                  <a:lnTo>
                    <a:pt x="113503" y="53793"/>
                  </a:lnTo>
                  <a:lnTo>
                    <a:pt x="113274" y="53770"/>
                  </a:lnTo>
                  <a:lnTo>
                    <a:pt x="113044" y="53701"/>
                  </a:lnTo>
                  <a:lnTo>
                    <a:pt x="112838" y="53632"/>
                  </a:lnTo>
                  <a:lnTo>
                    <a:pt x="112609" y="53541"/>
                  </a:lnTo>
                  <a:lnTo>
                    <a:pt x="112402" y="53403"/>
                  </a:lnTo>
                  <a:lnTo>
                    <a:pt x="112196" y="53265"/>
                  </a:lnTo>
                  <a:lnTo>
                    <a:pt x="111989" y="53082"/>
                  </a:lnTo>
                  <a:lnTo>
                    <a:pt x="111806" y="52875"/>
                  </a:lnTo>
                  <a:lnTo>
                    <a:pt x="111622" y="52623"/>
                  </a:lnTo>
                  <a:lnTo>
                    <a:pt x="111484" y="52348"/>
                  </a:lnTo>
                  <a:lnTo>
                    <a:pt x="111370" y="52095"/>
                  </a:lnTo>
                  <a:lnTo>
                    <a:pt x="111301" y="51820"/>
                  </a:lnTo>
                  <a:lnTo>
                    <a:pt x="111232" y="51568"/>
                  </a:lnTo>
                  <a:lnTo>
                    <a:pt x="111232" y="51316"/>
                  </a:lnTo>
                  <a:lnTo>
                    <a:pt x="111232" y="51063"/>
                  </a:lnTo>
                  <a:lnTo>
                    <a:pt x="111255" y="50834"/>
                  </a:lnTo>
                  <a:lnTo>
                    <a:pt x="111324" y="50604"/>
                  </a:lnTo>
                  <a:lnTo>
                    <a:pt x="111393" y="50375"/>
                  </a:lnTo>
                  <a:lnTo>
                    <a:pt x="111507" y="50169"/>
                  </a:lnTo>
                  <a:lnTo>
                    <a:pt x="111622" y="49962"/>
                  </a:lnTo>
                  <a:lnTo>
                    <a:pt x="111760" y="49779"/>
                  </a:lnTo>
                  <a:lnTo>
                    <a:pt x="111920" y="49595"/>
                  </a:lnTo>
                  <a:lnTo>
                    <a:pt x="112081" y="49435"/>
                  </a:lnTo>
                  <a:lnTo>
                    <a:pt x="112264" y="49297"/>
                  </a:lnTo>
                  <a:lnTo>
                    <a:pt x="112471" y="49159"/>
                  </a:lnTo>
                  <a:lnTo>
                    <a:pt x="112677" y="49045"/>
                  </a:lnTo>
                  <a:lnTo>
                    <a:pt x="112884" y="48953"/>
                  </a:lnTo>
                  <a:lnTo>
                    <a:pt x="113090" y="48861"/>
                  </a:lnTo>
                  <a:lnTo>
                    <a:pt x="113320" y="48815"/>
                  </a:lnTo>
                  <a:lnTo>
                    <a:pt x="113549" y="48769"/>
                  </a:lnTo>
                  <a:close/>
                  <a:moveTo>
                    <a:pt x="133896" y="51522"/>
                  </a:moveTo>
                  <a:lnTo>
                    <a:pt x="135662" y="54573"/>
                  </a:lnTo>
                  <a:lnTo>
                    <a:pt x="132130" y="54573"/>
                  </a:lnTo>
                  <a:lnTo>
                    <a:pt x="130363" y="51522"/>
                  </a:lnTo>
                  <a:close/>
                  <a:moveTo>
                    <a:pt x="118091" y="44159"/>
                  </a:moveTo>
                  <a:lnTo>
                    <a:pt x="120087" y="47668"/>
                  </a:lnTo>
                  <a:lnTo>
                    <a:pt x="122105" y="51178"/>
                  </a:lnTo>
                  <a:lnTo>
                    <a:pt x="120110" y="54688"/>
                  </a:lnTo>
                  <a:lnTo>
                    <a:pt x="116577" y="54688"/>
                  </a:lnTo>
                  <a:lnTo>
                    <a:pt x="118596" y="51178"/>
                  </a:lnTo>
                  <a:lnTo>
                    <a:pt x="116279" y="47278"/>
                  </a:lnTo>
                  <a:lnTo>
                    <a:pt x="118091" y="44159"/>
                  </a:lnTo>
                  <a:close/>
                  <a:moveTo>
                    <a:pt x="131900" y="43723"/>
                  </a:moveTo>
                  <a:lnTo>
                    <a:pt x="125592" y="54665"/>
                  </a:lnTo>
                  <a:lnTo>
                    <a:pt x="122059" y="54688"/>
                  </a:lnTo>
                  <a:lnTo>
                    <a:pt x="128391" y="43723"/>
                  </a:lnTo>
                  <a:close/>
                  <a:moveTo>
                    <a:pt x="56247" y="50169"/>
                  </a:moveTo>
                  <a:lnTo>
                    <a:pt x="56476" y="50192"/>
                  </a:lnTo>
                  <a:lnTo>
                    <a:pt x="56706" y="50214"/>
                  </a:lnTo>
                  <a:lnTo>
                    <a:pt x="56935" y="50260"/>
                  </a:lnTo>
                  <a:lnTo>
                    <a:pt x="57164" y="50352"/>
                  </a:lnTo>
                  <a:lnTo>
                    <a:pt x="57394" y="50444"/>
                  </a:lnTo>
                  <a:lnTo>
                    <a:pt x="57600" y="50582"/>
                  </a:lnTo>
                  <a:lnTo>
                    <a:pt x="57807" y="50742"/>
                  </a:lnTo>
                  <a:lnTo>
                    <a:pt x="58013" y="50949"/>
                  </a:lnTo>
                  <a:lnTo>
                    <a:pt x="58197" y="51155"/>
                  </a:lnTo>
                  <a:lnTo>
                    <a:pt x="58380" y="51407"/>
                  </a:lnTo>
                  <a:lnTo>
                    <a:pt x="58518" y="51683"/>
                  </a:lnTo>
                  <a:lnTo>
                    <a:pt x="58610" y="51935"/>
                  </a:lnTo>
                  <a:lnTo>
                    <a:pt x="58678" y="52187"/>
                  </a:lnTo>
                  <a:lnTo>
                    <a:pt x="58724" y="52440"/>
                  </a:lnTo>
                  <a:lnTo>
                    <a:pt x="58747" y="52692"/>
                  </a:lnTo>
                  <a:lnTo>
                    <a:pt x="58724" y="52944"/>
                  </a:lnTo>
                  <a:lnTo>
                    <a:pt x="58701" y="53174"/>
                  </a:lnTo>
                  <a:lnTo>
                    <a:pt x="58633" y="53403"/>
                  </a:lnTo>
                  <a:lnTo>
                    <a:pt x="58564" y="53609"/>
                  </a:lnTo>
                  <a:lnTo>
                    <a:pt x="58449" y="53816"/>
                  </a:lnTo>
                  <a:lnTo>
                    <a:pt x="58334" y="54022"/>
                  </a:lnTo>
                  <a:lnTo>
                    <a:pt x="58197" y="54206"/>
                  </a:lnTo>
                  <a:lnTo>
                    <a:pt x="58036" y="54366"/>
                  </a:lnTo>
                  <a:lnTo>
                    <a:pt x="57876" y="54527"/>
                  </a:lnTo>
                  <a:lnTo>
                    <a:pt x="57692" y="54688"/>
                  </a:lnTo>
                  <a:lnTo>
                    <a:pt x="57509" y="54802"/>
                  </a:lnTo>
                  <a:lnTo>
                    <a:pt x="57302" y="54917"/>
                  </a:lnTo>
                  <a:lnTo>
                    <a:pt x="57096" y="55009"/>
                  </a:lnTo>
                  <a:lnTo>
                    <a:pt x="56866" y="55101"/>
                  </a:lnTo>
                  <a:lnTo>
                    <a:pt x="56660" y="55146"/>
                  </a:lnTo>
                  <a:lnTo>
                    <a:pt x="56430" y="55192"/>
                  </a:lnTo>
                  <a:lnTo>
                    <a:pt x="56201" y="55215"/>
                  </a:lnTo>
                  <a:lnTo>
                    <a:pt x="55972" y="55215"/>
                  </a:lnTo>
                  <a:lnTo>
                    <a:pt x="55742" y="55169"/>
                  </a:lnTo>
                  <a:lnTo>
                    <a:pt x="55513" y="55123"/>
                  </a:lnTo>
                  <a:lnTo>
                    <a:pt x="55283" y="55055"/>
                  </a:lnTo>
                  <a:lnTo>
                    <a:pt x="55054" y="54963"/>
                  </a:lnTo>
                  <a:lnTo>
                    <a:pt x="54848" y="54825"/>
                  </a:lnTo>
                  <a:lnTo>
                    <a:pt x="54641" y="54665"/>
                  </a:lnTo>
                  <a:lnTo>
                    <a:pt x="54435" y="54504"/>
                  </a:lnTo>
                  <a:lnTo>
                    <a:pt x="54251" y="54275"/>
                  </a:lnTo>
                  <a:lnTo>
                    <a:pt x="54091" y="54045"/>
                  </a:lnTo>
                  <a:lnTo>
                    <a:pt x="53930" y="53770"/>
                  </a:lnTo>
                  <a:lnTo>
                    <a:pt x="53815" y="53518"/>
                  </a:lnTo>
                  <a:lnTo>
                    <a:pt x="53747" y="53242"/>
                  </a:lnTo>
                  <a:lnTo>
                    <a:pt x="53701" y="52990"/>
                  </a:lnTo>
                  <a:lnTo>
                    <a:pt x="53678" y="52738"/>
                  </a:lnTo>
                  <a:lnTo>
                    <a:pt x="53678" y="52485"/>
                  </a:lnTo>
                  <a:lnTo>
                    <a:pt x="53724" y="52256"/>
                  </a:lnTo>
                  <a:lnTo>
                    <a:pt x="53769" y="52027"/>
                  </a:lnTo>
                  <a:lnTo>
                    <a:pt x="53861" y="51797"/>
                  </a:lnTo>
                  <a:lnTo>
                    <a:pt x="53953" y="51591"/>
                  </a:lnTo>
                  <a:lnTo>
                    <a:pt x="54068" y="51384"/>
                  </a:lnTo>
                  <a:lnTo>
                    <a:pt x="54205" y="51201"/>
                  </a:lnTo>
                  <a:lnTo>
                    <a:pt x="54366" y="51017"/>
                  </a:lnTo>
                  <a:lnTo>
                    <a:pt x="54526" y="50857"/>
                  </a:lnTo>
                  <a:lnTo>
                    <a:pt x="54710" y="50719"/>
                  </a:lnTo>
                  <a:lnTo>
                    <a:pt x="54916" y="50582"/>
                  </a:lnTo>
                  <a:lnTo>
                    <a:pt x="55123" y="50467"/>
                  </a:lnTo>
                  <a:lnTo>
                    <a:pt x="55329" y="50375"/>
                  </a:lnTo>
                  <a:lnTo>
                    <a:pt x="55559" y="50283"/>
                  </a:lnTo>
                  <a:lnTo>
                    <a:pt x="55788" y="50237"/>
                  </a:lnTo>
                  <a:lnTo>
                    <a:pt x="56018" y="50192"/>
                  </a:lnTo>
                  <a:lnTo>
                    <a:pt x="56247" y="50169"/>
                  </a:lnTo>
                  <a:close/>
                  <a:moveTo>
                    <a:pt x="60582" y="45673"/>
                  </a:moveTo>
                  <a:lnTo>
                    <a:pt x="62601" y="49182"/>
                  </a:lnTo>
                  <a:lnTo>
                    <a:pt x="64620" y="52692"/>
                  </a:lnTo>
                  <a:lnTo>
                    <a:pt x="62624" y="56179"/>
                  </a:lnTo>
                  <a:lnTo>
                    <a:pt x="59091" y="56179"/>
                  </a:lnTo>
                  <a:lnTo>
                    <a:pt x="61110" y="52669"/>
                  </a:lnTo>
                  <a:lnTo>
                    <a:pt x="58793" y="48792"/>
                  </a:lnTo>
                  <a:lnTo>
                    <a:pt x="60582" y="45673"/>
                  </a:lnTo>
                  <a:close/>
                  <a:moveTo>
                    <a:pt x="74415" y="45237"/>
                  </a:moveTo>
                  <a:lnTo>
                    <a:pt x="68106" y="56179"/>
                  </a:lnTo>
                  <a:lnTo>
                    <a:pt x="64574" y="56179"/>
                  </a:lnTo>
                  <a:lnTo>
                    <a:pt x="70882" y="45237"/>
                  </a:lnTo>
                  <a:close/>
                  <a:moveTo>
                    <a:pt x="76158" y="53220"/>
                  </a:moveTo>
                  <a:lnTo>
                    <a:pt x="77924" y="56270"/>
                  </a:lnTo>
                  <a:lnTo>
                    <a:pt x="74392" y="56270"/>
                  </a:lnTo>
                  <a:lnTo>
                    <a:pt x="72625" y="53220"/>
                  </a:lnTo>
                  <a:close/>
                  <a:moveTo>
                    <a:pt x="147797" y="51660"/>
                  </a:moveTo>
                  <a:lnTo>
                    <a:pt x="148027" y="51683"/>
                  </a:lnTo>
                  <a:lnTo>
                    <a:pt x="148256" y="51706"/>
                  </a:lnTo>
                  <a:lnTo>
                    <a:pt x="148485" y="51751"/>
                  </a:lnTo>
                  <a:lnTo>
                    <a:pt x="148715" y="51843"/>
                  </a:lnTo>
                  <a:lnTo>
                    <a:pt x="148944" y="51935"/>
                  </a:lnTo>
                  <a:lnTo>
                    <a:pt x="149151" y="52073"/>
                  </a:lnTo>
                  <a:lnTo>
                    <a:pt x="149357" y="52233"/>
                  </a:lnTo>
                  <a:lnTo>
                    <a:pt x="149564" y="52440"/>
                  </a:lnTo>
                  <a:lnTo>
                    <a:pt x="149747" y="52646"/>
                  </a:lnTo>
                  <a:lnTo>
                    <a:pt x="149931" y="52898"/>
                  </a:lnTo>
                  <a:lnTo>
                    <a:pt x="150068" y="53174"/>
                  </a:lnTo>
                  <a:lnTo>
                    <a:pt x="150160" y="53426"/>
                  </a:lnTo>
                  <a:lnTo>
                    <a:pt x="150229" y="53678"/>
                  </a:lnTo>
                  <a:lnTo>
                    <a:pt x="150275" y="53931"/>
                  </a:lnTo>
                  <a:lnTo>
                    <a:pt x="150298" y="54183"/>
                  </a:lnTo>
                  <a:lnTo>
                    <a:pt x="150275" y="54435"/>
                  </a:lnTo>
                  <a:lnTo>
                    <a:pt x="150252" y="54665"/>
                  </a:lnTo>
                  <a:lnTo>
                    <a:pt x="150183" y="54894"/>
                  </a:lnTo>
                  <a:lnTo>
                    <a:pt x="150114" y="55101"/>
                  </a:lnTo>
                  <a:lnTo>
                    <a:pt x="149999" y="55307"/>
                  </a:lnTo>
                  <a:lnTo>
                    <a:pt x="149885" y="55513"/>
                  </a:lnTo>
                  <a:lnTo>
                    <a:pt x="149747" y="55697"/>
                  </a:lnTo>
                  <a:lnTo>
                    <a:pt x="149586" y="55858"/>
                  </a:lnTo>
                  <a:lnTo>
                    <a:pt x="149426" y="56018"/>
                  </a:lnTo>
                  <a:lnTo>
                    <a:pt x="149242" y="56179"/>
                  </a:lnTo>
                  <a:lnTo>
                    <a:pt x="149059" y="56293"/>
                  </a:lnTo>
                  <a:lnTo>
                    <a:pt x="148852" y="56408"/>
                  </a:lnTo>
                  <a:lnTo>
                    <a:pt x="148646" y="56500"/>
                  </a:lnTo>
                  <a:lnTo>
                    <a:pt x="148417" y="56592"/>
                  </a:lnTo>
                  <a:lnTo>
                    <a:pt x="148210" y="56637"/>
                  </a:lnTo>
                  <a:lnTo>
                    <a:pt x="147981" y="56683"/>
                  </a:lnTo>
                  <a:lnTo>
                    <a:pt x="147751" y="56706"/>
                  </a:lnTo>
                  <a:lnTo>
                    <a:pt x="147522" y="56683"/>
                  </a:lnTo>
                  <a:lnTo>
                    <a:pt x="147293" y="56660"/>
                  </a:lnTo>
                  <a:lnTo>
                    <a:pt x="147063" y="56615"/>
                  </a:lnTo>
                  <a:lnTo>
                    <a:pt x="146834" y="56546"/>
                  </a:lnTo>
                  <a:lnTo>
                    <a:pt x="146604" y="56454"/>
                  </a:lnTo>
                  <a:lnTo>
                    <a:pt x="146398" y="56316"/>
                  </a:lnTo>
                  <a:lnTo>
                    <a:pt x="146191" y="56156"/>
                  </a:lnTo>
                  <a:lnTo>
                    <a:pt x="145985" y="55972"/>
                  </a:lnTo>
                  <a:lnTo>
                    <a:pt x="145802" y="55766"/>
                  </a:lnTo>
                  <a:lnTo>
                    <a:pt x="145641" y="55536"/>
                  </a:lnTo>
                  <a:lnTo>
                    <a:pt x="145480" y="55261"/>
                  </a:lnTo>
                  <a:lnTo>
                    <a:pt x="145366" y="55009"/>
                  </a:lnTo>
                  <a:lnTo>
                    <a:pt x="145297" y="54734"/>
                  </a:lnTo>
                  <a:lnTo>
                    <a:pt x="145251" y="54481"/>
                  </a:lnTo>
                  <a:lnTo>
                    <a:pt x="145228" y="54229"/>
                  </a:lnTo>
                  <a:lnTo>
                    <a:pt x="145228" y="53977"/>
                  </a:lnTo>
                  <a:lnTo>
                    <a:pt x="145274" y="53747"/>
                  </a:lnTo>
                  <a:lnTo>
                    <a:pt x="145320" y="53518"/>
                  </a:lnTo>
                  <a:lnTo>
                    <a:pt x="145412" y="53288"/>
                  </a:lnTo>
                  <a:lnTo>
                    <a:pt x="145503" y="53082"/>
                  </a:lnTo>
                  <a:lnTo>
                    <a:pt x="145618" y="52875"/>
                  </a:lnTo>
                  <a:lnTo>
                    <a:pt x="145756" y="52692"/>
                  </a:lnTo>
                  <a:lnTo>
                    <a:pt x="145916" y="52508"/>
                  </a:lnTo>
                  <a:lnTo>
                    <a:pt x="146077" y="52348"/>
                  </a:lnTo>
                  <a:lnTo>
                    <a:pt x="146260" y="52210"/>
                  </a:lnTo>
                  <a:lnTo>
                    <a:pt x="146467" y="52073"/>
                  </a:lnTo>
                  <a:lnTo>
                    <a:pt x="146673" y="51958"/>
                  </a:lnTo>
                  <a:lnTo>
                    <a:pt x="146880" y="51866"/>
                  </a:lnTo>
                  <a:lnTo>
                    <a:pt x="147109" y="51774"/>
                  </a:lnTo>
                  <a:lnTo>
                    <a:pt x="147338" y="51728"/>
                  </a:lnTo>
                  <a:lnTo>
                    <a:pt x="147568" y="51683"/>
                  </a:lnTo>
                  <a:lnTo>
                    <a:pt x="147797" y="51660"/>
                  </a:lnTo>
                  <a:close/>
                  <a:moveTo>
                    <a:pt x="167892" y="54412"/>
                  </a:moveTo>
                  <a:lnTo>
                    <a:pt x="169658" y="57486"/>
                  </a:lnTo>
                  <a:lnTo>
                    <a:pt x="166126" y="57486"/>
                  </a:lnTo>
                  <a:lnTo>
                    <a:pt x="164359" y="54435"/>
                  </a:lnTo>
                  <a:lnTo>
                    <a:pt x="167892" y="54412"/>
                  </a:lnTo>
                  <a:close/>
                  <a:moveTo>
                    <a:pt x="152087" y="47072"/>
                  </a:moveTo>
                  <a:lnTo>
                    <a:pt x="154083" y="50582"/>
                  </a:lnTo>
                  <a:lnTo>
                    <a:pt x="156124" y="54091"/>
                  </a:lnTo>
                  <a:lnTo>
                    <a:pt x="154106" y="57578"/>
                  </a:lnTo>
                  <a:lnTo>
                    <a:pt x="150573" y="57601"/>
                  </a:lnTo>
                  <a:lnTo>
                    <a:pt x="152592" y="54091"/>
                  </a:lnTo>
                  <a:lnTo>
                    <a:pt x="150298" y="50192"/>
                  </a:lnTo>
                  <a:lnTo>
                    <a:pt x="152087" y="47072"/>
                  </a:lnTo>
                  <a:close/>
                  <a:moveTo>
                    <a:pt x="165919" y="46636"/>
                  </a:moveTo>
                  <a:lnTo>
                    <a:pt x="159588" y="57578"/>
                  </a:lnTo>
                  <a:lnTo>
                    <a:pt x="156078" y="57601"/>
                  </a:lnTo>
                  <a:lnTo>
                    <a:pt x="162387" y="46636"/>
                  </a:lnTo>
                  <a:close/>
                  <a:moveTo>
                    <a:pt x="19521" y="54917"/>
                  </a:moveTo>
                  <a:lnTo>
                    <a:pt x="21288" y="57968"/>
                  </a:lnTo>
                  <a:lnTo>
                    <a:pt x="17755" y="57968"/>
                  </a:lnTo>
                  <a:lnTo>
                    <a:pt x="15989" y="54917"/>
                  </a:lnTo>
                  <a:close/>
                  <a:moveTo>
                    <a:pt x="3716" y="47576"/>
                  </a:moveTo>
                  <a:lnTo>
                    <a:pt x="5712" y="51063"/>
                  </a:lnTo>
                  <a:lnTo>
                    <a:pt x="7753" y="54596"/>
                  </a:lnTo>
                  <a:lnTo>
                    <a:pt x="5735" y="58083"/>
                  </a:lnTo>
                  <a:lnTo>
                    <a:pt x="2202" y="58083"/>
                  </a:lnTo>
                  <a:lnTo>
                    <a:pt x="4221" y="54573"/>
                  </a:lnTo>
                  <a:lnTo>
                    <a:pt x="1927" y="50673"/>
                  </a:lnTo>
                  <a:lnTo>
                    <a:pt x="3716" y="47576"/>
                  </a:lnTo>
                  <a:close/>
                  <a:moveTo>
                    <a:pt x="17526" y="47118"/>
                  </a:moveTo>
                  <a:lnTo>
                    <a:pt x="11217" y="58083"/>
                  </a:lnTo>
                  <a:lnTo>
                    <a:pt x="7685" y="58083"/>
                  </a:lnTo>
                  <a:lnTo>
                    <a:pt x="14016" y="47118"/>
                  </a:lnTo>
                  <a:close/>
                  <a:moveTo>
                    <a:pt x="90449" y="53265"/>
                  </a:moveTo>
                  <a:lnTo>
                    <a:pt x="90679" y="53288"/>
                  </a:lnTo>
                  <a:lnTo>
                    <a:pt x="90908" y="53357"/>
                  </a:lnTo>
                  <a:lnTo>
                    <a:pt x="91137" y="53426"/>
                  </a:lnTo>
                  <a:lnTo>
                    <a:pt x="91367" y="53541"/>
                  </a:lnTo>
                  <a:lnTo>
                    <a:pt x="91573" y="53655"/>
                  </a:lnTo>
                  <a:lnTo>
                    <a:pt x="91780" y="53816"/>
                  </a:lnTo>
                  <a:lnTo>
                    <a:pt x="91986" y="54022"/>
                  </a:lnTo>
                  <a:lnTo>
                    <a:pt x="92170" y="54229"/>
                  </a:lnTo>
                  <a:lnTo>
                    <a:pt x="92330" y="54481"/>
                  </a:lnTo>
                  <a:lnTo>
                    <a:pt x="92468" y="54756"/>
                  </a:lnTo>
                  <a:lnTo>
                    <a:pt x="92583" y="55009"/>
                  </a:lnTo>
                  <a:lnTo>
                    <a:pt x="92651" y="55284"/>
                  </a:lnTo>
                  <a:lnTo>
                    <a:pt x="92697" y="55536"/>
                  </a:lnTo>
                  <a:lnTo>
                    <a:pt x="92697" y="55766"/>
                  </a:lnTo>
                  <a:lnTo>
                    <a:pt x="92697" y="56018"/>
                  </a:lnTo>
                  <a:lnTo>
                    <a:pt x="92651" y="56247"/>
                  </a:lnTo>
                  <a:lnTo>
                    <a:pt x="92606" y="56477"/>
                  </a:lnTo>
                  <a:lnTo>
                    <a:pt x="92514" y="56683"/>
                  </a:lnTo>
                  <a:lnTo>
                    <a:pt x="92422" y="56913"/>
                  </a:lnTo>
                  <a:lnTo>
                    <a:pt x="92307" y="57096"/>
                  </a:lnTo>
                  <a:lnTo>
                    <a:pt x="92170" y="57280"/>
                  </a:lnTo>
                  <a:lnTo>
                    <a:pt x="92009" y="57463"/>
                  </a:lnTo>
                  <a:lnTo>
                    <a:pt x="91849" y="57624"/>
                  </a:lnTo>
                  <a:lnTo>
                    <a:pt x="91665" y="57761"/>
                  </a:lnTo>
                  <a:lnTo>
                    <a:pt x="91459" y="57876"/>
                  </a:lnTo>
                  <a:lnTo>
                    <a:pt x="91275" y="57991"/>
                  </a:lnTo>
                  <a:lnTo>
                    <a:pt x="91046" y="58106"/>
                  </a:lnTo>
                  <a:lnTo>
                    <a:pt x="90839" y="58174"/>
                  </a:lnTo>
                  <a:lnTo>
                    <a:pt x="90610" y="58220"/>
                  </a:lnTo>
                  <a:lnTo>
                    <a:pt x="90380" y="58266"/>
                  </a:lnTo>
                  <a:lnTo>
                    <a:pt x="90151" y="58289"/>
                  </a:lnTo>
                  <a:lnTo>
                    <a:pt x="89922" y="58289"/>
                  </a:lnTo>
                  <a:lnTo>
                    <a:pt x="89692" y="58266"/>
                  </a:lnTo>
                  <a:lnTo>
                    <a:pt x="89463" y="58197"/>
                  </a:lnTo>
                  <a:lnTo>
                    <a:pt x="89233" y="58129"/>
                  </a:lnTo>
                  <a:lnTo>
                    <a:pt x="89027" y="58037"/>
                  </a:lnTo>
                  <a:lnTo>
                    <a:pt x="88798" y="57899"/>
                  </a:lnTo>
                  <a:lnTo>
                    <a:pt x="88591" y="57761"/>
                  </a:lnTo>
                  <a:lnTo>
                    <a:pt x="88408" y="57578"/>
                  </a:lnTo>
                  <a:lnTo>
                    <a:pt x="88224" y="57372"/>
                  </a:lnTo>
                  <a:lnTo>
                    <a:pt x="88041" y="57119"/>
                  </a:lnTo>
                  <a:lnTo>
                    <a:pt x="87903" y="56844"/>
                  </a:lnTo>
                  <a:lnTo>
                    <a:pt x="87788" y="56592"/>
                  </a:lnTo>
                  <a:lnTo>
                    <a:pt x="87697" y="56316"/>
                  </a:lnTo>
                  <a:lnTo>
                    <a:pt x="87651" y="56064"/>
                  </a:lnTo>
                  <a:lnTo>
                    <a:pt x="87628" y="55812"/>
                  </a:lnTo>
                  <a:lnTo>
                    <a:pt x="87651" y="55559"/>
                  </a:lnTo>
                  <a:lnTo>
                    <a:pt x="87674" y="55330"/>
                  </a:lnTo>
                  <a:lnTo>
                    <a:pt x="87742" y="55101"/>
                  </a:lnTo>
                  <a:lnTo>
                    <a:pt x="87811" y="54871"/>
                  </a:lnTo>
                  <a:lnTo>
                    <a:pt x="87903" y="54665"/>
                  </a:lnTo>
                  <a:lnTo>
                    <a:pt x="88041" y="54458"/>
                  </a:lnTo>
                  <a:lnTo>
                    <a:pt x="88178" y="54275"/>
                  </a:lnTo>
                  <a:lnTo>
                    <a:pt x="88339" y="54091"/>
                  </a:lnTo>
                  <a:lnTo>
                    <a:pt x="88499" y="53931"/>
                  </a:lnTo>
                  <a:lnTo>
                    <a:pt x="88683" y="53793"/>
                  </a:lnTo>
                  <a:lnTo>
                    <a:pt x="88866" y="53655"/>
                  </a:lnTo>
                  <a:lnTo>
                    <a:pt x="89073" y="53541"/>
                  </a:lnTo>
                  <a:lnTo>
                    <a:pt x="89302" y="53449"/>
                  </a:lnTo>
                  <a:lnTo>
                    <a:pt x="89509" y="53357"/>
                  </a:lnTo>
                  <a:lnTo>
                    <a:pt x="89738" y="53311"/>
                  </a:lnTo>
                  <a:lnTo>
                    <a:pt x="89968" y="53265"/>
                  </a:lnTo>
                  <a:close/>
                  <a:moveTo>
                    <a:pt x="94487" y="48655"/>
                  </a:moveTo>
                  <a:lnTo>
                    <a:pt x="96505" y="52164"/>
                  </a:lnTo>
                  <a:lnTo>
                    <a:pt x="98524" y="55674"/>
                  </a:lnTo>
                  <a:lnTo>
                    <a:pt x="96528" y="59184"/>
                  </a:lnTo>
                  <a:lnTo>
                    <a:pt x="92995" y="59184"/>
                  </a:lnTo>
                  <a:lnTo>
                    <a:pt x="95014" y="55674"/>
                  </a:lnTo>
                  <a:lnTo>
                    <a:pt x="92697" y="51774"/>
                  </a:lnTo>
                  <a:lnTo>
                    <a:pt x="94487" y="48655"/>
                  </a:lnTo>
                  <a:close/>
                  <a:moveTo>
                    <a:pt x="108319" y="48219"/>
                  </a:moveTo>
                  <a:lnTo>
                    <a:pt x="101988" y="59161"/>
                  </a:lnTo>
                  <a:lnTo>
                    <a:pt x="98478" y="59184"/>
                  </a:lnTo>
                  <a:lnTo>
                    <a:pt x="104786" y="48219"/>
                  </a:lnTo>
                  <a:close/>
                  <a:moveTo>
                    <a:pt x="110154" y="56179"/>
                  </a:moveTo>
                  <a:lnTo>
                    <a:pt x="111943" y="59253"/>
                  </a:lnTo>
                  <a:lnTo>
                    <a:pt x="108411" y="59253"/>
                  </a:lnTo>
                  <a:lnTo>
                    <a:pt x="106621" y="56202"/>
                  </a:lnTo>
                  <a:lnTo>
                    <a:pt x="110154" y="56179"/>
                  </a:lnTo>
                  <a:close/>
                  <a:moveTo>
                    <a:pt x="33377" y="54825"/>
                  </a:moveTo>
                  <a:lnTo>
                    <a:pt x="33606" y="54848"/>
                  </a:lnTo>
                  <a:lnTo>
                    <a:pt x="33835" y="54917"/>
                  </a:lnTo>
                  <a:lnTo>
                    <a:pt x="34065" y="54986"/>
                  </a:lnTo>
                  <a:lnTo>
                    <a:pt x="34294" y="55101"/>
                  </a:lnTo>
                  <a:lnTo>
                    <a:pt x="34501" y="55238"/>
                  </a:lnTo>
                  <a:lnTo>
                    <a:pt x="34707" y="55399"/>
                  </a:lnTo>
                  <a:lnTo>
                    <a:pt x="34913" y="55582"/>
                  </a:lnTo>
                  <a:lnTo>
                    <a:pt x="35097" y="55812"/>
                  </a:lnTo>
                  <a:lnTo>
                    <a:pt x="35258" y="56064"/>
                  </a:lnTo>
                  <a:lnTo>
                    <a:pt x="35395" y="56316"/>
                  </a:lnTo>
                  <a:lnTo>
                    <a:pt x="35510" y="56592"/>
                  </a:lnTo>
                  <a:lnTo>
                    <a:pt x="35579" y="56844"/>
                  </a:lnTo>
                  <a:lnTo>
                    <a:pt x="35625" y="57096"/>
                  </a:lnTo>
                  <a:lnTo>
                    <a:pt x="35625" y="57349"/>
                  </a:lnTo>
                  <a:lnTo>
                    <a:pt x="35625" y="57578"/>
                  </a:lnTo>
                  <a:lnTo>
                    <a:pt x="35579" y="57807"/>
                  </a:lnTo>
                  <a:lnTo>
                    <a:pt x="35533" y="58037"/>
                  </a:lnTo>
                  <a:lnTo>
                    <a:pt x="35441" y="58266"/>
                  </a:lnTo>
                  <a:lnTo>
                    <a:pt x="35349" y="58473"/>
                  </a:lnTo>
                  <a:lnTo>
                    <a:pt x="35235" y="58656"/>
                  </a:lnTo>
                  <a:lnTo>
                    <a:pt x="35097" y="58840"/>
                  </a:lnTo>
                  <a:lnTo>
                    <a:pt x="34936" y="59023"/>
                  </a:lnTo>
                  <a:lnTo>
                    <a:pt x="34776" y="59184"/>
                  </a:lnTo>
                  <a:lnTo>
                    <a:pt x="34592" y="59321"/>
                  </a:lnTo>
                  <a:lnTo>
                    <a:pt x="34386" y="59459"/>
                  </a:lnTo>
                  <a:lnTo>
                    <a:pt x="34202" y="59574"/>
                  </a:lnTo>
                  <a:lnTo>
                    <a:pt x="33973" y="59665"/>
                  </a:lnTo>
                  <a:lnTo>
                    <a:pt x="33766" y="59734"/>
                  </a:lnTo>
                  <a:lnTo>
                    <a:pt x="33537" y="59803"/>
                  </a:lnTo>
                  <a:lnTo>
                    <a:pt x="33308" y="59826"/>
                  </a:lnTo>
                  <a:lnTo>
                    <a:pt x="33078" y="59849"/>
                  </a:lnTo>
                  <a:lnTo>
                    <a:pt x="32849" y="59849"/>
                  </a:lnTo>
                  <a:lnTo>
                    <a:pt x="32620" y="59826"/>
                  </a:lnTo>
                  <a:lnTo>
                    <a:pt x="32390" y="59780"/>
                  </a:lnTo>
                  <a:lnTo>
                    <a:pt x="32184" y="59688"/>
                  </a:lnTo>
                  <a:lnTo>
                    <a:pt x="31954" y="59597"/>
                  </a:lnTo>
                  <a:lnTo>
                    <a:pt x="31748" y="59482"/>
                  </a:lnTo>
                  <a:lnTo>
                    <a:pt x="31541" y="59321"/>
                  </a:lnTo>
                  <a:lnTo>
                    <a:pt x="31335" y="59138"/>
                  </a:lnTo>
                  <a:lnTo>
                    <a:pt x="31151" y="58931"/>
                  </a:lnTo>
                  <a:lnTo>
                    <a:pt x="30968" y="58679"/>
                  </a:lnTo>
                  <a:lnTo>
                    <a:pt x="30830" y="58427"/>
                  </a:lnTo>
                  <a:lnTo>
                    <a:pt x="30716" y="58151"/>
                  </a:lnTo>
                  <a:lnTo>
                    <a:pt x="30647" y="57899"/>
                  </a:lnTo>
                  <a:lnTo>
                    <a:pt x="30578" y="57624"/>
                  </a:lnTo>
                  <a:lnTo>
                    <a:pt x="30555" y="57372"/>
                  </a:lnTo>
                  <a:lnTo>
                    <a:pt x="30578" y="57142"/>
                  </a:lnTo>
                  <a:lnTo>
                    <a:pt x="30601" y="56890"/>
                  </a:lnTo>
                  <a:lnTo>
                    <a:pt x="30670" y="56660"/>
                  </a:lnTo>
                  <a:lnTo>
                    <a:pt x="30739" y="56431"/>
                  </a:lnTo>
                  <a:lnTo>
                    <a:pt x="30853" y="56225"/>
                  </a:lnTo>
                  <a:lnTo>
                    <a:pt x="30968" y="56018"/>
                  </a:lnTo>
                  <a:lnTo>
                    <a:pt x="31106" y="55835"/>
                  </a:lnTo>
                  <a:lnTo>
                    <a:pt x="31266" y="55674"/>
                  </a:lnTo>
                  <a:lnTo>
                    <a:pt x="31427" y="55491"/>
                  </a:lnTo>
                  <a:lnTo>
                    <a:pt x="31610" y="55353"/>
                  </a:lnTo>
                  <a:lnTo>
                    <a:pt x="31817" y="55215"/>
                  </a:lnTo>
                  <a:lnTo>
                    <a:pt x="32000" y="55101"/>
                  </a:lnTo>
                  <a:lnTo>
                    <a:pt x="32230" y="55009"/>
                  </a:lnTo>
                  <a:lnTo>
                    <a:pt x="32436" y="54940"/>
                  </a:lnTo>
                  <a:lnTo>
                    <a:pt x="32665" y="54871"/>
                  </a:lnTo>
                  <a:lnTo>
                    <a:pt x="32895" y="54848"/>
                  </a:lnTo>
                  <a:lnTo>
                    <a:pt x="33147" y="54825"/>
                  </a:lnTo>
                  <a:close/>
                  <a:moveTo>
                    <a:pt x="53517" y="57830"/>
                  </a:moveTo>
                  <a:lnTo>
                    <a:pt x="55306" y="60881"/>
                  </a:lnTo>
                  <a:lnTo>
                    <a:pt x="51774" y="60881"/>
                  </a:lnTo>
                  <a:lnTo>
                    <a:pt x="49985" y="57830"/>
                  </a:lnTo>
                  <a:close/>
                  <a:moveTo>
                    <a:pt x="37712" y="50490"/>
                  </a:moveTo>
                  <a:lnTo>
                    <a:pt x="39708" y="53977"/>
                  </a:lnTo>
                  <a:lnTo>
                    <a:pt x="41749" y="57486"/>
                  </a:lnTo>
                  <a:lnTo>
                    <a:pt x="39731" y="60996"/>
                  </a:lnTo>
                  <a:lnTo>
                    <a:pt x="36198" y="60996"/>
                  </a:lnTo>
                  <a:lnTo>
                    <a:pt x="38240" y="57486"/>
                  </a:lnTo>
                  <a:lnTo>
                    <a:pt x="35923" y="53587"/>
                  </a:lnTo>
                  <a:lnTo>
                    <a:pt x="37712" y="50490"/>
                  </a:lnTo>
                  <a:close/>
                  <a:moveTo>
                    <a:pt x="51544" y="50031"/>
                  </a:moveTo>
                  <a:lnTo>
                    <a:pt x="45213" y="60996"/>
                  </a:lnTo>
                  <a:lnTo>
                    <a:pt x="41703" y="60996"/>
                  </a:lnTo>
                  <a:lnTo>
                    <a:pt x="48012" y="50031"/>
                  </a:lnTo>
                  <a:close/>
                  <a:moveTo>
                    <a:pt x="124927" y="56316"/>
                  </a:moveTo>
                  <a:lnTo>
                    <a:pt x="125156" y="56339"/>
                  </a:lnTo>
                  <a:lnTo>
                    <a:pt x="125386" y="56408"/>
                  </a:lnTo>
                  <a:lnTo>
                    <a:pt x="125615" y="56477"/>
                  </a:lnTo>
                  <a:lnTo>
                    <a:pt x="125844" y="56592"/>
                  </a:lnTo>
                  <a:lnTo>
                    <a:pt x="126051" y="56729"/>
                  </a:lnTo>
                  <a:lnTo>
                    <a:pt x="126257" y="56890"/>
                  </a:lnTo>
                  <a:lnTo>
                    <a:pt x="126464" y="57073"/>
                  </a:lnTo>
                  <a:lnTo>
                    <a:pt x="126647" y="57303"/>
                  </a:lnTo>
                  <a:lnTo>
                    <a:pt x="126808" y="57555"/>
                  </a:lnTo>
                  <a:lnTo>
                    <a:pt x="126946" y="57807"/>
                  </a:lnTo>
                  <a:lnTo>
                    <a:pt x="127060" y="58060"/>
                  </a:lnTo>
                  <a:lnTo>
                    <a:pt x="127129" y="58335"/>
                  </a:lnTo>
                  <a:lnTo>
                    <a:pt x="127175" y="58587"/>
                  </a:lnTo>
                  <a:lnTo>
                    <a:pt x="127175" y="58840"/>
                  </a:lnTo>
                  <a:lnTo>
                    <a:pt x="127175" y="59069"/>
                  </a:lnTo>
                  <a:lnTo>
                    <a:pt x="127129" y="59298"/>
                  </a:lnTo>
                  <a:lnTo>
                    <a:pt x="127083" y="59528"/>
                  </a:lnTo>
                  <a:lnTo>
                    <a:pt x="126991" y="59757"/>
                  </a:lnTo>
                  <a:lnTo>
                    <a:pt x="126900" y="59964"/>
                  </a:lnTo>
                  <a:lnTo>
                    <a:pt x="126785" y="60147"/>
                  </a:lnTo>
                  <a:lnTo>
                    <a:pt x="126647" y="60331"/>
                  </a:lnTo>
                  <a:lnTo>
                    <a:pt x="126487" y="60514"/>
                  </a:lnTo>
                  <a:lnTo>
                    <a:pt x="126326" y="60675"/>
                  </a:lnTo>
                  <a:lnTo>
                    <a:pt x="126143" y="60812"/>
                  </a:lnTo>
                  <a:lnTo>
                    <a:pt x="125936" y="60950"/>
                  </a:lnTo>
                  <a:lnTo>
                    <a:pt x="125753" y="61065"/>
                  </a:lnTo>
                  <a:lnTo>
                    <a:pt x="125546" y="61156"/>
                  </a:lnTo>
                  <a:lnTo>
                    <a:pt x="125317" y="61225"/>
                  </a:lnTo>
                  <a:lnTo>
                    <a:pt x="125087" y="61294"/>
                  </a:lnTo>
                  <a:lnTo>
                    <a:pt x="124858" y="61317"/>
                  </a:lnTo>
                  <a:lnTo>
                    <a:pt x="124629" y="61340"/>
                  </a:lnTo>
                  <a:lnTo>
                    <a:pt x="124399" y="61340"/>
                  </a:lnTo>
                  <a:lnTo>
                    <a:pt x="124170" y="61317"/>
                  </a:lnTo>
                  <a:lnTo>
                    <a:pt x="123940" y="61271"/>
                  </a:lnTo>
                  <a:lnTo>
                    <a:pt x="123734" y="61179"/>
                  </a:lnTo>
                  <a:lnTo>
                    <a:pt x="123505" y="61088"/>
                  </a:lnTo>
                  <a:lnTo>
                    <a:pt x="123298" y="60973"/>
                  </a:lnTo>
                  <a:lnTo>
                    <a:pt x="123092" y="60812"/>
                  </a:lnTo>
                  <a:lnTo>
                    <a:pt x="122885" y="60629"/>
                  </a:lnTo>
                  <a:lnTo>
                    <a:pt x="122702" y="60422"/>
                  </a:lnTo>
                  <a:lnTo>
                    <a:pt x="122518" y="60170"/>
                  </a:lnTo>
                  <a:lnTo>
                    <a:pt x="122381" y="59918"/>
                  </a:lnTo>
                  <a:lnTo>
                    <a:pt x="122266" y="59643"/>
                  </a:lnTo>
                  <a:lnTo>
                    <a:pt x="122197" y="59390"/>
                  </a:lnTo>
                  <a:lnTo>
                    <a:pt x="122128" y="59115"/>
                  </a:lnTo>
                  <a:lnTo>
                    <a:pt x="122128" y="58863"/>
                  </a:lnTo>
                  <a:lnTo>
                    <a:pt x="122128" y="58633"/>
                  </a:lnTo>
                  <a:lnTo>
                    <a:pt x="122151" y="58381"/>
                  </a:lnTo>
                  <a:lnTo>
                    <a:pt x="122220" y="58151"/>
                  </a:lnTo>
                  <a:lnTo>
                    <a:pt x="122289" y="57922"/>
                  </a:lnTo>
                  <a:lnTo>
                    <a:pt x="122404" y="57716"/>
                  </a:lnTo>
                  <a:lnTo>
                    <a:pt x="122518" y="57509"/>
                  </a:lnTo>
                  <a:lnTo>
                    <a:pt x="122656" y="57326"/>
                  </a:lnTo>
                  <a:lnTo>
                    <a:pt x="122816" y="57142"/>
                  </a:lnTo>
                  <a:lnTo>
                    <a:pt x="122977" y="56982"/>
                  </a:lnTo>
                  <a:lnTo>
                    <a:pt x="123161" y="56844"/>
                  </a:lnTo>
                  <a:lnTo>
                    <a:pt x="123367" y="56706"/>
                  </a:lnTo>
                  <a:lnTo>
                    <a:pt x="123550" y="56592"/>
                  </a:lnTo>
                  <a:lnTo>
                    <a:pt x="123780" y="56500"/>
                  </a:lnTo>
                  <a:lnTo>
                    <a:pt x="123986" y="56431"/>
                  </a:lnTo>
                  <a:lnTo>
                    <a:pt x="124216" y="56362"/>
                  </a:lnTo>
                  <a:lnTo>
                    <a:pt x="124445" y="56316"/>
                  </a:lnTo>
                  <a:close/>
                  <a:moveTo>
                    <a:pt x="144792" y="59069"/>
                  </a:moveTo>
                  <a:lnTo>
                    <a:pt x="146559" y="62120"/>
                  </a:lnTo>
                  <a:lnTo>
                    <a:pt x="143026" y="62120"/>
                  </a:lnTo>
                  <a:lnTo>
                    <a:pt x="141260" y="59069"/>
                  </a:lnTo>
                  <a:close/>
                  <a:moveTo>
                    <a:pt x="128987" y="51728"/>
                  </a:moveTo>
                  <a:lnTo>
                    <a:pt x="130983" y="55215"/>
                  </a:lnTo>
                  <a:lnTo>
                    <a:pt x="133001" y="58725"/>
                  </a:lnTo>
                  <a:lnTo>
                    <a:pt x="131006" y="62235"/>
                  </a:lnTo>
                  <a:lnTo>
                    <a:pt x="127473" y="62235"/>
                  </a:lnTo>
                  <a:lnTo>
                    <a:pt x="129492" y="58725"/>
                  </a:lnTo>
                  <a:lnTo>
                    <a:pt x="127175" y="54825"/>
                  </a:lnTo>
                  <a:lnTo>
                    <a:pt x="128987" y="51728"/>
                  </a:lnTo>
                  <a:close/>
                  <a:moveTo>
                    <a:pt x="142796" y="51270"/>
                  </a:moveTo>
                  <a:lnTo>
                    <a:pt x="136488" y="62235"/>
                  </a:lnTo>
                  <a:lnTo>
                    <a:pt x="132956" y="62235"/>
                  </a:lnTo>
                  <a:lnTo>
                    <a:pt x="139287" y="51270"/>
                  </a:lnTo>
                  <a:close/>
                  <a:moveTo>
                    <a:pt x="67166" y="58014"/>
                  </a:moveTo>
                  <a:lnTo>
                    <a:pt x="67418" y="58060"/>
                  </a:lnTo>
                  <a:lnTo>
                    <a:pt x="67648" y="58106"/>
                  </a:lnTo>
                  <a:lnTo>
                    <a:pt x="67877" y="58197"/>
                  </a:lnTo>
                  <a:lnTo>
                    <a:pt x="68084" y="58289"/>
                  </a:lnTo>
                  <a:lnTo>
                    <a:pt x="68313" y="58427"/>
                  </a:lnTo>
                  <a:lnTo>
                    <a:pt x="68519" y="58587"/>
                  </a:lnTo>
                  <a:lnTo>
                    <a:pt x="68703" y="58771"/>
                  </a:lnTo>
                  <a:lnTo>
                    <a:pt x="68886" y="59000"/>
                  </a:lnTo>
                  <a:lnTo>
                    <a:pt x="69070" y="59253"/>
                  </a:lnTo>
                  <a:lnTo>
                    <a:pt x="69208" y="59505"/>
                  </a:lnTo>
                  <a:lnTo>
                    <a:pt x="69299" y="59780"/>
                  </a:lnTo>
                  <a:lnTo>
                    <a:pt x="69368" y="60032"/>
                  </a:lnTo>
                  <a:lnTo>
                    <a:pt x="69414" y="60285"/>
                  </a:lnTo>
                  <a:lnTo>
                    <a:pt x="69437" y="60537"/>
                  </a:lnTo>
                  <a:lnTo>
                    <a:pt x="69437" y="60767"/>
                  </a:lnTo>
                  <a:lnTo>
                    <a:pt x="69391" y="61019"/>
                  </a:lnTo>
                  <a:lnTo>
                    <a:pt x="69322" y="61248"/>
                  </a:lnTo>
                  <a:lnTo>
                    <a:pt x="69253" y="61455"/>
                  </a:lnTo>
                  <a:lnTo>
                    <a:pt x="69162" y="61661"/>
                  </a:lnTo>
                  <a:lnTo>
                    <a:pt x="69024" y="61868"/>
                  </a:lnTo>
                  <a:lnTo>
                    <a:pt x="68886" y="62051"/>
                  </a:lnTo>
                  <a:lnTo>
                    <a:pt x="68749" y="62212"/>
                  </a:lnTo>
                  <a:lnTo>
                    <a:pt x="68565" y="62372"/>
                  </a:lnTo>
                  <a:lnTo>
                    <a:pt x="68382" y="62510"/>
                  </a:lnTo>
                  <a:lnTo>
                    <a:pt x="68198" y="62648"/>
                  </a:lnTo>
                  <a:lnTo>
                    <a:pt x="67992" y="62762"/>
                  </a:lnTo>
                  <a:lnTo>
                    <a:pt x="67785" y="62854"/>
                  </a:lnTo>
                  <a:lnTo>
                    <a:pt x="67579" y="62923"/>
                  </a:lnTo>
                  <a:lnTo>
                    <a:pt x="67349" y="62992"/>
                  </a:lnTo>
                  <a:lnTo>
                    <a:pt x="67120" y="63038"/>
                  </a:lnTo>
                  <a:lnTo>
                    <a:pt x="66661" y="63038"/>
                  </a:lnTo>
                  <a:lnTo>
                    <a:pt x="66432" y="63015"/>
                  </a:lnTo>
                  <a:lnTo>
                    <a:pt x="66203" y="62969"/>
                  </a:lnTo>
                  <a:lnTo>
                    <a:pt x="65973" y="62900"/>
                  </a:lnTo>
                  <a:lnTo>
                    <a:pt x="65767" y="62785"/>
                  </a:lnTo>
                  <a:lnTo>
                    <a:pt x="65537" y="62670"/>
                  </a:lnTo>
                  <a:lnTo>
                    <a:pt x="65331" y="62510"/>
                  </a:lnTo>
                  <a:lnTo>
                    <a:pt x="65147" y="62326"/>
                  </a:lnTo>
                  <a:lnTo>
                    <a:pt x="64964" y="62120"/>
                  </a:lnTo>
                  <a:lnTo>
                    <a:pt x="64780" y="61891"/>
                  </a:lnTo>
                  <a:lnTo>
                    <a:pt x="64643" y="61615"/>
                  </a:lnTo>
                  <a:lnTo>
                    <a:pt x="64528" y="61340"/>
                  </a:lnTo>
                  <a:lnTo>
                    <a:pt x="64436" y="61088"/>
                  </a:lnTo>
                  <a:lnTo>
                    <a:pt x="64390" y="60835"/>
                  </a:lnTo>
                  <a:lnTo>
                    <a:pt x="64367" y="60583"/>
                  </a:lnTo>
                  <a:lnTo>
                    <a:pt x="64367" y="60331"/>
                  </a:lnTo>
                  <a:lnTo>
                    <a:pt x="64413" y="60078"/>
                  </a:lnTo>
                  <a:lnTo>
                    <a:pt x="64459" y="59849"/>
                  </a:lnTo>
                  <a:lnTo>
                    <a:pt x="64551" y="59643"/>
                  </a:lnTo>
                  <a:lnTo>
                    <a:pt x="64643" y="59413"/>
                  </a:lnTo>
                  <a:lnTo>
                    <a:pt x="64757" y="59230"/>
                  </a:lnTo>
                  <a:lnTo>
                    <a:pt x="64918" y="59023"/>
                  </a:lnTo>
                  <a:lnTo>
                    <a:pt x="65056" y="58863"/>
                  </a:lnTo>
                  <a:lnTo>
                    <a:pt x="65239" y="58702"/>
                  </a:lnTo>
                  <a:lnTo>
                    <a:pt x="65423" y="58541"/>
                  </a:lnTo>
                  <a:lnTo>
                    <a:pt x="65606" y="58427"/>
                  </a:lnTo>
                  <a:lnTo>
                    <a:pt x="65813" y="58312"/>
                  </a:lnTo>
                  <a:lnTo>
                    <a:pt x="66019" y="58197"/>
                  </a:lnTo>
                  <a:lnTo>
                    <a:pt x="66248" y="58129"/>
                  </a:lnTo>
                  <a:lnTo>
                    <a:pt x="66478" y="58060"/>
                  </a:lnTo>
                  <a:lnTo>
                    <a:pt x="66707" y="58037"/>
                  </a:lnTo>
                  <a:lnTo>
                    <a:pt x="66937" y="58014"/>
                  </a:lnTo>
                  <a:close/>
                  <a:moveTo>
                    <a:pt x="87054" y="60835"/>
                  </a:moveTo>
                  <a:lnTo>
                    <a:pt x="88821" y="63886"/>
                  </a:lnTo>
                  <a:lnTo>
                    <a:pt x="85288" y="63886"/>
                  </a:lnTo>
                  <a:lnTo>
                    <a:pt x="83522" y="60835"/>
                  </a:lnTo>
                  <a:close/>
                  <a:moveTo>
                    <a:pt x="71226" y="53426"/>
                  </a:moveTo>
                  <a:lnTo>
                    <a:pt x="73245" y="56913"/>
                  </a:lnTo>
                  <a:lnTo>
                    <a:pt x="75263" y="60445"/>
                  </a:lnTo>
                  <a:lnTo>
                    <a:pt x="73245" y="63932"/>
                  </a:lnTo>
                  <a:lnTo>
                    <a:pt x="69712" y="63932"/>
                  </a:lnTo>
                  <a:lnTo>
                    <a:pt x="71754" y="60422"/>
                  </a:lnTo>
                  <a:lnTo>
                    <a:pt x="69437" y="56523"/>
                  </a:lnTo>
                  <a:lnTo>
                    <a:pt x="71226" y="53426"/>
                  </a:lnTo>
                  <a:close/>
                  <a:moveTo>
                    <a:pt x="85059" y="52990"/>
                  </a:moveTo>
                  <a:lnTo>
                    <a:pt x="78727" y="63932"/>
                  </a:lnTo>
                  <a:lnTo>
                    <a:pt x="75218" y="63932"/>
                  </a:lnTo>
                  <a:lnTo>
                    <a:pt x="81526" y="52990"/>
                  </a:lnTo>
                  <a:close/>
                  <a:moveTo>
                    <a:pt x="158693" y="59207"/>
                  </a:moveTo>
                  <a:lnTo>
                    <a:pt x="158923" y="59230"/>
                  </a:lnTo>
                  <a:lnTo>
                    <a:pt x="159152" y="59253"/>
                  </a:lnTo>
                  <a:lnTo>
                    <a:pt x="159382" y="59298"/>
                  </a:lnTo>
                  <a:lnTo>
                    <a:pt x="159611" y="59390"/>
                  </a:lnTo>
                  <a:lnTo>
                    <a:pt x="159840" y="59505"/>
                  </a:lnTo>
                  <a:lnTo>
                    <a:pt x="160047" y="59620"/>
                  </a:lnTo>
                  <a:lnTo>
                    <a:pt x="160253" y="59780"/>
                  </a:lnTo>
                  <a:lnTo>
                    <a:pt x="160460" y="59987"/>
                  </a:lnTo>
                  <a:lnTo>
                    <a:pt x="160643" y="60193"/>
                  </a:lnTo>
                  <a:lnTo>
                    <a:pt x="160827" y="60445"/>
                  </a:lnTo>
                  <a:lnTo>
                    <a:pt x="160964" y="60721"/>
                  </a:lnTo>
                  <a:lnTo>
                    <a:pt x="161056" y="60973"/>
                  </a:lnTo>
                  <a:lnTo>
                    <a:pt x="161125" y="61225"/>
                  </a:lnTo>
                  <a:lnTo>
                    <a:pt x="161171" y="61478"/>
                  </a:lnTo>
                  <a:lnTo>
                    <a:pt x="161194" y="61730"/>
                  </a:lnTo>
                  <a:lnTo>
                    <a:pt x="161171" y="61982"/>
                  </a:lnTo>
                  <a:lnTo>
                    <a:pt x="161148" y="62212"/>
                  </a:lnTo>
                  <a:lnTo>
                    <a:pt x="161079" y="62441"/>
                  </a:lnTo>
                  <a:lnTo>
                    <a:pt x="161010" y="62648"/>
                  </a:lnTo>
                  <a:lnTo>
                    <a:pt x="160896" y="62854"/>
                  </a:lnTo>
                  <a:lnTo>
                    <a:pt x="160781" y="63060"/>
                  </a:lnTo>
                  <a:lnTo>
                    <a:pt x="160643" y="63244"/>
                  </a:lnTo>
                  <a:lnTo>
                    <a:pt x="160483" y="63427"/>
                  </a:lnTo>
                  <a:lnTo>
                    <a:pt x="160322" y="63565"/>
                  </a:lnTo>
                  <a:lnTo>
                    <a:pt x="160139" y="63726"/>
                  </a:lnTo>
                  <a:lnTo>
                    <a:pt x="159955" y="63840"/>
                  </a:lnTo>
                  <a:lnTo>
                    <a:pt x="159749" y="63955"/>
                  </a:lnTo>
                  <a:lnTo>
                    <a:pt x="159542" y="64047"/>
                  </a:lnTo>
                  <a:lnTo>
                    <a:pt x="159313" y="64139"/>
                  </a:lnTo>
                  <a:lnTo>
                    <a:pt x="159106" y="64184"/>
                  </a:lnTo>
                  <a:lnTo>
                    <a:pt x="158877" y="64230"/>
                  </a:lnTo>
                  <a:lnTo>
                    <a:pt x="158647" y="64253"/>
                  </a:lnTo>
                  <a:lnTo>
                    <a:pt x="158418" y="64253"/>
                  </a:lnTo>
                  <a:lnTo>
                    <a:pt x="158189" y="64230"/>
                  </a:lnTo>
                  <a:lnTo>
                    <a:pt x="157959" y="64162"/>
                  </a:lnTo>
                  <a:lnTo>
                    <a:pt x="157730" y="64093"/>
                  </a:lnTo>
                  <a:lnTo>
                    <a:pt x="157501" y="64001"/>
                  </a:lnTo>
                  <a:lnTo>
                    <a:pt x="157294" y="63863"/>
                  </a:lnTo>
                  <a:lnTo>
                    <a:pt x="157088" y="63726"/>
                  </a:lnTo>
                  <a:lnTo>
                    <a:pt x="156881" y="63542"/>
                  </a:lnTo>
                  <a:lnTo>
                    <a:pt x="156698" y="63336"/>
                  </a:lnTo>
                  <a:lnTo>
                    <a:pt x="156537" y="63083"/>
                  </a:lnTo>
                  <a:lnTo>
                    <a:pt x="156376" y="62808"/>
                  </a:lnTo>
                  <a:lnTo>
                    <a:pt x="156262" y="62556"/>
                  </a:lnTo>
                  <a:lnTo>
                    <a:pt x="156193" y="62281"/>
                  </a:lnTo>
                  <a:lnTo>
                    <a:pt x="156147" y="62028"/>
                  </a:lnTo>
                  <a:lnTo>
                    <a:pt x="156124" y="61776"/>
                  </a:lnTo>
                  <a:lnTo>
                    <a:pt x="156124" y="61524"/>
                  </a:lnTo>
                  <a:lnTo>
                    <a:pt x="156170" y="61294"/>
                  </a:lnTo>
                  <a:lnTo>
                    <a:pt x="156216" y="61065"/>
                  </a:lnTo>
                  <a:lnTo>
                    <a:pt x="156308" y="60835"/>
                  </a:lnTo>
                  <a:lnTo>
                    <a:pt x="156399" y="60629"/>
                  </a:lnTo>
                  <a:lnTo>
                    <a:pt x="156514" y="60422"/>
                  </a:lnTo>
                  <a:lnTo>
                    <a:pt x="156652" y="60239"/>
                  </a:lnTo>
                  <a:lnTo>
                    <a:pt x="156812" y="60055"/>
                  </a:lnTo>
                  <a:lnTo>
                    <a:pt x="156973" y="59895"/>
                  </a:lnTo>
                  <a:lnTo>
                    <a:pt x="157156" y="59757"/>
                  </a:lnTo>
                  <a:lnTo>
                    <a:pt x="157363" y="59620"/>
                  </a:lnTo>
                  <a:lnTo>
                    <a:pt x="157569" y="59505"/>
                  </a:lnTo>
                  <a:lnTo>
                    <a:pt x="157776" y="59413"/>
                  </a:lnTo>
                  <a:lnTo>
                    <a:pt x="158005" y="59321"/>
                  </a:lnTo>
                  <a:lnTo>
                    <a:pt x="158235" y="59275"/>
                  </a:lnTo>
                  <a:lnTo>
                    <a:pt x="158464" y="59230"/>
                  </a:lnTo>
                  <a:lnTo>
                    <a:pt x="158693" y="59207"/>
                  </a:lnTo>
                  <a:close/>
                  <a:moveTo>
                    <a:pt x="10300" y="59620"/>
                  </a:moveTo>
                  <a:lnTo>
                    <a:pt x="10552" y="59643"/>
                  </a:lnTo>
                  <a:lnTo>
                    <a:pt x="10781" y="59665"/>
                  </a:lnTo>
                  <a:lnTo>
                    <a:pt x="11011" y="59711"/>
                  </a:lnTo>
                  <a:lnTo>
                    <a:pt x="11240" y="59803"/>
                  </a:lnTo>
                  <a:lnTo>
                    <a:pt x="11447" y="59895"/>
                  </a:lnTo>
                  <a:lnTo>
                    <a:pt x="11676" y="60032"/>
                  </a:lnTo>
                  <a:lnTo>
                    <a:pt x="11883" y="60193"/>
                  </a:lnTo>
                  <a:lnTo>
                    <a:pt x="12066" y="60400"/>
                  </a:lnTo>
                  <a:lnTo>
                    <a:pt x="12272" y="60606"/>
                  </a:lnTo>
                  <a:lnTo>
                    <a:pt x="12433" y="60858"/>
                  </a:lnTo>
                  <a:lnTo>
                    <a:pt x="12571" y="61134"/>
                  </a:lnTo>
                  <a:lnTo>
                    <a:pt x="12662" y="61386"/>
                  </a:lnTo>
                  <a:lnTo>
                    <a:pt x="12754" y="61638"/>
                  </a:lnTo>
                  <a:lnTo>
                    <a:pt x="12777" y="61891"/>
                  </a:lnTo>
                  <a:lnTo>
                    <a:pt x="12800" y="62143"/>
                  </a:lnTo>
                  <a:lnTo>
                    <a:pt x="12800" y="62395"/>
                  </a:lnTo>
                  <a:lnTo>
                    <a:pt x="12754" y="62625"/>
                  </a:lnTo>
                  <a:lnTo>
                    <a:pt x="12708" y="62854"/>
                  </a:lnTo>
                  <a:lnTo>
                    <a:pt x="12617" y="63060"/>
                  </a:lnTo>
                  <a:lnTo>
                    <a:pt x="12525" y="63267"/>
                  </a:lnTo>
                  <a:lnTo>
                    <a:pt x="12387" y="63473"/>
                  </a:lnTo>
                  <a:lnTo>
                    <a:pt x="12250" y="63657"/>
                  </a:lnTo>
                  <a:lnTo>
                    <a:pt x="12112" y="63817"/>
                  </a:lnTo>
                  <a:lnTo>
                    <a:pt x="11928" y="63978"/>
                  </a:lnTo>
                  <a:lnTo>
                    <a:pt x="11768" y="64139"/>
                  </a:lnTo>
                  <a:lnTo>
                    <a:pt x="11561" y="64253"/>
                  </a:lnTo>
                  <a:lnTo>
                    <a:pt x="11355" y="64368"/>
                  </a:lnTo>
                  <a:lnTo>
                    <a:pt x="11148" y="64460"/>
                  </a:lnTo>
                  <a:lnTo>
                    <a:pt x="10942" y="64552"/>
                  </a:lnTo>
                  <a:lnTo>
                    <a:pt x="10713" y="64597"/>
                  </a:lnTo>
                  <a:lnTo>
                    <a:pt x="10483" y="64643"/>
                  </a:lnTo>
                  <a:lnTo>
                    <a:pt x="10254" y="64666"/>
                  </a:lnTo>
                  <a:lnTo>
                    <a:pt x="10024" y="64643"/>
                  </a:lnTo>
                  <a:lnTo>
                    <a:pt x="9795" y="64620"/>
                  </a:lnTo>
                  <a:lnTo>
                    <a:pt x="9566" y="64574"/>
                  </a:lnTo>
                  <a:lnTo>
                    <a:pt x="9336" y="64506"/>
                  </a:lnTo>
                  <a:lnTo>
                    <a:pt x="9130" y="64414"/>
                  </a:lnTo>
                  <a:lnTo>
                    <a:pt x="8900" y="64276"/>
                  </a:lnTo>
                  <a:lnTo>
                    <a:pt x="8694" y="64116"/>
                  </a:lnTo>
                  <a:lnTo>
                    <a:pt x="8510" y="63932"/>
                  </a:lnTo>
                  <a:lnTo>
                    <a:pt x="8327" y="63726"/>
                  </a:lnTo>
                  <a:lnTo>
                    <a:pt x="8143" y="63496"/>
                  </a:lnTo>
                  <a:lnTo>
                    <a:pt x="8006" y="63221"/>
                  </a:lnTo>
                  <a:lnTo>
                    <a:pt x="7891" y="62969"/>
                  </a:lnTo>
                  <a:lnTo>
                    <a:pt x="7799" y="62693"/>
                  </a:lnTo>
                  <a:lnTo>
                    <a:pt x="7753" y="62441"/>
                  </a:lnTo>
                  <a:lnTo>
                    <a:pt x="7731" y="62189"/>
                  </a:lnTo>
                  <a:lnTo>
                    <a:pt x="7753" y="61936"/>
                  </a:lnTo>
                  <a:lnTo>
                    <a:pt x="7776" y="61707"/>
                  </a:lnTo>
                  <a:lnTo>
                    <a:pt x="7822" y="61478"/>
                  </a:lnTo>
                  <a:lnTo>
                    <a:pt x="7914" y="61248"/>
                  </a:lnTo>
                  <a:lnTo>
                    <a:pt x="8006" y="61042"/>
                  </a:lnTo>
                  <a:lnTo>
                    <a:pt x="8143" y="60835"/>
                  </a:lnTo>
                  <a:lnTo>
                    <a:pt x="8281" y="60652"/>
                  </a:lnTo>
                  <a:lnTo>
                    <a:pt x="8419" y="60468"/>
                  </a:lnTo>
                  <a:lnTo>
                    <a:pt x="8602" y="60308"/>
                  </a:lnTo>
                  <a:lnTo>
                    <a:pt x="8786" y="60170"/>
                  </a:lnTo>
                  <a:lnTo>
                    <a:pt x="8969" y="60032"/>
                  </a:lnTo>
                  <a:lnTo>
                    <a:pt x="9176" y="59918"/>
                  </a:lnTo>
                  <a:lnTo>
                    <a:pt x="9405" y="59826"/>
                  </a:lnTo>
                  <a:lnTo>
                    <a:pt x="9612" y="59734"/>
                  </a:lnTo>
                  <a:lnTo>
                    <a:pt x="9841" y="59688"/>
                  </a:lnTo>
                  <a:lnTo>
                    <a:pt x="10070" y="59643"/>
                  </a:lnTo>
                  <a:lnTo>
                    <a:pt x="10300" y="59620"/>
                  </a:lnTo>
                  <a:close/>
                  <a:moveTo>
                    <a:pt x="162983" y="54619"/>
                  </a:moveTo>
                  <a:lnTo>
                    <a:pt x="164979" y="58129"/>
                  </a:lnTo>
                  <a:lnTo>
                    <a:pt x="167020" y="61638"/>
                  </a:lnTo>
                  <a:lnTo>
                    <a:pt x="165002" y="65125"/>
                  </a:lnTo>
                  <a:lnTo>
                    <a:pt x="161469" y="65148"/>
                  </a:lnTo>
                  <a:lnTo>
                    <a:pt x="161469" y="65148"/>
                  </a:lnTo>
                  <a:lnTo>
                    <a:pt x="163488" y="61638"/>
                  </a:lnTo>
                  <a:lnTo>
                    <a:pt x="161194" y="57739"/>
                  </a:lnTo>
                  <a:lnTo>
                    <a:pt x="162983" y="54619"/>
                  </a:lnTo>
                  <a:close/>
                  <a:moveTo>
                    <a:pt x="30417" y="62464"/>
                  </a:moveTo>
                  <a:lnTo>
                    <a:pt x="32184" y="65538"/>
                  </a:lnTo>
                  <a:lnTo>
                    <a:pt x="28651" y="65538"/>
                  </a:lnTo>
                  <a:lnTo>
                    <a:pt x="26885" y="62487"/>
                  </a:lnTo>
                  <a:lnTo>
                    <a:pt x="30417" y="62464"/>
                  </a:lnTo>
                  <a:close/>
                  <a:moveTo>
                    <a:pt x="14612" y="55123"/>
                  </a:moveTo>
                  <a:lnTo>
                    <a:pt x="16608" y="58610"/>
                  </a:lnTo>
                  <a:lnTo>
                    <a:pt x="18650" y="62143"/>
                  </a:lnTo>
                  <a:lnTo>
                    <a:pt x="16631" y="65630"/>
                  </a:lnTo>
                  <a:lnTo>
                    <a:pt x="13098" y="65630"/>
                  </a:lnTo>
                  <a:lnTo>
                    <a:pt x="15117" y="62120"/>
                  </a:lnTo>
                  <a:lnTo>
                    <a:pt x="12823" y="58243"/>
                  </a:lnTo>
                  <a:lnTo>
                    <a:pt x="14612" y="55123"/>
                  </a:lnTo>
                  <a:close/>
                  <a:moveTo>
                    <a:pt x="28422" y="54688"/>
                  </a:moveTo>
                  <a:lnTo>
                    <a:pt x="22113" y="65630"/>
                  </a:lnTo>
                  <a:lnTo>
                    <a:pt x="18581" y="65630"/>
                  </a:lnTo>
                  <a:lnTo>
                    <a:pt x="24912" y="54688"/>
                  </a:lnTo>
                  <a:close/>
                  <a:moveTo>
                    <a:pt x="101185" y="60996"/>
                  </a:moveTo>
                  <a:lnTo>
                    <a:pt x="101437" y="61019"/>
                  </a:lnTo>
                  <a:lnTo>
                    <a:pt x="101667" y="61065"/>
                  </a:lnTo>
                  <a:lnTo>
                    <a:pt x="101896" y="61156"/>
                  </a:lnTo>
                  <a:lnTo>
                    <a:pt x="102102" y="61271"/>
                  </a:lnTo>
                  <a:lnTo>
                    <a:pt x="102332" y="61386"/>
                  </a:lnTo>
                  <a:lnTo>
                    <a:pt x="102538" y="61546"/>
                  </a:lnTo>
                  <a:lnTo>
                    <a:pt x="102722" y="61753"/>
                  </a:lnTo>
                  <a:lnTo>
                    <a:pt x="102905" y="61959"/>
                  </a:lnTo>
                  <a:lnTo>
                    <a:pt x="103089" y="62212"/>
                  </a:lnTo>
                  <a:lnTo>
                    <a:pt x="103226" y="62487"/>
                  </a:lnTo>
                  <a:lnTo>
                    <a:pt x="103318" y="62739"/>
                  </a:lnTo>
                  <a:lnTo>
                    <a:pt x="103387" y="62992"/>
                  </a:lnTo>
                  <a:lnTo>
                    <a:pt x="103433" y="63267"/>
                  </a:lnTo>
                  <a:lnTo>
                    <a:pt x="103456" y="63496"/>
                  </a:lnTo>
                  <a:lnTo>
                    <a:pt x="103433" y="63749"/>
                  </a:lnTo>
                  <a:lnTo>
                    <a:pt x="103410" y="63978"/>
                  </a:lnTo>
                  <a:lnTo>
                    <a:pt x="103341" y="64207"/>
                  </a:lnTo>
                  <a:lnTo>
                    <a:pt x="103272" y="64414"/>
                  </a:lnTo>
                  <a:lnTo>
                    <a:pt x="103158" y="64620"/>
                  </a:lnTo>
                  <a:lnTo>
                    <a:pt x="103043" y="64827"/>
                  </a:lnTo>
                  <a:lnTo>
                    <a:pt x="102905" y="65010"/>
                  </a:lnTo>
                  <a:lnTo>
                    <a:pt x="102768" y="65194"/>
                  </a:lnTo>
                  <a:lnTo>
                    <a:pt x="102584" y="65354"/>
                  </a:lnTo>
                  <a:lnTo>
                    <a:pt x="102401" y="65492"/>
                  </a:lnTo>
                  <a:lnTo>
                    <a:pt x="102217" y="65607"/>
                  </a:lnTo>
                  <a:lnTo>
                    <a:pt x="102011" y="65721"/>
                  </a:lnTo>
                  <a:lnTo>
                    <a:pt x="101804" y="65813"/>
                  </a:lnTo>
                  <a:lnTo>
                    <a:pt x="101598" y="65905"/>
                  </a:lnTo>
                  <a:lnTo>
                    <a:pt x="101368" y="65951"/>
                  </a:lnTo>
                  <a:lnTo>
                    <a:pt x="101139" y="65997"/>
                  </a:lnTo>
                  <a:lnTo>
                    <a:pt x="100910" y="66020"/>
                  </a:lnTo>
                  <a:lnTo>
                    <a:pt x="100680" y="66020"/>
                  </a:lnTo>
                  <a:lnTo>
                    <a:pt x="100451" y="65997"/>
                  </a:lnTo>
                  <a:lnTo>
                    <a:pt x="100221" y="65928"/>
                  </a:lnTo>
                  <a:lnTo>
                    <a:pt x="99992" y="65859"/>
                  </a:lnTo>
                  <a:lnTo>
                    <a:pt x="99763" y="65767"/>
                  </a:lnTo>
                  <a:lnTo>
                    <a:pt x="99556" y="65630"/>
                  </a:lnTo>
                  <a:lnTo>
                    <a:pt x="99350" y="65492"/>
                  </a:lnTo>
                  <a:lnTo>
                    <a:pt x="99166" y="65309"/>
                  </a:lnTo>
                  <a:lnTo>
                    <a:pt x="98960" y="65102"/>
                  </a:lnTo>
                  <a:lnTo>
                    <a:pt x="98799" y="64850"/>
                  </a:lnTo>
                  <a:lnTo>
                    <a:pt x="98639" y="64574"/>
                  </a:lnTo>
                  <a:lnTo>
                    <a:pt x="98547" y="64322"/>
                  </a:lnTo>
                  <a:lnTo>
                    <a:pt x="98455" y="64047"/>
                  </a:lnTo>
                  <a:lnTo>
                    <a:pt x="98409" y="63795"/>
                  </a:lnTo>
                  <a:lnTo>
                    <a:pt x="98386" y="63542"/>
                  </a:lnTo>
                  <a:lnTo>
                    <a:pt x="98386" y="63290"/>
                  </a:lnTo>
                  <a:lnTo>
                    <a:pt x="98432" y="63060"/>
                  </a:lnTo>
                  <a:lnTo>
                    <a:pt x="98478" y="62831"/>
                  </a:lnTo>
                  <a:lnTo>
                    <a:pt x="98570" y="62602"/>
                  </a:lnTo>
                  <a:lnTo>
                    <a:pt x="98661" y="62395"/>
                  </a:lnTo>
                  <a:lnTo>
                    <a:pt x="98776" y="62189"/>
                  </a:lnTo>
                  <a:lnTo>
                    <a:pt x="98914" y="62005"/>
                  </a:lnTo>
                  <a:lnTo>
                    <a:pt x="99074" y="61822"/>
                  </a:lnTo>
                  <a:lnTo>
                    <a:pt x="99258" y="61661"/>
                  </a:lnTo>
                  <a:lnTo>
                    <a:pt x="99441" y="61524"/>
                  </a:lnTo>
                  <a:lnTo>
                    <a:pt x="99625" y="61386"/>
                  </a:lnTo>
                  <a:lnTo>
                    <a:pt x="99831" y="61271"/>
                  </a:lnTo>
                  <a:lnTo>
                    <a:pt x="100038" y="61179"/>
                  </a:lnTo>
                  <a:lnTo>
                    <a:pt x="100267" y="61088"/>
                  </a:lnTo>
                  <a:lnTo>
                    <a:pt x="100497" y="61042"/>
                  </a:lnTo>
                  <a:lnTo>
                    <a:pt x="100726" y="60996"/>
                  </a:lnTo>
                  <a:close/>
                  <a:moveTo>
                    <a:pt x="121050" y="63749"/>
                  </a:moveTo>
                  <a:lnTo>
                    <a:pt x="122839" y="66800"/>
                  </a:lnTo>
                  <a:lnTo>
                    <a:pt x="119307" y="66800"/>
                  </a:lnTo>
                  <a:lnTo>
                    <a:pt x="117517" y="63749"/>
                  </a:lnTo>
                  <a:close/>
                  <a:moveTo>
                    <a:pt x="119077" y="55949"/>
                  </a:moveTo>
                  <a:lnTo>
                    <a:pt x="112746" y="66891"/>
                  </a:lnTo>
                  <a:lnTo>
                    <a:pt x="109236" y="66914"/>
                  </a:lnTo>
                  <a:lnTo>
                    <a:pt x="109236" y="66914"/>
                  </a:lnTo>
                  <a:lnTo>
                    <a:pt x="115545" y="55949"/>
                  </a:lnTo>
                  <a:close/>
                  <a:moveTo>
                    <a:pt x="105245" y="56385"/>
                  </a:moveTo>
                  <a:lnTo>
                    <a:pt x="107264" y="59895"/>
                  </a:lnTo>
                  <a:lnTo>
                    <a:pt x="109282" y="63405"/>
                  </a:lnTo>
                  <a:lnTo>
                    <a:pt x="107264" y="66914"/>
                  </a:lnTo>
                  <a:lnTo>
                    <a:pt x="103731" y="66914"/>
                  </a:lnTo>
                  <a:lnTo>
                    <a:pt x="105773" y="63405"/>
                  </a:lnTo>
                  <a:lnTo>
                    <a:pt x="103456" y="59505"/>
                  </a:lnTo>
                  <a:lnTo>
                    <a:pt x="105245" y="56385"/>
                  </a:lnTo>
                  <a:close/>
                  <a:moveTo>
                    <a:pt x="44548" y="62625"/>
                  </a:moveTo>
                  <a:lnTo>
                    <a:pt x="44800" y="62648"/>
                  </a:lnTo>
                  <a:lnTo>
                    <a:pt x="45030" y="62716"/>
                  </a:lnTo>
                  <a:lnTo>
                    <a:pt x="45259" y="62785"/>
                  </a:lnTo>
                  <a:lnTo>
                    <a:pt x="45465" y="62900"/>
                  </a:lnTo>
                  <a:lnTo>
                    <a:pt x="45695" y="63038"/>
                  </a:lnTo>
                  <a:lnTo>
                    <a:pt x="45901" y="63198"/>
                  </a:lnTo>
                  <a:lnTo>
                    <a:pt x="46085" y="63382"/>
                  </a:lnTo>
                  <a:lnTo>
                    <a:pt x="46268" y="63611"/>
                  </a:lnTo>
                  <a:lnTo>
                    <a:pt x="46452" y="63863"/>
                  </a:lnTo>
                  <a:lnTo>
                    <a:pt x="46590" y="64116"/>
                  </a:lnTo>
                  <a:lnTo>
                    <a:pt x="46681" y="64391"/>
                  </a:lnTo>
                  <a:lnTo>
                    <a:pt x="46750" y="64643"/>
                  </a:lnTo>
                  <a:lnTo>
                    <a:pt x="46796" y="64896"/>
                  </a:lnTo>
                  <a:lnTo>
                    <a:pt x="46819" y="65148"/>
                  </a:lnTo>
                  <a:lnTo>
                    <a:pt x="46796" y="65377"/>
                  </a:lnTo>
                  <a:lnTo>
                    <a:pt x="46773" y="65607"/>
                  </a:lnTo>
                  <a:lnTo>
                    <a:pt x="46704" y="65836"/>
                  </a:lnTo>
                  <a:lnTo>
                    <a:pt x="46635" y="66065"/>
                  </a:lnTo>
                  <a:lnTo>
                    <a:pt x="46521" y="66272"/>
                  </a:lnTo>
                  <a:lnTo>
                    <a:pt x="46406" y="66455"/>
                  </a:lnTo>
                  <a:lnTo>
                    <a:pt x="46268" y="66639"/>
                  </a:lnTo>
                  <a:lnTo>
                    <a:pt x="46131" y="66822"/>
                  </a:lnTo>
                  <a:lnTo>
                    <a:pt x="45947" y="66983"/>
                  </a:lnTo>
                  <a:lnTo>
                    <a:pt x="45764" y="67121"/>
                  </a:lnTo>
                  <a:lnTo>
                    <a:pt x="45580" y="67258"/>
                  </a:lnTo>
                  <a:lnTo>
                    <a:pt x="45374" y="67373"/>
                  </a:lnTo>
                  <a:lnTo>
                    <a:pt x="45167" y="67465"/>
                  </a:lnTo>
                  <a:lnTo>
                    <a:pt x="44961" y="67534"/>
                  </a:lnTo>
                  <a:lnTo>
                    <a:pt x="44731" y="67602"/>
                  </a:lnTo>
                  <a:lnTo>
                    <a:pt x="44502" y="67625"/>
                  </a:lnTo>
                  <a:lnTo>
                    <a:pt x="44273" y="67648"/>
                  </a:lnTo>
                  <a:lnTo>
                    <a:pt x="44043" y="67648"/>
                  </a:lnTo>
                  <a:lnTo>
                    <a:pt x="43814" y="67625"/>
                  </a:lnTo>
                  <a:lnTo>
                    <a:pt x="43584" y="67579"/>
                  </a:lnTo>
                  <a:lnTo>
                    <a:pt x="43355" y="67488"/>
                  </a:lnTo>
                  <a:lnTo>
                    <a:pt x="43126" y="67396"/>
                  </a:lnTo>
                  <a:lnTo>
                    <a:pt x="42919" y="67281"/>
                  </a:lnTo>
                  <a:lnTo>
                    <a:pt x="42713" y="67121"/>
                  </a:lnTo>
                  <a:lnTo>
                    <a:pt x="42506" y="66937"/>
                  </a:lnTo>
                  <a:lnTo>
                    <a:pt x="42323" y="66731"/>
                  </a:lnTo>
                  <a:lnTo>
                    <a:pt x="42162" y="66478"/>
                  </a:lnTo>
                  <a:lnTo>
                    <a:pt x="42002" y="66226"/>
                  </a:lnTo>
                  <a:lnTo>
                    <a:pt x="41910" y="65951"/>
                  </a:lnTo>
                  <a:lnTo>
                    <a:pt x="41818" y="65698"/>
                  </a:lnTo>
                  <a:lnTo>
                    <a:pt x="41772" y="65423"/>
                  </a:lnTo>
                  <a:lnTo>
                    <a:pt x="41749" y="65171"/>
                  </a:lnTo>
                  <a:lnTo>
                    <a:pt x="41749" y="64941"/>
                  </a:lnTo>
                  <a:lnTo>
                    <a:pt x="41795" y="64689"/>
                  </a:lnTo>
                  <a:lnTo>
                    <a:pt x="41841" y="64460"/>
                  </a:lnTo>
                  <a:lnTo>
                    <a:pt x="41933" y="64230"/>
                  </a:lnTo>
                  <a:lnTo>
                    <a:pt x="42025" y="64024"/>
                  </a:lnTo>
                  <a:lnTo>
                    <a:pt x="42139" y="63817"/>
                  </a:lnTo>
                  <a:lnTo>
                    <a:pt x="42277" y="63634"/>
                  </a:lnTo>
                  <a:lnTo>
                    <a:pt x="42438" y="63473"/>
                  </a:lnTo>
                  <a:lnTo>
                    <a:pt x="42621" y="63313"/>
                  </a:lnTo>
                  <a:lnTo>
                    <a:pt x="42805" y="63152"/>
                  </a:lnTo>
                  <a:lnTo>
                    <a:pt x="42988" y="63015"/>
                  </a:lnTo>
                  <a:lnTo>
                    <a:pt x="43195" y="62900"/>
                  </a:lnTo>
                  <a:lnTo>
                    <a:pt x="43401" y="62808"/>
                  </a:lnTo>
                  <a:lnTo>
                    <a:pt x="43630" y="62739"/>
                  </a:lnTo>
                  <a:lnTo>
                    <a:pt x="43860" y="62670"/>
                  </a:lnTo>
                  <a:lnTo>
                    <a:pt x="44089" y="62648"/>
                  </a:lnTo>
                  <a:lnTo>
                    <a:pt x="44319" y="62625"/>
                  </a:lnTo>
                  <a:close/>
                  <a:moveTo>
                    <a:pt x="64413" y="65377"/>
                  </a:moveTo>
                  <a:lnTo>
                    <a:pt x="66203" y="68428"/>
                  </a:lnTo>
                  <a:lnTo>
                    <a:pt x="62670" y="68428"/>
                  </a:lnTo>
                  <a:lnTo>
                    <a:pt x="60881" y="65377"/>
                  </a:lnTo>
                  <a:close/>
                  <a:moveTo>
                    <a:pt x="48608" y="58037"/>
                  </a:moveTo>
                  <a:lnTo>
                    <a:pt x="50604" y="61524"/>
                  </a:lnTo>
                  <a:lnTo>
                    <a:pt x="52645" y="65056"/>
                  </a:lnTo>
                  <a:lnTo>
                    <a:pt x="50627" y="68543"/>
                  </a:lnTo>
                  <a:lnTo>
                    <a:pt x="47094" y="68543"/>
                  </a:lnTo>
                  <a:lnTo>
                    <a:pt x="49136" y="65033"/>
                  </a:lnTo>
                  <a:lnTo>
                    <a:pt x="46819" y="61134"/>
                  </a:lnTo>
                  <a:lnTo>
                    <a:pt x="48608" y="58037"/>
                  </a:lnTo>
                  <a:close/>
                  <a:moveTo>
                    <a:pt x="62440" y="57578"/>
                  </a:moveTo>
                  <a:lnTo>
                    <a:pt x="56109" y="68543"/>
                  </a:lnTo>
                  <a:lnTo>
                    <a:pt x="52600" y="68543"/>
                  </a:lnTo>
                  <a:lnTo>
                    <a:pt x="58908" y="57578"/>
                  </a:lnTo>
                  <a:close/>
                  <a:moveTo>
                    <a:pt x="135823" y="63863"/>
                  </a:moveTo>
                  <a:lnTo>
                    <a:pt x="136052" y="63909"/>
                  </a:lnTo>
                  <a:lnTo>
                    <a:pt x="136282" y="63955"/>
                  </a:lnTo>
                  <a:lnTo>
                    <a:pt x="136511" y="64024"/>
                  </a:lnTo>
                  <a:lnTo>
                    <a:pt x="136741" y="64139"/>
                  </a:lnTo>
                  <a:lnTo>
                    <a:pt x="136947" y="64276"/>
                  </a:lnTo>
                  <a:lnTo>
                    <a:pt x="137153" y="64437"/>
                  </a:lnTo>
                  <a:lnTo>
                    <a:pt x="137360" y="64620"/>
                  </a:lnTo>
                  <a:lnTo>
                    <a:pt x="137543" y="64850"/>
                  </a:lnTo>
                  <a:lnTo>
                    <a:pt x="137704" y="65102"/>
                  </a:lnTo>
                  <a:lnTo>
                    <a:pt x="137842" y="65354"/>
                  </a:lnTo>
                  <a:lnTo>
                    <a:pt x="137956" y="65630"/>
                  </a:lnTo>
                  <a:lnTo>
                    <a:pt x="138025" y="65882"/>
                  </a:lnTo>
                  <a:lnTo>
                    <a:pt x="138071" y="66134"/>
                  </a:lnTo>
                  <a:lnTo>
                    <a:pt x="138071" y="66387"/>
                  </a:lnTo>
                  <a:lnTo>
                    <a:pt x="138071" y="66616"/>
                  </a:lnTo>
                  <a:lnTo>
                    <a:pt x="138025" y="66868"/>
                  </a:lnTo>
                  <a:lnTo>
                    <a:pt x="137979" y="67075"/>
                  </a:lnTo>
                  <a:lnTo>
                    <a:pt x="137887" y="67304"/>
                  </a:lnTo>
                  <a:lnTo>
                    <a:pt x="137796" y="67511"/>
                  </a:lnTo>
                  <a:lnTo>
                    <a:pt x="137681" y="67694"/>
                  </a:lnTo>
                  <a:lnTo>
                    <a:pt x="137543" y="67901"/>
                  </a:lnTo>
                  <a:lnTo>
                    <a:pt x="137383" y="68061"/>
                  </a:lnTo>
                  <a:lnTo>
                    <a:pt x="137222" y="68222"/>
                  </a:lnTo>
                  <a:lnTo>
                    <a:pt x="137039" y="68359"/>
                  </a:lnTo>
                  <a:lnTo>
                    <a:pt x="136832" y="68497"/>
                  </a:lnTo>
                  <a:lnTo>
                    <a:pt x="136649" y="68612"/>
                  </a:lnTo>
                  <a:lnTo>
                    <a:pt x="136419" y="68704"/>
                  </a:lnTo>
                  <a:lnTo>
                    <a:pt x="136213" y="68772"/>
                  </a:lnTo>
                  <a:lnTo>
                    <a:pt x="135984" y="68841"/>
                  </a:lnTo>
                  <a:lnTo>
                    <a:pt x="135754" y="68887"/>
                  </a:lnTo>
                  <a:lnTo>
                    <a:pt x="135295" y="68887"/>
                  </a:lnTo>
                  <a:lnTo>
                    <a:pt x="135066" y="68864"/>
                  </a:lnTo>
                  <a:lnTo>
                    <a:pt x="134837" y="68818"/>
                  </a:lnTo>
                  <a:lnTo>
                    <a:pt x="134630" y="68749"/>
                  </a:lnTo>
                  <a:lnTo>
                    <a:pt x="134401" y="68635"/>
                  </a:lnTo>
                  <a:lnTo>
                    <a:pt x="134194" y="68520"/>
                  </a:lnTo>
                  <a:lnTo>
                    <a:pt x="133988" y="68359"/>
                  </a:lnTo>
                  <a:lnTo>
                    <a:pt x="133781" y="68176"/>
                  </a:lnTo>
                  <a:lnTo>
                    <a:pt x="133598" y="67969"/>
                  </a:lnTo>
                  <a:lnTo>
                    <a:pt x="133414" y="67740"/>
                  </a:lnTo>
                  <a:lnTo>
                    <a:pt x="133277" y="67465"/>
                  </a:lnTo>
                  <a:lnTo>
                    <a:pt x="133162" y="67190"/>
                  </a:lnTo>
                  <a:lnTo>
                    <a:pt x="133093" y="66937"/>
                  </a:lnTo>
                  <a:lnTo>
                    <a:pt x="133024" y="66685"/>
                  </a:lnTo>
                  <a:lnTo>
                    <a:pt x="133001" y="66433"/>
                  </a:lnTo>
                  <a:lnTo>
                    <a:pt x="133024" y="66180"/>
                  </a:lnTo>
                  <a:lnTo>
                    <a:pt x="133047" y="65928"/>
                  </a:lnTo>
                  <a:lnTo>
                    <a:pt x="133116" y="65698"/>
                  </a:lnTo>
                  <a:lnTo>
                    <a:pt x="133185" y="65492"/>
                  </a:lnTo>
                  <a:lnTo>
                    <a:pt x="133300" y="65263"/>
                  </a:lnTo>
                  <a:lnTo>
                    <a:pt x="133414" y="65079"/>
                  </a:lnTo>
                  <a:lnTo>
                    <a:pt x="133552" y="64873"/>
                  </a:lnTo>
                  <a:lnTo>
                    <a:pt x="133713" y="64712"/>
                  </a:lnTo>
                  <a:lnTo>
                    <a:pt x="133873" y="64552"/>
                  </a:lnTo>
                  <a:lnTo>
                    <a:pt x="134057" y="64391"/>
                  </a:lnTo>
                  <a:lnTo>
                    <a:pt x="134263" y="64253"/>
                  </a:lnTo>
                  <a:lnTo>
                    <a:pt x="134447" y="64139"/>
                  </a:lnTo>
                  <a:lnTo>
                    <a:pt x="134676" y="64047"/>
                  </a:lnTo>
                  <a:lnTo>
                    <a:pt x="134882" y="63978"/>
                  </a:lnTo>
                  <a:lnTo>
                    <a:pt x="135112" y="63909"/>
                  </a:lnTo>
                  <a:lnTo>
                    <a:pt x="135341" y="63886"/>
                  </a:lnTo>
                  <a:lnTo>
                    <a:pt x="135594" y="63863"/>
                  </a:lnTo>
                  <a:close/>
                  <a:moveTo>
                    <a:pt x="155642" y="66616"/>
                  </a:moveTo>
                  <a:lnTo>
                    <a:pt x="157409" y="69667"/>
                  </a:lnTo>
                  <a:lnTo>
                    <a:pt x="153876" y="69667"/>
                  </a:lnTo>
                  <a:lnTo>
                    <a:pt x="152110" y="66616"/>
                  </a:lnTo>
                  <a:close/>
                  <a:moveTo>
                    <a:pt x="139883" y="59275"/>
                  </a:moveTo>
                  <a:lnTo>
                    <a:pt x="141879" y="62762"/>
                  </a:lnTo>
                  <a:lnTo>
                    <a:pt x="143898" y="66295"/>
                  </a:lnTo>
                  <a:lnTo>
                    <a:pt x="141902" y="69782"/>
                  </a:lnTo>
                  <a:lnTo>
                    <a:pt x="138369" y="69782"/>
                  </a:lnTo>
                  <a:lnTo>
                    <a:pt x="140388" y="66272"/>
                  </a:lnTo>
                  <a:lnTo>
                    <a:pt x="138071" y="62372"/>
                  </a:lnTo>
                  <a:lnTo>
                    <a:pt x="139883" y="59275"/>
                  </a:lnTo>
                  <a:close/>
                  <a:moveTo>
                    <a:pt x="153693" y="58817"/>
                  </a:moveTo>
                  <a:lnTo>
                    <a:pt x="147384" y="69782"/>
                  </a:lnTo>
                  <a:lnTo>
                    <a:pt x="143852" y="69782"/>
                  </a:lnTo>
                  <a:lnTo>
                    <a:pt x="150183" y="58817"/>
                  </a:lnTo>
                  <a:close/>
                  <a:moveTo>
                    <a:pt x="7547" y="67281"/>
                  </a:moveTo>
                  <a:lnTo>
                    <a:pt x="9313" y="70332"/>
                  </a:lnTo>
                  <a:lnTo>
                    <a:pt x="5781" y="70332"/>
                  </a:lnTo>
                  <a:lnTo>
                    <a:pt x="4014" y="67281"/>
                  </a:lnTo>
                  <a:close/>
                  <a:moveTo>
                    <a:pt x="78085" y="65630"/>
                  </a:moveTo>
                  <a:lnTo>
                    <a:pt x="78314" y="65676"/>
                  </a:lnTo>
                  <a:lnTo>
                    <a:pt x="78544" y="65721"/>
                  </a:lnTo>
                  <a:lnTo>
                    <a:pt x="78773" y="65790"/>
                  </a:lnTo>
                  <a:lnTo>
                    <a:pt x="79003" y="65905"/>
                  </a:lnTo>
                  <a:lnTo>
                    <a:pt x="79209" y="66043"/>
                  </a:lnTo>
                  <a:lnTo>
                    <a:pt x="79415" y="66203"/>
                  </a:lnTo>
                  <a:lnTo>
                    <a:pt x="79622" y="66387"/>
                  </a:lnTo>
                  <a:lnTo>
                    <a:pt x="79805" y="66616"/>
                  </a:lnTo>
                  <a:lnTo>
                    <a:pt x="79989" y="66868"/>
                  </a:lnTo>
                  <a:lnTo>
                    <a:pt x="80104" y="67121"/>
                  </a:lnTo>
                  <a:lnTo>
                    <a:pt x="80218" y="67396"/>
                  </a:lnTo>
                  <a:lnTo>
                    <a:pt x="80287" y="67648"/>
                  </a:lnTo>
                  <a:lnTo>
                    <a:pt x="80333" y="67901"/>
                  </a:lnTo>
                  <a:lnTo>
                    <a:pt x="80356" y="68153"/>
                  </a:lnTo>
                  <a:lnTo>
                    <a:pt x="80333" y="68382"/>
                  </a:lnTo>
                  <a:lnTo>
                    <a:pt x="80310" y="68635"/>
                  </a:lnTo>
                  <a:lnTo>
                    <a:pt x="80241" y="68841"/>
                  </a:lnTo>
                  <a:lnTo>
                    <a:pt x="80150" y="69071"/>
                  </a:lnTo>
                  <a:lnTo>
                    <a:pt x="80058" y="69277"/>
                  </a:lnTo>
                  <a:lnTo>
                    <a:pt x="79943" y="69461"/>
                  </a:lnTo>
                  <a:lnTo>
                    <a:pt x="79805" y="69667"/>
                  </a:lnTo>
                  <a:lnTo>
                    <a:pt x="79645" y="69828"/>
                  </a:lnTo>
                  <a:lnTo>
                    <a:pt x="79484" y="69988"/>
                  </a:lnTo>
                  <a:lnTo>
                    <a:pt x="79301" y="70126"/>
                  </a:lnTo>
                  <a:lnTo>
                    <a:pt x="79117" y="70263"/>
                  </a:lnTo>
                  <a:lnTo>
                    <a:pt x="78911" y="70378"/>
                  </a:lnTo>
                  <a:lnTo>
                    <a:pt x="78704" y="70470"/>
                  </a:lnTo>
                  <a:lnTo>
                    <a:pt x="78475" y="70539"/>
                  </a:lnTo>
                  <a:lnTo>
                    <a:pt x="78269" y="70607"/>
                  </a:lnTo>
                  <a:lnTo>
                    <a:pt x="78039" y="70653"/>
                  </a:lnTo>
                  <a:lnTo>
                    <a:pt x="77580" y="70653"/>
                  </a:lnTo>
                  <a:lnTo>
                    <a:pt x="77351" y="70630"/>
                  </a:lnTo>
                  <a:lnTo>
                    <a:pt x="77122" y="70585"/>
                  </a:lnTo>
                  <a:lnTo>
                    <a:pt x="76892" y="70516"/>
                  </a:lnTo>
                  <a:lnTo>
                    <a:pt x="76663" y="70401"/>
                  </a:lnTo>
                  <a:lnTo>
                    <a:pt x="76456" y="70286"/>
                  </a:lnTo>
                  <a:lnTo>
                    <a:pt x="76250" y="70126"/>
                  </a:lnTo>
                  <a:lnTo>
                    <a:pt x="76043" y="69942"/>
                  </a:lnTo>
                  <a:lnTo>
                    <a:pt x="75860" y="69736"/>
                  </a:lnTo>
                  <a:lnTo>
                    <a:pt x="75676" y="69506"/>
                  </a:lnTo>
                  <a:lnTo>
                    <a:pt x="75539" y="69231"/>
                  </a:lnTo>
                  <a:lnTo>
                    <a:pt x="75424" y="68956"/>
                  </a:lnTo>
                  <a:lnTo>
                    <a:pt x="75355" y="68704"/>
                  </a:lnTo>
                  <a:lnTo>
                    <a:pt x="75309" y="68451"/>
                  </a:lnTo>
                  <a:lnTo>
                    <a:pt x="75286" y="68199"/>
                  </a:lnTo>
                  <a:lnTo>
                    <a:pt x="75286" y="67947"/>
                  </a:lnTo>
                  <a:lnTo>
                    <a:pt x="75309" y="67694"/>
                  </a:lnTo>
                  <a:lnTo>
                    <a:pt x="75378" y="67465"/>
                  </a:lnTo>
                  <a:lnTo>
                    <a:pt x="75447" y="67258"/>
                  </a:lnTo>
                  <a:lnTo>
                    <a:pt x="75562" y="67029"/>
                  </a:lnTo>
                  <a:lnTo>
                    <a:pt x="75676" y="66845"/>
                  </a:lnTo>
                  <a:lnTo>
                    <a:pt x="75814" y="66639"/>
                  </a:lnTo>
                  <a:lnTo>
                    <a:pt x="75975" y="66478"/>
                  </a:lnTo>
                  <a:lnTo>
                    <a:pt x="76135" y="66318"/>
                  </a:lnTo>
                  <a:lnTo>
                    <a:pt x="76319" y="66157"/>
                  </a:lnTo>
                  <a:lnTo>
                    <a:pt x="76525" y="66043"/>
                  </a:lnTo>
                  <a:lnTo>
                    <a:pt x="76732" y="65928"/>
                  </a:lnTo>
                  <a:lnTo>
                    <a:pt x="76938" y="65813"/>
                  </a:lnTo>
                  <a:lnTo>
                    <a:pt x="77167" y="65744"/>
                  </a:lnTo>
                  <a:lnTo>
                    <a:pt x="77397" y="65676"/>
                  </a:lnTo>
                  <a:lnTo>
                    <a:pt x="77626" y="65653"/>
                  </a:lnTo>
                  <a:lnTo>
                    <a:pt x="77856" y="65630"/>
                  </a:lnTo>
                  <a:close/>
                  <a:moveTo>
                    <a:pt x="97950" y="68382"/>
                  </a:moveTo>
                  <a:lnTo>
                    <a:pt x="99717" y="71433"/>
                  </a:lnTo>
                  <a:lnTo>
                    <a:pt x="96184" y="71433"/>
                  </a:lnTo>
                  <a:lnTo>
                    <a:pt x="94418" y="68382"/>
                  </a:lnTo>
                  <a:close/>
                  <a:moveTo>
                    <a:pt x="82145" y="61042"/>
                  </a:moveTo>
                  <a:lnTo>
                    <a:pt x="84141" y="64529"/>
                  </a:lnTo>
                  <a:lnTo>
                    <a:pt x="86183" y="68061"/>
                  </a:lnTo>
                  <a:lnTo>
                    <a:pt x="84164" y="71548"/>
                  </a:lnTo>
                  <a:lnTo>
                    <a:pt x="80631" y="71548"/>
                  </a:lnTo>
                  <a:lnTo>
                    <a:pt x="82650" y="68038"/>
                  </a:lnTo>
                  <a:lnTo>
                    <a:pt x="80356" y="64139"/>
                  </a:lnTo>
                  <a:lnTo>
                    <a:pt x="82145" y="61042"/>
                  </a:lnTo>
                  <a:close/>
                  <a:moveTo>
                    <a:pt x="95955" y="60583"/>
                  </a:moveTo>
                  <a:lnTo>
                    <a:pt x="89646" y="71548"/>
                  </a:lnTo>
                  <a:lnTo>
                    <a:pt x="86114" y="71548"/>
                  </a:lnTo>
                  <a:lnTo>
                    <a:pt x="92445" y="60583"/>
                  </a:lnTo>
                  <a:close/>
                  <a:moveTo>
                    <a:pt x="169773" y="66777"/>
                  </a:moveTo>
                  <a:lnTo>
                    <a:pt x="170002" y="66800"/>
                  </a:lnTo>
                  <a:lnTo>
                    <a:pt x="170232" y="66868"/>
                  </a:lnTo>
                  <a:lnTo>
                    <a:pt x="170461" y="66937"/>
                  </a:lnTo>
                  <a:lnTo>
                    <a:pt x="170691" y="67052"/>
                  </a:lnTo>
                  <a:lnTo>
                    <a:pt x="170897" y="67190"/>
                  </a:lnTo>
                  <a:lnTo>
                    <a:pt x="171103" y="67350"/>
                  </a:lnTo>
                  <a:lnTo>
                    <a:pt x="171310" y="67534"/>
                  </a:lnTo>
                  <a:lnTo>
                    <a:pt x="171493" y="67763"/>
                  </a:lnTo>
                  <a:lnTo>
                    <a:pt x="171654" y="68015"/>
                  </a:lnTo>
                  <a:lnTo>
                    <a:pt x="171792" y="68268"/>
                  </a:lnTo>
                  <a:lnTo>
                    <a:pt x="171906" y="68520"/>
                  </a:lnTo>
                  <a:lnTo>
                    <a:pt x="171975" y="68795"/>
                  </a:lnTo>
                  <a:lnTo>
                    <a:pt x="172021" y="69048"/>
                  </a:lnTo>
                  <a:lnTo>
                    <a:pt x="172021" y="69277"/>
                  </a:lnTo>
                  <a:lnTo>
                    <a:pt x="172021" y="69529"/>
                  </a:lnTo>
                  <a:lnTo>
                    <a:pt x="171975" y="69759"/>
                  </a:lnTo>
                  <a:lnTo>
                    <a:pt x="171929" y="69988"/>
                  </a:lnTo>
                  <a:lnTo>
                    <a:pt x="171838" y="70217"/>
                  </a:lnTo>
                  <a:lnTo>
                    <a:pt x="171746" y="70424"/>
                  </a:lnTo>
                  <a:lnTo>
                    <a:pt x="171631" y="70607"/>
                  </a:lnTo>
                  <a:lnTo>
                    <a:pt x="171493" y="70791"/>
                  </a:lnTo>
                  <a:lnTo>
                    <a:pt x="171333" y="70974"/>
                  </a:lnTo>
                  <a:lnTo>
                    <a:pt x="171172" y="71135"/>
                  </a:lnTo>
                  <a:lnTo>
                    <a:pt x="170989" y="71273"/>
                  </a:lnTo>
                  <a:lnTo>
                    <a:pt x="170805" y="71410"/>
                  </a:lnTo>
                  <a:lnTo>
                    <a:pt x="170599" y="71525"/>
                  </a:lnTo>
                  <a:lnTo>
                    <a:pt x="170392" y="71617"/>
                  </a:lnTo>
                  <a:lnTo>
                    <a:pt x="170163" y="71686"/>
                  </a:lnTo>
                  <a:lnTo>
                    <a:pt x="169934" y="71754"/>
                  </a:lnTo>
                  <a:lnTo>
                    <a:pt x="169727" y="71777"/>
                  </a:lnTo>
                  <a:lnTo>
                    <a:pt x="169498" y="71800"/>
                  </a:lnTo>
                  <a:lnTo>
                    <a:pt x="169245" y="71800"/>
                  </a:lnTo>
                  <a:lnTo>
                    <a:pt x="169016" y="71777"/>
                  </a:lnTo>
                  <a:lnTo>
                    <a:pt x="168787" y="71731"/>
                  </a:lnTo>
                  <a:lnTo>
                    <a:pt x="168580" y="71640"/>
                  </a:lnTo>
                  <a:lnTo>
                    <a:pt x="168351" y="71548"/>
                  </a:lnTo>
                  <a:lnTo>
                    <a:pt x="168144" y="71410"/>
                  </a:lnTo>
                  <a:lnTo>
                    <a:pt x="167938" y="71273"/>
                  </a:lnTo>
                  <a:lnTo>
                    <a:pt x="167731" y="71089"/>
                  </a:lnTo>
                  <a:lnTo>
                    <a:pt x="167548" y="70883"/>
                  </a:lnTo>
                  <a:lnTo>
                    <a:pt x="167364" y="70630"/>
                  </a:lnTo>
                  <a:lnTo>
                    <a:pt x="167227" y="70378"/>
                  </a:lnTo>
                  <a:lnTo>
                    <a:pt x="167112" y="70103"/>
                  </a:lnTo>
                  <a:lnTo>
                    <a:pt x="167043" y="69850"/>
                  </a:lnTo>
                  <a:lnTo>
                    <a:pt x="166997" y="69575"/>
                  </a:lnTo>
                  <a:lnTo>
                    <a:pt x="166974" y="69323"/>
                  </a:lnTo>
                  <a:lnTo>
                    <a:pt x="166974" y="69071"/>
                  </a:lnTo>
                  <a:lnTo>
                    <a:pt x="166997" y="68841"/>
                  </a:lnTo>
                  <a:lnTo>
                    <a:pt x="167066" y="68612"/>
                  </a:lnTo>
                  <a:lnTo>
                    <a:pt x="167135" y="68382"/>
                  </a:lnTo>
                  <a:lnTo>
                    <a:pt x="167250" y="68176"/>
                  </a:lnTo>
                  <a:lnTo>
                    <a:pt x="167364" y="67969"/>
                  </a:lnTo>
                  <a:lnTo>
                    <a:pt x="167502" y="67786"/>
                  </a:lnTo>
                  <a:lnTo>
                    <a:pt x="167663" y="67602"/>
                  </a:lnTo>
                  <a:lnTo>
                    <a:pt x="167823" y="67442"/>
                  </a:lnTo>
                  <a:lnTo>
                    <a:pt x="168007" y="67304"/>
                  </a:lnTo>
                  <a:lnTo>
                    <a:pt x="168213" y="67167"/>
                  </a:lnTo>
                  <a:lnTo>
                    <a:pt x="168420" y="67052"/>
                  </a:lnTo>
                  <a:lnTo>
                    <a:pt x="168626" y="66960"/>
                  </a:lnTo>
                  <a:lnTo>
                    <a:pt x="168855" y="66891"/>
                  </a:lnTo>
                  <a:lnTo>
                    <a:pt x="169062" y="66822"/>
                  </a:lnTo>
                  <a:lnTo>
                    <a:pt x="169314" y="66777"/>
                  </a:lnTo>
                  <a:close/>
                  <a:moveTo>
                    <a:pt x="21219" y="67258"/>
                  </a:moveTo>
                  <a:lnTo>
                    <a:pt x="21448" y="67281"/>
                  </a:lnTo>
                  <a:lnTo>
                    <a:pt x="21678" y="67304"/>
                  </a:lnTo>
                  <a:lnTo>
                    <a:pt x="21907" y="67350"/>
                  </a:lnTo>
                  <a:lnTo>
                    <a:pt x="22136" y="67442"/>
                  </a:lnTo>
                  <a:lnTo>
                    <a:pt x="22366" y="67534"/>
                  </a:lnTo>
                  <a:lnTo>
                    <a:pt x="22572" y="67671"/>
                  </a:lnTo>
                  <a:lnTo>
                    <a:pt x="22779" y="67832"/>
                  </a:lnTo>
                  <a:lnTo>
                    <a:pt x="22985" y="68038"/>
                  </a:lnTo>
                  <a:lnTo>
                    <a:pt x="23169" y="68245"/>
                  </a:lnTo>
                  <a:lnTo>
                    <a:pt x="23329" y="68497"/>
                  </a:lnTo>
                  <a:lnTo>
                    <a:pt x="23467" y="68772"/>
                  </a:lnTo>
                  <a:lnTo>
                    <a:pt x="23581" y="69025"/>
                  </a:lnTo>
                  <a:lnTo>
                    <a:pt x="23650" y="69277"/>
                  </a:lnTo>
                  <a:lnTo>
                    <a:pt x="23696" y="69529"/>
                  </a:lnTo>
                  <a:lnTo>
                    <a:pt x="23719" y="69782"/>
                  </a:lnTo>
                  <a:lnTo>
                    <a:pt x="23696" y="70034"/>
                  </a:lnTo>
                  <a:lnTo>
                    <a:pt x="23673" y="70263"/>
                  </a:lnTo>
                  <a:lnTo>
                    <a:pt x="23604" y="70493"/>
                  </a:lnTo>
                  <a:lnTo>
                    <a:pt x="23513" y="70699"/>
                  </a:lnTo>
                  <a:lnTo>
                    <a:pt x="23421" y="70906"/>
                  </a:lnTo>
                  <a:lnTo>
                    <a:pt x="23306" y="71112"/>
                  </a:lnTo>
                  <a:lnTo>
                    <a:pt x="23169" y="71296"/>
                  </a:lnTo>
                  <a:lnTo>
                    <a:pt x="23008" y="71456"/>
                  </a:lnTo>
                  <a:lnTo>
                    <a:pt x="22847" y="71617"/>
                  </a:lnTo>
                  <a:lnTo>
                    <a:pt x="22664" y="71777"/>
                  </a:lnTo>
                  <a:lnTo>
                    <a:pt x="22480" y="71892"/>
                  </a:lnTo>
                  <a:lnTo>
                    <a:pt x="22274" y="72007"/>
                  </a:lnTo>
                  <a:lnTo>
                    <a:pt x="22068" y="72099"/>
                  </a:lnTo>
                  <a:lnTo>
                    <a:pt x="21838" y="72190"/>
                  </a:lnTo>
                  <a:lnTo>
                    <a:pt x="21609" y="72236"/>
                  </a:lnTo>
                  <a:lnTo>
                    <a:pt x="21402" y="72282"/>
                  </a:lnTo>
                  <a:lnTo>
                    <a:pt x="21173" y="72305"/>
                  </a:lnTo>
                  <a:lnTo>
                    <a:pt x="20943" y="72305"/>
                  </a:lnTo>
                  <a:lnTo>
                    <a:pt x="20691" y="72259"/>
                  </a:lnTo>
                  <a:lnTo>
                    <a:pt x="20485" y="72213"/>
                  </a:lnTo>
                  <a:lnTo>
                    <a:pt x="20255" y="72144"/>
                  </a:lnTo>
                  <a:lnTo>
                    <a:pt x="20026" y="72053"/>
                  </a:lnTo>
                  <a:lnTo>
                    <a:pt x="19819" y="71915"/>
                  </a:lnTo>
                  <a:lnTo>
                    <a:pt x="19613" y="71754"/>
                  </a:lnTo>
                  <a:lnTo>
                    <a:pt x="19407" y="71594"/>
                  </a:lnTo>
                  <a:lnTo>
                    <a:pt x="19223" y="71364"/>
                  </a:lnTo>
                  <a:lnTo>
                    <a:pt x="19040" y="71135"/>
                  </a:lnTo>
                  <a:lnTo>
                    <a:pt x="18902" y="70860"/>
                  </a:lnTo>
                  <a:lnTo>
                    <a:pt x="18787" y="70607"/>
                  </a:lnTo>
                  <a:lnTo>
                    <a:pt x="18718" y="70332"/>
                  </a:lnTo>
                  <a:lnTo>
                    <a:pt x="18673" y="70080"/>
                  </a:lnTo>
                  <a:lnTo>
                    <a:pt x="18650" y="69828"/>
                  </a:lnTo>
                  <a:lnTo>
                    <a:pt x="18650" y="69575"/>
                  </a:lnTo>
                  <a:lnTo>
                    <a:pt x="18673" y="69346"/>
                  </a:lnTo>
                  <a:lnTo>
                    <a:pt x="18741" y="69116"/>
                  </a:lnTo>
                  <a:lnTo>
                    <a:pt x="18810" y="68887"/>
                  </a:lnTo>
                  <a:lnTo>
                    <a:pt x="18925" y="68681"/>
                  </a:lnTo>
                  <a:lnTo>
                    <a:pt x="19040" y="68474"/>
                  </a:lnTo>
                  <a:lnTo>
                    <a:pt x="19177" y="68291"/>
                  </a:lnTo>
                  <a:lnTo>
                    <a:pt x="19338" y="68107"/>
                  </a:lnTo>
                  <a:lnTo>
                    <a:pt x="19498" y="67947"/>
                  </a:lnTo>
                  <a:lnTo>
                    <a:pt x="19682" y="67809"/>
                  </a:lnTo>
                  <a:lnTo>
                    <a:pt x="19888" y="67671"/>
                  </a:lnTo>
                  <a:lnTo>
                    <a:pt x="20095" y="67557"/>
                  </a:lnTo>
                  <a:lnTo>
                    <a:pt x="20301" y="67465"/>
                  </a:lnTo>
                  <a:lnTo>
                    <a:pt x="20531" y="67373"/>
                  </a:lnTo>
                  <a:lnTo>
                    <a:pt x="20760" y="67327"/>
                  </a:lnTo>
                  <a:lnTo>
                    <a:pt x="20989" y="67281"/>
                  </a:lnTo>
                  <a:lnTo>
                    <a:pt x="21219" y="67258"/>
                  </a:lnTo>
                  <a:close/>
                  <a:moveTo>
                    <a:pt x="41313" y="70011"/>
                  </a:moveTo>
                  <a:lnTo>
                    <a:pt x="43080" y="73085"/>
                  </a:lnTo>
                  <a:lnTo>
                    <a:pt x="39547" y="73085"/>
                  </a:lnTo>
                  <a:lnTo>
                    <a:pt x="37781" y="70034"/>
                  </a:lnTo>
                  <a:lnTo>
                    <a:pt x="41313" y="70011"/>
                  </a:lnTo>
                  <a:close/>
                  <a:moveTo>
                    <a:pt x="25508" y="62670"/>
                  </a:moveTo>
                  <a:lnTo>
                    <a:pt x="27504" y="66180"/>
                  </a:lnTo>
                  <a:lnTo>
                    <a:pt x="29546" y="69690"/>
                  </a:lnTo>
                  <a:lnTo>
                    <a:pt x="27527" y="73177"/>
                  </a:lnTo>
                  <a:lnTo>
                    <a:pt x="23994" y="73200"/>
                  </a:lnTo>
                  <a:lnTo>
                    <a:pt x="23994" y="73200"/>
                  </a:lnTo>
                  <a:lnTo>
                    <a:pt x="26013" y="69690"/>
                  </a:lnTo>
                  <a:lnTo>
                    <a:pt x="23719" y="65790"/>
                  </a:lnTo>
                  <a:lnTo>
                    <a:pt x="25508" y="62670"/>
                  </a:lnTo>
                  <a:close/>
                  <a:moveTo>
                    <a:pt x="39318" y="62235"/>
                  </a:moveTo>
                  <a:lnTo>
                    <a:pt x="33010" y="73177"/>
                  </a:lnTo>
                  <a:lnTo>
                    <a:pt x="29477" y="73200"/>
                  </a:lnTo>
                  <a:lnTo>
                    <a:pt x="29477" y="73200"/>
                  </a:lnTo>
                  <a:lnTo>
                    <a:pt x="35808" y="62235"/>
                  </a:lnTo>
                  <a:close/>
                  <a:moveTo>
                    <a:pt x="111874" y="68451"/>
                  </a:moveTo>
                  <a:lnTo>
                    <a:pt x="112173" y="68474"/>
                  </a:lnTo>
                  <a:lnTo>
                    <a:pt x="112471" y="68520"/>
                  </a:lnTo>
                  <a:lnTo>
                    <a:pt x="112746" y="68589"/>
                  </a:lnTo>
                  <a:lnTo>
                    <a:pt x="113044" y="68726"/>
                  </a:lnTo>
                  <a:lnTo>
                    <a:pt x="113320" y="68887"/>
                  </a:lnTo>
                  <a:lnTo>
                    <a:pt x="113572" y="69116"/>
                  </a:lnTo>
                  <a:lnTo>
                    <a:pt x="113824" y="69369"/>
                  </a:lnTo>
                  <a:lnTo>
                    <a:pt x="114031" y="69690"/>
                  </a:lnTo>
                  <a:lnTo>
                    <a:pt x="114145" y="69896"/>
                  </a:lnTo>
                  <a:lnTo>
                    <a:pt x="114237" y="70080"/>
                  </a:lnTo>
                  <a:lnTo>
                    <a:pt x="114306" y="70286"/>
                  </a:lnTo>
                  <a:lnTo>
                    <a:pt x="114352" y="70470"/>
                  </a:lnTo>
                  <a:lnTo>
                    <a:pt x="114375" y="70653"/>
                  </a:lnTo>
                  <a:lnTo>
                    <a:pt x="114398" y="70837"/>
                  </a:lnTo>
                  <a:lnTo>
                    <a:pt x="114421" y="71020"/>
                  </a:lnTo>
                  <a:lnTo>
                    <a:pt x="114398" y="71204"/>
                  </a:lnTo>
                  <a:lnTo>
                    <a:pt x="114375" y="71387"/>
                  </a:lnTo>
                  <a:lnTo>
                    <a:pt x="114329" y="71548"/>
                  </a:lnTo>
                  <a:lnTo>
                    <a:pt x="114237" y="71892"/>
                  </a:lnTo>
                  <a:lnTo>
                    <a:pt x="114077" y="72190"/>
                  </a:lnTo>
                  <a:lnTo>
                    <a:pt x="113870" y="72466"/>
                  </a:lnTo>
                  <a:lnTo>
                    <a:pt x="113687" y="72695"/>
                  </a:lnTo>
                  <a:lnTo>
                    <a:pt x="113480" y="72901"/>
                  </a:lnTo>
                  <a:lnTo>
                    <a:pt x="113251" y="73085"/>
                  </a:lnTo>
                  <a:lnTo>
                    <a:pt x="112998" y="73245"/>
                  </a:lnTo>
                  <a:lnTo>
                    <a:pt x="112723" y="73360"/>
                  </a:lnTo>
                  <a:lnTo>
                    <a:pt x="112448" y="73475"/>
                  </a:lnTo>
                  <a:lnTo>
                    <a:pt x="112150" y="73544"/>
                  </a:lnTo>
                  <a:lnTo>
                    <a:pt x="111874" y="73567"/>
                  </a:lnTo>
                  <a:lnTo>
                    <a:pt x="111576" y="73567"/>
                  </a:lnTo>
                  <a:lnTo>
                    <a:pt x="111278" y="73521"/>
                  </a:lnTo>
                  <a:lnTo>
                    <a:pt x="110980" y="73452"/>
                  </a:lnTo>
                  <a:lnTo>
                    <a:pt x="110705" y="73337"/>
                  </a:lnTo>
                  <a:lnTo>
                    <a:pt x="110429" y="73177"/>
                  </a:lnTo>
                  <a:lnTo>
                    <a:pt x="110154" y="72970"/>
                  </a:lnTo>
                  <a:lnTo>
                    <a:pt x="109925" y="72695"/>
                  </a:lnTo>
                  <a:lnTo>
                    <a:pt x="109695" y="72397"/>
                  </a:lnTo>
                  <a:lnTo>
                    <a:pt x="109581" y="72190"/>
                  </a:lnTo>
                  <a:lnTo>
                    <a:pt x="109489" y="72007"/>
                  </a:lnTo>
                  <a:lnTo>
                    <a:pt x="109420" y="71800"/>
                  </a:lnTo>
                  <a:lnTo>
                    <a:pt x="109351" y="71594"/>
                  </a:lnTo>
                  <a:lnTo>
                    <a:pt x="109305" y="71410"/>
                  </a:lnTo>
                  <a:lnTo>
                    <a:pt x="109282" y="71227"/>
                  </a:lnTo>
                  <a:lnTo>
                    <a:pt x="109282" y="71020"/>
                  </a:lnTo>
                  <a:lnTo>
                    <a:pt x="109282" y="70837"/>
                  </a:lnTo>
                  <a:lnTo>
                    <a:pt x="109305" y="70653"/>
                  </a:lnTo>
                  <a:lnTo>
                    <a:pt x="109351" y="70493"/>
                  </a:lnTo>
                  <a:lnTo>
                    <a:pt x="109397" y="70309"/>
                  </a:lnTo>
                  <a:lnTo>
                    <a:pt x="109466" y="70149"/>
                  </a:lnTo>
                  <a:lnTo>
                    <a:pt x="109626" y="69828"/>
                  </a:lnTo>
                  <a:lnTo>
                    <a:pt x="109833" y="69552"/>
                  </a:lnTo>
                  <a:lnTo>
                    <a:pt x="110016" y="69323"/>
                  </a:lnTo>
                  <a:lnTo>
                    <a:pt x="110223" y="69116"/>
                  </a:lnTo>
                  <a:lnTo>
                    <a:pt x="110475" y="68933"/>
                  </a:lnTo>
                  <a:lnTo>
                    <a:pt x="110727" y="68772"/>
                  </a:lnTo>
                  <a:lnTo>
                    <a:pt x="111003" y="68658"/>
                  </a:lnTo>
                  <a:lnTo>
                    <a:pt x="111278" y="68566"/>
                  </a:lnTo>
                  <a:lnTo>
                    <a:pt x="111576" y="68497"/>
                  </a:lnTo>
                  <a:lnTo>
                    <a:pt x="111874" y="68451"/>
                  </a:lnTo>
                  <a:close/>
                  <a:moveTo>
                    <a:pt x="131946" y="71296"/>
                  </a:moveTo>
                  <a:lnTo>
                    <a:pt x="133736" y="74347"/>
                  </a:lnTo>
                  <a:lnTo>
                    <a:pt x="130203" y="74347"/>
                  </a:lnTo>
                  <a:lnTo>
                    <a:pt x="128414" y="71296"/>
                  </a:lnTo>
                  <a:close/>
                  <a:moveTo>
                    <a:pt x="116141" y="63955"/>
                  </a:moveTo>
                  <a:lnTo>
                    <a:pt x="118137" y="67442"/>
                  </a:lnTo>
                  <a:lnTo>
                    <a:pt x="120178" y="70952"/>
                  </a:lnTo>
                  <a:lnTo>
                    <a:pt x="118160" y="74461"/>
                  </a:lnTo>
                  <a:lnTo>
                    <a:pt x="114627" y="74461"/>
                  </a:lnTo>
                  <a:lnTo>
                    <a:pt x="116669" y="70952"/>
                  </a:lnTo>
                  <a:lnTo>
                    <a:pt x="114352" y="67052"/>
                  </a:lnTo>
                  <a:lnTo>
                    <a:pt x="116141" y="63955"/>
                  </a:lnTo>
                  <a:close/>
                  <a:moveTo>
                    <a:pt x="129973" y="63496"/>
                  </a:moveTo>
                  <a:lnTo>
                    <a:pt x="123642" y="74461"/>
                  </a:lnTo>
                  <a:lnTo>
                    <a:pt x="120133" y="74461"/>
                  </a:lnTo>
                  <a:lnTo>
                    <a:pt x="126441" y="63496"/>
                  </a:lnTo>
                  <a:close/>
                  <a:moveTo>
                    <a:pt x="55444" y="70172"/>
                  </a:moveTo>
                  <a:lnTo>
                    <a:pt x="55673" y="70217"/>
                  </a:lnTo>
                  <a:lnTo>
                    <a:pt x="55926" y="70263"/>
                  </a:lnTo>
                  <a:lnTo>
                    <a:pt x="56155" y="70355"/>
                  </a:lnTo>
                  <a:lnTo>
                    <a:pt x="56362" y="70447"/>
                  </a:lnTo>
                  <a:lnTo>
                    <a:pt x="56591" y="70585"/>
                  </a:lnTo>
                  <a:lnTo>
                    <a:pt x="56797" y="70745"/>
                  </a:lnTo>
                  <a:lnTo>
                    <a:pt x="56981" y="70929"/>
                  </a:lnTo>
                  <a:lnTo>
                    <a:pt x="57164" y="71158"/>
                  </a:lnTo>
                  <a:lnTo>
                    <a:pt x="57348" y="71410"/>
                  </a:lnTo>
                  <a:lnTo>
                    <a:pt x="57486" y="71663"/>
                  </a:lnTo>
                  <a:lnTo>
                    <a:pt x="57577" y="71938"/>
                  </a:lnTo>
                  <a:lnTo>
                    <a:pt x="57646" y="72190"/>
                  </a:lnTo>
                  <a:lnTo>
                    <a:pt x="57692" y="72443"/>
                  </a:lnTo>
                  <a:lnTo>
                    <a:pt x="57715" y="72695"/>
                  </a:lnTo>
                  <a:lnTo>
                    <a:pt x="57692" y="72924"/>
                  </a:lnTo>
                  <a:lnTo>
                    <a:pt x="57669" y="73177"/>
                  </a:lnTo>
                  <a:lnTo>
                    <a:pt x="57600" y="73406"/>
                  </a:lnTo>
                  <a:lnTo>
                    <a:pt x="57531" y="73613"/>
                  </a:lnTo>
                  <a:lnTo>
                    <a:pt x="57417" y="73819"/>
                  </a:lnTo>
                  <a:lnTo>
                    <a:pt x="57302" y="74025"/>
                  </a:lnTo>
                  <a:lnTo>
                    <a:pt x="57164" y="74209"/>
                  </a:lnTo>
                  <a:lnTo>
                    <a:pt x="57027" y="74370"/>
                  </a:lnTo>
                  <a:lnTo>
                    <a:pt x="56843" y="74530"/>
                  </a:lnTo>
                  <a:lnTo>
                    <a:pt x="56660" y="74668"/>
                  </a:lnTo>
                  <a:lnTo>
                    <a:pt x="56476" y="74805"/>
                  </a:lnTo>
                  <a:lnTo>
                    <a:pt x="56270" y="74920"/>
                  </a:lnTo>
                  <a:lnTo>
                    <a:pt x="56063" y="75012"/>
                  </a:lnTo>
                  <a:lnTo>
                    <a:pt x="55857" y="75081"/>
                  </a:lnTo>
                  <a:lnTo>
                    <a:pt x="55628" y="75149"/>
                  </a:lnTo>
                  <a:lnTo>
                    <a:pt x="55398" y="75195"/>
                  </a:lnTo>
                  <a:lnTo>
                    <a:pt x="54939" y="75195"/>
                  </a:lnTo>
                  <a:lnTo>
                    <a:pt x="54710" y="75172"/>
                  </a:lnTo>
                  <a:lnTo>
                    <a:pt x="54481" y="75126"/>
                  </a:lnTo>
                  <a:lnTo>
                    <a:pt x="54251" y="75058"/>
                  </a:lnTo>
                  <a:lnTo>
                    <a:pt x="54022" y="74943"/>
                  </a:lnTo>
                  <a:lnTo>
                    <a:pt x="53815" y="74828"/>
                  </a:lnTo>
                  <a:lnTo>
                    <a:pt x="53609" y="74668"/>
                  </a:lnTo>
                  <a:lnTo>
                    <a:pt x="53402" y="74484"/>
                  </a:lnTo>
                  <a:lnTo>
                    <a:pt x="53219" y="74278"/>
                  </a:lnTo>
                  <a:lnTo>
                    <a:pt x="53058" y="74048"/>
                  </a:lnTo>
                  <a:lnTo>
                    <a:pt x="52898" y="73773"/>
                  </a:lnTo>
                  <a:lnTo>
                    <a:pt x="52806" y="73498"/>
                  </a:lnTo>
                  <a:lnTo>
                    <a:pt x="52714" y="73245"/>
                  </a:lnTo>
                  <a:lnTo>
                    <a:pt x="52668" y="72993"/>
                  </a:lnTo>
                  <a:lnTo>
                    <a:pt x="52645" y="72741"/>
                  </a:lnTo>
                  <a:lnTo>
                    <a:pt x="52645" y="72488"/>
                  </a:lnTo>
                  <a:lnTo>
                    <a:pt x="52691" y="72236"/>
                  </a:lnTo>
                  <a:lnTo>
                    <a:pt x="52737" y="72007"/>
                  </a:lnTo>
                  <a:lnTo>
                    <a:pt x="52829" y="71800"/>
                  </a:lnTo>
                  <a:lnTo>
                    <a:pt x="52921" y="71571"/>
                  </a:lnTo>
                  <a:lnTo>
                    <a:pt x="53035" y="71387"/>
                  </a:lnTo>
                  <a:lnTo>
                    <a:pt x="53173" y="71181"/>
                  </a:lnTo>
                  <a:lnTo>
                    <a:pt x="53334" y="71020"/>
                  </a:lnTo>
                  <a:lnTo>
                    <a:pt x="53517" y="70860"/>
                  </a:lnTo>
                  <a:lnTo>
                    <a:pt x="53701" y="70699"/>
                  </a:lnTo>
                  <a:lnTo>
                    <a:pt x="53884" y="70585"/>
                  </a:lnTo>
                  <a:lnTo>
                    <a:pt x="54091" y="70470"/>
                  </a:lnTo>
                  <a:lnTo>
                    <a:pt x="54297" y="70355"/>
                  </a:lnTo>
                  <a:lnTo>
                    <a:pt x="54526" y="70286"/>
                  </a:lnTo>
                  <a:lnTo>
                    <a:pt x="54756" y="70217"/>
                  </a:lnTo>
                  <a:lnTo>
                    <a:pt x="54985" y="70195"/>
                  </a:lnTo>
                  <a:lnTo>
                    <a:pt x="55215" y="70172"/>
                  </a:lnTo>
                  <a:close/>
                  <a:moveTo>
                    <a:pt x="59504" y="65584"/>
                  </a:moveTo>
                  <a:lnTo>
                    <a:pt x="61500" y="69071"/>
                  </a:lnTo>
                  <a:lnTo>
                    <a:pt x="63542" y="72603"/>
                  </a:lnTo>
                  <a:lnTo>
                    <a:pt x="61523" y="76090"/>
                  </a:lnTo>
                  <a:lnTo>
                    <a:pt x="57990" y="76090"/>
                  </a:lnTo>
                  <a:lnTo>
                    <a:pt x="60032" y="72580"/>
                  </a:lnTo>
                  <a:lnTo>
                    <a:pt x="57715" y="68681"/>
                  </a:lnTo>
                  <a:lnTo>
                    <a:pt x="59504" y="65584"/>
                  </a:lnTo>
                  <a:close/>
                  <a:moveTo>
                    <a:pt x="73337" y="65148"/>
                  </a:moveTo>
                  <a:lnTo>
                    <a:pt x="67005" y="76090"/>
                  </a:lnTo>
                  <a:lnTo>
                    <a:pt x="63496" y="76090"/>
                  </a:lnTo>
                  <a:lnTo>
                    <a:pt x="69804" y="65148"/>
                  </a:lnTo>
                  <a:close/>
                  <a:moveTo>
                    <a:pt x="74759" y="73177"/>
                  </a:moveTo>
                  <a:lnTo>
                    <a:pt x="76525" y="76228"/>
                  </a:lnTo>
                  <a:lnTo>
                    <a:pt x="72993" y="76228"/>
                  </a:lnTo>
                  <a:lnTo>
                    <a:pt x="71226" y="73177"/>
                  </a:lnTo>
                  <a:close/>
                  <a:moveTo>
                    <a:pt x="146673" y="71410"/>
                  </a:moveTo>
                  <a:lnTo>
                    <a:pt x="146903" y="71456"/>
                  </a:lnTo>
                  <a:lnTo>
                    <a:pt x="147132" y="71502"/>
                  </a:lnTo>
                  <a:lnTo>
                    <a:pt x="147361" y="71594"/>
                  </a:lnTo>
                  <a:lnTo>
                    <a:pt x="147568" y="71686"/>
                  </a:lnTo>
                  <a:lnTo>
                    <a:pt x="147797" y="71823"/>
                  </a:lnTo>
                  <a:lnTo>
                    <a:pt x="148004" y="71984"/>
                  </a:lnTo>
                  <a:lnTo>
                    <a:pt x="148187" y="72167"/>
                  </a:lnTo>
                  <a:lnTo>
                    <a:pt x="148394" y="72397"/>
                  </a:lnTo>
                  <a:lnTo>
                    <a:pt x="148554" y="72649"/>
                  </a:lnTo>
                  <a:lnTo>
                    <a:pt x="148692" y="72924"/>
                  </a:lnTo>
                  <a:lnTo>
                    <a:pt x="148784" y="73177"/>
                  </a:lnTo>
                  <a:lnTo>
                    <a:pt x="148875" y="73429"/>
                  </a:lnTo>
                  <a:lnTo>
                    <a:pt x="148898" y="73681"/>
                  </a:lnTo>
                  <a:lnTo>
                    <a:pt x="148921" y="73934"/>
                  </a:lnTo>
                  <a:lnTo>
                    <a:pt x="148921" y="74186"/>
                  </a:lnTo>
                  <a:lnTo>
                    <a:pt x="148875" y="74415"/>
                  </a:lnTo>
                  <a:lnTo>
                    <a:pt x="148829" y="74645"/>
                  </a:lnTo>
                  <a:lnTo>
                    <a:pt x="148738" y="74851"/>
                  </a:lnTo>
                  <a:lnTo>
                    <a:pt x="148646" y="75058"/>
                  </a:lnTo>
                  <a:lnTo>
                    <a:pt x="148508" y="75264"/>
                  </a:lnTo>
                  <a:lnTo>
                    <a:pt x="148371" y="75448"/>
                  </a:lnTo>
                  <a:lnTo>
                    <a:pt x="148233" y="75608"/>
                  </a:lnTo>
                  <a:lnTo>
                    <a:pt x="148050" y="75769"/>
                  </a:lnTo>
                  <a:lnTo>
                    <a:pt x="147889" y="75906"/>
                  </a:lnTo>
                  <a:lnTo>
                    <a:pt x="147683" y="76044"/>
                  </a:lnTo>
                  <a:lnTo>
                    <a:pt x="147476" y="76159"/>
                  </a:lnTo>
                  <a:lnTo>
                    <a:pt x="147270" y="76251"/>
                  </a:lnTo>
                  <a:lnTo>
                    <a:pt x="147063" y="76342"/>
                  </a:lnTo>
                  <a:lnTo>
                    <a:pt x="146834" y="76388"/>
                  </a:lnTo>
                  <a:lnTo>
                    <a:pt x="146604" y="76434"/>
                  </a:lnTo>
                  <a:lnTo>
                    <a:pt x="146375" y="76457"/>
                  </a:lnTo>
                  <a:lnTo>
                    <a:pt x="146146" y="76434"/>
                  </a:lnTo>
                  <a:lnTo>
                    <a:pt x="145916" y="76411"/>
                  </a:lnTo>
                  <a:lnTo>
                    <a:pt x="145687" y="76365"/>
                  </a:lnTo>
                  <a:lnTo>
                    <a:pt x="145457" y="76296"/>
                  </a:lnTo>
                  <a:lnTo>
                    <a:pt x="145251" y="76182"/>
                  </a:lnTo>
                  <a:lnTo>
                    <a:pt x="145022" y="76067"/>
                  </a:lnTo>
                  <a:lnTo>
                    <a:pt x="144815" y="75906"/>
                  </a:lnTo>
                  <a:lnTo>
                    <a:pt x="144632" y="75723"/>
                  </a:lnTo>
                  <a:lnTo>
                    <a:pt x="144448" y="75516"/>
                  </a:lnTo>
                  <a:lnTo>
                    <a:pt x="144265" y="75287"/>
                  </a:lnTo>
                  <a:lnTo>
                    <a:pt x="144127" y="75012"/>
                  </a:lnTo>
                  <a:lnTo>
                    <a:pt x="144012" y="74737"/>
                  </a:lnTo>
                  <a:lnTo>
                    <a:pt x="143921" y="74484"/>
                  </a:lnTo>
                  <a:lnTo>
                    <a:pt x="143875" y="74232"/>
                  </a:lnTo>
                  <a:lnTo>
                    <a:pt x="143852" y="73980"/>
                  </a:lnTo>
                  <a:lnTo>
                    <a:pt x="143875" y="73727"/>
                  </a:lnTo>
                  <a:lnTo>
                    <a:pt x="143898" y="73498"/>
                  </a:lnTo>
                  <a:lnTo>
                    <a:pt x="143943" y="73245"/>
                  </a:lnTo>
                  <a:lnTo>
                    <a:pt x="144035" y="73039"/>
                  </a:lnTo>
                  <a:lnTo>
                    <a:pt x="144127" y="72833"/>
                  </a:lnTo>
                  <a:lnTo>
                    <a:pt x="144265" y="72626"/>
                  </a:lnTo>
                  <a:lnTo>
                    <a:pt x="144402" y="72443"/>
                  </a:lnTo>
                  <a:lnTo>
                    <a:pt x="144540" y="72259"/>
                  </a:lnTo>
                  <a:lnTo>
                    <a:pt x="144723" y="72099"/>
                  </a:lnTo>
                  <a:lnTo>
                    <a:pt x="144907" y="71938"/>
                  </a:lnTo>
                  <a:lnTo>
                    <a:pt x="145090" y="71823"/>
                  </a:lnTo>
                  <a:lnTo>
                    <a:pt x="145297" y="71709"/>
                  </a:lnTo>
                  <a:lnTo>
                    <a:pt x="145526" y="71594"/>
                  </a:lnTo>
                  <a:lnTo>
                    <a:pt x="145733" y="71525"/>
                  </a:lnTo>
                  <a:lnTo>
                    <a:pt x="145962" y="71479"/>
                  </a:lnTo>
                  <a:lnTo>
                    <a:pt x="146191" y="71433"/>
                  </a:lnTo>
                  <a:lnTo>
                    <a:pt x="146421" y="71410"/>
                  </a:lnTo>
                  <a:close/>
                  <a:moveTo>
                    <a:pt x="166539" y="74163"/>
                  </a:moveTo>
                  <a:lnTo>
                    <a:pt x="168305" y="77237"/>
                  </a:lnTo>
                  <a:lnTo>
                    <a:pt x="164772" y="77237"/>
                  </a:lnTo>
                  <a:lnTo>
                    <a:pt x="163006" y="74186"/>
                  </a:lnTo>
                  <a:lnTo>
                    <a:pt x="166539" y="74163"/>
                  </a:lnTo>
                  <a:close/>
                  <a:moveTo>
                    <a:pt x="150711" y="66822"/>
                  </a:moveTo>
                  <a:lnTo>
                    <a:pt x="152729" y="70309"/>
                  </a:lnTo>
                  <a:lnTo>
                    <a:pt x="154748" y="73842"/>
                  </a:lnTo>
                  <a:lnTo>
                    <a:pt x="152729" y="77329"/>
                  </a:lnTo>
                  <a:lnTo>
                    <a:pt x="149197" y="77329"/>
                  </a:lnTo>
                  <a:lnTo>
                    <a:pt x="151238" y="73819"/>
                  </a:lnTo>
                  <a:lnTo>
                    <a:pt x="148921" y="69942"/>
                  </a:lnTo>
                  <a:lnTo>
                    <a:pt x="150711" y="66822"/>
                  </a:lnTo>
                  <a:close/>
                  <a:moveTo>
                    <a:pt x="164543" y="66387"/>
                  </a:moveTo>
                  <a:lnTo>
                    <a:pt x="158212" y="77329"/>
                  </a:lnTo>
                  <a:lnTo>
                    <a:pt x="154702" y="77329"/>
                  </a:lnTo>
                  <a:lnTo>
                    <a:pt x="161010" y="66387"/>
                  </a:lnTo>
                  <a:close/>
                  <a:moveTo>
                    <a:pt x="18443" y="74828"/>
                  </a:moveTo>
                  <a:lnTo>
                    <a:pt x="20209" y="77879"/>
                  </a:lnTo>
                  <a:lnTo>
                    <a:pt x="16677" y="77879"/>
                  </a:lnTo>
                  <a:lnTo>
                    <a:pt x="14910" y="74828"/>
                  </a:lnTo>
                  <a:close/>
                  <a:moveTo>
                    <a:pt x="2615" y="67488"/>
                  </a:moveTo>
                  <a:lnTo>
                    <a:pt x="4634" y="70974"/>
                  </a:lnTo>
                  <a:lnTo>
                    <a:pt x="6652" y="74484"/>
                  </a:lnTo>
                  <a:lnTo>
                    <a:pt x="4634" y="77994"/>
                  </a:lnTo>
                  <a:lnTo>
                    <a:pt x="1101" y="77994"/>
                  </a:lnTo>
                  <a:lnTo>
                    <a:pt x="3143" y="74484"/>
                  </a:lnTo>
                  <a:lnTo>
                    <a:pt x="826" y="70585"/>
                  </a:lnTo>
                  <a:lnTo>
                    <a:pt x="2615" y="67488"/>
                  </a:lnTo>
                  <a:close/>
                  <a:moveTo>
                    <a:pt x="16447" y="67029"/>
                  </a:moveTo>
                  <a:lnTo>
                    <a:pt x="10116" y="77994"/>
                  </a:lnTo>
                  <a:lnTo>
                    <a:pt x="6606" y="77994"/>
                  </a:lnTo>
                  <a:lnTo>
                    <a:pt x="12915" y="67029"/>
                  </a:lnTo>
                  <a:close/>
                  <a:moveTo>
                    <a:pt x="88821" y="73177"/>
                  </a:moveTo>
                  <a:lnTo>
                    <a:pt x="89027" y="73200"/>
                  </a:lnTo>
                  <a:lnTo>
                    <a:pt x="89233" y="73223"/>
                  </a:lnTo>
                  <a:lnTo>
                    <a:pt x="89440" y="73268"/>
                  </a:lnTo>
                  <a:lnTo>
                    <a:pt x="89646" y="73337"/>
                  </a:lnTo>
                  <a:lnTo>
                    <a:pt x="89830" y="73429"/>
                  </a:lnTo>
                  <a:lnTo>
                    <a:pt x="90036" y="73544"/>
                  </a:lnTo>
                  <a:lnTo>
                    <a:pt x="90220" y="73658"/>
                  </a:lnTo>
                  <a:lnTo>
                    <a:pt x="90380" y="73819"/>
                  </a:lnTo>
                  <a:lnTo>
                    <a:pt x="90564" y="74002"/>
                  </a:lnTo>
                  <a:lnTo>
                    <a:pt x="90725" y="74186"/>
                  </a:lnTo>
                  <a:lnTo>
                    <a:pt x="90862" y="74415"/>
                  </a:lnTo>
                  <a:lnTo>
                    <a:pt x="91023" y="74714"/>
                  </a:lnTo>
                  <a:lnTo>
                    <a:pt x="91137" y="75012"/>
                  </a:lnTo>
                  <a:lnTo>
                    <a:pt x="91206" y="75310"/>
                  </a:lnTo>
                  <a:lnTo>
                    <a:pt x="91229" y="75608"/>
                  </a:lnTo>
                  <a:lnTo>
                    <a:pt x="91229" y="75883"/>
                  </a:lnTo>
                  <a:lnTo>
                    <a:pt x="91206" y="76159"/>
                  </a:lnTo>
                  <a:lnTo>
                    <a:pt x="91137" y="76411"/>
                  </a:lnTo>
                  <a:lnTo>
                    <a:pt x="91046" y="76663"/>
                  </a:lnTo>
                  <a:lnTo>
                    <a:pt x="90908" y="76893"/>
                  </a:lnTo>
                  <a:lnTo>
                    <a:pt x="90770" y="77122"/>
                  </a:lnTo>
                  <a:lnTo>
                    <a:pt x="90610" y="77329"/>
                  </a:lnTo>
                  <a:lnTo>
                    <a:pt x="90403" y="77512"/>
                  </a:lnTo>
                  <a:lnTo>
                    <a:pt x="90197" y="77673"/>
                  </a:lnTo>
                  <a:lnTo>
                    <a:pt x="89990" y="77833"/>
                  </a:lnTo>
                  <a:lnTo>
                    <a:pt x="89761" y="77948"/>
                  </a:lnTo>
                  <a:lnTo>
                    <a:pt x="89509" y="78063"/>
                  </a:lnTo>
                  <a:lnTo>
                    <a:pt x="89325" y="78132"/>
                  </a:lnTo>
                  <a:lnTo>
                    <a:pt x="89119" y="78177"/>
                  </a:lnTo>
                  <a:lnTo>
                    <a:pt x="88935" y="78223"/>
                  </a:lnTo>
                  <a:lnTo>
                    <a:pt x="88729" y="78246"/>
                  </a:lnTo>
                  <a:lnTo>
                    <a:pt x="88316" y="78246"/>
                  </a:lnTo>
                  <a:lnTo>
                    <a:pt x="88109" y="78223"/>
                  </a:lnTo>
                  <a:lnTo>
                    <a:pt x="87926" y="78177"/>
                  </a:lnTo>
                  <a:lnTo>
                    <a:pt x="87719" y="78109"/>
                  </a:lnTo>
                  <a:lnTo>
                    <a:pt x="87513" y="78017"/>
                  </a:lnTo>
                  <a:lnTo>
                    <a:pt x="87330" y="77925"/>
                  </a:lnTo>
                  <a:lnTo>
                    <a:pt x="87146" y="77810"/>
                  </a:lnTo>
                  <a:lnTo>
                    <a:pt x="86962" y="77650"/>
                  </a:lnTo>
                  <a:lnTo>
                    <a:pt x="86802" y="77489"/>
                  </a:lnTo>
                  <a:lnTo>
                    <a:pt x="86641" y="77306"/>
                  </a:lnTo>
                  <a:lnTo>
                    <a:pt x="86481" y="77076"/>
                  </a:lnTo>
                  <a:lnTo>
                    <a:pt x="86320" y="76778"/>
                  </a:lnTo>
                  <a:lnTo>
                    <a:pt x="86205" y="76480"/>
                  </a:lnTo>
                  <a:lnTo>
                    <a:pt x="86114" y="76182"/>
                  </a:lnTo>
                  <a:lnTo>
                    <a:pt x="86091" y="75883"/>
                  </a:lnTo>
                  <a:lnTo>
                    <a:pt x="86091" y="75585"/>
                  </a:lnTo>
                  <a:lnTo>
                    <a:pt x="86114" y="75310"/>
                  </a:lnTo>
                  <a:lnTo>
                    <a:pt x="86183" y="75058"/>
                  </a:lnTo>
                  <a:lnTo>
                    <a:pt x="86274" y="74805"/>
                  </a:lnTo>
                  <a:lnTo>
                    <a:pt x="86389" y="74553"/>
                  </a:lnTo>
                  <a:lnTo>
                    <a:pt x="86550" y="74347"/>
                  </a:lnTo>
                  <a:lnTo>
                    <a:pt x="86710" y="74117"/>
                  </a:lnTo>
                  <a:lnTo>
                    <a:pt x="86894" y="73934"/>
                  </a:lnTo>
                  <a:lnTo>
                    <a:pt x="87100" y="73773"/>
                  </a:lnTo>
                  <a:lnTo>
                    <a:pt x="87330" y="73613"/>
                  </a:lnTo>
                  <a:lnTo>
                    <a:pt x="87559" y="73475"/>
                  </a:lnTo>
                  <a:lnTo>
                    <a:pt x="87811" y="73383"/>
                  </a:lnTo>
                  <a:lnTo>
                    <a:pt x="88018" y="73314"/>
                  </a:lnTo>
                  <a:lnTo>
                    <a:pt x="88201" y="73245"/>
                  </a:lnTo>
                  <a:lnTo>
                    <a:pt x="88408" y="73223"/>
                  </a:lnTo>
                  <a:lnTo>
                    <a:pt x="88614" y="73177"/>
                  </a:lnTo>
                  <a:close/>
                  <a:moveTo>
                    <a:pt x="108846" y="75929"/>
                  </a:moveTo>
                  <a:lnTo>
                    <a:pt x="110613" y="79003"/>
                  </a:lnTo>
                  <a:lnTo>
                    <a:pt x="107080" y="79003"/>
                  </a:lnTo>
                  <a:lnTo>
                    <a:pt x="105314" y="75952"/>
                  </a:lnTo>
                  <a:lnTo>
                    <a:pt x="108846" y="75929"/>
                  </a:lnTo>
                  <a:close/>
                  <a:moveTo>
                    <a:pt x="93041" y="68589"/>
                  </a:moveTo>
                  <a:lnTo>
                    <a:pt x="95037" y="72076"/>
                  </a:lnTo>
                  <a:lnTo>
                    <a:pt x="97079" y="75608"/>
                  </a:lnTo>
                  <a:lnTo>
                    <a:pt x="95060" y="79095"/>
                  </a:lnTo>
                  <a:lnTo>
                    <a:pt x="91527" y="79095"/>
                  </a:lnTo>
                  <a:lnTo>
                    <a:pt x="93546" y="75585"/>
                  </a:lnTo>
                  <a:lnTo>
                    <a:pt x="91252" y="71709"/>
                  </a:lnTo>
                  <a:lnTo>
                    <a:pt x="93041" y="68589"/>
                  </a:lnTo>
                  <a:close/>
                  <a:moveTo>
                    <a:pt x="106851" y="68153"/>
                  </a:moveTo>
                  <a:lnTo>
                    <a:pt x="100542" y="79095"/>
                  </a:lnTo>
                  <a:lnTo>
                    <a:pt x="97010" y="79095"/>
                  </a:lnTo>
                  <a:lnTo>
                    <a:pt x="103341" y="68153"/>
                  </a:lnTo>
                  <a:close/>
                  <a:moveTo>
                    <a:pt x="32344" y="74828"/>
                  </a:moveTo>
                  <a:lnTo>
                    <a:pt x="32574" y="74851"/>
                  </a:lnTo>
                  <a:lnTo>
                    <a:pt x="32803" y="74920"/>
                  </a:lnTo>
                  <a:lnTo>
                    <a:pt x="33032" y="74989"/>
                  </a:lnTo>
                  <a:lnTo>
                    <a:pt x="33262" y="75104"/>
                  </a:lnTo>
                  <a:lnTo>
                    <a:pt x="33468" y="75218"/>
                  </a:lnTo>
                  <a:lnTo>
                    <a:pt x="33675" y="75379"/>
                  </a:lnTo>
                  <a:lnTo>
                    <a:pt x="33881" y="75585"/>
                  </a:lnTo>
                  <a:lnTo>
                    <a:pt x="34065" y="75792"/>
                  </a:lnTo>
                  <a:lnTo>
                    <a:pt x="34225" y="76044"/>
                  </a:lnTo>
                  <a:lnTo>
                    <a:pt x="34363" y="76319"/>
                  </a:lnTo>
                  <a:lnTo>
                    <a:pt x="34478" y="76572"/>
                  </a:lnTo>
                  <a:lnTo>
                    <a:pt x="34546" y="76847"/>
                  </a:lnTo>
                  <a:lnTo>
                    <a:pt x="34592" y="77099"/>
                  </a:lnTo>
                  <a:lnTo>
                    <a:pt x="34615" y="77329"/>
                  </a:lnTo>
                  <a:lnTo>
                    <a:pt x="34592" y="77581"/>
                  </a:lnTo>
                  <a:lnTo>
                    <a:pt x="34569" y="77810"/>
                  </a:lnTo>
                  <a:lnTo>
                    <a:pt x="34501" y="78040"/>
                  </a:lnTo>
                  <a:lnTo>
                    <a:pt x="34409" y="78246"/>
                  </a:lnTo>
                  <a:lnTo>
                    <a:pt x="34317" y="78453"/>
                  </a:lnTo>
                  <a:lnTo>
                    <a:pt x="34202" y="78659"/>
                  </a:lnTo>
                  <a:lnTo>
                    <a:pt x="34065" y="78843"/>
                  </a:lnTo>
                  <a:lnTo>
                    <a:pt x="33904" y="79026"/>
                  </a:lnTo>
                  <a:lnTo>
                    <a:pt x="33744" y="79187"/>
                  </a:lnTo>
                  <a:lnTo>
                    <a:pt x="33560" y="79324"/>
                  </a:lnTo>
                  <a:lnTo>
                    <a:pt x="33377" y="79439"/>
                  </a:lnTo>
                  <a:lnTo>
                    <a:pt x="33170" y="79554"/>
                  </a:lnTo>
                  <a:lnTo>
                    <a:pt x="32964" y="79668"/>
                  </a:lnTo>
                  <a:lnTo>
                    <a:pt x="32734" y="79737"/>
                  </a:lnTo>
                  <a:lnTo>
                    <a:pt x="32505" y="79783"/>
                  </a:lnTo>
                  <a:lnTo>
                    <a:pt x="32298" y="79829"/>
                  </a:lnTo>
                  <a:lnTo>
                    <a:pt x="32069" y="79852"/>
                  </a:lnTo>
                  <a:lnTo>
                    <a:pt x="31840" y="79852"/>
                  </a:lnTo>
                  <a:lnTo>
                    <a:pt x="31587" y="79829"/>
                  </a:lnTo>
                  <a:lnTo>
                    <a:pt x="31381" y="79760"/>
                  </a:lnTo>
                  <a:lnTo>
                    <a:pt x="31151" y="79691"/>
                  </a:lnTo>
                  <a:lnTo>
                    <a:pt x="30922" y="79600"/>
                  </a:lnTo>
                  <a:lnTo>
                    <a:pt x="30716" y="79462"/>
                  </a:lnTo>
                  <a:lnTo>
                    <a:pt x="30509" y="79324"/>
                  </a:lnTo>
                  <a:lnTo>
                    <a:pt x="30303" y="79141"/>
                  </a:lnTo>
                  <a:lnTo>
                    <a:pt x="30119" y="78934"/>
                  </a:lnTo>
                  <a:lnTo>
                    <a:pt x="29936" y="78682"/>
                  </a:lnTo>
                  <a:lnTo>
                    <a:pt x="29798" y="78407"/>
                  </a:lnTo>
                  <a:lnTo>
                    <a:pt x="29683" y="78154"/>
                  </a:lnTo>
                  <a:lnTo>
                    <a:pt x="29615" y="77879"/>
                  </a:lnTo>
                  <a:lnTo>
                    <a:pt x="29569" y="77627"/>
                  </a:lnTo>
                  <a:lnTo>
                    <a:pt x="29546" y="77375"/>
                  </a:lnTo>
                  <a:lnTo>
                    <a:pt x="29546" y="77122"/>
                  </a:lnTo>
                  <a:lnTo>
                    <a:pt x="29569" y="76893"/>
                  </a:lnTo>
                  <a:lnTo>
                    <a:pt x="29637" y="76663"/>
                  </a:lnTo>
                  <a:lnTo>
                    <a:pt x="29706" y="76434"/>
                  </a:lnTo>
                  <a:lnTo>
                    <a:pt x="29821" y="76228"/>
                  </a:lnTo>
                  <a:lnTo>
                    <a:pt x="29936" y="76021"/>
                  </a:lnTo>
                  <a:lnTo>
                    <a:pt x="30073" y="75838"/>
                  </a:lnTo>
                  <a:lnTo>
                    <a:pt x="30234" y="75654"/>
                  </a:lnTo>
                  <a:lnTo>
                    <a:pt x="30394" y="75494"/>
                  </a:lnTo>
                  <a:lnTo>
                    <a:pt x="30578" y="75356"/>
                  </a:lnTo>
                  <a:lnTo>
                    <a:pt x="30784" y="75218"/>
                  </a:lnTo>
                  <a:lnTo>
                    <a:pt x="30991" y="75104"/>
                  </a:lnTo>
                  <a:lnTo>
                    <a:pt x="31197" y="75012"/>
                  </a:lnTo>
                  <a:lnTo>
                    <a:pt x="31427" y="74920"/>
                  </a:lnTo>
                  <a:lnTo>
                    <a:pt x="31656" y="74874"/>
                  </a:lnTo>
                  <a:lnTo>
                    <a:pt x="31885" y="74828"/>
                  </a:lnTo>
                  <a:close/>
                  <a:moveTo>
                    <a:pt x="52255" y="77650"/>
                  </a:moveTo>
                  <a:lnTo>
                    <a:pt x="54022" y="80701"/>
                  </a:lnTo>
                  <a:lnTo>
                    <a:pt x="50489" y="80701"/>
                  </a:lnTo>
                  <a:lnTo>
                    <a:pt x="48723" y="77673"/>
                  </a:lnTo>
                  <a:lnTo>
                    <a:pt x="52255" y="77650"/>
                  </a:lnTo>
                  <a:close/>
                  <a:moveTo>
                    <a:pt x="36405" y="70217"/>
                  </a:moveTo>
                  <a:lnTo>
                    <a:pt x="38400" y="73727"/>
                  </a:lnTo>
                  <a:lnTo>
                    <a:pt x="40442" y="77237"/>
                  </a:lnTo>
                  <a:lnTo>
                    <a:pt x="38423" y="80747"/>
                  </a:lnTo>
                  <a:lnTo>
                    <a:pt x="34891" y="80747"/>
                  </a:lnTo>
                  <a:lnTo>
                    <a:pt x="36909" y="77237"/>
                  </a:lnTo>
                  <a:lnTo>
                    <a:pt x="34615" y="73337"/>
                  </a:lnTo>
                  <a:lnTo>
                    <a:pt x="36405" y="70217"/>
                  </a:lnTo>
                  <a:close/>
                  <a:moveTo>
                    <a:pt x="50214" y="69782"/>
                  </a:moveTo>
                  <a:lnTo>
                    <a:pt x="43906" y="80724"/>
                  </a:lnTo>
                  <a:lnTo>
                    <a:pt x="40373" y="80747"/>
                  </a:lnTo>
                  <a:lnTo>
                    <a:pt x="46704" y="69782"/>
                  </a:lnTo>
                  <a:close/>
                  <a:moveTo>
                    <a:pt x="122977" y="76090"/>
                  </a:moveTo>
                  <a:lnTo>
                    <a:pt x="123229" y="76136"/>
                  </a:lnTo>
                  <a:lnTo>
                    <a:pt x="123459" y="76182"/>
                  </a:lnTo>
                  <a:lnTo>
                    <a:pt x="123688" y="76251"/>
                  </a:lnTo>
                  <a:lnTo>
                    <a:pt x="123895" y="76365"/>
                  </a:lnTo>
                  <a:lnTo>
                    <a:pt x="124124" y="76503"/>
                  </a:lnTo>
                  <a:lnTo>
                    <a:pt x="124330" y="76663"/>
                  </a:lnTo>
                  <a:lnTo>
                    <a:pt x="124514" y="76847"/>
                  </a:lnTo>
                  <a:lnTo>
                    <a:pt x="124697" y="77076"/>
                  </a:lnTo>
                  <a:lnTo>
                    <a:pt x="124881" y="77329"/>
                  </a:lnTo>
                  <a:lnTo>
                    <a:pt x="125019" y="77581"/>
                  </a:lnTo>
                  <a:lnTo>
                    <a:pt x="125110" y="77856"/>
                  </a:lnTo>
                  <a:lnTo>
                    <a:pt x="125179" y="78109"/>
                  </a:lnTo>
                  <a:lnTo>
                    <a:pt x="125225" y="78361"/>
                  </a:lnTo>
                  <a:lnTo>
                    <a:pt x="125248" y="78613"/>
                  </a:lnTo>
                  <a:lnTo>
                    <a:pt x="125225" y="78843"/>
                  </a:lnTo>
                  <a:lnTo>
                    <a:pt x="125202" y="79072"/>
                  </a:lnTo>
                  <a:lnTo>
                    <a:pt x="125133" y="79301"/>
                  </a:lnTo>
                  <a:lnTo>
                    <a:pt x="125064" y="79531"/>
                  </a:lnTo>
                  <a:lnTo>
                    <a:pt x="124950" y="79737"/>
                  </a:lnTo>
                  <a:lnTo>
                    <a:pt x="124835" y="79921"/>
                  </a:lnTo>
                  <a:lnTo>
                    <a:pt x="124697" y="80104"/>
                  </a:lnTo>
                  <a:lnTo>
                    <a:pt x="124560" y="80288"/>
                  </a:lnTo>
                  <a:lnTo>
                    <a:pt x="124376" y="80448"/>
                  </a:lnTo>
                  <a:lnTo>
                    <a:pt x="124193" y="80586"/>
                  </a:lnTo>
                  <a:lnTo>
                    <a:pt x="124009" y="80724"/>
                  </a:lnTo>
                  <a:lnTo>
                    <a:pt x="123803" y="80838"/>
                  </a:lnTo>
                  <a:lnTo>
                    <a:pt x="123596" y="80930"/>
                  </a:lnTo>
                  <a:lnTo>
                    <a:pt x="123390" y="80999"/>
                  </a:lnTo>
                  <a:lnTo>
                    <a:pt x="123161" y="81068"/>
                  </a:lnTo>
                  <a:lnTo>
                    <a:pt x="122931" y="81114"/>
                  </a:lnTo>
                  <a:lnTo>
                    <a:pt x="122472" y="81114"/>
                  </a:lnTo>
                  <a:lnTo>
                    <a:pt x="122243" y="81091"/>
                  </a:lnTo>
                  <a:lnTo>
                    <a:pt x="122014" y="81045"/>
                  </a:lnTo>
                  <a:lnTo>
                    <a:pt x="121784" y="80976"/>
                  </a:lnTo>
                  <a:lnTo>
                    <a:pt x="121555" y="80861"/>
                  </a:lnTo>
                  <a:lnTo>
                    <a:pt x="121348" y="80747"/>
                  </a:lnTo>
                  <a:lnTo>
                    <a:pt x="121142" y="80586"/>
                  </a:lnTo>
                  <a:lnTo>
                    <a:pt x="120958" y="80403"/>
                  </a:lnTo>
                  <a:lnTo>
                    <a:pt x="120752" y="80196"/>
                  </a:lnTo>
                  <a:lnTo>
                    <a:pt x="120591" y="79944"/>
                  </a:lnTo>
                  <a:lnTo>
                    <a:pt x="120431" y="79691"/>
                  </a:lnTo>
                  <a:lnTo>
                    <a:pt x="120339" y="79416"/>
                  </a:lnTo>
                  <a:lnTo>
                    <a:pt x="120247" y="79164"/>
                  </a:lnTo>
                  <a:lnTo>
                    <a:pt x="120201" y="78889"/>
                  </a:lnTo>
                  <a:lnTo>
                    <a:pt x="120178" y="78636"/>
                  </a:lnTo>
                  <a:lnTo>
                    <a:pt x="120178" y="78407"/>
                  </a:lnTo>
                  <a:lnTo>
                    <a:pt x="120224" y="78154"/>
                  </a:lnTo>
                  <a:lnTo>
                    <a:pt x="120270" y="77925"/>
                  </a:lnTo>
                  <a:lnTo>
                    <a:pt x="120362" y="77719"/>
                  </a:lnTo>
                  <a:lnTo>
                    <a:pt x="120454" y="77489"/>
                  </a:lnTo>
                  <a:lnTo>
                    <a:pt x="120568" y="77306"/>
                  </a:lnTo>
                  <a:lnTo>
                    <a:pt x="120706" y="77099"/>
                  </a:lnTo>
                  <a:lnTo>
                    <a:pt x="120867" y="76939"/>
                  </a:lnTo>
                  <a:lnTo>
                    <a:pt x="121050" y="76778"/>
                  </a:lnTo>
                  <a:lnTo>
                    <a:pt x="121234" y="76618"/>
                  </a:lnTo>
                  <a:lnTo>
                    <a:pt x="121417" y="76480"/>
                  </a:lnTo>
                  <a:lnTo>
                    <a:pt x="121624" y="76365"/>
                  </a:lnTo>
                  <a:lnTo>
                    <a:pt x="121830" y="76273"/>
                  </a:lnTo>
                  <a:lnTo>
                    <a:pt x="122059" y="76205"/>
                  </a:lnTo>
                  <a:lnTo>
                    <a:pt x="122289" y="76136"/>
                  </a:lnTo>
                  <a:lnTo>
                    <a:pt x="122518" y="76113"/>
                  </a:lnTo>
                  <a:lnTo>
                    <a:pt x="122748" y="76090"/>
                  </a:lnTo>
                  <a:close/>
                  <a:moveTo>
                    <a:pt x="142842" y="78843"/>
                  </a:moveTo>
                  <a:lnTo>
                    <a:pt x="144632" y="81894"/>
                  </a:lnTo>
                  <a:lnTo>
                    <a:pt x="141099" y="81894"/>
                  </a:lnTo>
                  <a:lnTo>
                    <a:pt x="139310" y="78843"/>
                  </a:lnTo>
                  <a:close/>
                  <a:moveTo>
                    <a:pt x="127037" y="71502"/>
                  </a:moveTo>
                  <a:lnTo>
                    <a:pt x="129033" y="74989"/>
                  </a:lnTo>
                  <a:lnTo>
                    <a:pt x="131075" y="78522"/>
                  </a:lnTo>
                  <a:lnTo>
                    <a:pt x="129056" y="82008"/>
                  </a:lnTo>
                  <a:lnTo>
                    <a:pt x="125523" y="82008"/>
                  </a:lnTo>
                  <a:lnTo>
                    <a:pt x="127565" y="78499"/>
                  </a:lnTo>
                  <a:lnTo>
                    <a:pt x="125248" y="74599"/>
                  </a:lnTo>
                  <a:lnTo>
                    <a:pt x="127037" y="71502"/>
                  </a:lnTo>
                  <a:close/>
                  <a:moveTo>
                    <a:pt x="140870" y="71043"/>
                  </a:moveTo>
                  <a:lnTo>
                    <a:pt x="134538" y="82008"/>
                  </a:lnTo>
                  <a:lnTo>
                    <a:pt x="131029" y="82008"/>
                  </a:lnTo>
                  <a:lnTo>
                    <a:pt x="137337" y="71043"/>
                  </a:lnTo>
                  <a:close/>
                  <a:moveTo>
                    <a:pt x="65790" y="77971"/>
                  </a:moveTo>
                  <a:lnTo>
                    <a:pt x="66019" y="77994"/>
                  </a:lnTo>
                  <a:lnTo>
                    <a:pt x="66248" y="78063"/>
                  </a:lnTo>
                  <a:lnTo>
                    <a:pt x="66478" y="78132"/>
                  </a:lnTo>
                  <a:lnTo>
                    <a:pt x="66707" y="78246"/>
                  </a:lnTo>
                  <a:lnTo>
                    <a:pt x="66914" y="78384"/>
                  </a:lnTo>
                  <a:lnTo>
                    <a:pt x="67120" y="78544"/>
                  </a:lnTo>
                  <a:lnTo>
                    <a:pt x="67327" y="78728"/>
                  </a:lnTo>
                  <a:lnTo>
                    <a:pt x="67510" y="78957"/>
                  </a:lnTo>
                  <a:lnTo>
                    <a:pt x="67694" y="79210"/>
                  </a:lnTo>
                  <a:lnTo>
                    <a:pt x="67831" y="79462"/>
                  </a:lnTo>
                  <a:lnTo>
                    <a:pt x="67923" y="79714"/>
                  </a:lnTo>
                  <a:lnTo>
                    <a:pt x="67992" y="79990"/>
                  </a:lnTo>
                  <a:lnTo>
                    <a:pt x="68038" y="80242"/>
                  </a:lnTo>
                  <a:lnTo>
                    <a:pt x="68061" y="80471"/>
                  </a:lnTo>
                  <a:lnTo>
                    <a:pt x="68038" y="80724"/>
                  </a:lnTo>
                  <a:lnTo>
                    <a:pt x="68015" y="80953"/>
                  </a:lnTo>
                  <a:lnTo>
                    <a:pt x="67946" y="81182"/>
                  </a:lnTo>
                  <a:lnTo>
                    <a:pt x="67877" y="81412"/>
                  </a:lnTo>
                  <a:lnTo>
                    <a:pt x="67762" y="81618"/>
                  </a:lnTo>
                  <a:lnTo>
                    <a:pt x="67648" y="81802"/>
                  </a:lnTo>
                  <a:lnTo>
                    <a:pt x="67510" y="81985"/>
                  </a:lnTo>
                  <a:lnTo>
                    <a:pt x="67349" y="82169"/>
                  </a:lnTo>
                  <a:lnTo>
                    <a:pt x="67189" y="82329"/>
                  </a:lnTo>
                  <a:lnTo>
                    <a:pt x="67005" y="82467"/>
                  </a:lnTo>
                  <a:lnTo>
                    <a:pt x="66822" y="82605"/>
                  </a:lnTo>
                  <a:lnTo>
                    <a:pt x="66615" y="82696"/>
                  </a:lnTo>
                  <a:lnTo>
                    <a:pt x="66409" y="82811"/>
                  </a:lnTo>
                  <a:lnTo>
                    <a:pt x="66180" y="82880"/>
                  </a:lnTo>
                  <a:lnTo>
                    <a:pt x="65973" y="82949"/>
                  </a:lnTo>
                  <a:lnTo>
                    <a:pt x="65744" y="82972"/>
                  </a:lnTo>
                  <a:lnTo>
                    <a:pt x="65514" y="82995"/>
                  </a:lnTo>
                  <a:lnTo>
                    <a:pt x="65285" y="82995"/>
                  </a:lnTo>
                  <a:lnTo>
                    <a:pt x="65056" y="82972"/>
                  </a:lnTo>
                  <a:lnTo>
                    <a:pt x="64826" y="82926"/>
                  </a:lnTo>
                  <a:lnTo>
                    <a:pt x="64597" y="82834"/>
                  </a:lnTo>
                  <a:lnTo>
                    <a:pt x="64367" y="82742"/>
                  </a:lnTo>
                  <a:lnTo>
                    <a:pt x="64161" y="82605"/>
                  </a:lnTo>
                  <a:lnTo>
                    <a:pt x="63954" y="82467"/>
                  </a:lnTo>
                  <a:lnTo>
                    <a:pt x="63748" y="82284"/>
                  </a:lnTo>
                  <a:lnTo>
                    <a:pt x="63565" y="82077"/>
                  </a:lnTo>
                  <a:lnTo>
                    <a:pt x="63404" y="81825"/>
                  </a:lnTo>
                  <a:lnTo>
                    <a:pt x="63243" y="81572"/>
                  </a:lnTo>
                  <a:lnTo>
                    <a:pt x="63129" y="81297"/>
                  </a:lnTo>
                  <a:lnTo>
                    <a:pt x="63060" y="81022"/>
                  </a:lnTo>
                  <a:lnTo>
                    <a:pt x="63014" y="80770"/>
                  </a:lnTo>
                  <a:lnTo>
                    <a:pt x="62991" y="80517"/>
                  </a:lnTo>
                  <a:lnTo>
                    <a:pt x="62991" y="80265"/>
                  </a:lnTo>
                  <a:lnTo>
                    <a:pt x="63037" y="80035"/>
                  </a:lnTo>
                  <a:lnTo>
                    <a:pt x="63083" y="79806"/>
                  </a:lnTo>
                  <a:lnTo>
                    <a:pt x="63175" y="79577"/>
                  </a:lnTo>
                  <a:lnTo>
                    <a:pt x="63266" y="79370"/>
                  </a:lnTo>
                  <a:lnTo>
                    <a:pt x="63381" y="79164"/>
                  </a:lnTo>
                  <a:lnTo>
                    <a:pt x="63519" y="78980"/>
                  </a:lnTo>
                  <a:lnTo>
                    <a:pt x="63679" y="78797"/>
                  </a:lnTo>
                  <a:lnTo>
                    <a:pt x="63840" y="78636"/>
                  </a:lnTo>
                  <a:lnTo>
                    <a:pt x="64023" y="78499"/>
                  </a:lnTo>
                  <a:lnTo>
                    <a:pt x="64230" y="78361"/>
                  </a:lnTo>
                  <a:lnTo>
                    <a:pt x="64436" y="78246"/>
                  </a:lnTo>
                  <a:lnTo>
                    <a:pt x="64643" y="78154"/>
                  </a:lnTo>
                  <a:lnTo>
                    <a:pt x="64872" y="78086"/>
                  </a:lnTo>
                  <a:lnTo>
                    <a:pt x="65101" y="78017"/>
                  </a:lnTo>
                  <a:lnTo>
                    <a:pt x="65331" y="77971"/>
                  </a:lnTo>
                  <a:close/>
                  <a:moveTo>
                    <a:pt x="85976" y="80747"/>
                  </a:moveTo>
                  <a:lnTo>
                    <a:pt x="87742" y="83798"/>
                  </a:lnTo>
                  <a:lnTo>
                    <a:pt x="84210" y="83798"/>
                  </a:lnTo>
                  <a:lnTo>
                    <a:pt x="82443" y="80747"/>
                  </a:lnTo>
                  <a:close/>
                  <a:moveTo>
                    <a:pt x="69850" y="73383"/>
                  </a:moveTo>
                  <a:lnTo>
                    <a:pt x="71846" y="76870"/>
                  </a:lnTo>
                  <a:lnTo>
                    <a:pt x="73887" y="80380"/>
                  </a:lnTo>
                  <a:lnTo>
                    <a:pt x="71868" y="83889"/>
                  </a:lnTo>
                  <a:lnTo>
                    <a:pt x="68336" y="83889"/>
                  </a:lnTo>
                  <a:lnTo>
                    <a:pt x="70355" y="80380"/>
                  </a:lnTo>
                  <a:lnTo>
                    <a:pt x="68061" y="76480"/>
                  </a:lnTo>
                  <a:lnTo>
                    <a:pt x="69850" y="73383"/>
                  </a:lnTo>
                  <a:close/>
                  <a:moveTo>
                    <a:pt x="83682" y="72924"/>
                  </a:moveTo>
                  <a:lnTo>
                    <a:pt x="77351" y="83889"/>
                  </a:lnTo>
                  <a:lnTo>
                    <a:pt x="73841" y="83889"/>
                  </a:lnTo>
                  <a:lnTo>
                    <a:pt x="80150" y="72924"/>
                  </a:lnTo>
                  <a:close/>
                  <a:moveTo>
                    <a:pt x="157317" y="78957"/>
                  </a:moveTo>
                  <a:lnTo>
                    <a:pt x="157569" y="78980"/>
                  </a:lnTo>
                  <a:lnTo>
                    <a:pt x="157799" y="79003"/>
                  </a:lnTo>
                  <a:lnTo>
                    <a:pt x="158028" y="79049"/>
                  </a:lnTo>
                  <a:lnTo>
                    <a:pt x="158257" y="79141"/>
                  </a:lnTo>
                  <a:lnTo>
                    <a:pt x="158464" y="79233"/>
                  </a:lnTo>
                  <a:lnTo>
                    <a:pt x="158693" y="79370"/>
                  </a:lnTo>
                  <a:lnTo>
                    <a:pt x="158900" y="79531"/>
                  </a:lnTo>
                  <a:lnTo>
                    <a:pt x="159083" y="79737"/>
                  </a:lnTo>
                  <a:lnTo>
                    <a:pt x="159290" y="79944"/>
                  </a:lnTo>
                  <a:lnTo>
                    <a:pt x="159450" y="80196"/>
                  </a:lnTo>
                  <a:lnTo>
                    <a:pt x="159588" y="80471"/>
                  </a:lnTo>
                  <a:lnTo>
                    <a:pt x="159680" y="80724"/>
                  </a:lnTo>
                  <a:lnTo>
                    <a:pt x="159771" y="80976"/>
                  </a:lnTo>
                  <a:lnTo>
                    <a:pt x="159794" y="81228"/>
                  </a:lnTo>
                  <a:lnTo>
                    <a:pt x="159817" y="81481"/>
                  </a:lnTo>
                  <a:lnTo>
                    <a:pt x="159817" y="81733"/>
                  </a:lnTo>
                  <a:lnTo>
                    <a:pt x="159771" y="81962"/>
                  </a:lnTo>
                  <a:lnTo>
                    <a:pt x="159726" y="82192"/>
                  </a:lnTo>
                  <a:lnTo>
                    <a:pt x="159634" y="82398"/>
                  </a:lnTo>
                  <a:lnTo>
                    <a:pt x="159542" y="82605"/>
                  </a:lnTo>
                  <a:lnTo>
                    <a:pt x="159404" y="82811"/>
                  </a:lnTo>
                  <a:lnTo>
                    <a:pt x="159267" y="82995"/>
                  </a:lnTo>
                  <a:lnTo>
                    <a:pt x="159129" y="83155"/>
                  </a:lnTo>
                  <a:lnTo>
                    <a:pt x="158946" y="83316"/>
                  </a:lnTo>
                  <a:lnTo>
                    <a:pt x="158785" y="83476"/>
                  </a:lnTo>
                  <a:lnTo>
                    <a:pt x="158579" y="83591"/>
                  </a:lnTo>
                  <a:lnTo>
                    <a:pt x="158372" y="83706"/>
                  </a:lnTo>
                  <a:lnTo>
                    <a:pt x="158166" y="83798"/>
                  </a:lnTo>
                  <a:lnTo>
                    <a:pt x="157959" y="83889"/>
                  </a:lnTo>
                  <a:lnTo>
                    <a:pt x="157730" y="83935"/>
                  </a:lnTo>
                  <a:lnTo>
                    <a:pt x="157501" y="83981"/>
                  </a:lnTo>
                  <a:lnTo>
                    <a:pt x="157271" y="84004"/>
                  </a:lnTo>
                  <a:lnTo>
                    <a:pt x="157042" y="84004"/>
                  </a:lnTo>
                  <a:lnTo>
                    <a:pt x="156812" y="83958"/>
                  </a:lnTo>
                  <a:lnTo>
                    <a:pt x="156583" y="83912"/>
                  </a:lnTo>
                  <a:lnTo>
                    <a:pt x="156354" y="83843"/>
                  </a:lnTo>
                  <a:lnTo>
                    <a:pt x="156147" y="83752"/>
                  </a:lnTo>
                  <a:lnTo>
                    <a:pt x="155918" y="83614"/>
                  </a:lnTo>
                  <a:lnTo>
                    <a:pt x="155711" y="83453"/>
                  </a:lnTo>
                  <a:lnTo>
                    <a:pt x="155528" y="83293"/>
                  </a:lnTo>
                  <a:lnTo>
                    <a:pt x="155344" y="83063"/>
                  </a:lnTo>
                  <a:lnTo>
                    <a:pt x="155161" y="82834"/>
                  </a:lnTo>
                  <a:lnTo>
                    <a:pt x="155023" y="82559"/>
                  </a:lnTo>
                  <a:lnTo>
                    <a:pt x="154908" y="82306"/>
                  </a:lnTo>
                  <a:lnTo>
                    <a:pt x="154817" y="82031"/>
                  </a:lnTo>
                  <a:lnTo>
                    <a:pt x="154771" y="81779"/>
                  </a:lnTo>
                  <a:lnTo>
                    <a:pt x="154748" y="81527"/>
                  </a:lnTo>
                  <a:lnTo>
                    <a:pt x="154771" y="81274"/>
                  </a:lnTo>
                  <a:lnTo>
                    <a:pt x="154794" y="81045"/>
                  </a:lnTo>
                  <a:lnTo>
                    <a:pt x="154840" y="80815"/>
                  </a:lnTo>
                  <a:lnTo>
                    <a:pt x="154931" y="80586"/>
                  </a:lnTo>
                  <a:lnTo>
                    <a:pt x="155023" y="80380"/>
                  </a:lnTo>
                  <a:lnTo>
                    <a:pt x="155161" y="80173"/>
                  </a:lnTo>
                  <a:lnTo>
                    <a:pt x="155298" y="79990"/>
                  </a:lnTo>
                  <a:lnTo>
                    <a:pt x="155436" y="79806"/>
                  </a:lnTo>
                  <a:lnTo>
                    <a:pt x="155619" y="79646"/>
                  </a:lnTo>
                  <a:lnTo>
                    <a:pt x="155803" y="79508"/>
                  </a:lnTo>
                  <a:lnTo>
                    <a:pt x="155987" y="79370"/>
                  </a:lnTo>
                  <a:lnTo>
                    <a:pt x="156193" y="79256"/>
                  </a:lnTo>
                  <a:lnTo>
                    <a:pt x="156422" y="79164"/>
                  </a:lnTo>
                  <a:lnTo>
                    <a:pt x="156629" y="79072"/>
                  </a:lnTo>
                  <a:lnTo>
                    <a:pt x="156858" y="79026"/>
                  </a:lnTo>
                  <a:lnTo>
                    <a:pt x="157088" y="78980"/>
                  </a:lnTo>
                  <a:lnTo>
                    <a:pt x="157317" y="78957"/>
                  </a:lnTo>
                  <a:close/>
                  <a:moveTo>
                    <a:pt x="9474" y="79623"/>
                  </a:moveTo>
                  <a:lnTo>
                    <a:pt x="9703" y="79668"/>
                  </a:lnTo>
                  <a:lnTo>
                    <a:pt x="9933" y="79714"/>
                  </a:lnTo>
                  <a:lnTo>
                    <a:pt x="10162" y="79783"/>
                  </a:lnTo>
                  <a:lnTo>
                    <a:pt x="10369" y="79898"/>
                  </a:lnTo>
                  <a:lnTo>
                    <a:pt x="10598" y="80035"/>
                  </a:lnTo>
                  <a:lnTo>
                    <a:pt x="10804" y="80196"/>
                  </a:lnTo>
                  <a:lnTo>
                    <a:pt x="10988" y="80380"/>
                  </a:lnTo>
                  <a:lnTo>
                    <a:pt x="11194" y="80609"/>
                  </a:lnTo>
                  <a:lnTo>
                    <a:pt x="11355" y="80861"/>
                  </a:lnTo>
                  <a:lnTo>
                    <a:pt x="11493" y="81114"/>
                  </a:lnTo>
                  <a:lnTo>
                    <a:pt x="11584" y="81389"/>
                  </a:lnTo>
                  <a:lnTo>
                    <a:pt x="11676" y="81641"/>
                  </a:lnTo>
                  <a:lnTo>
                    <a:pt x="11699" y="81894"/>
                  </a:lnTo>
                  <a:lnTo>
                    <a:pt x="11722" y="82146"/>
                  </a:lnTo>
                  <a:lnTo>
                    <a:pt x="11722" y="82375"/>
                  </a:lnTo>
                  <a:lnTo>
                    <a:pt x="11676" y="82628"/>
                  </a:lnTo>
                  <a:lnTo>
                    <a:pt x="11630" y="82834"/>
                  </a:lnTo>
                  <a:lnTo>
                    <a:pt x="11538" y="83063"/>
                  </a:lnTo>
                  <a:lnTo>
                    <a:pt x="11447" y="83270"/>
                  </a:lnTo>
                  <a:lnTo>
                    <a:pt x="11309" y="83476"/>
                  </a:lnTo>
                  <a:lnTo>
                    <a:pt x="11171" y="83660"/>
                  </a:lnTo>
                  <a:lnTo>
                    <a:pt x="11034" y="83820"/>
                  </a:lnTo>
                  <a:lnTo>
                    <a:pt x="10850" y="83981"/>
                  </a:lnTo>
                  <a:lnTo>
                    <a:pt x="10690" y="84119"/>
                  </a:lnTo>
                  <a:lnTo>
                    <a:pt x="10483" y="84256"/>
                  </a:lnTo>
                  <a:lnTo>
                    <a:pt x="10277" y="84371"/>
                  </a:lnTo>
                  <a:lnTo>
                    <a:pt x="10070" y="84463"/>
                  </a:lnTo>
                  <a:lnTo>
                    <a:pt x="9864" y="84532"/>
                  </a:lnTo>
                  <a:lnTo>
                    <a:pt x="9634" y="84600"/>
                  </a:lnTo>
                  <a:lnTo>
                    <a:pt x="9405" y="84646"/>
                  </a:lnTo>
                  <a:lnTo>
                    <a:pt x="8946" y="84646"/>
                  </a:lnTo>
                  <a:lnTo>
                    <a:pt x="8717" y="84623"/>
                  </a:lnTo>
                  <a:lnTo>
                    <a:pt x="8488" y="84577"/>
                  </a:lnTo>
                  <a:lnTo>
                    <a:pt x="8258" y="84509"/>
                  </a:lnTo>
                  <a:lnTo>
                    <a:pt x="8052" y="84394"/>
                  </a:lnTo>
                  <a:lnTo>
                    <a:pt x="7822" y="84279"/>
                  </a:lnTo>
                  <a:lnTo>
                    <a:pt x="7616" y="84119"/>
                  </a:lnTo>
                  <a:lnTo>
                    <a:pt x="7432" y="83935"/>
                  </a:lnTo>
                  <a:lnTo>
                    <a:pt x="7249" y="83729"/>
                  </a:lnTo>
                  <a:lnTo>
                    <a:pt x="7065" y="83499"/>
                  </a:lnTo>
                  <a:lnTo>
                    <a:pt x="6928" y="83224"/>
                  </a:lnTo>
                  <a:lnTo>
                    <a:pt x="6813" y="82949"/>
                  </a:lnTo>
                  <a:lnTo>
                    <a:pt x="6721" y="82696"/>
                  </a:lnTo>
                  <a:lnTo>
                    <a:pt x="6675" y="82444"/>
                  </a:lnTo>
                  <a:lnTo>
                    <a:pt x="6652" y="82192"/>
                  </a:lnTo>
                  <a:lnTo>
                    <a:pt x="6675" y="81939"/>
                  </a:lnTo>
                  <a:lnTo>
                    <a:pt x="6698" y="81687"/>
                  </a:lnTo>
                  <a:lnTo>
                    <a:pt x="6744" y="81458"/>
                  </a:lnTo>
                  <a:lnTo>
                    <a:pt x="6836" y="81251"/>
                  </a:lnTo>
                  <a:lnTo>
                    <a:pt x="6928" y="81022"/>
                  </a:lnTo>
                  <a:lnTo>
                    <a:pt x="7065" y="80838"/>
                  </a:lnTo>
                  <a:lnTo>
                    <a:pt x="7203" y="80632"/>
                  </a:lnTo>
                  <a:lnTo>
                    <a:pt x="7341" y="80471"/>
                  </a:lnTo>
                  <a:lnTo>
                    <a:pt x="7524" y="80311"/>
                  </a:lnTo>
                  <a:lnTo>
                    <a:pt x="7708" y="80150"/>
                  </a:lnTo>
                  <a:lnTo>
                    <a:pt x="7891" y="80035"/>
                  </a:lnTo>
                  <a:lnTo>
                    <a:pt x="8098" y="79921"/>
                  </a:lnTo>
                  <a:lnTo>
                    <a:pt x="8327" y="79806"/>
                  </a:lnTo>
                  <a:lnTo>
                    <a:pt x="8533" y="79737"/>
                  </a:lnTo>
                  <a:lnTo>
                    <a:pt x="8763" y="79668"/>
                  </a:lnTo>
                  <a:lnTo>
                    <a:pt x="8992" y="79646"/>
                  </a:lnTo>
                  <a:lnTo>
                    <a:pt x="9222" y="79623"/>
                  </a:lnTo>
                  <a:close/>
                  <a:moveTo>
                    <a:pt x="161607" y="74370"/>
                  </a:moveTo>
                  <a:lnTo>
                    <a:pt x="163625" y="77879"/>
                  </a:lnTo>
                  <a:lnTo>
                    <a:pt x="165644" y="81389"/>
                  </a:lnTo>
                  <a:lnTo>
                    <a:pt x="163625" y="84876"/>
                  </a:lnTo>
                  <a:lnTo>
                    <a:pt x="160093" y="84899"/>
                  </a:lnTo>
                  <a:lnTo>
                    <a:pt x="160093" y="84899"/>
                  </a:lnTo>
                  <a:lnTo>
                    <a:pt x="162134" y="81389"/>
                  </a:lnTo>
                  <a:lnTo>
                    <a:pt x="159817" y="77489"/>
                  </a:lnTo>
                  <a:lnTo>
                    <a:pt x="161607" y="74370"/>
                  </a:lnTo>
                  <a:close/>
                  <a:moveTo>
                    <a:pt x="175439" y="73934"/>
                  </a:moveTo>
                  <a:lnTo>
                    <a:pt x="169108" y="84876"/>
                  </a:lnTo>
                  <a:lnTo>
                    <a:pt x="165598" y="84899"/>
                  </a:lnTo>
                  <a:lnTo>
                    <a:pt x="171906" y="73934"/>
                  </a:lnTo>
                  <a:close/>
                  <a:moveTo>
                    <a:pt x="29339" y="82375"/>
                  </a:moveTo>
                  <a:lnTo>
                    <a:pt x="31106" y="85426"/>
                  </a:lnTo>
                  <a:lnTo>
                    <a:pt x="27573" y="85426"/>
                  </a:lnTo>
                  <a:lnTo>
                    <a:pt x="25807" y="82375"/>
                  </a:lnTo>
                  <a:close/>
                  <a:moveTo>
                    <a:pt x="13511" y="75035"/>
                  </a:moveTo>
                  <a:lnTo>
                    <a:pt x="15530" y="78522"/>
                  </a:lnTo>
                  <a:lnTo>
                    <a:pt x="17548" y="82054"/>
                  </a:lnTo>
                  <a:lnTo>
                    <a:pt x="15530" y="85541"/>
                  </a:lnTo>
                  <a:lnTo>
                    <a:pt x="11997" y="85541"/>
                  </a:lnTo>
                  <a:lnTo>
                    <a:pt x="14039" y="82031"/>
                  </a:lnTo>
                  <a:lnTo>
                    <a:pt x="11722" y="78132"/>
                  </a:lnTo>
                  <a:lnTo>
                    <a:pt x="13511" y="75035"/>
                  </a:lnTo>
                  <a:close/>
                  <a:moveTo>
                    <a:pt x="27344" y="74599"/>
                  </a:moveTo>
                  <a:lnTo>
                    <a:pt x="21012" y="85541"/>
                  </a:lnTo>
                  <a:lnTo>
                    <a:pt x="17503" y="85541"/>
                  </a:lnTo>
                  <a:lnTo>
                    <a:pt x="23811" y="74599"/>
                  </a:lnTo>
                  <a:close/>
                  <a:moveTo>
                    <a:pt x="99648" y="80724"/>
                  </a:moveTo>
                  <a:lnTo>
                    <a:pt x="99877" y="80747"/>
                  </a:lnTo>
                  <a:lnTo>
                    <a:pt x="100107" y="80770"/>
                  </a:lnTo>
                  <a:lnTo>
                    <a:pt x="100336" y="80815"/>
                  </a:lnTo>
                  <a:lnTo>
                    <a:pt x="100565" y="80907"/>
                  </a:lnTo>
                  <a:lnTo>
                    <a:pt x="100795" y="80999"/>
                  </a:lnTo>
                  <a:lnTo>
                    <a:pt x="101001" y="81137"/>
                  </a:lnTo>
                  <a:lnTo>
                    <a:pt x="101208" y="81297"/>
                  </a:lnTo>
                  <a:lnTo>
                    <a:pt x="101414" y="81504"/>
                  </a:lnTo>
                  <a:lnTo>
                    <a:pt x="101598" y="81710"/>
                  </a:lnTo>
                  <a:lnTo>
                    <a:pt x="101758" y="81962"/>
                  </a:lnTo>
                  <a:lnTo>
                    <a:pt x="101896" y="82238"/>
                  </a:lnTo>
                  <a:lnTo>
                    <a:pt x="102011" y="82490"/>
                  </a:lnTo>
                  <a:lnTo>
                    <a:pt x="102079" y="82742"/>
                  </a:lnTo>
                  <a:lnTo>
                    <a:pt x="102125" y="82995"/>
                  </a:lnTo>
                  <a:lnTo>
                    <a:pt x="102148" y="83247"/>
                  </a:lnTo>
                  <a:lnTo>
                    <a:pt x="102125" y="83499"/>
                  </a:lnTo>
                  <a:lnTo>
                    <a:pt x="102102" y="83729"/>
                  </a:lnTo>
                  <a:lnTo>
                    <a:pt x="102034" y="83958"/>
                  </a:lnTo>
                  <a:lnTo>
                    <a:pt x="101942" y="84165"/>
                  </a:lnTo>
                  <a:lnTo>
                    <a:pt x="101850" y="84371"/>
                  </a:lnTo>
                  <a:lnTo>
                    <a:pt x="101735" y="84577"/>
                  </a:lnTo>
                  <a:lnTo>
                    <a:pt x="101598" y="84761"/>
                  </a:lnTo>
                  <a:lnTo>
                    <a:pt x="101437" y="84922"/>
                  </a:lnTo>
                  <a:lnTo>
                    <a:pt x="101277" y="85082"/>
                  </a:lnTo>
                  <a:lnTo>
                    <a:pt x="101093" y="85243"/>
                  </a:lnTo>
                  <a:lnTo>
                    <a:pt x="100910" y="85357"/>
                  </a:lnTo>
                  <a:lnTo>
                    <a:pt x="100703" y="85472"/>
                  </a:lnTo>
                  <a:lnTo>
                    <a:pt x="100497" y="85564"/>
                  </a:lnTo>
                  <a:lnTo>
                    <a:pt x="100267" y="85656"/>
                  </a:lnTo>
                  <a:lnTo>
                    <a:pt x="100038" y="85701"/>
                  </a:lnTo>
                  <a:lnTo>
                    <a:pt x="99831" y="85747"/>
                  </a:lnTo>
                  <a:lnTo>
                    <a:pt x="99602" y="85770"/>
                  </a:lnTo>
                  <a:lnTo>
                    <a:pt x="99373" y="85770"/>
                  </a:lnTo>
                  <a:lnTo>
                    <a:pt x="99120" y="85724"/>
                  </a:lnTo>
                  <a:lnTo>
                    <a:pt x="98914" y="85679"/>
                  </a:lnTo>
                  <a:lnTo>
                    <a:pt x="98684" y="85610"/>
                  </a:lnTo>
                  <a:lnTo>
                    <a:pt x="98455" y="85518"/>
                  </a:lnTo>
                  <a:lnTo>
                    <a:pt x="98249" y="85380"/>
                  </a:lnTo>
                  <a:lnTo>
                    <a:pt x="98042" y="85220"/>
                  </a:lnTo>
                  <a:lnTo>
                    <a:pt x="97836" y="85059"/>
                  </a:lnTo>
                  <a:lnTo>
                    <a:pt x="97652" y="84830"/>
                  </a:lnTo>
                  <a:lnTo>
                    <a:pt x="97469" y="84600"/>
                  </a:lnTo>
                  <a:lnTo>
                    <a:pt x="97331" y="84325"/>
                  </a:lnTo>
                  <a:lnTo>
                    <a:pt x="97216" y="84073"/>
                  </a:lnTo>
                  <a:lnTo>
                    <a:pt x="97147" y="83798"/>
                  </a:lnTo>
                  <a:lnTo>
                    <a:pt x="97102" y="83545"/>
                  </a:lnTo>
                  <a:lnTo>
                    <a:pt x="97079" y="83293"/>
                  </a:lnTo>
                  <a:lnTo>
                    <a:pt x="97079" y="83041"/>
                  </a:lnTo>
                  <a:lnTo>
                    <a:pt x="97102" y="82811"/>
                  </a:lnTo>
                  <a:lnTo>
                    <a:pt x="97170" y="82582"/>
                  </a:lnTo>
                  <a:lnTo>
                    <a:pt x="97239" y="82352"/>
                  </a:lnTo>
                  <a:lnTo>
                    <a:pt x="97354" y="82146"/>
                  </a:lnTo>
                  <a:lnTo>
                    <a:pt x="97469" y="81939"/>
                  </a:lnTo>
                  <a:lnTo>
                    <a:pt x="97606" y="81756"/>
                  </a:lnTo>
                  <a:lnTo>
                    <a:pt x="97767" y="81572"/>
                  </a:lnTo>
                  <a:lnTo>
                    <a:pt x="97927" y="81412"/>
                  </a:lnTo>
                  <a:lnTo>
                    <a:pt x="98111" y="81274"/>
                  </a:lnTo>
                  <a:lnTo>
                    <a:pt x="98317" y="81137"/>
                  </a:lnTo>
                  <a:lnTo>
                    <a:pt x="98524" y="81022"/>
                  </a:lnTo>
                  <a:lnTo>
                    <a:pt x="98730" y="80930"/>
                  </a:lnTo>
                  <a:lnTo>
                    <a:pt x="98960" y="80838"/>
                  </a:lnTo>
                  <a:lnTo>
                    <a:pt x="99189" y="80792"/>
                  </a:lnTo>
                  <a:lnTo>
                    <a:pt x="99418" y="80747"/>
                  </a:lnTo>
                  <a:lnTo>
                    <a:pt x="99648" y="80724"/>
                  </a:lnTo>
                  <a:close/>
                  <a:moveTo>
                    <a:pt x="119743" y="83476"/>
                  </a:moveTo>
                  <a:lnTo>
                    <a:pt x="121509" y="86550"/>
                  </a:lnTo>
                  <a:lnTo>
                    <a:pt x="117976" y="86550"/>
                  </a:lnTo>
                  <a:lnTo>
                    <a:pt x="116210" y="83499"/>
                  </a:lnTo>
                  <a:lnTo>
                    <a:pt x="119743" y="83476"/>
                  </a:lnTo>
                  <a:close/>
                  <a:moveTo>
                    <a:pt x="103937" y="76136"/>
                  </a:moveTo>
                  <a:lnTo>
                    <a:pt x="105933" y="79646"/>
                  </a:lnTo>
                  <a:lnTo>
                    <a:pt x="107975" y="83155"/>
                  </a:lnTo>
                  <a:lnTo>
                    <a:pt x="105956" y="86642"/>
                  </a:lnTo>
                  <a:lnTo>
                    <a:pt x="102424" y="86665"/>
                  </a:lnTo>
                  <a:lnTo>
                    <a:pt x="102424" y="86665"/>
                  </a:lnTo>
                  <a:lnTo>
                    <a:pt x="104442" y="83155"/>
                  </a:lnTo>
                  <a:lnTo>
                    <a:pt x="102148" y="79256"/>
                  </a:lnTo>
                  <a:lnTo>
                    <a:pt x="103937" y="76136"/>
                  </a:lnTo>
                  <a:close/>
                  <a:moveTo>
                    <a:pt x="117747" y="75700"/>
                  </a:moveTo>
                  <a:lnTo>
                    <a:pt x="111439" y="86642"/>
                  </a:lnTo>
                  <a:lnTo>
                    <a:pt x="107906" y="86665"/>
                  </a:lnTo>
                  <a:lnTo>
                    <a:pt x="114237" y="75700"/>
                  </a:lnTo>
                  <a:close/>
                  <a:moveTo>
                    <a:pt x="43057" y="82444"/>
                  </a:moveTo>
                  <a:lnTo>
                    <a:pt x="43286" y="82467"/>
                  </a:lnTo>
                  <a:lnTo>
                    <a:pt x="43516" y="82490"/>
                  </a:lnTo>
                  <a:lnTo>
                    <a:pt x="43745" y="82536"/>
                  </a:lnTo>
                  <a:lnTo>
                    <a:pt x="43974" y="82628"/>
                  </a:lnTo>
                  <a:lnTo>
                    <a:pt x="44204" y="82719"/>
                  </a:lnTo>
                  <a:lnTo>
                    <a:pt x="44410" y="82857"/>
                  </a:lnTo>
                  <a:lnTo>
                    <a:pt x="44617" y="83018"/>
                  </a:lnTo>
                  <a:lnTo>
                    <a:pt x="44823" y="83201"/>
                  </a:lnTo>
                  <a:lnTo>
                    <a:pt x="45007" y="83431"/>
                  </a:lnTo>
                  <a:lnTo>
                    <a:pt x="45167" y="83683"/>
                  </a:lnTo>
                  <a:lnTo>
                    <a:pt x="45305" y="83958"/>
                  </a:lnTo>
                  <a:lnTo>
                    <a:pt x="45420" y="84210"/>
                  </a:lnTo>
                  <a:lnTo>
                    <a:pt x="45488" y="84463"/>
                  </a:lnTo>
                  <a:lnTo>
                    <a:pt x="45534" y="84715"/>
                  </a:lnTo>
                  <a:lnTo>
                    <a:pt x="45534" y="84967"/>
                  </a:lnTo>
                  <a:lnTo>
                    <a:pt x="45534" y="85220"/>
                  </a:lnTo>
                  <a:lnTo>
                    <a:pt x="45488" y="85449"/>
                  </a:lnTo>
                  <a:lnTo>
                    <a:pt x="45443" y="85679"/>
                  </a:lnTo>
                  <a:lnTo>
                    <a:pt x="45351" y="85885"/>
                  </a:lnTo>
                  <a:lnTo>
                    <a:pt x="45259" y="86091"/>
                  </a:lnTo>
                  <a:lnTo>
                    <a:pt x="45144" y="86298"/>
                  </a:lnTo>
                  <a:lnTo>
                    <a:pt x="45007" y="86481"/>
                  </a:lnTo>
                  <a:lnTo>
                    <a:pt x="44846" y="86642"/>
                  </a:lnTo>
                  <a:lnTo>
                    <a:pt x="44686" y="86803"/>
                  </a:lnTo>
                  <a:lnTo>
                    <a:pt x="44502" y="86963"/>
                  </a:lnTo>
                  <a:lnTo>
                    <a:pt x="44319" y="87078"/>
                  </a:lnTo>
                  <a:lnTo>
                    <a:pt x="44112" y="87193"/>
                  </a:lnTo>
                  <a:lnTo>
                    <a:pt x="43906" y="87284"/>
                  </a:lnTo>
                  <a:lnTo>
                    <a:pt x="43676" y="87376"/>
                  </a:lnTo>
                  <a:lnTo>
                    <a:pt x="43447" y="87422"/>
                  </a:lnTo>
                  <a:lnTo>
                    <a:pt x="43217" y="87468"/>
                  </a:lnTo>
                  <a:lnTo>
                    <a:pt x="42988" y="87491"/>
                  </a:lnTo>
                  <a:lnTo>
                    <a:pt x="42759" y="87468"/>
                  </a:lnTo>
                  <a:lnTo>
                    <a:pt x="42529" y="87445"/>
                  </a:lnTo>
                  <a:lnTo>
                    <a:pt x="42300" y="87399"/>
                  </a:lnTo>
                  <a:lnTo>
                    <a:pt x="42093" y="87330"/>
                  </a:lnTo>
                  <a:lnTo>
                    <a:pt x="41864" y="87238"/>
                  </a:lnTo>
                  <a:lnTo>
                    <a:pt x="41658" y="87101"/>
                  </a:lnTo>
                  <a:lnTo>
                    <a:pt x="41451" y="86940"/>
                  </a:lnTo>
                  <a:lnTo>
                    <a:pt x="41245" y="86757"/>
                  </a:lnTo>
                  <a:lnTo>
                    <a:pt x="41061" y="86550"/>
                  </a:lnTo>
                  <a:lnTo>
                    <a:pt x="40878" y="86321"/>
                  </a:lnTo>
                  <a:lnTo>
                    <a:pt x="40740" y="86046"/>
                  </a:lnTo>
                  <a:lnTo>
                    <a:pt x="40625" y="85793"/>
                  </a:lnTo>
                  <a:lnTo>
                    <a:pt x="40556" y="85518"/>
                  </a:lnTo>
                  <a:lnTo>
                    <a:pt x="40488" y="85266"/>
                  </a:lnTo>
                  <a:lnTo>
                    <a:pt x="40488" y="85013"/>
                  </a:lnTo>
                  <a:lnTo>
                    <a:pt x="40488" y="84761"/>
                  </a:lnTo>
                  <a:lnTo>
                    <a:pt x="40511" y="84532"/>
                  </a:lnTo>
                  <a:lnTo>
                    <a:pt x="40579" y="84302"/>
                  </a:lnTo>
                  <a:lnTo>
                    <a:pt x="40648" y="84073"/>
                  </a:lnTo>
                  <a:lnTo>
                    <a:pt x="40763" y="83866"/>
                  </a:lnTo>
                  <a:lnTo>
                    <a:pt x="40878" y="83660"/>
                  </a:lnTo>
                  <a:lnTo>
                    <a:pt x="41015" y="83476"/>
                  </a:lnTo>
                  <a:lnTo>
                    <a:pt x="41176" y="83293"/>
                  </a:lnTo>
                  <a:lnTo>
                    <a:pt x="41336" y="83132"/>
                  </a:lnTo>
                  <a:lnTo>
                    <a:pt x="41520" y="82995"/>
                  </a:lnTo>
                  <a:lnTo>
                    <a:pt x="41726" y="82857"/>
                  </a:lnTo>
                  <a:lnTo>
                    <a:pt x="41933" y="82742"/>
                  </a:lnTo>
                  <a:lnTo>
                    <a:pt x="42139" y="82651"/>
                  </a:lnTo>
                  <a:lnTo>
                    <a:pt x="42369" y="82559"/>
                  </a:lnTo>
                  <a:lnTo>
                    <a:pt x="42575" y="82513"/>
                  </a:lnTo>
                  <a:lnTo>
                    <a:pt x="42805" y="82467"/>
                  </a:lnTo>
                  <a:lnTo>
                    <a:pt x="43057" y="82444"/>
                  </a:lnTo>
                  <a:close/>
                  <a:moveTo>
                    <a:pt x="61156" y="77420"/>
                  </a:moveTo>
                  <a:lnTo>
                    <a:pt x="54848" y="88362"/>
                  </a:lnTo>
                  <a:lnTo>
                    <a:pt x="51315" y="88385"/>
                  </a:lnTo>
                  <a:lnTo>
                    <a:pt x="51315" y="88385"/>
                  </a:lnTo>
                  <a:lnTo>
                    <a:pt x="57646" y="77420"/>
                  </a:lnTo>
                  <a:close/>
                  <a:moveTo>
                    <a:pt x="47346" y="77856"/>
                  </a:moveTo>
                  <a:lnTo>
                    <a:pt x="49342" y="81366"/>
                  </a:lnTo>
                  <a:lnTo>
                    <a:pt x="51384" y="84876"/>
                  </a:lnTo>
                  <a:lnTo>
                    <a:pt x="49365" y="88362"/>
                  </a:lnTo>
                  <a:lnTo>
                    <a:pt x="45833" y="88385"/>
                  </a:lnTo>
                  <a:lnTo>
                    <a:pt x="47851" y="84876"/>
                  </a:lnTo>
                  <a:lnTo>
                    <a:pt x="45534" y="80976"/>
                  </a:lnTo>
                  <a:lnTo>
                    <a:pt x="47346" y="77856"/>
                  </a:lnTo>
                  <a:close/>
                  <a:moveTo>
                    <a:pt x="62853" y="85380"/>
                  </a:moveTo>
                  <a:lnTo>
                    <a:pt x="64620" y="88454"/>
                  </a:lnTo>
                  <a:lnTo>
                    <a:pt x="61087" y="88454"/>
                  </a:lnTo>
                  <a:lnTo>
                    <a:pt x="59321" y="85403"/>
                  </a:lnTo>
                  <a:lnTo>
                    <a:pt x="62853" y="85380"/>
                  </a:lnTo>
                  <a:close/>
                  <a:moveTo>
                    <a:pt x="133873" y="83637"/>
                  </a:moveTo>
                  <a:lnTo>
                    <a:pt x="134125" y="83683"/>
                  </a:lnTo>
                  <a:lnTo>
                    <a:pt x="134355" y="83729"/>
                  </a:lnTo>
                  <a:lnTo>
                    <a:pt x="134584" y="83820"/>
                  </a:lnTo>
                  <a:lnTo>
                    <a:pt x="134791" y="83912"/>
                  </a:lnTo>
                  <a:lnTo>
                    <a:pt x="135020" y="84050"/>
                  </a:lnTo>
                  <a:lnTo>
                    <a:pt x="135227" y="84210"/>
                  </a:lnTo>
                  <a:lnTo>
                    <a:pt x="135410" y="84394"/>
                  </a:lnTo>
                  <a:lnTo>
                    <a:pt x="135594" y="84623"/>
                  </a:lnTo>
                  <a:lnTo>
                    <a:pt x="135777" y="84876"/>
                  </a:lnTo>
                  <a:lnTo>
                    <a:pt x="135915" y="85128"/>
                  </a:lnTo>
                  <a:lnTo>
                    <a:pt x="136006" y="85403"/>
                  </a:lnTo>
                  <a:lnTo>
                    <a:pt x="136075" y="85656"/>
                  </a:lnTo>
                  <a:lnTo>
                    <a:pt x="136121" y="85908"/>
                  </a:lnTo>
                  <a:lnTo>
                    <a:pt x="136144" y="86160"/>
                  </a:lnTo>
                  <a:lnTo>
                    <a:pt x="136121" y="86390"/>
                  </a:lnTo>
                  <a:lnTo>
                    <a:pt x="136098" y="86642"/>
                  </a:lnTo>
                  <a:lnTo>
                    <a:pt x="136029" y="86871"/>
                  </a:lnTo>
                  <a:lnTo>
                    <a:pt x="135961" y="87078"/>
                  </a:lnTo>
                  <a:lnTo>
                    <a:pt x="135846" y="87284"/>
                  </a:lnTo>
                  <a:lnTo>
                    <a:pt x="135731" y="87491"/>
                  </a:lnTo>
                  <a:lnTo>
                    <a:pt x="135594" y="87674"/>
                  </a:lnTo>
                  <a:lnTo>
                    <a:pt x="135456" y="87835"/>
                  </a:lnTo>
                  <a:lnTo>
                    <a:pt x="135272" y="87995"/>
                  </a:lnTo>
                  <a:lnTo>
                    <a:pt x="135089" y="88133"/>
                  </a:lnTo>
                  <a:lnTo>
                    <a:pt x="134905" y="88271"/>
                  </a:lnTo>
                  <a:lnTo>
                    <a:pt x="134699" y="88385"/>
                  </a:lnTo>
                  <a:lnTo>
                    <a:pt x="134492" y="88477"/>
                  </a:lnTo>
                  <a:lnTo>
                    <a:pt x="134286" y="88546"/>
                  </a:lnTo>
                  <a:lnTo>
                    <a:pt x="134057" y="88615"/>
                  </a:lnTo>
                  <a:lnTo>
                    <a:pt x="133827" y="88661"/>
                  </a:lnTo>
                  <a:lnTo>
                    <a:pt x="133368" y="88661"/>
                  </a:lnTo>
                  <a:lnTo>
                    <a:pt x="133139" y="88638"/>
                  </a:lnTo>
                  <a:lnTo>
                    <a:pt x="132910" y="88592"/>
                  </a:lnTo>
                  <a:lnTo>
                    <a:pt x="132680" y="88523"/>
                  </a:lnTo>
                  <a:lnTo>
                    <a:pt x="132451" y="88408"/>
                  </a:lnTo>
                  <a:lnTo>
                    <a:pt x="132244" y="88294"/>
                  </a:lnTo>
                  <a:lnTo>
                    <a:pt x="132038" y="88133"/>
                  </a:lnTo>
                  <a:lnTo>
                    <a:pt x="131854" y="87950"/>
                  </a:lnTo>
                  <a:lnTo>
                    <a:pt x="131648" y="87743"/>
                  </a:lnTo>
                  <a:lnTo>
                    <a:pt x="131487" y="87514"/>
                  </a:lnTo>
                  <a:lnTo>
                    <a:pt x="131327" y="87238"/>
                  </a:lnTo>
                  <a:lnTo>
                    <a:pt x="131235" y="86963"/>
                  </a:lnTo>
                  <a:lnTo>
                    <a:pt x="131143" y="86711"/>
                  </a:lnTo>
                  <a:lnTo>
                    <a:pt x="131097" y="86458"/>
                  </a:lnTo>
                  <a:lnTo>
                    <a:pt x="131075" y="86206"/>
                  </a:lnTo>
                  <a:lnTo>
                    <a:pt x="131075" y="85954"/>
                  </a:lnTo>
                  <a:lnTo>
                    <a:pt x="131120" y="85701"/>
                  </a:lnTo>
                  <a:lnTo>
                    <a:pt x="131166" y="85472"/>
                  </a:lnTo>
                  <a:lnTo>
                    <a:pt x="131258" y="85266"/>
                  </a:lnTo>
                  <a:lnTo>
                    <a:pt x="131350" y="85036"/>
                  </a:lnTo>
                  <a:lnTo>
                    <a:pt x="131465" y="84853"/>
                  </a:lnTo>
                  <a:lnTo>
                    <a:pt x="131602" y="84669"/>
                  </a:lnTo>
                  <a:lnTo>
                    <a:pt x="131763" y="84486"/>
                  </a:lnTo>
                  <a:lnTo>
                    <a:pt x="131946" y="84325"/>
                  </a:lnTo>
                  <a:lnTo>
                    <a:pt x="132130" y="84165"/>
                  </a:lnTo>
                  <a:lnTo>
                    <a:pt x="132313" y="84050"/>
                  </a:lnTo>
                  <a:lnTo>
                    <a:pt x="132520" y="83935"/>
                  </a:lnTo>
                  <a:lnTo>
                    <a:pt x="132726" y="83820"/>
                  </a:lnTo>
                  <a:lnTo>
                    <a:pt x="132956" y="83752"/>
                  </a:lnTo>
                  <a:lnTo>
                    <a:pt x="133185" y="83683"/>
                  </a:lnTo>
                  <a:lnTo>
                    <a:pt x="133414" y="83660"/>
                  </a:lnTo>
                  <a:lnTo>
                    <a:pt x="133644" y="83637"/>
                  </a:lnTo>
                  <a:close/>
                  <a:moveTo>
                    <a:pt x="153693" y="86390"/>
                  </a:moveTo>
                  <a:lnTo>
                    <a:pt x="155459" y="89464"/>
                  </a:lnTo>
                  <a:lnTo>
                    <a:pt x="151926" y="89464"/>
                  </a:lnTo>
                  <a:lnTo>
                    <a:pt x="150160" y="86413"/>
                  </a:lnTo>
                  <a:lnTo>
                    <a:pt x="153693" y="86390"/>
                  </a:lnTo>
                  <a:close/>
                  <a:moveTo>
                    <a:pt x="137933" y="79049"/>
                  </a:moveTo>
                  <a:lnTo>
                    <a:pt x="139929" y="82536"/>
                  </a:lnTo>
                  <a:lnTo>
                    <a:pt x="141971" y="86069"/>
                  </a:lnTo>
                  <a:lnTo>
                    <a:pt x="139952" y="89555"/>
                  </a:lnTo>
                  <a:lnTo>
                    <a:pt x="136419" y="89555"/>
                  </a:lnTo>
                  <a:lnTo>
                    <a:pt x="138461" y="86046"/>
                  </a:lnTo>
                  <a:lnTo>
                    <a:pt x="136144" y="82146"/>
                  </a:lnTo>
                  <a:lnTo>
                    <a:pt x="137933" y="79049"/>
                  </a:lnTo>
                  <a:close/>
                  <a:moveTo>
                    <a:pt x="151766" y="78613"/>
                  </a:moveTo>
                  <a:lnTo>
                    <a:pt x="145434" y="89555"/>
                  </a:lnTo>
                  <a:lnTo>
                    <a:pt x="141925" y="89555"/>
                  </a:lnTo>
                  <a:lnTo>
                    <a:pt x="148233" y="78613"/>
                  </a:lnTo>
                  <a:close/>
                  <a:moveTo>
                    <a:pt x="6217" y="87032"/>
                  </a:moveTo>
                  <a:lnTo>
                    <a:pt x="7983" y="90083"/>
                  </a:lnTo>
                  <a:lnTo>
                    <a:pt x="4450" y="90083"/>
                  </a:lnTo>
                  <a:lnTo>
                    <a:pt x="2684" y="87032"/>
                  </a:lnTo>
                  <a:close/>
                  <a:moveTo>
                    <a:pt x="77007" y="85541"/>
                  </a:moveTo>
                  <a:lnTo>
                    <a:pt x="77236" y="85564"/>
                  </a:lnTo>
                  <a:lnTo>
                    <a:pt x="77466" y="85633"/>
                  </a:lnTo>
                  <a:lnTo>
                    <a:pt x="77695" y="85701"/>
                  </a:lnTo>
                  <a:lnTo>
                    <a:pt x="77902" y="85816"/>
                  </a:lnTo>
                  <a:lnTo>
                    <a:pt x="78131" y="85954"/>
                  </a:lnTo>
                  <a:lnTo>
                    <a:pt x="78337" y="86114"/>
                  </a:lnTo>
                  <a:lnTo>
                    <a:pt x="78521" y="86298"/>
                  </a:lnTo>
                  <a:lnTo>
                    <a:pt x="78727" y="86527"/>
                  </a:lnTo>
                  <a:lnTo>
                    <a:pt x="78888" y="86780"/>
                  </a:lnTo>
                  <a:lnTo>
                    <a:pt x="79026" y="87032"/>
                  </a:lnTo>
                  <a:lnTo>
                    <a:pt x="79117" y="87307"/>
                  </a:lnTo>
                  <a:lnTo>
                    <a:pt x="79209" y="87560"/>
                  </a:lnTo>
                  <a:lnTo>
                    <a:pt x="79232" y="87812"/>
                  </a:lnTo>
                  <a:lnTo>
                    <a:pt x="79255" y="88064"/>
                  </a:lnTo>
                  <a:lnTo>
                    <a:pt x="79255" y="88294"/>
                  </a:lnTo>
                  <a:lnTo>
                    <a:pt x="79209" y="88523"/>
                  </a:lnTo>
                  <a:lnTo>
                    <a:pt x="79163" y="88752"/>
                  </a:lnTo>
                  <a:lnTo>
                    <a:pt x="79071" y="88982"/>
                  </a:lnTo>
                  <a:lnTo>
                    <a:pt x="78980" y="89188"/>
                  </a:lnTo>
                  <a:lnTo>
                    <a:pt x="78842" y="89372"/>
                  </a:lnTo>
                  <a:lnTo>
                    <a:pt x="78704" y="89555"/>
                  </a:lnTo>
                  <a:lnTo>
                    <a:pt x="78567" y="89739"/>
                  </a:lnTo>
                  <a:lnTo>
                    <a:pt x="78383" y="89899"/>
                  </a:lnTo>
                  <a:lnTo>
                    <a:pt x="78223" y="90037"/>
                  </a:lnTo>
                  <a:lnTo>
                    <a:pt x="78016" y="90175"/>
                  </a:lnTo>
                  <a:lnTo>
                    <a:pt x="77810" y="90289"/>
                  </a:lnTo>
                  <a:lnTo>
                    <a:pt x="77603" y="90381"/>
                  </a:lnTo>
                  <a:lnTo>
                    <a:pt x="77397" y="90450"/>
                  </a:lnTo>
                  <a:lnTo>
                    <a:pt x="77167" y="90519"/>
                  </a:lnTo>
                  <a:lnTo>
                    <a:pt x="76938" y="90542"/>
                  </a:lnTo>
                  <a:lnTo>
                    <a:pt x="76709" y="90565"/>
                  </a:lnTo>
                  <a:lnTo>
                    <a:pt x="76479" y="90565"/>
                  </a:lnTo>
                  <a:lnTo>
                    <a:pt x="76250" y="90542"/>
                  </a:lnTo>
                  <a:lnTo>
                    <a:pt x="76020" y="90496"/>
                  </a:lnTo>
                  <a:lnTo>
                    <a:pt x="75791" y="90404"/>
                  </a:lnTo>
                  <a:lnTo>
                    <a:pt x="75585" y="90312"/>
                  </a:lnTo>
                  <a:lnTo>
                    <a:pt x="75355" y="90198"/>
                  </a:lnTo>
                  <a:lnTo>
                    <a:pt x="75149" y="90037"/>
                  </a:lnTo>
                  <a:lnTo>
                    <a:pt x="74965" y="89853"/>
                  </a:lnTo>
                  <a:lnTo>
                    <a:pt x="74782" y="89647"/>
                  </a:lnTo>
                  <a:lnTo>
                    <a:pt x="74598" y="89395"/>
                  </a:lnTo>
                  <a:lnTo>
                    <a:pt x="74461" y="89142"/>
                  </a:lnTo>
                  <a:lnTo>
                    <a:pt x="74346" y="88867"/>
                  </a:lnTo>
                  <a:lnTo>
                    <a:pt x="74254" y="88615"/>
                  </a:lnTo>
                  <a:lnTo>
                    <a:pt x="74208" y="88340"/>
                  </a:lnTo>
                  <a:lnTo>
                    <a:pt x="74185" y="88087"/>
                  </a:lnTo>
                  <a:lnTo>
                    <a:pt x="74208" y="87858"/>
                  </a:lnTo>
                  <a:lnTo>
                    <a:pt x="74231" y="87605"/>
                  </a:lnTo>
                  <a:lnTo>
                    <a:pt x="74277" y="87376"/>
                  </a:lnTo>
                  <a:lnTo>
                    <a:pt x="74369" y="87147"/>
                  </a:lnTo>
                  <a:lnTo>
                    <a:pt x="74461" y="86940"/>
                  </a:lnTo>
                  <a:lnTo>
                    <a:pt x="74598" y="86734"/>
                  </a:lnTo>
                  <a:lnTo>
                    <a:pt x="74736" y="86550"/>
                  </a:lnTo>
                  <a:lnTo>
                    <a:pt x="74874" y="86390"/>
                  </a:lnTo>
                  <a:lnTo>
                    <a:pt x="75057" y="86229"/>
                  </a:lnTo>
                  <a:lnTo>
                    <a:pt x="75241" y="86069"/>
                  </a:lnTo>
                  <a:lnTo>
                    <a:pt x="75424" y="85931"/>
                  </a:lnTo>
                  <a:lnTo>
                    <a:pt x="75631" y="85816"/>
                  </a:lnTo>
                  <a:lnTo>
                    <a:pt x="75860" y="85724"/>
                  </a:lnTo>
                  <a:lnTo>
                    <a:pt x="76066" y="85656"/>
                  </a:lnTo>
                  <a:lnTo>
                    <a:pt x="76296" y="85587"/>
                  </a:lnTo>
                  <a:lnTo>
                    <a:pt x="76525" y="85564"/>
                  </a:lnTo>
                  <a:lnTo>
                    <a:pt x="76755" y="85541"/>
                  </a:lnTo>
                  <a:close/>
                  <a:moveTo>
                    <a:pt x="96872" y="88294"/>
                  </a:moveTo>
                  <a:lnTo>
                    <a:pt x="98639" y="91345"/>
                  </a:lnTo>
                  <a:lnTo>
                    <a:pt x="95106" y="91345"/>
                  </a:lnTo>
                  <a:lnTo>
                    <a:pt x="93340" y="88294"/>
                  </a:lnTo>
                  <a:close/>
                  <a:moveTo>
                    <a:pt x="81044" y="80953"/>
                  </a:moveTo>
                  <a:lnTo>
                    <a:pt x="83063" y="84440"/>
                  </a:lnTo>
                  <a:lnTo>
                    <a:pt x="85081" y="87972"/>
                  </a:lnTo>
                  <a:lnTo>
                    <a:pt x="83063" y="91459"/>
                  </a:lnTo>
                  <a:lnTo>
                    <a:pt x="79530" y="91459"/>
                  </a:lnTo>
                  <a:lnTo>
                    <a:pt x="81572" y="87950"/>
                  </a:lnTo>
                  <a:lnTo>
                    <a:pt x="79255" y="84050"/>
                  </a:lnTo>
                  <a:lnTo>
                    <a:pt x="81044" y="80953"/>
                  </a:lnTo>
                  <a:close/>
                  <a:moveTo>
                    <a:pt x="94877" y="80494"/>
                  </a:moveTo>
                  <a:lnTo>
                    <a:pt x="88545" y="91459"/>
                  </a:lnTo>
                  <a:lnTo>
                    <a:pt x="85036" y="91459"/>
                  </a:lnTo>
                  <a:lnTo>
                    <a:pt x="91344" y="80494"/>
                  </a:lnTo>
                  <a:close/>
                  <a:moveTo>
                    <a:pt x="168465" y="86527"/>
                  </a:moveTo>
                  <a:lnTo>
                    <a:pt x="168695" y="86550"/>
                  </a:lnTo>
                  <a:lnTo>
                    <a:pt x="168924" y="86619"/>
                  </a:lnTo>
                  <a:lnTo>
                    <a:pt x="169154" y="86688"/>
                  </a:lnTo>
                  <a:lnTo>
                    <a:pt x="169360" y="86803"/>
                  </a:lnTo>
                  <a:lnTo>
                    <a:pt x="169589" y="86917"/>
                  </a:lnTo>
                  <a:lnTo>
                    <a:pt x="169796" y="87078"/>
                  </a:lnTo>
                  <a:lnTo>
                    <a:pt x="169979" y="87284"/>
                  </a:lnTo>
                  <a:lnTo>
                    <a:pt x="170186" y="87491"/>
                  </a:lnTo>
                  <a:lnTo>
                    <a:pt x="170346" y="87743"/>
                  </a:lnTo>
                  <a:lnTo>
                    <a:pt x="170484" y="88018"/>
                  </a:lnTo>
                  <a:lnTo>
                    <a:pt x="170576" y="88271"/>
                  </a:lnTo>
                  <a:lnTo>
                    <a:pt x="170668" y="88546"/>
                  </a:lnTo>
                  <a:lnTo>
                    <a:pt x="170691" y="88798"/>
                  </a:lnTo>
                  <a:lnTo>
                    <a:pt x="170713" y="89028"/>
                  </a:lnTo>
                  <a:lnTo>
                    <a:pt x="170713" y="89280"/>
                  </a:lnTo>
                  <a:lnTo>
                    <a:pt x="170668" y="89509"/>
                  </a:lnTo>
                  <a:lnTo>
                    <a:pt x="170622" y="89739"/>
                  </a:lnTo>
                  <a:lnTo>
                    <a:pt x="170530" y="89945"/>
                  </a:lnTo>
                  <a:lnTo>
                    <a:pt x="170438" y="90175"/>
                  </a:lnTo>
                  <a:lnTo>
                    <a:pt x="170301" y="90358"/>
                  </a:lnTo>
                  <a:lnTo>
                    <a:pt x="170163" y="90542"/>
                  </a:lnTo>
                  <a:lnTo>
                    <a:pt x="170025" y="90725"/>
                  </a:lnTo>
                  <a:lnTo>
                    <a:pt x="169842" y="90886"/>
                  </a:lnTo>
                  <a:lnTo>
                    <a:pt x="169681" y="91023"/>
                  </a:lnTo>
                  <a:lnTo>
                    <a:pt x="169475" y="91138"/>
                  </a:lnTo>
                  <a:lnTo>
                    <a:pt x="169268" y="91253"/>
                  </a:lnTo>
                  <a:lnTo>
                    <a:pt x="169062" y="91367"/>
                  </a:lnTo>
                  <a:lnTo>
                    <a:pt x="168855" y="91436"/>
                  </a:lnTo>
                  <a:lnTo>
                    <a:pt x="168626" y="91482"/>
                  </a:lnTo>
                  <a:lnTo>
                    <a:pt x="168397" y="91528"/>
                  </a:lnTo>
                  <a:lnTo>
                    <a:pt x="168167" y="91551"/>
                  </a:lnTo>
                  <a:lnTo>
                    <a:pt x="167938" y="91551"/>
                  </a:lnTo>
                  <a:lnTo>
                    <a:pt x="167708" y="91528"/>
                  </a:lnTo>
                  <a:lnTo>
                    <a:pt x="167479" y="91459"/>
                  </a:lnTo>
                  <a:lnTo>
                    <a:pt x="167250" y="91390"/>
                  </a:lnTo>
                  <a:lnTo>
                    <a:pt x="167043" y="91299"/>
                  </a:lnTo>
                  <a:lnTo>
                    <a:pt x="166814" y="91161"/>
                  </a:lnTo>
                  <a:lnTo>
                    <a:pt x="166607" y="91023"/>
                  </a:lnTo>
                  <a:lnTo>
                    <a:pt x="166424" y="90840"/>
                  </a:lnTo>
                  <a:lnTo>
                    <a:pt x="166240" y="90633"/>
                  </a:lnTo>
                  <a:lnTo>
                    <a:pt x="166057" y="90381"/>
                  </a:lnTo>
                  <a:lnTo>
                    <a:pt x="165919" y="90106"/>
                  </a:lnTo>
                  <a:lnTo>
                    <a:pt x="165804" y="89853"/>
                  </a:lnTo>
                  <a:lnTo>
                    <a:pt x="165713" y="89578"/>
                  </a:lnTo>
                  <a:lnTo>
                    <a:pt x="165667" y="89326"/>
                  </a:lnTo>
                  <a:lnTo>
                    <a:pt x="165644" y="89074"/>
                  </a:lnTo>
                  <a:lnTo>
                    <a:pt x="165667" y="88821"/>
                  </a:lnTo>
                  <a:lnTo>
                    <a:pt x="165690" y="88592"/>
                  </a:lnTo>
                  <a:lnTo>
                    <a:pt x="165736" y="88362"/>
                  </a:lnTo>
                  <a:lnTo>
                    <a:pt x="165827" y="88133"/>
                  </a:lnTo>
                  <a:lnTo>
                    <a:pt x="165919" y="87927"/>
                  </a:lnTo>
                  <a:lnTo>
                    <a:pt x="166057" y="87720"/>
                  </a:lnTo>
                  <a:lnTo>
                    <a:pt x="166194" y="87537"/>
                  </a:lnTo>
                  <a:lnTo>
                    <a:pt x="166332" y="87353"/>
                  </a:lnTo>
                  <a:lnTo>
                    <a:pt x="166516" y="87193"/>
                  </a:lnTo>
                  <a:lnTo>
                    <a:pt x="166699" y="87055"/>
                  </a:lnTo>
                  <a:lnTo>
                    <a:pt x="166883" y="86917"/>
                  </a:lnTo>
                  <a:lnTo>
                    <a:pt x="167089" y="86803"/>
                  </a:lnTo>
                  <a:lnTo>
                    <a:pt x="167318" y="86711"/>
                  </a:lnTo>
                  <a:lnTo>
                    <a:pt x="167525" y="86619"/>
                  </a:lnTo>
                  <a:lnTo>
                    <a:pt x="167754" y="86573"/>
                  </a:lnTo>
                  <a:lnTo>
                    <a:pt x="167984" y="86527"/>
                  </a:lnTo>
                  <a:close/>
                  <a:moveTo>
                    <a:pt x="20118" y="87170"/>
                  </a:moveTo>
                  <a:lnTo>
                    <a:pt x="20370" y="87193"/>
                  </a:lnTo>
                  <a:lnTo>
                    <a:pt x="20599" y="87215"/>
                  </a:lnTo>
                  <a:lnTo>
                    <a:pt x="20829" y="87261"/>
                  </a:lnTo>
                  <a:lnTo>
                    <a:pt x="21058" y="87353"/>
                  </a:lnTo>
                  <a:lnTo>
                    <a:pt x="21265" y="87445"/>
                  </a:lnTo>
                  <a:lnTo>
                    <a:pt x="21494" y="87583"/>
                  </a:lnTo>
                  <a:lnTo>
                    <a:pt x="21700" y="87743"/>
                  </a:lnTo>
                  <a:lnTo>
                    <a:pt x="21884" y="87927"/>
                  </a:lnTo>
                  <a:lnTo>
                    <a:pt x="22090" y="88156"/>
                  </a:lnTo>
                  <a:lnTo>
                    <a:pt x="22251" y="88408"/>
                  </a:lnTo>
                  <a:lnTo>
                    <a:pt x="22389" y="88684"/>
                  </a:lnTo>
                  <a:lnTo>
                    <a:pt x="22480" y="88936"/>
                  </a:lnTo>
                  <a:lnTo>
                    <a:pt x="22572" y="89188"/>
                  </a:lnTo>
                  <a:lnTo>
                    <a:pt x="22595" y="89441"/>
                  </a:lnTo>
                  <a:lnTo>
                    <a:pt x="22618" y="89693"/>
                  </a:lnTo>
                  <a:lnTo>
                    <a:pt x="22618" y="89945"/>
                  </a:lnTo>
                  <a:lnTo>
                    <a:pt x="22572" y="90175"/>
                  </a:lnTo>
                  <a:lnTo>
                    <a:pt x="22526" y="90404"/>
                  </a:lnTo>
                  <a:lnTo>
                    <a:pt x="22435" y="90610"/>
                  </a:lnTo>
                  <a:lnTo>
                    <a:pt x="22343" y="90817"/>
                  </a:lnTo>
                  <a:lnTo>
                    <a:pt x="22205" y="91023"/>
                  </a:lnTo>
                  <a:lnTo>
                    <a:pt x="22068" y="91207"/>
                  </a:lnTo>
                  <a:lnTo>
                    <a:pt x="21930" y="91367"/>
                  </a:lnTo>
                  <a:lnTo>
                    <a:pt x="21746" y="91528"/>
                  </a:lnTo>
                  <a:lnTo>
                    <a:pt x="21586" y="91689"/>
                  </a:lnTo>
                  <a:lnTo>
                    <a:pt x="21379" y="91803"/>
                  </a:lnTo>
                  <a:lnTo>
                    <a:pt x="21173" y="91918"/>
                  </a:lnTo>
                  <a:lnTo>
                    <a:pt x="20966" y="92010"/>
                  </a:lnTo>
                  <a:lnTo>
                    <a:pt x="20760" y="92102"/>
                  </a:lnTo>
                  <a:lnTo>
                    <a:pt x="20531" y="92147"/>
                  </a:lnTo>
                  <a:lnTo>
                    <a:pt x="20301" y="92193"/>
                  </a:lnTo>
                  <a:lnTo>
                    <a:pt x="20072" y="92216"/>
                  </a:lnTo>
                  <a:lnTo>
                    <a:pt x="19842" y="92193"/>
                  </a:lnTo>
                  <a:lnTo>
                    <a:pt x="19613" y="92170"/>
                  </a:lnTo>
                  <a:lnTo>
                    <a:pt x="19384" y="92124"/>
                  </a:lnTo>
                  <a:lnTo>
                    <a:pt x="19154" y="92056"/>
                  </a:lnTo>
                  <a:lnTo>
                    <a:pt x="18948" y="91964"/>
                  </a:lnTo>
                  <a:lnTo>
                    <a:pt x="18718" y="91826"/>
                  </a:lnTo>
                  <a:lnTo>
                    <a:pt x="18512" y="91666"/>
                  </a:lnTo>
                  <a:lnTo>
                    <a:pt x="18328" y="91482"/>
                  </a:lnTo>
                  <a:lnTo>
                    <a:pt x="18145" y="91276"/>
                  </a:lnTo>
                  <a:lnTo>
                    <a:pt x="17961" y="91046"/>
                  </a:lnTo>
                  <a:lnTo>
                    <a:pt x="17824" y="90771"/>
                  </a:lnTo>
                  <a:lnTo>
                    <a:pt x="17709" y="90496"/>
                  </a:lnTo>
                  <a:lnTo>
                    <a:pt x="17617" y="90243"/>
                  </a:lnTo>
                  <a:lnTo>
                    <a:pt x="17571" y="89991"/>
                  </a:lnTo>
                  <a:lnTo>
                    <a:pt x="17548" y="89739"/>
                  </a:lnTo>
                  <a:lnTo>
                    <a:pt x="17571" y="89486"/>
                  </a:lnTo>
                  <a:lnTo>
                    <a:pt x="17594" y="89257"/>
                  </a:lnTo>
                  <a:lnTo>
                    <a:pt x="17640" y="89028"/>
                  </a:lnTo>
                  <a:lnTo>
                    <a:pt x="17732" y="88798"/>
                  </a:lnTo>
                  <a:lnTo>
                    <a:pt x="17824" y="88592"/>
                  </a:lnTo>
                  <a:lnTo>
                    <a:pt x="17961" y="88385"/>
                  </a:lnTo>
                  <a:lnTo>
                    <a:pt x="18099" y="88202"/>
                  </a:lnTo>
                  <a:lnTo>
                    <a:pt x="18237" y="88018"/>
                  </a:lnTo>
                  <a:lnTo>
                    <a:pt x="18420" y="87858"/>
                  </a:lnTo>
                  <a:lnTo>
                    <a:pt x="18604" y="87697"/>
                  </a:lnTo>
                  <a:lnTo>
                    <a:pt x="18787" y="87583"/>
                  </a:lnTo>
                  <a:lnTo>
                    <a:pt x="18994" y="87468"/>
                  </a:lnTo>
                  <a:lnTo>
                    <a:pt x="19223" y="87376"/>
                  </a:lnTo>
                  <a:lnTo>
                    <a:pt x="19430" y="87284"/>
                  </a:lnTo>
                  <a:lnTo>
                    <a:pt x="19659" y="87238"/>
                  </a:lnTo>
                  <a:lnTo>
                    <a:pt x="19888" y="87193"/>
                  </a:lnTo>
                  <a:lnTo>
                    <a:pt x="20118" y="87170"/>
                  </a:lnTo>
                  <a:close/>
                  <a:moveTo>
                    <a:pt x="40235" y="89922"/>
                  </a:moveTo>
                  <a:lnTo>
                    <a:pt x="42002" y="92996"/>
                  </a:lnTo>
                  <a:lnTo>
                    <a:pt x="38469" y="92996"/>
                  </a:lnTo>
                  <a:lnTo>
                    <a:pt x="36703" y="89945"/>
                  </a:lnTo>
                  <a:lnTo>
                    <a:pt x="40235" y="89922"/>
                  </a:lnTo>
                  <a:close/>
                  <a:moveTo>
                    <a:pt x="24407" y="82582"/>
                  </a:moveTo>
                  <a:lnTo>
                    <a:pt x="26426" y="86091"/>
                  </a:lnTo>
                  <a:lnTo>
                    <a:pt x="28445" y="89601"/>
                  </a:lnTo>
                  <a:lnTo>
                    <a:pt x="26426" y="93088"/>
                  </a:lnTo>
                  <a:lnTo>
                    <a:pt x="22893" y="93088"/>
                  </a:lnTo>
                  <a:lnTo>
                    <a:pt x="24935" y="89601"/>
                  </a:lnTo>
                  <a:lnTo>
                    <a:pt x="22618" y="85701"/>
                  </a:lnTo>
                  <a:lnTo>
                    <a:pt x="24407" y="82582"/>
                  </a:lnTo>
                  <a:close/>
                  <a:moveTo>
                    <a:pt x="38240" y="82146"/>
                  </a:moveTo>
                  <a:lnTo>
                    <a:pt x="31908" y="93088"/>
                  </a:lnTo>
                  <a:lnTo>
                    <a:pt x="28399" y="93088"/>
                  </a:lnTo>
                  <a:lnTo>
                    <a:pt x="34707" y="82146"/>
                  </a:lnTo>
                  <a:close/>
                  <a:moveTo>
                    <a:pt x="110773" y="88294"/>
                  </a:moveTo>
                  <a:lnTo>
                    <a:pt x="111003" y="88317"/>
                  </a:lnTo>
                  <a:lnTo>
                    <a:pt x="111232" y="88385"/>
                  </a:lnTo>
                  <a:lnTo>
                    <a:pt x="111462" y="88454"/>
                  </a:lnTo>
                  <a:lnTo>
                    <a:pt x="111691" y="88569"/>
                  </a:lnTo>
                  <a:lnTo>
                    <a:pt x="111897" y="88684"/>
                  </a:lnTo>
                  <a:lnTo>
                    <a:pt x="112104" y="88867"/>
                  </a:lnTo>
                  <a:lnTo>
                    <a:pt x="112310" y="89051"/>
                  </a:lnTo>
                  <a:lnTo>
                    <a:pt x="112494" y="89257"/>
                  </a:lnTo>
                  <a:lnTo>
                    <a:pt x="112654" y="89509"/>
                  </a:lnTo>
                  <a:lnTo>
                    <a:pt x="112792" y="89785"/>
                  </a:lnTo>
                  <a:lnTo>
                    <a:pt x="112907" y="90037"/>
                  </a:lnTo>
                  <a:lnTo>
                    <a:pt x="112976" y="90312"/>
                  </a:lnTo>
                  <a:lnTo>
                    <a:pt x="113021" y="90565"/>
                  </a:lnTo>
                  <a:lnTo>
                    <a:pt x="113044" y="90794"/>
                  </a:lnTo>
                  <a:lnTo>
                    <a:pt x="113021" y="91046"/>
                  </a:lnTo>
                  <a:lnTo>
                    <a:pt x="112998" y="91276"/>
                  </a:lnTo>
                  <a:lnTo>
                    <a:pt x="112930" y="91505"/>
                  </a:lnTo>
                  <a:lnTo>
                    <a:pt x="112838" y="91712"/>
                  </a:lnTo>
                  <a:lnTo>
                    <a:pt x="112746" y="91941"/>
                  </a:lnTo>
                  <a:lnTo>
                    <a:pt x="112631" y="92124"/>
                  </a:lnTo>
                  <a:lnTo>
                    <a:pt x="112494" y="92308"/>
                  </a:lnTo>
                  <a:lnTo>
                    <a:pt x="112333" y="92492"/>
                  </a:lnTo>
                  <a:lnTo>
                    <a:pt x="112173" y="92652"/>
                  </a:lnTo>
                  <a:lnTo>
                    <a:pt x="111989" y="92790"/>
                  </a:lnTo>
                  <a:lnTo>
                    <a:pt x="111806" y="92927"/>
                  </a:lnTo>
                  <a:lnTo>
                    <a:pt x="111599" y="93019"/>
                  </a:lnTo>
                  <a:lnTo>
                    <a:pt x="111393" y="93134"/>
                  </a:lnTo>
                  <a:lnTo>
                    <a:pt x="111163" y="93203"/>
                  </a:lnTo>
                  <a:lnTo>
                    <a:pt x="110934" y="93271"/>
                  </a:lnTo>
                  <a:lnTo>
                    <a:pt x="110727" y="93294"/>
                  </a:lnTo>
                  <a:lnTo>
                    <a:pt x="110498" y="93317"/>
                  </a:lnTo>
                  <a:lnTo>
                    <a:pt x="110269" y="93317"/>
                  </a:lnTo>
                  <a:lnTo>
                    <a:pt x="110016" y="93294"/>
                  </a:lnTo>
                  <a:lnTo>
                    <a:pt x="109810" y="93226"/>
                  </a:lnTo>
                  <a:lnTo>
                    <a:pt x="109581" y="93157"/>
                  </a:lnTo>
                  <a:lnTo>
                    <a:pt x="109351" y="93065"/>
                  </a:lnTo>
                  <a:lnTo>
                    <a:pt x="109145" y="92927"/>
                  </a:lnTo>
                  <a:lnTo>
                    <a:pt x="108938" y="92790"/>
                  </a:lnTo>
                  <a:lnTo>
                    <a:pt x="108732" y="92606"/>
                  </a:lnTo>
                  <a:lnTo>
                    <a:pt x="108548" y="92400"/>
                  </a:lnTo>
                  <a:lnTo>
                    <a:pt x="108365" y="92147"/>
                  </a:lnTo>
                  <a:lnTo>
                    <a:pt x="108227" y="91872"/>
                  </a:lnTo>
                  <a:lnTo>
                    <a:pt x="108112" y="91620"/>
                  </a:lnTo>
                  <a:lnTo>
                    <a:pt x="108044" y="91345"/>
                  </a:lnTo>
                  <a:lnTo>
                    <a:pt x="107998" y="91092"/>
                  </a:lnTo>
                  <a:lnTo>
                    <a:pt x="107975" y="90840"/>
                  </a:lnTo>
                  <a:lnTo>
                    <a:pt x="107975" y="90588"/>
                  </a:lnTo>
                  <a:lnTo>
                    <a:pt x="107998" y="90358"/>
                  </a:lnTo>
                  <a:lnTo>
                    <a:pt x="108067" y="90129"/>
                  </a:lnTo>
                  <a:lnTo>
                    <a:pt x="108135" y="89899"/>
                  </a:lnTo>
                  <a:lnTo>
                    <a:pt x="108250" y="89693"/>
                  </a:lnTo>
                  <a:lnTo>
                    <a:pt x="108365" y="89486"/>
                  </a:lnTo>
                  <a:lnTo>
                    <a:pt x="108502" y="89303"/>
                  </a:lnTo>
                  <a:lnTo>
                    <a:pt x="108663" y="89119"/>
                  </a:lnTo>
                  <a:lnTo>
                    <a:pt x="108824" y="88959"/>
                  </a:lnTo>
                  <a:lnTo>
                    <a:pt x="109007" y="88821"/>
                  </a:lnTo>
                  <a:lnTo>
                    <a:pt x="109214" y="88684"/>
                  </a:lnTo>
                  <a:lnTo>
                    <a:pt x="109420" y="88569"/>
                  </a:lnTo>
                  <a:lnTo>
                    <a:pt x="109626" y="88477"/>
                  </a:lnTo>
                  <a:lnTo>
                    <a:pt x="109856" y="88408"/>
                  </a:lnTo>
                  <a:lnTo>
                    <a:pt x="110085" y="88340"/>
                  </a:lnTo>
                  <a:lnTo>
                    <a:pt x="110315" y="88294"/>
                  </a:lnTo>
                  <a:close/>
                  <a:moveTo>
                    <a:pt x="130593" y="91046"/>
                  </a:moveTo>
                  <a:lnTo>
                    <a:pt x="132359" y="94097"/>
                  </a:lnTo>
                  <a:lnTo>
                    <a:pt x="128827" y="94097"/>
                  </a:lnTo>
                  <a:lnTo>
                    <a:pt x="127060" y="91046"/>
                  </a:lnTo>
                  <a:close/>
                  <a:moveTo>
                    <a:pt x="114834" y="83683"/>
                  </a:moveTo>
                  <a:lnTo>
                    <a:pt x="116829" y="87193"/>
                  </a:lnTo>
                  <a:lnTo>
                    <a:pt x="118871" y="90702"/>
                  </a:lnTo>
                  <a:lnTo>
                    <a:pt x="116852" y="94212"/>
                  </a:lnTo>
                  <a:lnTo>
                    <a:pt x="113320" y="94212"/>
                  </a:lnTo>
                  <a:lnTo>
                    <a:pt x="115338" y="90702"/>
                  </a:lnTo>
                  <a:lnTo>
                    <a:pt x="113044" y="86803"/>
                  </a:lnTo>
                  <a:lnTo>
                    <a:pt x="114834" y="83683"/>
                  </a:lnTo>
                  <a:close/>
                  <a:moveTo>
                    <a:pt x="128643" y="83247"/>
                  </a:moveTo>
                  <a:lnTo>
                    <a:pt x="122335" y="94189"/>
                  </a:lnTo>
                  <a:lnTo>
                    <a:pt x="118802" y="94212"/>
                  </a:lnTo>
                  <a:lnTo>
                    <a:pt x="125133" y="83247"/>
                  </a:lnTo>
                  <a:close/>
                  <a:moveTo>
                    <a:pt x="53655" y="90175"/>
                  </a:moveTo>
                  <a:lnTo>
                    <a:pt x="53884" y="90198"/>
                  </a:lnTo>
                  <a:lnTo>
                    <a:pt x="54114" y="90221"/>
                  </a:lnTo>
                  <a:lnTo>
                    <a:pt x="54343" y="90266"/>
                  </a:lnTo>
                  <a:lnTo>
                    <a:pt x="54572" y="90358"/>
                  </a:lnTo>
                  <a:lnTo>
                    <a:pt x="54802" y="90450"/>
                  </a:lnTo>
                  <a:lnTo>
                    <a:pt x="55008" y="90588"/>
                  </a:lnTo>
                  <a:lnTo>
                    <a:pt x="55238" y="90748"/>
                  </a:lnTo>
                  <a:lnTo>
                    <a:pt x="55421" y="90955"/>
                  </a:lnTo>
                  <a:lnTo>
                    <a:pt x="55605" y="91161"/>
                  </a:lnTo>
                  <a:lnTo>
                    <a:pt x="55788" y="91413"/>
                  </a:lnTo>
                  <a:lnTo>
                    <a:pt x="55926" y="91689"/>
                  </a:lnTo>
                  <a:lnTo>
                    <a:pt x="56018" y="91941"/>
                  </a:lnTo>
                  <a:lnTo>
                    <a:pt x="56086" y="92193"/>
                  </a:lnTo>
                  <a:lnTo>
                    <a:pt x="56132" y="92446"/>
                  </a:lnTo>
                  <a:lnTo>
                    <a:pt x="56155" y="92698"/>
                  </a:lnTo>
                  <a:lnTo>
                    <a:pt x="56132" y="92950"/>
                  </a:lnTo>
                  <a:lnTo>
                    <a:pt x="56109" y="93180"/>
                  </a:lnTo>
                  <a:lnTo>
                    <a:pt x="56040" y="93409"/>
                  </a:lnTo>
                  <a:lnTo>
                    <a:pt x="55972" y="93616"/>
                  </a:lnTo>
                  <a:lnTo>
                    <a:pt x="55857" y="93822"/>
                  </a:lnTo>
                  <a:lnTo>
                    <a:pt x="55742" y="94028"/>
                  </a:lnTo>
                  <a:lnTo>
                    <a:pt x="55605" y="94212"/>
                  </a:lnTo>
                  <a:lnTo>
                    <a:pt x="55444" y="94373"/>
                  </a:lnTo>
                  <a:lnTo>
                    <a:pt x="55283" y="94533"/>
                  </a:lnTo>
                  <a:lnTo>
                    <a:pt x="55100" y="94694"/>
                  </a:lnTo>
                  <a:lnTo>
                    <a:pt x="54916" y="94808"/>
                  </a:lnTo>
                  <a:lnTo>
                    <a:pt x="54710" y="94923"/>
                  </a:lnTo>
                  <a:lnTo>
                    <a:pt x="54504" y="95015"/>
                  </a:lnTo>
                  <a:lnTo>
                    <a:pt x="54274" y="95107"/>
                  </a:lnTo>
                  <a:lnTo>
                    <a:pt x="54068" y="95152"/>
                  </a:lnTo>
                  <a:lnTo>
                    <a:pt x="53838" y="95198"/>
                  </a:lnTo>
                  <a:lnTo>
                    <a:pt x="53609" y="95221"/>
                  </a:lnTo>
                  <a:lnTo>
                    <a:pt x="53380" y="95221"/>
                  </a:lnTo>
                  <a:lnTo>
                    <a:pt x="53150" y="95175"/>
                  </a:lnTo>
                  <a:lnTo>
                    <a:pt x="52921" y="95130"/>
                  </a:lnTo>
                  <a:lnTo>
                    <a:pt x="52691" y="95061"/>
                  </a:lnTo>
                  <a:lnTo>
                    <a:pt x="52462" y="94969"/>
                  </a:lnTo>
                  <a:lnTo>
                    <a:pt x="52255" y="94831"/>
                  </a:lnTo>
                  <a:lnTo>
                    <a:pt x="52049" y="94671"/>
                  </a:lnTo>
                  <a:lnTo>
                    <a:pt x="51843" y="94510"/>
                  </a:lnTo>
                  <a:lnTo>
                    <a:pt x="51659" y="94281"/>
                  </a:lnTo>
                  <a:lnTo>
                    <a:pt x="51498" y="94051"/>
                  </a:lnTo>
                  <a:lnTo>
                    <a:pt x="51338" y="93776"/>
                  </a:lnTo>
                  <a:lnTo>
                    <a:pt x="51223" y="93524"/>
                  </a:lnTo>
                  <a:lnTo>
                    <a:pt x="51154" y="93249"/>
                  </a:lnTo>
                  <a:lnTo>
                    <a:pt x="51109" y="92996"/>
                  </a:lnTo>
                  <a:lnTo>
                    <a:pt x="51086" y="92744"/>
                  </a:lnTo>
                  <a:lnTo>
                    <a:pt x="51086" y="92492"/>
                  </a:lnTo>
                  <a:lnTo>
                    <a:pt x="51131" y="92262"/>
                  </a:lnTo>
                  <a:lnTo>
                    <a:pt x="51177" y="92033"/>
                  </a:lnTo>
                  <a:lnTo>
                    <a:pt x="51269" y="91803"/>
                  </a:lnTo>
                  <a:lnTo>
                    <a:pt x="51361" y="91597"/>
                  </a:lnTo>
                  <a:lnTo>
                    <a:pt x="51476" y="91390"/>
                  </a:lnTo>
                  <a:lnTo>
                    <a:pt x="51613" y="91207"/>
                  </a:lnTo>
                  <a:lnTo>
                    <a:pt x="51774" y="91023"/>
                  </a:lnTo>
                  <a:lnTo>
                    <a:pt x="51934" y="90863"/>
                  </a:lnTo>
                  <a:lnTo>
                    <a:pt x="52118" y="90725"/>
                  </a:lnTo>
                  <a:lnTo>
                    <a:pt x="52324" y="90588"/>
                  </a:lnTo>
                  <a:lnTo>
                    <a:pt x="52531" y="90473"/>
                  </a:lnTo>
                  <a:lnTo>
                    <a:pt x="52737" y="90381"/>
                  </a:lnTo>
                  <a:lnTo>
                    <a:pt x="52967" y="90289"/>
                  </a:lnTo>
                  <a:lnTo>
                    <a:pt x="53196" y="90243"/>
                  </a:lnTo>
                  <a:lnTo>
                    <a:pt x="53425" y="90198"/>
                  </a:lnTo>
                  <a:lnTo>
                    <a:pt x="53655" y="90175"/>
                  </a:lnTo>
                  <a:close/>
                  <a:moveTo>
                    <a:pt x="73750" y="92927"/>
                  </a:moveTo>
                  <a:lnTo>
                    <a:pt x="75516" y="96001"/>
                  </a:lnTo>
                  <a:lnTo>
                    <a:pt x="71983" y="96001"/>
                  </a:lnTo>
                  <a:lnTo>
                    <a:pt x="70217" y="92950"/>
                  </a:lnTo>
                  <a:lnTo>
                    <a:pt x="73750" y="92927"/>
                  </a:lnTo>
                  <a:close/>
                  <a:moveTo>
                    <a:pt x="57944" y="85587"/>
                  </a:moveTo>
                  <a:lnTo>
                    <a:pt x="59940" y="89096"/>
                  </a:lnTo>
                  <a:lnTo>
                    <a:pt x="61982" y="92606"/>
                  </a:lnTo>
                  <a:lnTo>
                    <a:pt x="59963" y="96093"/>
                  </a:lnTo>
                  <a:lnTo>
                    <a:pt x="56430" y="96116"/>
                  </a:lnTo>
                  <a:lnTo>
                    <a:pt x="58449" y="92606"/>
                  </a:lnTo>
                  <a:lnTo>
                    <a:pt x="56155" y="88707"/>
                  </a:lnTo>
                  <a:lnTo>
                    <a:pt x="57944" y="85587"/>
                  </a:lnTo>
                  <a:close/>
                  <a:moveTo>
                    <a:pt x="71777" y="85151"/>
                  </a:moveTo>
                  <a:lnTo>
                    <a:pt x="65446" y="96093"/>
                  </a:lnTo>
                  <a:lnTo>
                    <a:pt x="61936" y="96116"/>
                  </a:lnTo>
                  <a:lnTo>
                    <a:pt x="68244" y="85151"/>
                  </a:lnTo>
                  <a:close/>
                  <a:moveTo>
                    <a:pt x="144058" y="91299"/>
                  </a:moveTo>
                  <a:lnTo>
                    <a:pt x="144310" y="91345"/>
                  </a:lnTo>
                  <a:lnTo>
                    <a:pt x="144540" y="91390"/>
                  </a:lnTo>
                  <a:lnTo>
                    <a:pt x="144769" y="91459"/>
                  </a:lnTo>
                  <a:lnTo>
                    <a:pt x="144976" y="91574"/>
                  </a:lnTo>
                  <a:lnTo>
                    <a:pt x="145205" y="91712"/>
                  </a:lnTo>
                  <a:lnTo>
                    <a:pt x="145412" y="91872"/>
                  </a:lnTo>
                  <a:lnTo>
                    <a:pt x="145595" y="92056"/>
                  </a:lnTo>
                  <a:lnTo>
                    <a:pt x="145779" y="92285"/>
                  </a:lnTo>
                  <a:lnTo>
                    <a:pt x="145962" y="92537"/>
                  </a:lnTo>
                  <a:lnTo>
                    <a:pt x="146100" y="92790"/>
                  </a:lnTo>
                  <a:lnTo>
                    <a:pt x="146191" y="93065"/>
                  </a:lnTo>
                  <a:lnTo>
                    <a:pt x="146260" y="93317"/>
                  </a:lnTo>
                  <a:lnTo>
                    <a:pt x="146306" y="93570"/>
                  </a:lnTo>
                  <a:lnTo>
                    <a:pt x="146329" y="93822"/>
                  </a:lnTo>
                  <a:lnTo>
                    <a:pt x="146329" y="94051"/>
                  </a:lnTo>
                  <a:lnTo>
                    <a:pt x="146283" y="94304"/>
                  </a:lnTo>
                  <a:lnTo>
                    <a:pt x="146214" y="94510"/>
                  </a:lnTo>
                  <a:lnTo>
                    <a:pt x="146146" y="94740"/>
                  </a:lnTo>
                  <a:lnTo>
                    <a:pt x="146054" y="94946"/>
                  </a:lnTo>
                  <a:lnTo>
                    <a:pt x="145916" y="95152"/>
                  </a:lnTo>
                  <a:lnTo>
                    <a:pt x="145779" y="95336"/>
                  </a:lnTo>
                  <a:lnTo>
                    <a:pt x="145641" y="95497"/>
                  </a:lnTo>
                  <a:lnTo>
                    <a:pt x="145457" y="95657"/>
                  </a:lnTo>
                  <a:lnTo>
                    <a:pt x="145274" y="95795"/>
                  </a:lnTo>
                  <a:lnTo>
                    <a:pt x="145090" y="95932"/>
                  </a:lnTo>
                  <a:lnTo>
                    <a:pt x="144884" y="96047"/>
                  </a:lnTo>
                  <a:lnTo>
                    <a:pt x="144677" y="96139"/>
                  </a:lnTo>
                  <a:lnTo>
                    <a:pt x="144471" y="96208"/>
                  </a:lnTo>
                  <a:lnTo>
                    <a:pt x="144242" y="96276"/>
                  </a:lnTo>
                  <a:lnTo>
                    <a:pt x="144012" y="96322"/>
                  </a:lnTo>
                  <a:lnTo>
                    <a:pt x="143553" y="96322"/>
                  </a:lnTo>
                  <a:lnTo>
                    <a:pt x="143324" y="96299"/>
                  </a:lnTo>
                  <a:lnTo>
                    <a:pt x="143095" y="96254"/>
                  </a:lnTo>
                  <a:lnTo>
                    <a:pt x="142865" y="96185"/>
                  </a:lnTo>
                  <a:lnTo>
                    <a:pt x="142659" y="96070"/>
                  </a:lnTo>
                  <a:lnTo>
                    <a:pt x="142429" y="95955"/>
                  </a:lnTo>
                  <a:lnTo>
                    <a:pt x="142223" y="95795"/>
                  </a:lnTo>
                  <a:lnTo>
                    <a:pt x="142039" y="95611"/>
                  </a:lnTo>
                  <a:lnTo>
                    <a:pt x="141833" y="95405"/>
                  </a:lnTo>
                  <a:lnTo>
                    <a:pt x="141672" y="95175"/>
                  </a:lnTo>
                  <a:lnTo>
                    <a:pt x="141535" y="94900"/>
                  </a:lnTo>
                  <a:lnTo>
                    <a:pt x="141420" y="94625"/>
                  </a:lnTo>
                  <a:lnTo>
                    <a:pt x="141328" y="94373"/>
                  </a:lnTo>
                  <a:lnTo>
                    <a:pt x="141282" y="94120"/>
                  </a:lnTo>
                  <a:lnTo>
                    <a:pt x="141260" y="93868"/>
                  </a:lnTo>
                  <a:lnTo>
                    <a:pt x="141260" y="93616"/>
                  </a:lnTo>
                  <a:lnTo>
                    <a:pt x="141305" y="93363"/>
                  </a:lnTo>
                  <a:lnTo>
                    <a:pt x="141351" y="93134"/>
                  </a:lnTo>
                  <a:lnTo>
                    <a:pt x="141443" y="92927"/>
                  </a:lnTo>
                  <a:lnTo>
                    <a:pt x="141535" y="92698"/>
                  </a:lnTo>
                  <a:lnTo>
                    <a:pt x="141650" y="92514"/>
                  </a:lnTo>
                  <a:lnTo>
                    <a:pt x="141810" y="92308"/>
                  </a:lnTo>
                  <a:lnTo>
                    <a:pt x="141948" y="92147"/>
                  </a:lnTo>
                  <a:lnTo>
                    <a:pt x="142131" y="91987"/>
                  </a:lnTo>
                  <a:lnTo>
                    <a:pt x="142315" y="91826"/>
                  </a:lnTo>
                  <a:lnTo>
                    <a:pt x="142498" y="91712"/>
                  </a:lnTo>
                  <a:lnTo>
                    <a:pt x="142705" y="91597"/>
                  </a:lnTo>
                  <a:lnTo>
                    <a:pt x="142911" y="91482"/>
                  </a:lnTo>
                  <a:lnTo>
                    <a:pt x="143141" y="91413"/>
                  </a:lnTo>
                  <a:lnTo>
                    <a:pt x="143370" y="91345"/>
                  </a:lnTo>
                  <a:lnTo>
                    <a:pt x="143599" y="91322"/>
                  </a:lnTo>
                  <a:lnTo>
                    <a:pt x="143829" y="91299"/>
                  </a:lnTo>
                  <a:close/>
                  <a:moveTo>
                    <a:pt x="164589" y="93937"/>
                  </a:moveTo>
                  <a:lnTo>
                    <a:pt x="166355" y="97011"/>
                  </a:lnTo>
                  <a:lnTo>
                    <a:pt x="162822" y="97011"/>
                  </a:lnTo>
                  <a:lnTo>
                    <a:pt x="161056" y="93960"/>
                  </a:lnTo>
                  <a:lnTo>
                    <a:pt x="164589" y="93937"/>
                  </a:lnTo>
                  <a:close/>
                  <a:moveTo>
                    <a:pt x="148784" y="86596"/>
                  </a:moveTo>
                  <a:lnTo>
                    <a:pt x="150779" y="90106"/>
                  </a:lnTo>
                  <a:lnTo>
                    <a:pt x="152821" y="93616"/>
                  </a:lnTo>
                  <a:lnTo>
                    <a:pt x="150802" y="97102"/>
                  </a:lnTo>
                  <a:lnTo>
                    <a:pt x="147270" y="97125"/>
                  </a:lnTo>
                  <a:lnTo>
                    <a:pt x="149288" y="93616"/>
                  </a:lnTo>
                  <a:lnTo>
                    <a:pt x="146994" y="89716"/>
                  </a:lnTo>
                  <a:lnTo>
                    <a:pt x="148784" y="86596"/>
                  </a:lnTo>
                  <a:close/>
                  <a:moveTo>
                    <a:pt x="162593" y="86160"/>
                  </a:moveTo>
                  <a:lnTo>
                    <a:pt x="156285" y="97102"/>
                  </a:lnTo>
                  <a:lnTo>
                    <a:pt x="152775" y="97125"/>
                  </a:lnTo>
                  <a:lnTo>
                    <a:pt x="159083" y="86160"/>
                  </a:lnTo>
                  <a:close/>
                  <a:moveTo>
                    <a:pt x="17113" y="94579"/>
                  </a:moveTo>
                  <a:lnTo>
                    <a:pt x="18879" y="97630"/>
                  </a:lnTo>
                  <a:lnTo>
                    <a:pt x="15346" y="97630"/>
                  </a:lnTo>
                  <a:lnTo>
                    <a:pt x="13580" y="94579"/>
                  </a:lnTo>
                  <a:close/>
                  <a:moveTo>
                    <a:pt x="15140" y="86780"/>
                  </a:moveTo>
                  <a:lnTo>
                    <a:pt x="8809" y="97745"/>
                  </a:lnTo>
                  <a:lnTo>
                    <a:pt x="5299" y="97745"/>
                  </a:lnTo>
                  <a:lnTo>
                    <a:pt x="11607" y="86780"/>
                  </a:lnTo>
                  <a:close/>
                  <a:moveTo>
                    <a:pt x="87903" y="93088"/>
                  </a:moveTo>
                  <a:lnTo>
                    <a:pt x="88132" y="93134"/>
                  </a:lnTo>
                  <a:lnTo>
                    <a:pt x="88362" y="93180"/>
                  </a:lnTo>
                  <a:lnTo>
                    <a:pt x="88591" y="93271"/>
                  </a:lnTo>
                  <a:lnTo>
                    <a:pt x="88798" y="93363"/>
                  </a:lnTo>
                  <a:lnTo>
                    <a:pt x="89027" y="93501"/>
                  </a:lnTo>
                  <a:lnTo>
                    <a:pt x="89233" y="93661"/>
                  </a:lnTo>
                  <a:lnTo>
                    <a:pt x="89417" y="93845"/>
                  </a:lnTo>
                  <a:lnTo>
                    <a:pt x="89623" y="94074"/>
                  </a:lnTo>
                  <a:lnTo>
                    <a:pt x="89784" y="94327"/>
                  </a:lnTo>
                  <a:lnTo>
                    <a:pt x="89922" y="94579"/>
                  </a:lnTo>
                  <a:lnTo>
                    <a:pt x="90013" y="94854"/>
                  </a:lnTo>
                  <a:lnTo>
                    <a:pt x="90105" y="95107"/>
                  </a:lnTo>
                  <a:lnTo>
                    <a:pt x="90128" y="95359"/>
                  </a:lnTo>
                  <a:lnTo>
                    <a:pt x="90151" y="95611"/>
                  </a:lnTo>
                  <a:lnTo>
                    <a:pt x="90151" y="95841"/>
                  </a:lnTo>
                  <a:lnTo>
                    <a:pt x="90105" y="96093"/>
                  </a:lnTo>
                  <a:lnTo>
                    <a:pt x="90059" y="96299"/>
                  </a:lnTo>
                  <a:lnTo>
                    <a:pt x="89968" y="96529"/>
                  </a:lnTo>
                  <a:lnTo>
                    <a:pt x="89876" y="96735"/>
                  </a:lnTo>
                  <a:lnTo>
                    <a:pt x="89738" y="96942"/>
                  </a:lnTo>
                  <a:lnTo>
                    <a:pt x="89600" y="97125"/>
                  </a:lnTo>
                  <a:lnTo>
                    <a:pt x="89463" y="97286"/>
                  </a:lnTo>
                  <a:lnTo>
                    <a:pt x="89279" y="97446"/>
                  </a:lnTo>
                  <a:lnTo>
                    <a:pt x="89119" y="97584"/>
                  </a:lnTo>
                  <a:lnTo>
                    <a:pt x="88912" y="97722"/>
                  </a:lnTo>
                  <a:lnTo>
                    <a:pt x="88706" y="97836"/>
                  </a:lnTo>
                  <a:lnTo>
                    <a:pt x="88499" y="97928"/>
                  </a:lnTo>
                  <a:lnTo>
                    <a:pt x="88293" y="97997"/>
                  </a:lnTo>
                  <a:lnTo>
                    <a:pt x="88064" y="98066"/>
                  </a:lnTo>
                  <a:lnTo>
                    <a:pt x="87834" y="98112"/>
                  </a:lnTo>
                  <a:lnTo>
                    <a:pt x="87375" y="98112"/>
                  </a:lnTo>
                  <a:lnTo>
                    <a:pt x="87146" y="98089"/>
                  </a:lnTo>
                  <a:lnTo>
                    <a:pt x="86917" y="98043"/>
                  </a:lnTo>
                  <a:lnTo>
                    <a:pt x="86687" y="97974"/>
                  </a:lnTo>
                  <a:lnTo>
                    <a:pt x="86481" y="97859"/>
                  </a:lnTo>
                  <a:lnTo>
                    <a:pt x="86251" y="97745"/>
                  </a:lnTo>
                  <a:lnTo>
                    <a:pt x="86045" y="97584"/>
                  </a:lnTo>
                  <a:lnTo>
                    <a:pt x="85861" y="97401"/>
                  </a:lnTo>
                  <a:lnTo>
                    <a:pt x="85678" y="97194"/>
                  </a:lnTo>
                  <a:lnTo>
                    <a:pt x="85494" y="96965"/>
                  </a:lnTo>
                  <a:lnTo>
                    <a:pt x="85357" y="96689"/>
                  </a:lnTo>
                  <a:lnTo>
                    <a:pt x="85242" y="96414"/>
                  </a:lnTo>
                  <a:lnTo>
                    <a:pt x="85150" y="96162"/>
                  </a:lnTo>
                  <a:lnTo>
                    <a:pt x="85104" y="95909"/>
                  </a:lnTo>
                  <a:lnTo>
                    <a:pt x="85081" y="95657"/>
                  </a:lnTo>
                  <a:lnTo>
                    <a:pt x="85104" y="95405"/>
                  </a:lnTo>
                  <a:lnTo>
                    <a:pt x="85127" y="95152"/>
                  </a:lnTo>
                  <a:lnTo>
                    <a:pt x="85173" y="94923"/>
                  </a:lnTo>
                  <a:lnTo>
                    <a:pt x="85265" y="94717"/>
                  </a:lnTo>
                  <a:lnTo>
                    <a:pt x="85357" y="94487"/>
                  </a:lnTo>
                  <a:lnTo>
                    <a:pt x="85494" y="94304"/>
                  </a:lnTo>
                  <a:lnTo>
                    <a:pt x="85632" y="94097"/>
                  </a:lnTo>
                  <a:lnTo>
                    <a:pt x="85770" y="93937"/>
                  </a:lnTo>
                  <a:lnTo>
                    <a:pt x="85953" y="93776"/>
                  </a:lnTo>
                  <a:lnTo>
                    <a:pt x="86137" y="93616"/>
                  </a:lnTo>
                  <a:lnTo>
                    <a:pt x="86320" y="93501"/>
                  </a:lnTo>
                  <a:lnTo>
                    <a:pt x="86527" y="93386"/>
                  </a:lnTo>
                  <a:lnTo>
                    <a:pt x="86756" y="93271"/>
                  </a:lnTo>
                  <a:lnTo>
                    <a:pt x="86962" y="93203"/>
                  </a:lnTo>
                  <a:lnTo>
                    <a:pt x="87192" y="93134"/>
                  </a:lnTo>
                  <a:lnTo>
                    <a:pt x="87421" y="93111"/>
                  </a:lnTo>
                  <a:lnTo>
                    <a:pt x="87651" y="93088"/>
                  </a:lnTo>
                  <a:close/>
                  <a:moveTo>
                    <a:pt x="107768" y="95841"/>
                  </a:moveTo>
                  <a:lnTo>
                    <a:pt x="109535" y="98892"/>
                  </a:lnTo>
                  <a:lnTo>
                    <a:pt x="106002" y="98892"/>
                  </a:lnTo>
                  <a:lnTo>
                    <a:pt x="104236" y="95864"/>
                  </a:lnTo>
                  <a:lnTo>
                    <a:pt x="107768" y="95841"/>
                  </a:lnTo>
                  <a:close/>
                  <a:moveTo>
                    <a:pt x="91940" y="88500"/>
                  </a:moveTo>
                  <a:lnTo>
                    <a:pt x="93959" y="91987"/>
                  </a:lnTo>
                  <a:lnTo>
                    <a:pt x="95978" y="95519"/>
                  </a:lnTo>
                  <a:lnTo>
                    <a:pt x="93959" y="99006"/>
                  </a:lnTo>
                  <a:lnTo>
                    <a:pt x="90426" y="99006"/>
                  </a:lnTo>
                  <a:lnTo>
                    <a:pt x="92468" y="95497"/>
                  </a:lnTo>
                  <a:lnTo>
                    <a:pt x="90151" y="91597"/>
                  </a:lnTo>
                  <a:lnTo>
                    <a:pt x="91940" y="88500"/>
                  </a:lnTo>
                  <a:close/>
                  <a:moveTo>
                    <a:pt x="105773" y="88064"/>
                  </a:moveTo>
                  <a:lnTo>
                    <a:pt x="99441" y="99006"/>
                  </a:lnTo>
                  <a:lnTo>
                    <a:pt x="95932" y="99006"/>
                  </a:lnTo>
                  <a:lnTo>
                    <a:pt x="102240" y="88064"/>
                  </a:lnTo>
                  <a:close/>
                  <a:moveTo>
                    <a:pt x="9038" y="0"/>
                  </a:moveTo>
                  <a:lnTo>
                    <a:pt x="2776" y="10874"/>
                  </a:lnTo>
                  <a:lnTo>
                    <a:pt x="0" y="10874"/>
                  </a:lnTo>
                  <a:lnTo>
                    <a:pt x="0" y="13351"/>
                  </a:lnTo>
                  <a:lnTo>
                    <a:pt x="206" y="13145"/>
                  </a:lnTo>
                  <a:lnTo>
                    <a:pt x="436" y="12984"/>
                  </a:lnTo>
                  <a:lnTo>
                    <a:pt x="665" y="12846"/>
                  </a:lnTo>
                  <a:lnTo>
                    <a:pt x="918" y="12709"/>
                  </a:lnTo>
                  <a:lnTo>
                    <a:pt x="1170" y="12617"/>
                  </a:lnTo>
                  <a:lnTo>
                    <a:pt x="1445" y="12548"/>
                  </a:lnTo>
                  <a:lnTo>
                    <a:pt x="1720" y="12525"/>
                  </a:lnTo>
                  <a:lnTo>
                    <a:pt x="1996" y="12502"/>
                  </a:lnTo>
                  <a:lnTo>
                    <a:pt x="2271" y="12525"/>
                  </a:lnTo>
                  <a:lnTo>
                    <a:pt x="2546" y="12594"/>
                  </a:lnTo>
                  <a:lnTo>
                    <a:pt x="2822" y="12686"/>
                  </a:lnTo>
                  <a:lnTo>
                    <a:pt x="3074" y="12824"/>
                  </a:lnTo>
                  <a:lnTo>
                    <a:pt x="3326" y="12984"/>
                  </a:lnTo>
                  <a:lnTo>
                    <a:pt x="3579" y="13191"/>
                  </a:lnTo>
                  <a:lnTo>
                    <a:pt x="3808" y="13443"/>
                  </a:lnTo>
                  <a:lnTo>
                    <a:pt x="4014" y="13741"/>
                  </a:lnTo>
                  <a:lnTo>
                    <a:pt x="4129" y="13993"/>
                  </a:lnTo>
                  <a:lnTo>
                    <a:pt x="4221" y="14246"/>
                  </a:lnTo>
                  <a:lnTo>
                    <a:pt x="4313" y="14475"/>
                  </a:lnTo>
                  <a:lnTo>
                    <a:pt x="4358" y="14727"/>
                  </a:lnTo>
                  <a:lnTo>
                    <a:pt x="4381" y="14957"/>
                  </a:lnTo>
                  <a:lnTo>
                    <a:pt x="4358" y="15186"/>
                  </a:lnTo>
                  <a:lnTo>
                    <a:pt x="4336" y="15416"/>
                  </a:lnTo>
                  <a:lnTo>
                    <a:pt x="4290" y="15645"/>
                  </a:lnTo>
                  <a:lnTo>
                    <a:pt x="4221" y="15851"/>
                  </a:lnTo>
                  <a:lnTo>
                    <a:pt x="4129" y="16058"/>
                  </a:lnTo>
                  <a:lnTo>
                    <a:pt x="4037" y="16241"/>
                  </a:lnTo>
                  <a:lnTo>
                    <a:pt x="3923" y="16425"/>
                  </a:lnTo>
                  <a:lnTo>
                    <a:pt x="3785" y="16586"/>
                  </a:lnTo>
                  <a:lnTo>
                    <a:pt x="3624" y="16746"/>
                  </a:lnTo>
                  <a:lnTo>
                    <a:pt x="3464" y="16907"/>
                  </a:lnTo>
                  <a:lnTo>
                    <a:pt x="3280" y="17044"/>
                  </a:lnTo>
                  <a:lnTo>
                    <a:pt x="3097" y="17159"/>
                  </a:lnTo>
                  <a:lnTo>
                    <a:pt x="2913" y="17251"/>
                  </a:lnTo>
                  <a:lnTo>
                    <a:pt x="2707" y="17343"/>
                  </a:lnTo>
                  <a:lnTo>
                    <a:pt x="2500" y="17434"/>
                  </a:lnTo>
                  <a:lnTo>
                    <a:pt x="2294" y="17480"/>
                  </a:lnTo>
                  <a:lnTo>
                    <a:pt x="2087" y="17526"/>
                  </a:lnTo>
                  <a:lnTo>
                    <a:pt x="1422" y="17526"/>
                  </a:lnTo>
                  <a:lnTo>
                    <a:pt x="1216" y="17480"/>
                  </a:lnTo>
                  <a:lnTo>
                    <a:pt x="986" y="17411"/>
                  </a:lnTo>
                  <a:lnTo>
                    <a:pt x="780" y="17320"/>
                  </a:lnTo>
                  <a:lnTo>
                    <a:pt x="573" y="17228"/>
                  </a:lnTo>
                  <a:lnTo>
                    <a:pt x="367" y="17090"/>
                  </a:lnTo>
                  <a:lnTo>
                    <a:pt x="184" y="16930"/>
                  </a:lnTo>
                  <a:lnTo>
                    <a:pt x="0" y="16746"/>
                  </a:lnTo>
                  <a:lnTo>
                    <a:pt x="0" y="21632"/>
                  </a:lnTo>
                  <a:lnTo>
                    <a:pt x="872" y="23123"/>
                  </a:lnTo>
                  <a:lnTo>
                    <a:pt x="0" y="23123"/>
                  </a:lnTo>
                  <a:lnTo>
                    <a:pt x="0" y="27596"/>
                  </a:lnTo>
                  <a:lnTo>
                    <a:pt x="4473" y="19820"/>
                  </a:lnTo>
                  <a:lnTo>
                    <a:pt x="8006" y="19820"/>
                  </a:lnTo>
                  <a:lnTo>
                    <a:pt x="1675" y="30785"/>
                  </a:lnTo>
                  <a:lnTo>
                    <a:pt x="0" y="30785"/>
                  </a:lnTo>
                  <a:lnTo>
                    <a:pt x="0" y="32574"/>
                  </a:lnTo>
                  <a:lnTo>
                    <a:pt x="367" y="32505"/>
                  </a:lnTo>
                  <a:lnTo>
                    <a:pt x="551" y="32482"/>
                  </a:lnTo>
                  <a:lnTo>
                    <a:pt x="734" y="32482"/>
                  </a:lnTo>
                  <a:lnTo>
                    <a:pt x="918" y="32505"/>
                  </a:lnTo>
                  <a:lnTo>
                    <a:pt x="1124" y="32528"/>
                  </a:lnTo>
                  <a:lnTo>
                    <a:pt x="1308" y="32551"/>
                  </a:lnTo>
                  <a:lnTo>
                    <a:pt x="1491" y="32620"/>
                  </a:lnTo>
                  <a:lnTo>
                    <a:pt x="1675" y="32689"/>
                  </a:lnTo>
                  <a:lnTo>
                    <a:pt x="1835" y="32781"/>
                  </a:lnTo>
                  <a:lnTo>
                    <a:pt x="2019" y="32895"/>
                  </a:lnTo>
                  <a:lnTo>
                    <a:pt x="2179" y="33010"/>
                  </a:lnTo>
                  <a:lnTo>
                    <a:pt x="2340" y="33171"/>
                  </a:lnTo>
                  <a:lnTo>
                    <a:pt x="2500" y="33331"/>
                  </a:lnTo>
                  <a:lnTo>
                    <a:pt x="2638" y="33515"/>
                  </a:lnTo>
                  <a:lnTo>
                    <a:pt x="2776" y="33721"/>
                  </a:lnTo>
                  <a:lnTo>
                    <a:pt x="2890" y="33928"/>
                  </a:lnTo>
                  <a:lnTo>
                    <a:pt x="2959" y="34134"/>
                  </a:lnTo>
                  <a:lnTo>
                    <a:pt x="3028" y="34318"/>
                  </a:lnTo>
                  <a:lnTo>
                    <a:pt x="3097" y="34524"/>
                  </a:lnTo>
                  <a:lnTo>
                    <a:pt x="3120" y="34708"/>
                  </a:lnTo>
                  <a:lnTo>
                    <a:pt x="3143" y="34914"/>
                  </a:lnTo>
                  <a:lnTo>
                    <a:pt x="3143" y="35098"/>
                  </a:lnTo>
                  <a:lnTo>
                    <a:pt x="3120" y="35281"/>
                  </a:lnTo>
                  <a:lnTo>
                    <a:pt x="3097" y="35465"/>
                  </a:lnTo>
                  <a:lnTo>
                    <a:pt x="3051" y="35625"/>
                  </a:lnTo>
                  <a:lnTo>
                    <a:pt x="3005" y="35809"/>
                  </a:lnTo>
                  <a:lnTo>
                    <a:pt x="2936" y="35969"/>
                  </a:lnTo>
                  <a:lnTo>
                    <a:pt x="2776" y="36290"/>
                  </a:lnTo>
                  <a:lnTo>
                    <a:pt x="2546" y="36566"/>
                  </a:lnTo>
                  <a:lnTo>
                    <a:pt x="2317" y="36818"/>
                  </a:lnTo>
                  <a:lnTo>
                    <a:pt x="2019" y="37047"/>
                  </a:lnTo>
                  <a:lnTo>
                    <a:pt x="1720" y="37208"/>
                  </a:lnTo>
                  <a:lnTo>
                    <a:pt x="1399" y="37369"/>
                  </a:lnTo>
                  <a:lnTo>
                    <a:pt x="1055" y="37460"/>
                  </a:lnTo>
                  <a:lnTo>
                    <a:pt x="711" y="37506"/>
                  </a:lnTo>
                  <a:lnTo>
                    <a:pt x="344" y="37506"/>
                  </a:lnTo>
                  <a:lnTo>
                    <a:pt x="184" y="37483"/>
                  </a:lnTo>
                  <a:lnTo>
                    <a:pt x="0" y="37460"/>
                  </a:lnTo>
                  <a:lnTo>
                    <a:pt x="0" y="45076"/>
                  </a:lnTo>
                  <a:lnTo>
                    <a:pt x="3166" y="39571"/>
                  </a:lnTo>
                  <a:lnTo>
                    <a:pt x="6698" y="39571"/>
                  </a:lnTo>
                  <a:lnTo>
                    <a:pt x="367" y="50536"/>
                  </a:lnTo>
                  <a:lnTo>
                    <a:pt x="0" y="50536"/>
                  </a:lnTo>
                  <a:lnTo>
                    <a:pt x="0" y="52233"/>
                  </a:lnTo>
                  <a:lnTo>
                    <a:pt x="206" y="52279"/>
                  </a:lnTo>
                  <a:lnTo>
                    <a:pt x="436" y="52371"/>
                  </a:lnTo>
                  <a:lnTo>
                    <a:pt x="642" y="52485"/>
                  </a:lnTo>
                  <a:lnTo>
                    <a:pt x="826" y="52600"/>
                  </a:lnTo>
                  <a:lnTo>
                    <a:pt x="1032" y="52761"/>
                  </a:lnTo>
                  <a:lnTo>
                    <a:pt x="1216" y="52944"/>
                  </a:lnTo>
                  <a:lnTo>
                    <a:pt x="1376" y="53151"/>
                  </a:lnTo>
                  <a:lnTo>
                    <a:pt x="1537" y="53403"/>
                  </a:lnTo>
                  <a:lnTo>
                    <a:pt x="1698" y="53724"/>
                  </a:lnTo>
                  <a:lnTo>
                    <a:pt x="1812" y="54022"/>
                  </a:lnTo>
                  <a:lnTo>
                    <a:pt x="1881" y="54344"/>
                  </a:lnTo>
                  <a:lnTo>
                    <a:pt x="1927" y="54642"/>
                  </a:lnTo>
                  <a:lnTo>
                    <a:pt x="1904" y="54917"/>
                  </a:lnTo>
                  <a:lnTo>
                    <a:pt x="1858" y="55215"/>
                  </a:lnTo>
                  <a:lnTo>
                    <a:pt x="1789" y="55468"/>
                  </a:lnTo>
                  <a:lnTo>
                    <a:pt x="1675" y="55720"/>
                  </a:lnTo>
                  <a:lnTo>
                    <a:pt x="1537" y="55972"/>
                  </a:lnTo>
                  <a:lnTo>
                    <a:pt x="1376" y="56202"/>
                  </a:lnTo>
                  <a:lnTo>
                    <a:pt x="1193" y="56408"/>
                  </a:lnTo>
                  <a:lnTo>
                    <a:pt x="986" y="56592"/>
                  </a:lnTo>
                  <a:lnTo>
                    <a:pt x="757" y="56752"/>
                  </a:lnTo>
                  <a:lnTo>
                    <a:pt x="505" y="56890"/>
                  </a:lnTo>
                  <a:lnTo>
                    <a:pt x="252" y="57004"/>
                  </a:lnTo>
                  <a:lnTo>
                    <a:pt x="0" y="57096"/>
                  </a:lnTo>
                  <a:lnTo>
                    <a:pt x="0" y="63083"/>
                  </a:lnTo>
                  <a:lnTo>
                    <a:pt x="2065" y="59482"/>
                  </a:lnTo>
                  <a:lnTo>
                    <a:pt x="5597" y="59482"/>
                  </a:lnTo>
                  <a:lnTo>
                    <a:pt x="0" y="69185"/>
                  </a:lnTo>
                  <a:lnTo>
                    <a:pt x="0" y="72741"/>
                  </a:lnTo>
                  <a:lnTo>
                    <a:pt x="229" y="72993"/>
                  </a:lnTo>
                  <a:lnTo>
                    <a:pt x="459" y="73314"/>
                  </a:lnTo>
                  <a:lnTo>
                    <a:pt x="573" y="73544"/>
                  </a:lnTo>
                  <a:lnTo>
                    <a:pt x="665" y="73750"/>
                  </a:lnTo>
                  <a:lnTo>
                    <a:pt x="734" y="73980"/>
                  </a:lnTo>
                  <a:lnTo>
                    <a:pt x="803" y="74209"/>
                  </a:lnTo>
                  <a:lnTo>
                    <a:pt x="826" y="74415"/>
                  </a:lnTo>
                  <a:lnTo>
                    <a:pt x="826" y="74622"/>
                  </a:lnTo>
                  <a:lnTo>
                    <a:pt x="826" y="74851"/>
                  </a:lnTo>
                  <a:lnTo>
                    <a:pt x="780" y="75035"/>
                  </a:lnTo>
                  <a:lnTo>
                    <a:pt x="734" y="75241"/>
                  </a:lnTo>
                  <a:lnTo>
                    <a:pt x="665" y="75425"/>
                  </a:lnTo>
                  <a:lnTo>
                    <a:pt x="596" y="75608"/>
                  </a:lnTo>
                  <a:lnTo>
                    <a:pt x="505" y="75792"/>
                  </a:lnTo>
                  <a:lnTo>
                    <a:pt x="390" y="75952"/>
                  </a:lnTo>
                  <a:lnTo>
                    <a:pt x="275" y="76113"/>
                  </a:lnTo>
                  <a:lnTo>
                    <a:pt x="138" y="76251"/>
                  </a:lnTo>
                  <a:lnTo>
                    <a:pt x="0" y="76388"/>
                  </a:lnTo>
                  <a:lnTo>
                    <a:pt x="0" y="80471"/>
                  </a:lnTo>
                  <a:lnTo>
                    <a:pt x="711" y="79233"/>
                  </a:lnTo>
                  <a:lnTo>
                    <a:pt x="4244" y="79233"/>
                  </a:lnTo>
                  <a:lnTo>
                    <a:pt x="0" y="86573"/>
                  </a:lnTo>
                  <a:lnTo>
                    <a:pt x="0" y="89486"/>
                  </a:lnTo>
                  <a:lnTo>
                    <a:pt x="1308" y="87238"/>
                  </a:lnTo>
                  <a:lnTo>
                    <a:pt x="3303" y="90725"/>
                  </a:lnTo>
                  <a:lnTo>
                    <a:pt x="5345" y="94235"/>
                  </a:lnTo>
                  <a:lnTo>
                    <a:pt x="3326" y="97745"/>
                  </a:lnTo>
                  <a:lnTo>
                    <a:pt x="0" y="97745"/>
                  </a:lnTo>
                  <a:lnTo>
                    <a:pt x="0" y="99098"/>
                  </a:lnTo>
                  <a:lnTo>
                    <a:pt x="11126" y="99098"/>
                  </a:lnTo>
                  <a:lnTo>
                    <a:pt x="10414" y="97882"/>
                  </a:lnTo>
                  <a:lnTo>
                    <a:pt x="12204" y="94785"/>
                  </a:lnTo>
                  <a:lnTo>
                    <a:pt x="14681" y="99098"/>
                  </a:lnTo>
                  <a:lnTo>
                    <a:pt x="19751" y="99098"/>
                  </a:lnTo>
                  <a:lnTo>
                    <a:pt x="22503" y="94327"/>
                  </a:lnTo>
                  <a:lnTo>
                    <a:pt x="26036" y="94327"/>
                  </a:lnTo>
                  <a:lnTo>
                    <a:pt x="23283" y="99098"/>
                  </a:lnTo>
                  <a:lnTo>
                    <a:pt x="29270" y="99098"/>
                  </a:lnTo>
                  <a:lnTo>
                    <a:pt x="29064" y="98869"/>
                  </a:lnTo>
                  <a:lnTo>
                    <a:pt x="28858" y="98593"/>
                  </a:lnTo>
                  <a:lnTo>
                    <a:pt x="28720" y="98318"/>
                  </a:lnTo>
                  <a:lnTo>
                    <a:pt x="28605" y="98066"/>
                  </a:lnTo>
                  <a:lnTo>
                    <a:pt x="28513" y="97790"/>
                  </a:lnTo>
                  <a:lnTo>
                    <a:pt x="28468" y="97538"/>
                  </a:lnTo>
                  <a:lnTo>
                    <a:pt x="28445" y="97286"/>
                  </a:lnTo>
                  <a:lnTo>
                    <a:pt x="28468" y="97033"/>
                  </a:lnTo>
                  <a:lnTo>
                    <a:pt x="28490" y="96804"/>
                  </a:lnTo>
                  <a:lnTo>
                    <a:pt x="28536" y="96575"/>
                  </a:lnTo>
                  <a:lnTo>
                    <a:pt x="28628" y="96345"/>
                  </a:lnTo>
                  <a:lnTo>
                    <a:pt x="28720" y="96139"/>
                  </a:lnTo>
                  <a:lnTo>
                    <a:pt x="28858" y="95932"/>
                  </a:lnTo>
                  <a:lnTo>
                    <a:pt x="28995" y="95749"/>
                  </a:lnTo>
                  <a:lnTo>
                    <a:pt x="29133" y="95565"/>
                  </a:lnTo>
                  <a:lnTo>
                    <a:pt x="29316" y="95405"/>
                  </a:lnTo>
                  <a:lnTo>
                    <a:pt x="29500" y="95267"/>
                  </a:lnTo>
                  <a:lnTo>
                    <a:pt x="29683" y="95130"/>
                  </a:lnTo>
                  <a:lnTo>
                    <a:pt x="29890" y="95015"/>
                  </a:lnTo>
                  <a:lnTo>
                    <a:pt x="30119" y="94923"/>
                  </a:lnTo>
                  <a:lnTo>
                    <a:pt x="30326" y="94831"/>
                  </a:lnTo>
                  <a:lnTo>
                    <a:pt x="30555" y="94785"/>
                  </a:lnTo>
                  <a:lnTo>
                    <a:pt x="30784" y="94740"/>
                  </a:lnTo>
                  <a:lnTo>
                    <a:pt x="31014" y="94717"/>
                  </a:lnTo>
                  <a:lnTo>
                    <a:pt x="31266" y="94740"/>
                  </a:lnTo>
                  <a:lnTo>
                    <a:pt x="31496" y="94762"/>
                  </a:lnTo>
                  <a:lnTo>
                    <a:pt x="31725" y="94808"/>
                  </a:lnTo>
                  <a:lnTo>
                    <a:pt x="31954" y="94900"/>
                  </a:lnTo>
                  <a:lnTo>
                    <a:pt x="32161" y="94992"/>
                  </a:lnTo>
                  <a:lnTo>
                    <a:pt x="32390" y="95130"/>
                  </a:lnTo>
                  <a:lnTo>
                    <a:pt x="32597" y="95290"/>
                  </a:lnTo>
                  <a:lnTo>
                    <a:pt x="32780" y="95497"/>
                  </a:lnTo>
                  <a:lnTo>
                    <a:pt x="32964" y="95703"/>
                  </a:lnTo>
                  <a:lnTo>
                    <a:pt x="33147" y="95955"/>
                  </a:lnTo>
                  <a:lnTo>
                    <a:pt x="33262" y="96185"/>
                  </a:lnTo>
                  <a:lnTo>
                    <a:pt x="33354" y="96414"/>
                  </a:lnTo>
                  <a:lnTo>
                    <a:pt x="33445" y="96644"/>
                  </a:lnTo>
                  <a:lnTo>
                    <a:pt x="33491" y="96873"/>
                  </a:lnTo>
                  <a:lnTo>
                    <a:pt x="33514" y="97102"/>
                  </a:lnTo>
                  <a:lnTo>
                    <a:pt x="33514" y="97309"/>
                  </a:lnTo>
                  <a:lnTo>
                    <a:pt x="33491" y="97515"/>
                  </a:lnTo>
                  <a:lnTo>
                    <a:pt x="33468" y="97722"/>
                  </a:lnTo>
                  <a:lnTo>
                    <a:pt x="33422" y="97928"/>
                  </a:lnTo>
                  <a:lnTo>
                    <a:pt x="33354" y="98135"/>
                  </a:lnTo>
                  <a:lnTo>
                    <a:pt x="33262" y="98318"/>
                  </a:lnTo>
                  <a:lnTo>
                    <a:pt x="33170" y="98479"/>
                  </a:lnTo>
                  <a:lnTo>
                    <a:pt x="33055" y="98662"/>
                  </a:lnTo>
                  <a:lnTo>
                    <a:pt x="32918" y="98823"/>
                  </a:lnTo>
                  <a:lnTo>
                    <a:pt x="32780" y="98960"/>
                  </a:lnTo>
                  <a:lnTo>
                    <a:pt x="32642" y="99098"/>
                  </a:lnTo>
                  <a:lnTo>
                    <a:pt x="34684" y="99098"/>
                  </a:lnTo>
                  <a:lnTo>
                    <a:pt x="35831" y="97148"/>
                  </a:lnTo>
                  <a:lnTo>
                    <a:pt x="33514" y="93249"/>
                  </a:lnTo>
                  <a:lnTo>
                    <a:pt x="35303" y="90129"/>
                  </a:lnTo>
                  <a:lnTo>
                    <a:pt x="37322" y="93638"/>
                  </a:lnTo>
                  <a:lnTo>
                    <a:pt x="39341" y="97148"/>
                  </a:lnTo>
                  <a:lnTo>
                    <a:pt x="38217" y="99098"/>
                  </a:lnTo>
                  <a:lnTo>
                    <a:pt x="40189" y="99098"/>
                  </a:lnTo>
                  <a:lnTo>
                    <a:pt x="45603" y="89693"/>
                  </a:lnTo>
                  <a:lnTo>
                    <a:pt x="49136" y="89693"/>
                  </a:lnTo>
                  <a:lnTo>
                    <a:pt x="43699" y="99098"/>
                  </a:lnTo>
                  <a:lnTo>
                    <a:pt x="44984" y="99098"/>
                  </a:lnTo>
                  <a:lnTo>
                    <a:pt x="45741" y="97790"/>
                  </a:lnTo>
                  <a:lnTo>
                    <a:pt x="46475" y="99098"/>
                  </a:lnTo>
                  <a:lnTo>
                    <a:pt x="47989" y="99098"/>
                  </a:lnTo>
                  <a:lnTo>
                    <a:pt x="47117" y="97607"/>
                  </a:lnTo>
                  <a:lnTo>
                    <a:pt x="50650" y="97584"/>
                  </a:lnTo>
                  <a:lnTo>
                    <a:pt x="51521" y="99098"/>
                  </a:lnTo>
                  <a:lnTo>
                    <a:pt x="55031" y="99098"/>
                  </a:lnTo>
                  <a:lnTo>
                    <a:pt x="56040" y="97355"/>
                  </a:lnTo>
                  <a:lnTo>
                    <a:pt x="59573" y="97355"/>
                  </a:lnTo>
                  <a:lnTo>
                    <a:pt x="58564" y="99098"/>
                  </a:lnTo>
                  <a:lnTo>
                    <a:pt x="62280" y="99098"/>
                  </a:lnTo>
                  <a:lnTo>
                    <a:pt x="62463" y="98823"/>
                  </a:lnTo>
                  <a:lnTo>
                    <a:pt x="62670" y="98593"/>
                  </a:lnTo>
                  <a:lnTo>
                    <a:pt x="62899" y="98364"/>
                  </a:lnTo>
                  <a:lnTo>
                    <a:pt x="63152" y="98180"/>
                  </a:lnTo>
                  <a:lnTo>
                    <a:pt x="63427" y="98020"/>
                  </a:lnTo>
                  <a:lnTo>
                    <a:pt x="63725" y="97882"/>
                  </a:lnTo>
                  <a:lnTo>
                    <a:pt x="64023" y="97790"/>
                  </a:lnTo>
                  <a:lnTo>
                    <a:pt x="64344" y="97745"/>
                  </a:lnTo>
                  <a:lnTo>
                    <a:pt x="64666" y="97745"/>
                  </a:lnTo>
                  <a:lnTo>
                    <a:pt x="64987" y="97768"/>
                  </a:lnTo>
                  <a:lnTo>
                    <a:pt x="65285" y="97836"/>
                  </a:lnTo>
                  <a:lnTo>
                    <a:pt x="65606" y="97951"/>
                  </a:lnTo>
                  <a:lnTo>
                    <a:pt x="65904" y="98135"/>
                  </a:lnTo>
                  <a:lnTo>
                    <a:pt x="66180" y="98364"/>
                  </a:lnTo>
                  <a:lnTo>
                    <a:pt x="66432" y="98639"/>
                  </a:lnTo>
                  <a:lnTo>
                    <a:pt x="66684" y="98960"/>
                  </a:lnTo>
                  <a:lnTo>
                    <a:pt x="66753" y="99098"/>
                  </a:lnTo>
                  <a:lnTo>
                    <a:pt x="68726" y="99098"/>
                  </a:lnTo>
                  <a:lnTo>
                    <a:pt x="67051" y="96254"/>
                  </a:lnTo>
                  <a:lnTo>
                    <a:pt x="68841" y="93134"/>
                  </a:lnTo>
                  <a:lnTo>
                    <a:pt x="70446" y="95932"/>
                  </a:lnTo>
                  <a:lnTo>
                    <a:pt x="72258" y="99098"/>
                  </a:lnTo>
                  <a:lnTo>
                    <a:pt x="75447" y="99098"/>
                  </a:lnTo>
                  <a:lnTo>
                    <a:pt x="79140" y="92698"/>
                  </a:lnTo>
                  <a:lnTo>
                    <a:pt x="82673" y="92698"/>
                  </a:lnTo>
                  <a:lnTo>
                    <a:pt x="78980" y="99098"/>
                  </a:lnTo>
                  <a:lnTo>
                    <a:pt x="101093" y="99098"/>
                  </a:lnTo>
                  <a:lnTo>
                    <a:pt x="102836" y="96047"/>
                  </a:lnTo>
                  <a:lnTo>
                    <a:pt x="104580" y="99098"/>
                  </a:lnTo>
                  <a:lnTo>
                    <a:pt x="111140" y="99098"/>
                  </a:lnTo>
                  <a:lnTo>
                    <a:pt x="113136" y="95611"/>
                  </a:lnTo>
                  <a:lnTo>
                    <a:pt x="116669" y="95611"/>
                  </a:lnTo>
                  <a:lnTo>
                    <a:pt x="114650" y="99098"/>
                  </a:lnTo>
                  <a:lnTo>
                    <a:pt x="118252" y="99098"/>
                  </a:lnTo>
                  <a:lnTo>
                    <a:pt x="118183" y="98869"/>
                  </a:lnTo>
                  <a:lnTo>
                    <a:pt x="118160" y="98616"/>
                  </a:lnTo>
                  <a:lnTo>
                    <a:pt x="118160" y="98387"/>
                  </a:lnTo>
                  <a:lnTo>
                    <a:pt x="118160" y="98180"/>
                  </a:lnTo>
                  <a:lnTo>
                    <a:pt x="118206" y="97951"/>
                  </a:lnTo>
                  <a:lnTo>
                    <a:pt x="118274" y="97745"/>
                  </a:lnTo>
                  <a:lnTo>
                    <a:pt x="118343" y="97538"/>
                  </a:lnTo>
                  <a:lnTo>
                    <a:pt x="118435" y="97355"/>
                  </a:lnTo>
                  <a:lnTo>
                    <a:pt x="118550" y="97171"/>
                  </a:lnTo>
                  <a:lnTo>
                    <a:pt x="118664" y="96988"/>
                  </a:lnTo>
                  <a:lnTo>
                    <a:pt x="118802" y="96827"/>
                  </a:lnTo>
                  <a:lnTo>
                    <a:pt x="118963" y="96666"/>
                  </a:lnTo>
                  <a:lnTo>
                    <a:pt x="119123" y="96529"/>
                  </a:lnTo>
                  <a:lnTo>
                    <a:pt x="119307" y="96414"/>
                  </a:lnTo>
                  <a:lnTo>
                    <a:pt x="119490" y="96299"/>
                  </a:lnTo>
                  <a:lnTo>
                    <a:pt x="119674" y="96208"/>
                  </a:lnTo>
                  <a:lnTo>
                    <a:pt x="119880" y="96116"/>
                  </a:lnTo>
                  <a:lnTo>
                    <a:pt x="120064" y="96047"/>
                  </a:lnTo>
                  <a:lnTo>
                    <a:pt x="120293" y="96001"/>
                  </a:lnTo>
                  <a:lnTo>
                    <a:pt x="120500" y="95955"/>
                  </a:lnTo>
                  <a:lnTo>
                    <a:pt x="120912" y="95955"/>
                  </a:lnTo>
                  <a:lnTo>
                    <a:pt x="121142" y="95978"/>
                  </a:lnTo>
                  <a:lnTo>
                    <a:pt x="121348" y="96024"/>
                  </a:lnTo>
                  <a:lnTo>
                    <a:pt x="121555" y="96070"/>
                  </a:lnTo>
                  <a:lnTo>
                    <a:pt x="121761" y="96162"/>
                  </a:lnTo>
                  <a:lnTo>
                    <a:pt x="121968" y="96276"/>
                  </a:lnTo>
                  <a:lnTo>
                    <a:pt x="122151" y="96414"/>
                  </a:lnTo>
                  <a:lnTo>
                    <a:pt x="122358" y="96552"/>
                  </a:lnTo>
                  <a:lnTo>
                    <a:pt x="122518" y="96735"/>
                  </a:lnTo>
                  <a:lnTo>
                    <a:pt x="122702" y="96942"/>
                  </a:lnTo>
                  <a:lnTo>
                    <a:pt x="122862" y="97171"/>
                  </a:lnTo>
                  <a:lnTo>
                    <a:pt x="122977" y="97423"/>
                  </a:lnTo>
                  <a:lnTo>
                    <a:pt x="123092" y="97676"/>
                  </a:lnTo>
                  <a:lnTo>
                    <a:pt x="123161" y="97928"/>
                  </a:lnTo>
                  <a:lnTo>
                    <a:pt x="123206" y="98180"/>
                  </a:lnTo>
                  <a:lnTo>
                    <a:pt x="123229" y="98410"/>
                  </a:lnTo>
                  <a:lnTo>
                    <a:pt x="123206" y="98639"/>
                  </a:lnTo>
                  <a:lnTo>
                    <a:pt x="123183" y="98869"/>
                  </a:lnTo>
                  <a:lnTo>
                    <a:pt x="123138" y="99098"/>
                  </a:lnTo>
                  <a:lnTo>
                    <a:pt x="125707" y="99098"/>
                  </a:lnTo>
                  <a:lnTo>
                    <a:pt x="126189" y="98249"/>
                  </a:lnTo>
                  <a:lnTo>
                    <a:pt x="123872" y="94350"/>
                  </a:lnTo>
                  <a:lnTo>
                    <a:pt x="125661" y="91253"/>
                  </a:lnTo>
                  <a:lnTo>
                    <a:pt x="127680" y="94740"/>
                  </a:lnTo>
                  <a:lnTo>
                    <a:pt x="129698" y="98249"/>
                  </a:lnTo>
                  <a:lnTo>
                    <a:pt x="129216" y="99098"/>
                  </a:lnTo>
                  <a:lnTo>
                    <a:pt x="131189" y="99098"/>
                  </a:lnTo>
                  <a:lnTo>
                    <a:pt x="135961" y="90794"/>
                  </a:lnTo>
                  <a:lnTo>
                    <a:pt x="139493" y="90794"/>
                  </a:lnTo>
                  <a:lnTo>
                    <a:pt x="134699" y="99098"/>
                  </a:lnTo>
                  <a:lnTo>
                    <a:pt x="138232" y="99098"/>
                  </a:lnTo>
                  <a:lnTo>
                    <a:pt x="137956" y="98593"/>
                  </a:lnTo>
                  <a:lnTo>
                    <a:pt x="141489" y="98593"/>
                  </a:lnTo>
                  <a:lnTo>
                    <a:pt x="141787" y="99098"/>
                  </a:lnTo>
                  <a:lnTo>
                    <a:pt x="146444" y="99098"/>
                  </a:lnTo>
                  <a:lnTo>
                    <a:pt x="146857" y="98364"/>
                  </a:lnTo>
                  <a:lnTo>
                    <a:pt x="150389" y="98364"/>
                  </a:lnTo>
                  <a:lnTo>
                    <a:pt x="149954" y="99098"/>
                  </a:lnTo>
                  <a:lnTo>
                    <a:pt x="154128" y="99098"/>
                  </a:lnTo>
                  <a:lnTo>
                    <a:pt x="154427" y="98960"/>
                  </a:lnTo>
                  <a:lnTo>
                    <a:pt x="154748" y="98846"/>
                  </a:lnTo>
                  <a:lnTo>
                    <a:pt x="155069" y="98777"/>
                  </a:lnTo>
                  <a:lnTo>
                    <a:pt x="155390" y="98754"/>
                  </a:lnTo>
                  <a:lnTo>
                    <a:pt x="155711" y="98754"/>
                  </a:lnTo>
                  <a:lnTo>
                    <a:pt x="156032" y="98823"/>
                  </a:lnTo>
                  <a:lnTo>
                    <a:pt x="156354" y="98937"/>
                  </a:lnTo>
                  <a:lnTo>
                    <a:pt x="156675" y="99098"/>
                  </a:lnTo>
                  <a:lnTo>
                    <a:pt x="158969" y="99098"/>
                  </a:lnTo>
                  <a:lnTo>
                    <a:pt x="157890" y="97263"/>
                  </a:lnTo>
                  <a:lnTo>
                    <a:pt x="159680" y="94143"/>
                  </a:lnTo>
                  <a:lnTo>
                    <a:pt x="160964" y="96414"/>
                  </a:lnTo>
                  <a:lnTo>
                    <a:pt x="162524" y="99098"/>
                  </a:lnTo>
                  <a:lnTo>
                    <a:pt x="166860" y="99098"/>
                  </a:lnTo>
                  <a:lnTo>
                    <a:pt x="169979" y="93707"/>
                  </a:lnTo>
                  <a:lnTo>
                    <a:pt x="173489" y="93707"/>
                  </a:lnTo>
                  <a:lnTo>
                    <a:pt x="170392" y="99098"/>
                  </a:lnTo>
                  <a:lnTo>
                    <a:pt x="176173" y="99098"/>
                  </a:lnTo>
                  <a:lnTo>
                    <a:pt x="176173" y="89578"/>
                  </a:lnTo>
                  <a:lnTo>
                    <a:pt x="174521" y="92446"/>
                  </a:lnTo>
                  <a:lnTo>
                    <a:pt x="170989" y="92446"/>
                  </a:lnTo>
                  <a:lnTo>
                    <a:pt x="173030" y="88936"/>
                  </a:lnTo>
                  <a:lnTo>
                    <a:pt x="170713" y="85036"/>
                  </a:lnTo>
                  <a:lnTo>
                    <a:pt x="172503" y="81917"/>
                  </a:lnTo>
                  <a:lnTo>
                    <a:pt x="174246" y="84967"/>
                  </a:lnTo>
                  <a:lnTo>
                    <a:pt x="176173" y="88294"/>
                  </a:lnTo>
                  <a:lnTo>
                    <a:pt x="176173" y="84784"/>
                  </a:lnTo>
                  <a:lnTo>
                    <a:pt x="175668" y="84784"/>
                  </a:lnTo>
                  <a:lnTo>
                    <a:pt x="173902" y="81733"/>
                  </a:lnTo>
                  <a:lnTo>
                    <a:pt x="176173" y="81733"/>
                  </a:lnTo>
                  <a:lnTo>
                    <a:pt x="176173" y="72121"/>
                  </a:lnTo>
                  <a:lnTo>
                    <a:pt x="175852" y="72695"/>
                  </a:lnTo>
                  <a:lnTo>
                    <a:pt x="172319" y="72695"/>
                  </a:lnTo>
                  <a:lnTo>
                    <a:pt x="174338" y="69185"/>
                  </a:lnTo>
                  <a:lnTo>
                    <a:pt x="172021" y="65286"/>
                  </a:lnTo>
                  <a:lnTo>
                    <a:pt x="173833" y="62189"/>
                  </a:lnTo>
                  <a:lnTo>
                    <a:pt x="176173" y="66272"/>
                  </a:lnTo>
                  <a:lnTo>
                    <a:pt x="176173" y="63634"/>
                  </a:lnTo>
                  <a:lnTo>
                    <a:pt x="175210" y="61982"/>
                  </a:lnTo>
                  <a:lnTo>
                    <a:pt x="176173" y="61982"/>
                  </a:lnTo>
                  <a:lnTo>
                    <a:pt x="176173" y="55284"/>
                  </a:lnTo>
                  <a:lnTo>
                    <a:pt x="170484" y="65125"/>
                  </a:lnTo>
                  <a:lnTo>
                    <a:pt x="166974" y="65148"/>
                  </a:lnTo>
                  <a:lnTo>
                    <a:pt x="173283" y="54183"/>
                  </a:lnTo>
                  <a:lnTo>
                    <a:pt x="176173" y="54183"/>
                  </a:lnTo>
                  <a:lnTo>
                    <a:pt x="176173" y="52784"/>
                  </a:lnTo>
                  <a:lnTo>
                    <a:pt x="173397" y="52784"/>
                  </a:lnTo>
                  <a:lnTo>
                    <a:pt x="175439" y="49274"/>
                  </a:lnTo>
                  <a:lnTo>
                    <a:pt x="173122" y="45374"/>
                  </a:lnTo>
                  <a:lnTo>
                    <a:pt x="174911" y="42277"/>
                  </a:lnTo>
                  <a:lnTo>
                    <a:pt x="176173" y="44480"/>
                  </a:lnTo>
                  <a:lnTo>
                    <a:pt x="176173" y="37254"/>
                  </a:lnTo>
                  <a:lnTo>
                    <a:pt x="171562" y="45214"/>
                  </a:lnTo>
                  <a:lnTo>
                    <a:pt x="168053" y="45237"/>
                  </a:lnTo>
                  <a:lnTo>
                    <a:pt x="174361" y="34272"/>
                  </a:lnTo>
                  <a:lnTo>
                    <a:pt x="176173" y="34272"/>
                  </a:lnTo>
                  <a:lnTo>
                    <a:pt x="176173" y="33033"/>
                  </a:lnTo>
                  <a:lnTo>
                    <a:pt x="174774" y="33033"/>
                  </a:lnTo>
                  <a:lnTo>
                    <a:pt x="176173" y="30601"/>
                  </a:lnTo>
                  <a:lnTo>
                    <a:pt x="176173" y="28468"/>
                  </a:lnTo>
                  <a:lnTo>
                    <a:pt x="174498" y="25624"/>
                  </a:lnTo>
                  <a:lnTo>
                    <a:pt x="176173" y="22710"/>
                  </a:lnTo>
                  <a:lnTo>
                    <a:pt x="176173" y="19774"/>
                  </a:lnTo>
                  <a:lnTo>
                    <a:pt x="172893" y="25486"/>
                  </a:lnTo>
                  <a:lnTo>
                    <a:pt x="169360" y="25486"/>
                  </a:lnTo>
                  <a:lnTo>
                    <a:pt x="175691" y="14521"/>
                  </a:lnTo>
                  <a:lnTo>
                    <a:pt x="176173" y="14521"/>
                  </a:lnTo>
                  <a:lnTo>
                    <a:pt x="176173" y="13902"/>
                  </a:lnTo>
                  <a:lnTo>
                    <a:pt x="176173" y="13122"/>
                  </a:lnTo>
                  <a:lnTo>
                    <a:pt x="176173" y="12571"/>
                  </a:lnTo>
                  <a:lnTo>
                    <a:pt x="176173" y="12456"/>
                  </a:lnTo>
                  <a:lnTo>
                    <a:pt x="176173" y="6722"/>
                  </a:lnTo>
                  <a:lnTo>
                    <a:pt x="175577" y="5712"/>
                  </a:lnTo>
                  <a:lnTo>
                    <a:pt x="176173" y="4680"/>
                  </a:lnTo>
                  <a:lnTo>
                    <a:pt x="176173" y="1767"/>
                  </a:lnTo>
                  <a:lnTo>
                    <a:pt x="173971" y="5575"/>
                  </a:lnTo>
                  <a:lnTo>
                    <a:pt x="170461" y="5575"/>
                  </a:lnTo>
                  <a:lnTo>
                    <a:pt x="173673" y="0"/>
                  </a:lnTo>
                  <a:lnTo>
                    <a:pt x="169314" y="0"/>
                  </a:lnTo>
                  <a:lnTo>
                    <a:pt x="170507" y="2065"/>
                  </a:lnTo>
                  <a:lnTo>
                    <a:pt x="168488" y="5575"/>
                  </a:lnTo>
                  <a:lnTo>
                    <a:pt x="164956" y="5575"/>
                  </a:lnTo>
                  <a:lnTo>
                    <a:pt x="166997" y="2065"/>
                  </a:lnTo>
                  <a:lnTo>
                    <a:pt x="165759" y="0"/>
                  </a:lnTo>
                  <a:lnTo>
                    <a:pt x="163465" y="0"/>
                  </a:lnTo>
                  <a:lnTo>
                    <a:pt x="163694" y="161"/>
                  </a:lnTo>
                  <a:lnTo>
                    <a:pt x="163901" y="367"/>
                  </a:lnTo>
                  <a:lnTo>
                    <a:pt x="164130" y="620"/>
                  </a:lnTo>
                  <a:lnTo>
                    <a:pt x="164313" y="895"/>
                  </a:lnTo>
                  <a:lnTo>
                    <a:pt x="164451" y="1147"/>
                  </a:lnTo>
                  <a:lnTo>
                    <a:pt x="164543" y="1423"/>
                  </a:lnTo>
                  <a:lnTo>
                    <a:pt x="164612" y="1675"/>
                  </a:lnTo>
                  <a:lnTo>
                    <a:pt x="164658" y="1927"/>
                  </a:lnTo>
                  <a:lnTo>
                    <a:pt x="164680" y="2180"/>
                  </a:lnTo>
                  <a:lnTo>
                    <a:pt x="164680" y="2409"/>
                  </a:lnTo>
                  <a:lnTo>
                    <a:pt x="164635" y="2638"/>
                  </a:lnTo>
                  <a:lnTo>
                    <a:pt x="164566" y="2868"/>
                  </a:lnTo>
                  <a:lnTo>
                    <a:pt x="164497" y="3097"/>
                  </a:lnTo>
                  <a:lnTo>
                    <a:pt x="164382" y="3304"/>
                  </a:lnTo>
                  <a:lnTo>
                    <a:pt x="164268" y="3487"/>
                  </a:lnTo>
                  <a:lnTo>
                    <a:pt x="164130" y="3671"/>
                  </a:lnTo>
                  <a:lnTo>
                    <a:pt x="163992" y="3854"/>
                  </a:lnTo>
                  <a:lnTo>
                    <a:pt x="163809" y="4015"/>
                  </a:lnTo>
                  <a:lnTo>
                    <a:pt x="163625" y="4152"/>
                  </a:lnTo>
                  <a:lnTo>
                    <a:pt x="163442" y="4290"/>
                  </a:lnTo>
                  <a:lnTo>
                    <a:pt x="163235" y="4405"/>
                  </a:lnTo>
                  <a:lnTo>
                    <a:pt x="163029" y="4497"/>
                  </a:lnTo>
                  <a:lnTo>
                    <a:pt x="162822" y="4565"/>
                  </a:lnTo>
                  <a:lnTo>
                    <a:pt x="162593" y="4634"/>
                  </a:lnTo>
                  <a:lnTo>
                    <a:pt x="162364" y="4657"/>
                  </a:lnTo>
                  <a:lnTo>
                    <a:pt x="162134" y="4680"/>
                  </a:lnTo>
                  <a:lnTo>
                    <a:pt x="161905" y="4680"/>
                  </a:lnTo>
                  <a:lnTo>
                    <a:pt x="161675" y="4657"/>
                  </a:lnTo>
                  <a:lnTo>
                    <a:pt x="161446" y="4611"/>
                  </a:lnTo>
                  <a:lnTo>
                    <a:pt x="161217" y="4519"/>
                  </a:lnTo>
                  <a:lnTo>
                    <a:pt x="161010" y="4428"/>
                  </a:lnTo>
                  <a:lnTo>
                    <a:pt x="160781" y="4313"/>
                  </a:lnTo>
                  <a:lnTo>
                    <a:pt x="160574" y="4152"/>
                  </a:lnTo>
                  <a:lnTo>
                    <a:pt x="160391" y="3969"/>
                  </a:lnTo>
                  <a:lnTo>
                    <a:pt x="160184" y="3763"/>
                  </a:lnTo>
                  <a:lnTo>
                    <a:pt x="160024" y="3510"/>
                  </a:lnTo>
                  <a:lnTo>
                    <a:pt x="159863" y="3235"/>
                  </a:lnTo>
                  <a:lnTo>
                    <a:pt x="159749" y="2960"/>
                  </a:lnTo>
                  <a:lnTo>
                    <a:pt x="159680" y="2707"/>
                  </a:lnTo>
                  <a:lnTo>
                    <a:pt x="159634" y="2432"/>
                  </a:lnTo>
                  <a:lnTo>
                    <a:pt x="159611" y="2180"/>
                  </a:lnTo>
                  <a:lnTo>
                    <a:pt x="159634" y="1927"/>
                  </a:lnTo>
                  <a:lnTo>
                    <a:pt x="159657" y="1675"/>
                  </a:lnTo>
                  <a:lnTo>
                    <a:pt x="159726" y="1446"/>
                  </a:lnTo>
                  <a:lnTo>
                    <a:pt x="159817" y="1216"/>
                  </a:lnTo>
                  <a:lnTo>
                    <a:pt x="159932" y="1010"/>
                  </a:lnTo>
                  <a:lnTo>
                    <a:pt x="160047" y="803"/>
                  </a:lnTo>
                  <a:lnTo>
                    <a:pt x="160207" y="620"/>
                  </a:lnTo>
                  <a:lnTo>
                    <a:pt x="160368" y="436"/>
                  </a:lnTo>
                  <a:lnTo>
                    <a:pt x="160551" y="276"/>
                  </a:lnTo>
                  <a:lnTo>
                    <a:pt x="160735" y="138"/>
                  </a:lnTo>
                  <a:lnTo>
                    <a:pt x="160941" y="0"/>
                  </a:lnTo>
                  <a:lnTo>
                    <a:pt x="156766" y="0"/>
                  </a:lnTo>
                  <a:lnTo>
                    <a:pt x="150871" y="10231"/>
                  </a:lnTo>
                  <a:lnTo>
                    <a:pt x="147361" y="10231"/>
                  </a:lnTo>
                  <a:lnTo>
                    <a:pt x="153257" y="0"/>
                  </a:lnTo>
                  <a:lnTo>
                    <a:pt x="148577" y="0"/>
                  </a:lnTo>
                  <a:lnTo>
                    <a:pt x="150068" y="2570"/>
                  </a:lnTo>
                  <a:lnTo>
                    <a:pt x="146536" y="2570"/>
                  </a:lnTo>
                  <a:lnTo>
                    <a:pt x="145045" y="0"/>
                  </a:lnTo>
                  <a:lnTo>
                    <a:pt x="143531" y="0"/>
                  </a:lnTo>
                  <a:lnTo>
                    <a:pt x="145503" y="3418"/>
                  </a:lnTo>
                  <a:lnTo>
                    <a:pt x="147407" y="6722"/>
                  </a:lnTo>
                  <a:lnTo>
                    <a:pt x="145389" y="10231"/>
                  </a:lnTo>
                  <a:lnTo>
                    <a:pt x="141856" y="10231"/>
                  </a:lnTo>
                  <a:lnTo>
                    <a:pt x="143898" y="6722"/>
                  </a:lnTo>
                  <a:lnTo>
                    <a:pt x="141581" y="2822"/>
                  </a:lnTo>
                  <a:lnTo>
                    <a:pt x="143209" y="0"/>
                  </a:lnTo>
                  <a:lnTo>
                    <a:pt x="141925" y="0"/>
                  </a:lnTo>
                  <a:lnTo>
                    <a:pt x="140457" y="2570"/>
                  </a:lnTo>
                  <a:lnTo>
                    <a:pt x="136924" y="2570"/>
                  </a:lnTo>
                  <a:lnTo>
                    <a:pt x="138415" y="0"/>
                  </a:lnTo>
                  <a:lnTo>
                    <a:pt x="136442" y="0"/>
                  </a:lnTo>
                  <a:lnTo>
                    <a:pt x="134974" y="2570"/>
                  </a:lnTo>
                  <a:lnTo>
                    <a:pt x="131442" y="2570"/>
                  </a:lnTo>
                  <a:lnTo>
                    <a:pt x="132910" y="0"/>
                  </a:lnTo>
                  <a:lnTo>
                    <a:pt x="131006" y="0"/>
                  </a:lnTo>
                  <a:lnTo>
                    <a:pt x="130845" y="299"/>
                  </a:lnTo>
                  <a:lnTo>
                    <a:pt x="130662" y="597"/>
                  </a:lnTo>
                  <a:lnTo>
                    <a:pt x="130455" y="849"/>
                  </a:lnTo>
                  <a:lnTo>
                    <a:pt x="130203" y="1079"/>
                  </a:lnTo>
                  <a:lnTo>
                    <a:pt x="129928" y="1262"/>
                  </a:lnTo>
                  <a:lnTo>
                    <a:pt x="129629" y="1423"/>
                  </a:lnTo>
                  <a:lnTo>
                    <a:pt x="129308" y="1560"/>
                  </a:lnTo>
                  <a:lnTo>
                    <a:pt x="128987" y="1629"/>
                  </a:lnTo>
                  <a:lnTo>
                    <a:pt x="128666" y="1675"/>
                  </a:lnTo>
                  <a:lnTo>
                    <a:pt x="128322" y="1675"/>
                  </a:lnTo>
                  <a:lnTo>
                    <a:pt x="127978" y="1606"/>
                  </a:lnTo>
                  <a:lnTo>
                    <a:pt x="127657" y="1514"/>
                  </a:lnTo>
                  <a:lnTo>
                    <a:pt x="127496" y="1446"/>
                  </a:lnTo>
                  <a:lnTo>
                    <a:pt x="127335" y="1354"/>
                  </a:lnTo>
                  <a:lnTo>
                    <a:pt x="127175" y="1239"/>
                  </a:lnTo>
                  <a:lnTo>
                    <a:pt x="127037" y="1124"/>
                  </a:lnTo>
                  <a:lnTo>
                    <a:pt x="126900" y="1010"/>
                  </a:lnTo>
                  <a:lnTo>
                    <a:pt x="126739" y="849"/>
                  </a:lnTo>
                  <a:lnTo>
                    <a:pt x="126624" y="689"/>
                  </a:lnTo>
                  <a:lnTo>
                    <a:pt x="126487" y="505"/>
                  </a:lnTo>
                  <a:lnTo>
                    <a:pt x="126349" y="253"/>
                  </a:lnTo>
                  <a:lnTo>
                    <a:pt x="126234" y="0"/>
                  </a:lnTo>
                  <a:lnTo>
                    <a:pt x="121486" y="0"/>
                  </a:lnTo>
                  <a:lnTo>
                    <a:pt x="117334" y="7203"/>
                  </a:lnTo>
                  <a:lnTo>
                    <a:pt x="113824" y="7203"/>
                  </a:lnTo>
                  <a:lnTo>
                    <a:pt x="117976" y="0"/>
                  </a:lnTo>
                  <a:lnTo>
                    <a:pt x="111737" y="0"/>
                  </a:lnTo>
                  <a:lnTo>
                    <a:pt x="113870" y="3717"/>
                  </a:lnTo>
                  <a:lnTo>
                    <a:pt x="111852" y="7203"/>
                  </a:lnTo>
                  <a:lnTo>
                    <a:pt x="108319" y="7203"/>
                  </a:lnTo>
                  <a:lnTo>
                    <a:pt x="110360" y="3694"/>
                  </a:lnTo>
                  <a:lnTo>
                    <a:pt x="108158" y="0"/>
                  </a:lnTo>
                  <a:lnTo>
                    <a:pt x="86137" y="0"/>
                  </a:lnTo>
                  <a:lnTo>
                    <a:pt x="83567" y="4451"/>
                  </a:lnTo>
                  <a:lnTo>
                    <a:pt x="80035" y="4474"/>
                  </a:lnTo>
                  <a:lnTo>
                    <a:pt x="82627" y="0"/>
                  </a:lnTo>
                  <a:lnTo>
                    <a:pt x="79530" y="0"/>
                  </a:lnTo>
                  <a:lnTo>
                    <a:pt x="80104" y="964"/>
                  </a:lnTo>
                  <a:lnTo>
                    <a:pt x="78085" y="4451"/>
                  </a:lnTo>
                  <a:lnTo>
                    <a:pt x="74552" y="4474"/>
                  </a:lnTo>
                  <a:lnTo>
                    <a:pt x="76571" y="964"/>
                  </a:lnTo>
                  <a:lnTo>
                    <a:pt x="75998" y="0"/>
                  </a:lnTo>
                  <a:lnTo>
                    <a:pt x="74002" y="0"/>
                  </a:lnTo>
                  <a:lnTo>
                    <a:pt x="74117" y="253"/>
                  </a:lnTo>
                  <a:lnTo>
                    <a:pt x="74185" y="505"/>
                  </a:lnTo>
                  <a:lnTo>
                    <a:pt x="74231" y="757"/>
                  </a:lnTo>
                  <a:lnTo>
                    <a:pt x="74254" y="987"/>
                  </a:lnTo>
                  <a:lnTo>
                    <a:pt x="74254" y="1239"/>
                  </a:lnTo>
                  <a:lnTo>
                    <a:pt x="74231" y="1469"/>
                  </a:lnTo>
                  <a:lnTo>
                    <a:pt x="74185" y="1698"/>
                  </a:lnTo>
                  <a:lnTo>
                    <a:pt x="74117" y="1904"/>
                  </a:lnTo>
                  <a:lnTo>
                    <a:pt x="74025" y="2111"/>
                  </a:lnTo>
                  <a:lnTo>
                    <a:pt x="73910" y="2294"/>
                  </a:lnTo>
                  <a:lnTo>
                    <a:pt x="73795" y="2478"/>
                  </a:lnTo>
                  <a:lnTo>
                    <a:pt x="73635" y="2661"/>
                  </a:lnTo>
                  <a:lnTo>
                    <a:pt x="73497" y="2822"/>
                  </a:lnTo>
                  <a:lnTo>
                    <a:pt x="73314" y="2983"/>
                  </a:lnTo>
                  <a:lnTo>
                    <a:pt x="73130" y="3097"/>
                  </a:lnTo>
                  <a:lnTo>
                    <a:pt x="72947" y="3235"/>
                  </a:lnTo>
                  <a:lnTo>
                    <a:pt x="72740" y="3327"/>
                  </a:lnTo>
                  <a:lnTo>
                    <a:pt x="72534" y="3418"/>
                  </a:lnTo>
                  <a:lnTo>
                    <a:pt x="72327" y="3487"/>
                  </a:lnTo>
                  <a:lnTo>
                    <a:pt x="72098" y="3533"/>
                  </a:lnTo>
                  <a:lnTo>
                    <a:pt x="71891" y="3556"/>
                  </a:lnTo>
                  <a:lnTo>
                    <a:pt x="71662" y="3579"/>
                  </a:lnTo>
                  <a:lnTo>
                    <a:pt x="71433" y="3556"/>
                  </a:lnTo>
                  <a:lnTo>
                    <a:pt x="71203" y="3533"/>
                  </a:lnTo>
                  <a:lnTo>
                    <a:pt x="70997" y="3487"/>
                  </a:lnTo>
                  <a:lnTo>
                    <a:pt x="70767" y="3395"/>
                  </a:lnTo>
                  <a:lnTo>
                    <a:pt x="70561" y="3304"/>
                  </a:lnTo>
                  <a:lnTo>
                    <a:pt x="70355" y="3189"/>
                  </a:lnTo>
                  <a:lnTo>
                    <a:pt x="70148" y="3028"/>
                  </a:lnTo>
                  <a:lnTo>
                    <a:pt x="69965" y="2845"/>
                  </a:lnTo>
                  <a:lnTo>
                    <a:pt x="69781" y="2638"/>
                  </a:lnTo>
                  <a:lnTo>
                    <a:pt x="69598" y="2409"/>
                  </a:lnTo>
                  <a:lnTo>
                    <a:pt x="69437" y="2088"/>
                  </a:lnTo>
                  <a:lnTo>
                    <a:pt x="69299" y="1767"/>
                  </a:lnTo>
                  <a:lnTo>
                    <a:pt x="69230" y="1446"/>
                  </a:lnTo>
                  <a:lnTo>
                    <a:pt x="69208" y="1124"/>
                  </a:lnTo>
                  <a:lnTo>
                    <a:pt x="69208" y="826"/>
                  </a:lnTo>
                  <a:lnTo>
                    <a:pt x="69253" y="551"/>
                  </a:lnTo>
                  <a:lnTo>
                    <a:pt x="69345" y="253"/>
                  </a:lnTo>
                  <a:lnTo>
                    <a:pt x="69460" y="0"/>
                  </a:lnTo>
                  <a:lnTo>
                    <a:pt x="65698" y="0"/>
                  </a:lnTo>
                  <a:lnTo>
                    <a:pt x="60445" y="9107"/>
                  </a:lnTo>
                  <a:lnTo>
                    <a:pt x="56935" y="9107"/>
                  </a:lnTo>
                  <a:lnTo>
                    <a:pt x="62188" y="0"/>
                  </a:lnTo>
                  <a:lnTo>
                    <a:pt x="58793" y="0"/>
                  </a:lnTo>
                  <a:lnTo>
                    <a:pt x="59642" y="1446"/>
                  </a:lnTo>
                  <a:lnTo>
                    <a:pt x="56109" y="1446"/>
                  </a:lnTo>
                  <a:lnTo>
                    <a:pt x="55261" y="0"/>
                  </a:lnTo>
                  <a:lnTo>
                    <a:pt x="53747" y="0"/>
                  </a:lnTo>
                  <a:lnTo>
                    <a:pt x="56981" y="5621"/>
                  </a:lnTo>
                  <a:lnTo>
                    <a:pt x="54962" y="9107"/>
                  </a:lnTo>
                  <a:lnTo>
                    <a:pt x="51430" y="9107"/>
                  </a:lnTo>
                  <a:lnTo>
                    <a:pt x="53471" y="5598"/>
                  </a:lnTo>
                  <a:lnTo>
                    <a:pt x="51154" y="1698"/>
                  </a:lnTo>
                  <a:lnTo>
                    <a:pt x="52141" y="0"/>
                  </a:lnTo>
                  <a:lnTo>
                    <a:pt x="50512" y="0"/>
                  </a:lnTo>
                  <a:lnTo>
                    <a:pt x="49617" y="1560"/>
                  </a:lnTo>
                  <a:lnTo>
                    <a:pt x="46085" y="1560"/>
                  </a:lnTo>
                  <a:lnTo>
                    <a:pt x="46979" y="0"/>
                  </a:lnTo>
                  <a:lnTo>
                    <a:pt x="45030" y="0"/>
                  </a:lnTo>
                  <a:lnTo>
                    <a:pt x="44135" y="1560"/>
                  </a:lnTo>
                  <a:lnTo>
                    <a:pt x="40602" y="1560"/>
                  </a:lnTo>
                  <a:lnTo>
                    <a:pt x="41497" y="0"/>
                  </a:lnTo>
                  <a:lnTo>
                    <a:pt x="39432" y="0"/>
                  </a:lnTo>
                  <a:lnTo>
                    <a:pt x="39272" y="138"/>
                  </a:lnTo>
                  <a:lnTo>
                    <a:pt x="39065" y="276"/>
                  </a:lnTo>
                  <a:lnTo>
                    <a:pt x="38882" y="367"/>
                  </a:lnTo>
                  <a:lnTo>
                    <a:pt x="38675" y="482"/>
                  </a:lnTo>
                  <a:lnTo>
                    <a:pt x="38469" y="551"/>
                  </a:lnTo>
                  <a:lnTo>
                    <a:pt x="38240" y="597"/>
                  </a:lnTo>
                  <a:lnTo>
                    <a:pt x="38010" y="643"/>
                  </a:lnTo>
                  <a:lnTo>
                    <a:pt x="37781" y="666"/>
                  </a:lnTo>
                  <a:lnTo>
                    <a:pt x="37574" y="666"/>
                  </a:lnTo>
                  <a:lnTo>
                    <a:pt x="37345" y="643"/>
                  </a:lnTo>
                  <a:lnTo>
                    <a:pt x="37116" y="597"/>
                  </a:lnTo>
                  <a:lnTo>
                    <a:pt x="36886" y="528"/>
                  </a:lnTo>
                  <a:lnTo>
                    <a:pt x="36680" y="436"/>
                  </a:lnTo>
                  <a:lnTo>
                    <a:pt x="36473" y="322"/>
                  </a:lnTo>
                  <a:lnTo>
                    <a:pt x="36267" y="161"/>
                  </a:lnTo>
                  <a:lnTo>
                    <a:pt x="36060" y="0"/>
                  </a:lnTo>
                  <a:lnTo>
                    <a:pt x="29477" y="0"/>
                  </a:lnTo>
                  <a:lnTo>
                    <a:pt x="25875" y="6217"/>
                  </a:lnTo>
                  <a:lnTo>
                    <a:pt x="22366" y="6240"/>
                  </a:lnTo>
                  <a:lnTo>
                    <a:pt x="25944" y="0"/>
                  </a:lnTo>
                  <a:lnTo>
                    <a:pt x="20829" y="0"/>
                  </a:lnTo>
                  <a:lnTo>
                    <a:pt x="22412" y="2730"/>
                  </a:lnTo>
                  <a:lnTo>
                    <a:pt x="20393" y="6240"/>
                  </a:lnTo>
                  <a:lnTo>
                    <a:pt x="16860" y="6240"/>
                  </a:lnTo>
                  <a:lnTo>
                    <a:pt x="18902" y="2730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1"/>
            <p:cNvSpPr/>
            <p:nvPr/>
          </p:nvSpPr>
          <p:spPr>
            <a:xfrm>
              <a:off x="1607825" y="2999425"/>
              <a:ext cx="138225" cy="239750"/>
            </a:xfrm>
            <a:custGeom>
              <a:rect b="b" l="l" r="r" t="t"/>
              <a:pathLst>
                <a:path extrusionOk="0" h="9590" w="5529">
                  <a:moveTo>
                    <a:pt x="0" y="0"/>
                  </a:moveTo>
                  <a:lnTo>
                    <a:pt x="0" y="161"/>
                  </a:lnTo>
                  <a:lnTo>
                    <a:pt x="184" y="161"/>
                  </a:lnTo>
                  <a:lnTo>
                    <a:pt x="1950" y="3212"/>
                  </a:lnTo>
                  <a:lnTo>
                    <a:pt x="0" y="3212"/>
                  </a:lnTo>
                  <a:lnTo>
                    <a:pt x="0" y="9589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5" name="Google Shape;1405;p21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6" name="Google Shape;1406;p21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7" name="Google Shape;1407;p21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8" name="Google Shape;1408;p21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8">
  <p:cSld name="TITLE_1_1_1_1_1_1_1_1">
    <p:bg>
      <p:bgPr>
        <a:solidFill>
          <a:schemeClr val="lt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0" name="Google Shape;1410;p22"/>
          <p:cNvGrpSpPr/>
          <p:nvPr/>
        </p:nvGrpSpPr>
        <p:grpSpPr>
          <a:xfrm>
            <a:off x="326" y="404477"/>
            <a:ext cx="8425914" cy="4739610"/>
            <a:chOff x="1607825" y="2999425"/>
            <a:chExt cx="4404325" cy="2477450"/>
          </a:xfrm>
        </p:grpSpPr>
        <p:sp>
          <p:nvSpPr>
            <p:cNvPr id="1411" name="Google Shape;1411;p22"/>
            <p:cNvSpPr/>
            <p:nvPr/>
          </p:nvSpPr>
          <p:spPr>
            <a:xfrm>
              <a:off x="1607825" y="5278450"/>
              <a:ext cx="45325" cy="155425"/>
            </a:xfrm>
            <a:custGeom>
              <a:rect b="b" l="l" r="r" t="t"/>
              <a:pathLst>
                <a:path extrusionOk="0" h="6217" w="1813">
                  <a:moveTo>
                    <a:pt x="0" y="0"/>
                  </a:moveTo>
                  <a:lnTo>
                    <a:pt x="0" y="6217"/>
                  </a:lnTo>
                  <a:lnTo>
                    <a:pt x="1812" y="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1607825" y="2999425"/>
              <a:ext cx="4404325" cy="2477450"/>
            </a:xfrm>
            <a:custGeom>
              <a:rect b="b" l="l" r="r" t="t"/>
              <a:pathLst>
                <a:path extrusionOk="0" h="99098" w="176173">
                  <a:moveTo>
                    <a:pt x="91871" y="1308"/>
                  </a:moveTo>
                  <a:lnTo>
                    <a:pt x="93638" y="4359"/>
                  </a:lnTo>
                  <a:lnTo>
                    <a:pt x="90105" y="4359"/>
                  </a:lnTo>
                  <a:lnTo>
                    <a:pt x="88339" y="1308"/>
                  </a:lnTo>
                  <a:close/>
                  <a:moveTo>
                    <a:pt x="13672" y="322"/>
                  </a:moveTo>
                  <a:lnTo>
                    <a:pt x="13901" y="345"/>
                  </a:lnTo>
                  <a:lnTo>
                    <a:pt x="14131" y="390"/>
                  </a:lnTo>
                  <a:lnTo>
                    <a:pt x="14360" y="482"/>
                  </a:lnTo>
                  <a:lnTo>
                    <a:pt x="14589" y="597"/>
                  </a:lnTo>
                  <a:lnTo>
                    <a:pt x="14796" y="712"/>
                  </a:lnTo>
                  <a:lnTo>
                    <a:pt x="15002" y="872"/>
                  </a:lnTo>
                  <a:lnTo>
                    <a:pt x="15209" y="1079"/>
                  </a:lnTo>
                  <a:lnTo>
                    <a:pt x="15392" y="1285"/>
                  </a:lnTo>
                  <a:lnTo>
                    <a:pt x="15576" y="1537"/>
                  </a:lnTo>
                  <a:lnTo>
                    <a:pt x="15713" y="1813"/>
                  </a:lnTo>
                  <a:lnTo>
                    <a:pt x="15805" y="2065"/>
                  </a:lnTo>
                  <a:lnTo>
                    <a:pt x="15874" y="2317"/>
                  </a:lnTo>
                  <a:lnTo>
                    <a:pt x="15920" y="2570"/>
                  </a:lnTo>
                  <a:lnTo>
                    <a:pt x="15943" y="2822"/>
                  </a:lnTo>
                  <a:lnTo>
                    <a:pt x="15920" y="3074"/>
                  </a:lnTo>
                  <a:lnTo>
                    <a:pt x="15897" y="3304"/>
                  </a:lnTo>
                  <a:lnTo>
                    <a:pt x="15828" y="3533"/>
                  </a:lnTo>
                  <a:lnTo>
                    <a:pt x="15759" y="3740"/>
                  </a:lnTo>
                  <a:lnTo>
                    <a:pt x="15645" y="3946"/>
                  </a:lnTo>
                  <a:lnTo>
                    <a:pt x="15530" y="4152"/>
                  </a:lnTo>
                  <a:lnTo>
                    <a:pt x="15392" y="4336"/>
                  </a:lnTo>
                  <a:lnTo>
                    <a:pt x="15232" y="4519"/>
                  </a:lnTo>
                  <a:lnTo>
                    <a:pt x="15071" y="4657"/>
                  </a:lnTo>
                  <a:lnTo>
                    <a:pt x="14888" y="4818"/>
                  </a:lnTo>
                  <a:lnTo>
                    <a:pt x="14704" y="4932"/>
                  </a:lnTo>
                  <a:lnTo>
                    <a:pt x="14498" y="5047"/>
                  </a:lnTo>
                  <a:lnTo>
                    <a:pt x="14291" y="5139"/>
                  </a:lnTo>
                  <a:lnTo>
                    <a:pt x="14062" y="5231"/>
                  </a:lnTo>
                  <a:lnTo>
                    <a:pt x="13855" y="5276"/>
                  </a:lnTo>
                  <a:lnTo>
                    <a:pt x="13626" y="5322"/>
                  </a:lnTo>
                  <a:lnTo>
                    <a:pt x="13396" y="5345"/>
                  </a:lnTo>
                  <a:lnTo>
                    <a:pt x="13167" y="5345"/>
                  </a:lnTo>
                  <a:lnTo>
                    <a:pt x="12938" y="5322"/>
                  </a:lnTo>
                  <a:lnTo>
                    <a:pt x="12708" y="5254"/>
                  </a:lnTo>
                  <a:lnTo>
                    <a:pt x="12479" y="5185"/>
                  </a:lnTo>
                  <a:lnTo>
                    <a:pt x="12250" y="5093"/>
                  </a:lnTo>
                  <a:lnTo>
                    <a:pt x="12043" y="4955"/>
                  </a:lnTo>
                  <a:lnTo>
                    <a:pt x="11837" y="4818"/>
                  </a:lnTo>
                  <a:lnTo>
                    <a:pt x="11630" y="4634"/>
                  </a:lnTo>
                  <a:lnTo>
                    <a:pt x="11447" y="4428"/>
                  </a:lnTo>
                  <a:lnTo>
                    <a:pt x="11286" y="4175"/>
                  </a:lnTo>
                  <a:lnTo>
                    <a:pt x="11126" y="3900"/>
                  </a:lnTo>
                  <a:lnTo>
                    <a:pt x="11011" y="3648"/>
                  </a:lnTo>
                  <a:lnTo>
                    <a:pt x="10942" y="3373"/>
                  </a:lnTo>
                  <a:lnTo>
                    <a:pt x="10896" y="3120"/>
                  </a:lnTo>
                  <a:lnTo>
                    <a:pt x="10873" y="2868"/>
                  </a:lnTo>
                  <a:lnTo>
                    <a:pt x="10873" y="2616"/>
                  </a:lnTo>
                  <a:lnTo>
                    <a:pt x="10919" y="2386"/>
                  </a:lnTo>
                  <a:lnTo>
                    <a:pt x="10965" y="2157"/>
                  </a:lnTo>
                  <a:lnTo>
                    <a:pt x="11057" y="1927"/>
                  </a:lnTo>
                  <a:lnTo>
                    <a:pt x="11148" y="1721"/>
                  </a:lnTo>
                  <a:lnTo>
                    <a:pt x="11263" y="1514"/>
                  </a:lnTo>
                  <a:lnTo>
                    <a:pt x="11401" y="1331"/>
                  </a:lnTo>
                  <a:lnTo>
                    <a:pt x="11561" y="1147"/>
                  </a:lnTo>
                  <a:lnTo>
                    <a:pt x="11722" y="987"/>
                  </a:lnTo>
                  <a:lnTo>
                    <a:pt x="11905" y="849"/>
                  </a:lnTo>
                  <a:lnTo>
                    <a:pt x="12112" y="712"/>
                  </a:lnTo>
                  <a:lnTo>
                    <a:pt x="12318" y="597"/>
                  </a:lnTo>
                  <a:lnTo>
                    <a:pt x="12525" y="505"/>
                  </a:lnTo>
                  <a:lnTo>
                    <a:pt x="12754" y="413"/>
                  </a:lnTo>
                  <a:lnTo>
                    <a:pt x="12984" y="367"/>
                  </a:lnTo>
                  <a:lnTo>
                    <a:pt x="13213" y="322"/>
                  </a:lnTo>
                  <a:close/>
                  <a:moveTo>
                    <a:pt x="34179" y="3074"/>
                  </a:moveTo>
                  <a:lnTo>
                    <a:pt x="35969" y="6125"/>
                  </a:lnTo>
                  <a:lnTo>
                    <a:pt x="32436" y="6125"/>
                  </a:lnTo>
                  <a:lnTo>
                    <a:pt x="30647" y="3074"/>
                  </a:lnTo>
                  <a:close/>
                  <a:moveTo>
                    <a:pt x="105773" y="1285"/>
                  </a:moveTo>
                  <a:lnTo>
                    <a:pt x="106025" y="1331"/>
                  </a:lnTo>
                  <a:lnTo>
                    <a:pt x="106254" y="1377"/>
                  </a:lnTo>
                  <a:lnTo>
                    <a:pt x="106484" y="1469"/>
                  </a:lnTo>
                  <a:lnTo>
                    <a:pt x="106690" y="1560"/>
                  </a:lnTo>
                  <a:lnTo>
                    <a:pt x="106920" y="1698"/>
                  </a:lnTo>
                  <a:lnTo>
                    <a:pt x="107126" y="1859"/>
                  </a:lnTo>
                  <a:lnTo>
                    <a:pt x="107310" y="2042"/>
                  </a:lnTo>
                  <a:lnTo>
                    <a:pt x="107493" y="2271"/>
                  </a:lnTo>
                  <a:lnTo>
                    <a:pt x="107677" y="2524"/>
                  </a:lnTo>
                  <a:lnTo>
                    <a:pt x="107814" y="2799"/>
                  </a:lnTo>
                  <a:lnTo>
                    <a:pt x="107906" y="3051"/>
                  </a:lnTo>
                  <a:lnTo>
                    <a:pt x="107975" y="3304"/>
                  </a:lnTo>
                  <a:lnTo>
                    <a:pt x="108021" y="3556"/>
                  </a:lnTo>
                  <a:lnTo>
                    <a:pt x="108044" y="3808"/>
                  </a:lnTo>
                  <a:lnTo>
                    <a:pt x="108021" y="4061"/>
                  </a:lnTo>
                  <a:lnTo>
                    <a:pt x="107998" y="4290"/>
                  </a:lnTo>
                  <a:lnTo>
                    <a:pt x="107929" y="4519"/>
                  </a:lnTo>
                  <a:lnTo>
                    <a:pt x="107860" y="4726"/>
                  </a:lnTo>
                  <a:lnTo>
                    <a:pt x="107745" y="4932"/>
                  </a:lnTo>
                  <a:lnTo>
                    <a:pt x="107631" y="5139"/>
                  </a:lnTo>
                  <a:lnTo>
                    <a:pt x="107493" y="5322"/>
                  </a:lnTo>
                  <a:lnTo>
                    <a:pt x="107355" y="5483"/>
                  </a:lnTo>
                  <a:lnTo>
                    <a:pt x="107172" y="5644"/>
                  </a:lnTo>
                  <a:lnTo>
                    <a:pt x="106988" y="5781"/>
                  </a:lnTo>
                  <a:lnTo>
                    <a:pt x="106805" y="5919"/>
                  </a:lnTo>
                  <a:lnTo>
                    <a:pt x="106598" y="6033"/>
                  </a:lnTo>
                  <a:lnTo>
                    <a:pt x="106392" y="6125"/>
                  </a:lnTo>
                  <a:lnTo>
                    <a:pt x="106186" y="6217"/>
                  </a:lnTo>
                  <a:lnTo>
                    <a:pt x="105956" y="6263"/>
                  </a:lnTo>
                  <a:lnTo>
                    <a:pt x="105727" y="6309"/>
                  </a:lnTo>
                  <a:lnTo>
                    <a:pt x="105497" y="6332"/>
                  </a:lnTo>
                  <a:lnTo>
                    <a:pt x="105268" y="6309"/>
                  </a:lnTo>
                  <a:lnTo>
                    <a:pt x="105039" y="6286"/>
                  </a:lnTo>
                  <a:lnTo>
                    <a:pt x="104809" y="6240"/>
                  </a:lnTo>
                  <a:lnTo>
                    <a:pt x="104580" y="6171"/>
                  </a:lnTo>
                  <a:lnTo>
                    <a:pt x="104350" y="6056"/>
                  </a:lnTo>
                  <a:lnTo>
                    <a:pt x="104144" y="5942"/>
                  </a:lnTo>
                  <a:lnTo>
                    <a:pt x="103937" y="5781"/>
                  </a:lnTo>
                  <a:lnTo>
                    <a:pt x="103754" y="5598"/>
                  </a:lnTo>
                  <a:lnTo>
                    <a:pt x="103548" y="5391"/>
                  </a:lnTo>
                  <a:lnTo>
                    <a:pt x="103387" y="5162"/>
                  </a:lnTo>
                  <a:lnTo>
                    <a:pt x="103226" y="4887"/>
                  </a:lnTo>
                  <a:lnTo>
                    <a:pt x="103135" y="4611"/>
                  </a:lnTo>
                  <a:lnTo>
                    <a:pt x="103043" y="4359"/>
                  </a:lnTo>
                  <a:lnTo>
                    <a:pt x="102997" y="4107"/>
                  </a:lnTo>
                  <a:lnTo>
                    <a:pt x="102974" y="3854"/>
                  </a:lnTo>
                  <a:lnTo>
                    <a:pt x="102974" y="3602"/>
                  </a:lnTo>
                  <a:lnTo>
                    <a:pt x="103020" y="3373"/>
                  </a:lnTo>
                  <a:lnTo>
                    <a:pt x="103066" y="3120"/>
                  </a:lnTo>
                  <a:lnTo>
                    <a:pt x="103158" y="2914"/>
                  </a:lnTo>
                  <a:lnTo>
                    <a:pt x="103249" y="2707"/>
                  </a:lnTo>
                  <a:lnTo>
                    <a:pt x="103364" y="2501"/>
                  </a:lnTo>
                  <a:lnTo>
                    <a:pt x="103502" y="2317"/>
                  </a:lnTo>
                  <a:lnTo>
                    <a:pt x="103662" y="2134"/>
                  </a:lnTo>
                  <a:lnTo>
                    <a:pt x="103846" y="1973"/>
                  </a:lnTo>
                  <a:lnTo>
                    <a:pt x="104029" y="1813"/>
                  </a:lnTo>
                  <a:lnTo>
                    <a:pt x="104213" y="1698"/>
                  </a:lnTo>
                  <a:lnTo>
                    <a:pt x="104419" y="1583"/>
                  </a:lnTo>
                  <a:lnTo>
                    <a:pt x="104626" y="1492"/>
                  </a:lnTo>
                  <a:lnTo>
                    <a:pt x="104855" y="1400"/>
                  </a:lnTo>
                  <a:lnTo>
                    <a:pt x="105084" y="1354"/>
                  </a:lnTo>
                  <a:lnTo>
                    <a:pt x="105314" y="1308"/>
                  </a:lnTo>
                  <a:lnTo>
                    <a:pt x="105543" y="1285"/>
                  </a:lnTo>
                  <a:close/>
                  <a:moveTo>
                    <a:pt x="125684" y="4244"/>
                  </a:moveTo>
                  <a:lnTo>
                    <a:pt x="127450" y="7295"/>
                  </a:lnTo>
                  <a:lnTo>
                    <a:pt x="123940" y="7295"/>
                  </a:lnTo>
                  <a:lnTo>
                    <a:pt x="122151" y="4244"/>
                  </a:lnTo>
                  <a:close/>
                  <a:moveTo>
                    <a:pt x="48906" y="3189"/>
                  </a:moveTo>
                  <a:lnTo>
                    <a:pt x="49136" y="3235"/>
                  </a:lnTo>
                  <a:lnTo>
                    <a:pt x="49365" y="3281"/>
                  </a:lnTo>
                  <a:lnTo>
                    <a:pt x="49595" y="3350"/>
                  </a:lnTo>
                  <a:lnTo>
                    <a:pt x="49801" y="3464"/>
                  </a:lnTo>
                  <a:lnTo>
                    <a:pt x="50030" y="3602"/>
                  </a:lnTo>
                  <a:lnTo>
                    <a:pt x="50237" y="3763"/>
                  </a:lnTo>
                  <a:lnTo>
                    <a:pt x="50420" y="3946"/>
                  </a:lnTo>
                  <a:lnTo>
                    <a:pt x="50627" y="4175"/>
                  </a:lnTo>
                  <a:lnTo>
                    <a:pt x="50787" y="4428"/>
                  </a:lnTo>
                  <a:lnTo>
                    <a:pt x="50925" y="4680"/>
                  </a:lnTo>
                  <a:lnTo>
                    <a:pt x="51017" y="4955"/>
                  </a:lnTo>
                  <a:lnTo>
                    <a:pt x="51109" y="5208"/>
                  </a:lnTo>
                  <a:lnTo>
                    <a:pt x="51154" y="5460"/>
                  </a:lnTo>
                  <a:lnTo>
                    <a:pt x="51154" y="5712"/>
                  </a:lnTo>
                  <a:lnTo>
                    <a:pt x="51154" y="5942"/>
                  </a:lnTo>
                  <a:lnTo>
                    <a:pt x="51109" y="6194"/>
                  </a:lnTo>
                  <a:lnTo>
                    <a:pt x="51063" y="6401"/>
                  </a:lnTo>
                  <a:lnTo>
                    <a:pt x="50971" y="6630"/>
                  </a:lnTo>
                  <a:lnTo>
                    <a:pt x="50879" y="6836"/>
                  </a:lnTo>
                  <a:lnTo>
                    <a:pt x="50741" y="7020"/>
                  </a:lnTo>
                  <a:lnTo>
                    <a:pt x="50604" y="7226"/>
                  </a:lnTo>
                  <a:lnTo>
                    <a:pt x="50466" y="7387"/>
                  </a:lnTo>
                  <a:lnTo>
                    <a:pt x="50283" y="7547"/>
                  </a:lnTo>
                  <a:lnTo>
                    <a:pt x="50122" y="7685"/>
                  </a:lnTo>
                  <a:lnTo>
                    <a:pt x="49916" y="7823"/>
                  </a:lnTo>
                  <a:lnTo>
                    <a:pt x="49709" y="7937"/>
                  </a:lnTo>
                  <a:lnTo>
                    <a:pt x="49503" y="8029"/>
                  </a:lnTo>
                  <a:lnTo>
                    <a:pt x="49296" y="8098"/>
                  </a:lnTo>
                  <a:lnTo>
                    <a:pt x="49067" y="8167"/>
                  </a:lnTo>
                  <a:lnTo>
                    <a:pt x="48838" y="8213"/>
                  </a:lnTo>
                  <a:lnTo>
                    <a:pt x="48379" y="8213"/>
                  </a:lnTo>
                  <a:lnTo>
                    <a:pt x="48149" y="8190"/>
                  </a:lnTo>
                  <a:lnTo>
                    <a:pt x="47920" y="8144"/>
                  </a:lnTo>
                  <a:lnTo>
                    <a:pt x="47691" y="8075"/>
                  </a:lnTo>
                  <a:lnTo>
                    <a:pt x="47484" y="7960"/>
                  </a:lnTo>
                  <a:lnTo>
                    <a:pt x="47255" y="7846"/>
                  </a:lnTo>
                  <a:lnTo>
                    <a:pt x="47048" y="7685"/>
                  </a:lnTo>
                  <a:lnTo>
                    <a:pt x="46865" y="7502"/>
                  </a:lnTo>
                  <a:lnTo>
                    <a:pt x="46681" y="7295"/>
                  </a:lnTo>
                  <a:lnTo>
                    <a:pt x="46498" y="7043"/>
                  </a:lnTo>
                  <a:lnTo>
                    <a:pt x="46360" y="6790"/>
                  </a:lnTo>
                  <a:lnTo>
                    <a:pt x="46245" y="6515"/>
                  </a:lnTo>
                  <a:lnTo>
                    <a:pt x="46154" y="6263"/>
                  </a:lnTo>
                  <a:lnTo>
                    <a:pt x="46108" y="6011"/>
                  </a:lnTo>
                  <a:lnTo>
                    <a:pt x="46085" y="5735"/>
                  </a:lnTo>
                  <a:lnTo>
                    <a:pt x="46108" y="5506"/>
                  </a:lnTo>
                  <a:lnTo>
                    <a:pt x="46131" y="5254"/>
                  </a:lnTo>
                  <a:lnTo>
                    <a:pt x="46200" y="5024"/>
                  </a:lnTo>
                  <a:lnTo>
                    <a:pt x="46268" y="4818"/>
                  </a:lnTo>
                  <a:lnTo>
                    <a:pt x="46360" y="4588"/>
                  </a:lnTo>
                  <a:lnTo>
                    <a:pt x="46498" y="4405"/>
                  </a:lnTo>
                  <a:lnTo>
                    <a:pt x="46635" y="4198"/>
                  </a:lnTo>
                  <a:lnTo>
                    <a:pt x="46773" y="4038"/>
                  </a:lnTo>
                  <a:lnTo>
                    <a:pt x="46957" y="3877"/>
                  </a:lnTo>
                  <a:lnTo>
                    <a:pt x="47140" y="3717"/>
                  </a:lnTo>
                  <a:lnTo>
                    <a:pt x="47324" y="3579"/>
                  </a:lnTo>
                  <a:lnTo>
                    <a:pt x="47530" y="3464"/>
                  </a:lnTo>
                  <a:lnTo>
                    <a:pt x="47759" y="3373"/>
                  </a:lnTo>
                  <a:lnTo>
                    <a:pt x="47966" y="3304"/>
                  </a:lnTo>
                  <a:lnTo>
                    <a:pt x="48195" y="3235"/>
                  </a:lnTo>
                  <a:lnTo>
                    <a:pt x="48425" y="3212"/>
                  </a:lnTo>
                  <a:lnTo>
                    <a:pt x="48654" y="3189"/>
                  </a:lnTo>
                  <a:close/>
                  <a:moveTo>
                    <a:pt x="68772" y="5942"/>
                  </a:moveTo>
                  <a:lnTo>
                    <a:pt x="70538" y="8993"/>
                  </a:lnTo>
                  <a:lnTo>
                    <a:pt x="67005" y="8993"/>
                  </a:lnTo>
                  <a:lnTo>
                    <a:pt x="65239" y="5942"/>
                  </a:lnTo>
                  <a:close/>
                  <a:moveTo>
                    <a:pt x="139310" y="4313"/>
                  </a:moveTo>
                  <a:lnTo>
                    <a:pt x="139562" y="4336"/>
                  </a:lnTo>
                  <a:lnTo>
                    <a:pt x="139791" y="4405"/>
                  </a:lnTo>
                  <a:lnTo>
                    <a:pt x="140021" y="4474"/>
                  </a:lnTo>
                  <a:lnTo>
                    <a:pt x="140227" y="4588"/>
                  </a:lnTo>
                  <a:lnTo>
                    <a:pt x="140457" y="4726"/>
                  </a:lnTo>
                  <a:lnTo>
                    <a:pt x="140663" y="4887"/>
                  </a:lnTo>
                  <a:lnTo>
                    <a:pt x="140847" y="5070"/>
                  </a:lnTo>
                  <a:lnTo>
                    <a:pt x="141030" y="5299"/>
                  </a:lnTo>
                  <a:lnTo>
                    <a:pt x="141214" y="5552"/>
                  </a:lnTo>
                  <a:lnTo>
                    <a:pt x="141351" y="5804"/>
                  </a:lnTo>
                  <a:lnTo>
                    <a:pt x="141443" y="6079"/>
                  </a:lnTo>
                  <a:lnTo>
                    <a:pt x="141512" y="6332"/>
                  </a:lnTo>
                  <a:lnTo>
                    <a:pt x="141558" y="6584"/>
                  </a:lnTo>
                  <a:lnTo>
                    <a:pt x="141581" y="6836"/>
                  </a:lnTo>
                  <a:lnTo>
                    <a:pt x="141558" y="7066"/>
                  </a:lnTo>
                  <a:lnTo>
                    <a:pt x="141535" y="7295"/>
                  </a:lnTo>
                  <a:lnTo>
                    <a:pt x="141466" y="7525"/>
                  </a:lnTo>
                  <a:lnTo>
                    <a:pt x="141397" y="7754"/>
                  </a:lnTo>
                  <a:lnTo>
                    <a:pt x="141282" y="7960"/>
                  </a:lnTo>
                  <a:lnTo>
                    <a:pt x="141168" y="8144"/>
                  </a:lnTo>
                  <a:lnTo>
                    <a:pt x="141030" y="8327"/>
                  </a:lnTo>
                  <a:lnTo>
                    <a:pt x="140893" y="8511"/>
                  </a:lnTo>
                  <a:lnTo>
                    <a:pt x="140709" y="8672"/>
                  </a:lnTo>
                  <a:lnTo>
                    <a:pt x="140526" y="8809"/>
                  </a:lnTo>
                  <a:lnTo>
                    <a:pt x="140342" y="8947"/>
                  </a:lnTo>
                  <a:lnTo>
                    <a:pt x="140136" y="9061"/>
                  </a:lnTo>
                  <a:lnTo>
                    <a:pt x="139929" y="9153"/>
                  </a:lnTo>
                  <a:lnTo>
                    <a:pt x="139723" y="9222"/>
                  </a:lnTo>
                  <a:lnTo>
                    <a:pt x="139493" y="9291"/>
                  </a:lnTo>
                  <a:lnTo>
                    <a:pt x="139264" y="9314"/>
                  </a:lnTo>
                  <a:lnTo>
                    <a:pt x="139034" y="9337"/>
                  </a:lnTo>
                  <a:lnTo>
                    <a:pt x="138805" y="9337"/>
                  </a:lnTo>
                  <a:lnTo>
                    <a:pt x="138576" y="9314"/>
                  </a:lnTo>
                  <a:lnTo>
                    <a:pt x="138346" y="9268"/>
                  </a:lnTo>
                  <a:lnTo>
                    <a:pt x="138117" y="9176"/>
                  </a:lnTo>
                  <a:lnTo>
                    <a:pt x="137887" y="9084"/>
                  </a:lnTo>
                  <a:lnTo>
                    <a:pt x="137681" y="8970"/>
                  </a:lnTo>
                  <a:lnTo>
                    <a:pt x="137475" y="8809"/>
                  </a:lnTo>
                  <a:lnTo>
                    <a:pt x="137291" y="8626"/>
                  </a:lnTo>
                  <a:lnTo>
                    <a:pt x="137085" y="8419"/>
                  </a:lnTo>
                  <a:lnTo>
                    <a:pt x="136924" y="8167"/>
                  </a:lnTo>
                  <a:lnTo>
                    <a:pt x="136763" y="7915"/>
                  </a:lnTo>
                  <a:lnTo>
                    <a:pt x="136672" y="7639"/>
                  </a:lnTo>
                  <a:lnTo>
                    <a:pt x="136580" y="7387"/>
                  </a:lnTo>
                  <a:lnTo>
                    <a:pt x="136534" y="7112"/>
                  </a:lnTo>
                  <a:lnTo>
                    <a:pt x="136511" y="6859"/>
                  </a:lnTo>
                  <a:lnTo>
                    <a:pt x="136511" y="6630"/>
                  </a:lnTo>
                  <a:lnTo>
                    <a:pt x="136557" y="6378"/>
                  </a:lnTo>
                  <a:lnTo>
                    <a:pt x="136603" y="6148"/>
                  </a:lnTo>
                  <a:lnTo>
                    <a:pt x="136695" y="5919"/>
                  </a:lnTo>
                  <a:lnTo>
                    <a:pt x="136786" y="5712"/>
                  </a:lnTo>
                  <a:lnTo>
                    <a:pt x="136901" y="5506"/>
                  </a:lnTo>
                  <a:lnTo>
                    <a:pt x="137039" y="5322"/>
                  </a:lnTo>
                  <a:lnTo>
                    <a:pt x="137199" y="5162"/>
                  </a:lnTo>
                  <a:lnTo>
                    <a:pt x="137383" y="4978"/>
                  </a:lnTo>
                  <a:lnTo>
                    <a:pt x="137566" y="4841"/>
                  </a:lnTo>
                  <a:lnTo>
                    <a:pt x="137750" y="4703"/>
                  </a:lnTo>
                  <a:lnTo>
                    <a:pt x="137956" y="4588"/>
                  </a:lnTo>
                  <a:lnTo>
                    <a:pt x="138163" y="4497"/>
                  </a:lnTo>
                  <a:lnTo>
                    <a:pt x="138392" y="4428"/>
                  </a:lnTo>
                  <a:lnTo>
                    <a:pt x="138622" y="4359"/>
                  </a:lnTo>
                  <a:lnTo>
                    <a:pt x="138851" y="4336"/>
                  </a:lnTo>
                  <a:lnTo>
                    <a:pt x="139080" y="4313"/>
                  </a:lnTo>
                  <a:close/>
                  <a:moveTo>
                    <a:pt x="159404" y="7203"/>
                  </a:moveTo>
                  <a:lnTo>
                    <a:pt x="161171" y="10277"/>
                  </a:lnTo>
                  <a:lnTo>
                    <a:pt x="157638" y="10277"/>
                  </a:lnTo>
                  <a:lnTo>
                    <a:pt x="155872" y="7226"/>
                  </a:lnTo>
                  <a:lnTo>
                    <a:pt x="159404" y="7203"/>
                  </a:lnTo>
                  <a:close/>
                  <a:moveTo>
                    <a:pt x="11080" y="7708"/>
                  </a:moveTo>
                  <a:lnTo>
                    <a:pt x="12846" y="10759"/>
                  </a:lnTo>
                  <a:lnTo>
                    <a:pt x="9313" y="10759"/>
                  </a:lnTo>
                  <a:lnTo>
                    <a:pt x="7547" y="7708"/>
                  </a:lnTo>
                  <a:close/>
                  <a:moveTo>
                    <a:pt x="82902" y="6102"/>
                  </a:moveTo>
                  <a:lnTo>
                    <a:pt x="83132" y="6125"/>
                  </a:lnTo>
                  <a:lnTo>
                    <a:pt x="83361" y="6194"/>
                  </a:lnTo>
                  <a:lnTo>
                    <a:pt x="83590" y="6263"/>
                  </a:lnTo>
                  <a:lnTo>
                    <a:pt x="83820" y="6378"/>
                  </a:lnTo>
                  <a:lnTo>
                    <a:pt x="84026" y="6515"/>
                  </a:lnTo>
                  <a:lnTo>
                    <a:pt x="84233" y="6676"/>
                  </a:lnTo>
                  <a:lnTo>
                    <a:pt x="84439" y="6859"/>
                  </a:lnTo>
                  <a:lnTo>
                    <a:pt x="84623" y="7089"/>
                  </a:lnTo>
                  <a:lnTo>
                    <a:pt x="84783" y="7341"/>
                  </a:lnTo>
                  <a:lnTo>
                    <a:pt x="84921" y="7593"/>
                  </a:lnTo>
                  <a:lnTo>
                    <a:pt x="85036" y="7846"/>
                  </a:lnTo>
                  <a:lnTo>
                    <a:pt x="85104" y="8121"/>
                  </a:lnTo>
                  <a:lnTo>
                    <a:pt x="85150" y="8373"/>
                  </a:lnTo>
                  <a:lnTo>
                    <a:pt x="85173" y="8603"/>
                  </a:lnTo>
                  <a:lnTo>
                    <a:pt x="85150" y="8855"/>
                  </a:lnTo>
                  <a:lnTo>
                    <a:pt x="85104" y="9084"/>
                  </a:lnTo>
                  <a:lnTo>
                    <a:pt x="85059" y="9314"/>
                  </a:lnTo>
                  <a:lnTo>
                    <a:pt x="84967" y="9543"/>
                  </a:lnTo>
                  <a:lnTo>
                    <a:pt x="84875" y="9750"/>
                  </a:lnTo>
                  <a:lnTo>
                    <a:pt x="84760" y="9933"/>
                  </a:lnTo>
                  <a:lnTo>
                    <a:pt x="84623" y="10117"/>
                  </a:lnTo>
                  <a:lnTo>
                    <a:pt x="84462" y="10300"/>
                  </a:lnTo>
                  <a:lnTo>
                    <a:pt x="84302" y="10461"/>
                  </a:lnTo>
                  <a:lnTo>
                    <a:pt x="84118" y="10598"/>
                  </a:lnTo>
                  <a:lnTo>
                    <a:pt x="83935" y="10736"/>
                  </a:lnTo>
                  <a:lnTo>
                    <a:pt x="83728" y="10851"/>
                  </a:lnTo>
                  <a:lnTo>
                    <a:pt x="83522" y="10942"/>
                  </a:lnTo>
                  <a:lnTo>
                    <a:pt x="83292" y="11011"/>
                  </a:lnTo>
                  <a:lnTo>
                    <a:pt x="83063" y="11080"/>
                  </a:lnTo>
                  <a:lnTo>
                    <a:pt x="82856" y="11103"/>
                  </a:lnTo>
                  <a:lnTo>
                    <a:pt x="82627" y="11126"/>
                  </a:lnTo>
                  <a:lnTo>
                    <a:pt x="82375" y="11126"/>
                  </a:lnTo>
                  <a:lnTo>
                    <a:pt x="82145" y="11103"/>
                  </a:lnTo>
                  <a:lnTo>
                    <a:pt x="81916" y="11057"/>
                  </a:lnTo>
                  <a:lnTo>
                    <a:pt x="81709" y="10965"/>
                  </a:lnTo>
                  <a:lnTo>
                    <a:pt x="81480" y="10874"/>
                  </a:lnTo>
                  <a:lnTo>
                    <a:pt x="81274" y="10736"/>
                  </a:lnTo>
                  <a:lnTo>
                    <a:pt x="81067" y="10598"/>
                  </a:lnTo>
                  <a:lnTo>
                    <a:pt x="80861" y="10415"/>
                  </a:lnTo>
                  <a:lnTo>
                    <a:pt x="80677" y="10208"/>
                  </a:lnTo>
                  <a:lnTo>
                    <a:pt x="80494" y="9956"/>
                  </a:lnTo>
                  <a:lnTo>
                    <a:pt x="80356" y="9704"/>
                  </a:lnTo>
                  <a:lnTo>
                    <a:pt x="80241" y="9428"/>
                  </a:lnTo>
                  <a:lnTo>
                    <a:pt x="80172" y="9153"/>
                  </a:lnTo>
                  <a:lnTo>
                    <a:pt x="80127" y="8901"/>
                  </a:lnTo>
                  <a:lnTo>
                    <a:pt x="80104" y="8649"/>
                  </a:lnTo>
                  <a:lnTo>
                    <a:pt x="80104" y="8396"/>
                  </a:lnTo>
                  <a:lnTo>
                    <a:pt x="80127" y="8167"/>
                  </a:lnTo>
                  <a:lnTo>
                    <a:pt x="80195" y="7937"/>
                  </a:lnTo>
                  <a:lnTo>
                    <a:pt x="80264" y="7708"/>
                  </a:lnTo>
                  <a:lnTo>
                    <a:pt x="80379" y="7502"/>
                  </a:lnTo>
                  <a:lnTo>
                    <a:pt x="80494" y="7295"/>
                  </a:lnTo>
                  <a:lnTo>
                    <a:pt x="80631" y="7112"/>
                  </a:lnTo>
                  <a:lnTo>
                    <a:pt x="80792" y="6928"/>
                  </a:lnTo>
                  <a:lnTo>
                    <a:pt x="80952" y="6768"/>
                  </a:lnTo>
                  <a:lnTo>
                    <a:pt x="81136" y="6630"/>
                  </a:lnTo>
                  <a:lnTo>
                    <a:pt x="81342" y="6492"/>
                  </a:lnTo>
                  <a:lnTo>
                    <a:pt x="81549" y="6378"/>
                  </a:lnTo>
                  <a:lnTo>
                    <a:pt x="81755" y="6286"/>
                  </a:lnTo>
                  <a:lnTo>
                    <a:pt x="81985" y="6217"/>
                  </a:lnTo>
                  <a:lnTo>
                    <a:pt x="82191" y="6148"/>
                  </a:lnTo>
                  <a:lnTo>
                    <a:pt x="82443" y="6102"/>
                  </a:lnTo>
                  <a:close/>
                  <a:moveTo>
                    <a:pt x="102768" y="8855"/>
                  </a:moveTo>
                  <a:lnTo>
                    <a:pt x="104534" y="11906"/>
                  </a:lnTo>
                  <a:lnTo>
                    <a:pt x="101001" y="11906"/>
                  </a:lnTo>
                  <a:lnTo>
                    <a:pt x="99235" y="8855"/>
                  </a:lnTo>
                  <a:close/>
                  <a:moveTo>
                    <a:pt x="86962" y="1514"/>
                  </a:moveTo>
                  <a:lnTo>
                    <a:pt x="88958" y="5001"/>
                  </a:lnTo>
                  <a:lnTo>
                    <a:pt x="91000" y="8511"/>
                  </a:lnTo>
                  <a:lnTo>
                    <a:pt x="88981" y="12021"/>
                  </a:lnTo>
                  <a:lnTo>
                    <a:pt x="85449" y="12021"/>
                  </a:lnTo>
                  <a:lnTo>
                    <a:pt x="87467" y="8511"/>
                  </a:lnTo>
                  <a:lnTo>
                    <a:pt x="85173" y="4611"/>
                  </a:lnTo>
                  <a:lnTo>
                    <a:pt x="86962" y="1514"/>
                  </a:lnTo>
                  <a:close/>
                  <a:moveTo>
                    <a:pt x="100772" y="1056"/>
                  </a:moveTo>
                  <a:lnTo>
                    <a:pt x="94464" y="12021"/>
                  </a:lnTo>
                  <a:lnTo>
                    <a:pt x="90931" y="12021"/>
                  </a:lnTo>
                  <a:lnTo>
                    <a:pt x="97262" y="1056"/>
                  </a:lnTo>
                  <a:close/>
                  <a:moveTo>
                    <a:pt x="173306" y="7203"/>
                  </a:moveTo>
                  <a:lnTo>
                    <a:pt x="173558" y="7249"/>
                  </a:lnTo>
                  <a:lnTo>
                    <a:pt x="173787" y="7295"/>
                  </a:lnTo>
                  <a:lnTo>
                    <a:pt x="174017" y="7364"/>
                  </a:lnTo>
                  <a:lnTo>
                    <a:pt x="174223" y="7479"/>
                  </a:lnTo>
                  <a:lnTo>
                    <a:pt x="174453" y="7616"/>
                  </a:lnTo>
                  <a:lnTo>
                    <a:pt x="174659" y="7777"/>
                  </a:lnTo>
                  <a:lnTo>
                    <a:pt x="174843" y="7960"/>
                  </a:lnTo>
                  <a:lnTo>
                    <a:pt x="175026" y="8190"/>
                  </a:lnTo>
                  <a:lnTo>
                    <a:pt x="175210" y="8442"/>
                  </a:lnTo>
                  <a:lnTo>
                    <a:pt x="175347" y="8694"/>
                  </a:lnTo>
                  <a:lnTo>
                    <a:pt x="175439" y="8970"/>
                  </a:lnTo>
                  <a:lnTo>
                    <a:pt x="175508" y="9222"/>
                  </a:lnTo>
                  <a:lnTo>
                    <a:pt x="175554" y="9474"/>
                  </a:lnTo>
                  <a:lnTo>
                    <a:pt x="175577" y="9727"/>
                  </a:lnTo>
                  <a:lnTo>
                    <a:pt x="175554" y="9956"/>
                  </a:lnTo>
                  <a:lnTo>
                    <a:pt x="175531" y="10208"/>
                  </a:lnTo>
                  <a:lnTo>
                    <a:pt x="175462" y="10415"/>
                  </a:lnTo>
                  <a:lnTo>
                    <a:pt x="175393" y="10644"/>
                  </a:lnTo>
                  <a:lnTo>
                    <a:pt x="175278" y="10851"/>
                  </a:lnTo>
                  <a:lnTo>
                    <a:pt x="175164" y="11057"/>
                  </a:lnTo>
                  <a:lnTo>
                    <a:pt x="175026" y="11241"/>
                  </a:lnTo>
                  <a:lnTo>
                    <a:pt x="174888" y="11401"/>
                  </a:lnTo>
                  <a:lnTo>
                    <a:pt x="174705" y="11562"/>
                  </a:lnTo>
                  <a:lnTo>
                    <a:pt x="174521" y="11699"/>
                  </a:lnTo>
                  <a:lnTo>
                    <a:pt x="174338" y="11837"/>
                  </a:lnTo>
                  <a:lnTo>
                    <a:pt x="174131" y="11952"/>
                  </a:lnTo>
                  <a:lnTo>
                    <a:pt x="173925" y="12044"/>
                  </a:lnTo>
                  <a:lnTo>
                    <a:pt x="173719" y="12112"/>
                  </a:lnTo>
                  <a:lnTo>
                    <a:pt x="173489" y="12181"/>
                  </a:lnTo>
                  <a:lnTo>
                    <a:pt x="173260" y="12227"/>
                  </a:lnTo>
                  <a:lnTo>
                    <a:pt x="172801" y="12227"/>
                  </a:lnTo>
                  <a:lnTo>
                    <a:pt x="172572" y="12204"/>
                  </a:lnTo>
                  <a:lnTo>
                    <a:pt x="172342" y="12158"/>
                  </a:lnTo>
                  <a:lnTo>
                    <a:pt x="172113" y="12089"/>
                  </a:lnTo>
                  <a:lnTo>
                    <a:pt x="171906" y="11975"/>
                  </a:lnTo>
                  <a:lnTo>
                    <a:pt x="171677" y="11860"/>
                  </a:lnTo>
                  <a:lnTo>
                    <a:pt x="171470" y="11699"/>
                  </a:lnTo>
                  <a:lnTo>
                    <a:pt x="171287" y="11516"/>
                  </a:lnTo>
                  <a:lnTo>
                    <a:pt x="171081" y="11310"/>
                  </a:lnTo>
                  <a:lnTo>
                    <a:pt x="170920" y="11080"/>
                  </a:lnTo>
                  <a:lnTo>
                    <a:pt x="170759" y="10805"/>
                  </a:lnTo>
                  <a:lnTo>
                    <a:pt x="170668" y="10530"/>
                  </a:lnTo>
                  <a:lnTo>
                    <a:pt x="170576" y="10277"/>
                  </a:lnTo>
                  <a:lnTo>
                    <a:pt x="170530" y="10025"/>
                  </a:lnTo>
                  <a:lnTo>
                    <a:pt x="170507" y="9773"/>
                  </a:lnTo>
                  <a:lnTo>
                    <a:pt x="170507" y="9520"/>
                  </a:lnTo>
                  <a:lnTo>
                    <a:pt x="170553" y="9268"/>
                  </a:lnTo>
                  <a:lnTo>
                    <a:pt x="170599" y="9039"/>
                  </a:lnTo>
                  <a:lnTo>
                    <a:pt x="170691" y="8832"/>
                  </a:lnTo>
                  <a:lnTo>
                    <a:pt x="170782" y="8603"/>
                  </a:lnTo>
                  <a:lnTo>
                    <a:pt x="170897" y="8419"/>
                  </a:lnTo>
                  <a:lnTo>
                    <a:pt x="171035" y="8213"/>
                  </a:lnTo>
                  <a:lnTo>
                    <a:pt x="171195" y="8052"/>
                  </a:lnTo>
                  <a:lnTo>
                    <a:pt x="171379" y="7892"/>
                  </a:lnTo>
                  <a:lnTo>
                    <a:pt x="171562" y="7731"/>
                  </a:lnTo>
                  <a:lnTo>
                    <a:pt x="171746" y="7616"/>
                  </a:lnTo>
                  <a:lnTo>
                    <a:pt x="171952" y="7502"/>
                  </a:lnTo>
                  <a:lnTo>
                    <a:pt x="172159" y="7387"/>
                  </a:lnTo>
                  <a:lnTo>
                    <a:pt x="172388" y="7318"/>
                  </a:lnTo>
                  <a:lnTo>
                    <a:pt x="172617" y="7249"/>
                  </a:lnTo>
                  <a:lnTo>
                    <a:pt x="172847" y="7226"/>
                  </a:lnTo>
                  <a:lnTo>
                    <a:pt x="173076" y="7203"/>
                  </a:lnTo>
                  <a:close/>
                  <a:moveTo>
                    <a:pt x="25210" y="7869"/>
                  </a:moveTo>
                  <a:lnTo>
                    <a:pt x="25463" y="7892"/>
                  </a:lnTo>
                  <a:lnTo>
                    <a:pt x="25692" y="7960"/>
                  </a:lnTo>
                  <a:lnTo>
                    <a:pt x="25921" y="8029"/>
                  </a:lnTo>
                  <a:lnTo>
                    <a:pt x="26128" y="8144"/>
                  </a:lnTo>
                  <a:lnTo>
                    <a:pt x="26357" y="8282"/>
                  </a:lnTo>
                  <a:lnTo>
                    <a:pt x="26564" y="8442"/>
                  </a:lnTo>
                  <a:lnTo>
                    <a:pt x="26747" y="8626"/>
                  </a:lnTo>
                  <a:lnTo>
                    <a:pt x="26931" y="8855"/>
                  </a:lnTo>
                  <a:lnTo>
                    <a:pt x="27114" y="9107"/>
                  </a:lnTo>
                  <a:lnTo>
                    <a:pt x="27252" y="9360"/>
                  </a:lnTo>
                  <a:lnTo>
                    <a:pt x="27344" y="9612"/>
                  </a:lnTo>
                  <a:lnTo>
                    <a:pt x="27412" y="9887"/>
                  </a:lnTo>
                  <a:lnTo>
                    <a:pt x="27458" y="10140"/>
                  </a:lnTo>
                  <a:lnTo>
                    <a:pt x="27481" y="10392"/>
                  </a:lnTo>
                  <a:lnTo>
                    <a:pt x="27458" y="10621"/>
                  </a:lnTo>
                  <a:lnTo>
                    <a:pt x="27435" y="10851"/>
                  </a:lnTo>
                  <a:lnTo>
                    <a:pt x="27366" y="11080"/>
                  </a:lnTo>
                  <a:lnTo>
                    <a:pt x="27298" y="11310"/>
                  </a:lnTo>
                  <a:lnTo>
                    <a:pt x="27183" y="11516"/>
                  </a:lnTo>
                  <a:lnTo>
                    <a:pt x="27068" y="11699"/>
                  </a:lnTo>
                  <a:lnTo>
                    <a:pt x="26931" y="11883"/>
                  </a:lnTo>
                  <a:lnTo>
                    <a:pt x="26793" y="12067"/>
                  </a:lnTo>
                  <a:lnTo>
                    <a:pt x="26609" y="12227"/>
                  </a:lnTo>
                  <a:lnTo>
                    <a:pt x="26426" y="12365"/>
                  </a:lnTo>
                  <a:lnTo>
                    <a:pt x="26242" y="12502"/>
                  </a:lnTo>
                  <a:lnTo>
                    <a:pt x="26036" y="12617"/>
                  </a:lnTo>
                  <a:lnTo>
                    <a:pt x="25830" y="12709"/>
                  </a:lnTo>
                  <a:lnTo>
                    <a:pt x="25623" y="12778"/>
                  </a:lnTo>
                  <a:lnTo>
                    <a:pt x="25394" y="12846"/>
                  </a:lnTo>
                  <a:lnTo>
                    <a:pt x="25164" y="12869"/>
                  </a:lnTo>
                  <a:lnTo>
                    <a:pt x="24935" y="12892"/>
                  </a:lnTo>
                  <a:lnTo>
                    <a:pt x="24706" y="12892"/>
                  </a:lnTo>
                  <a:lnTo>
                    <a:pt x="24476" y="12869"/>
                  </a:lnTo>
                  <a:lnTo>
                    <a:pt x="24247" y="12824"/>
                  </a:lnTo>
                  <a:lnTo>
                    <a:pt x="24017" y="12732"/>
                  </a:lnTo>
                  <a:lnTo>
                    <a:pt x="23788" y="12640"/>
                  </a:lnTo>
                  <a:lnTo>
                    <a:pt x="23581" y="12502"/>
                  </a:lnTo>
                  <a:lnTo>
                    <a:pt x="23375" y="12365"/>
                  </a:lnTo>
                  <a:lnTo>
                    <a:pt x="23192" y="12181"/>
                  </a:lnTo>
                  <a:lnTo>
                    <a:pt x="22985" y="11975"/>
                  </a:lnTo>
                  <a:lnTo>
                    <a:pt x="22825" y="11722"/>
                  </a:lnTo>
                  <a:lnTo>
                    <a:pt x="22664" y="11470"/>
                  </a:lnTo>
                  <a:lnTo>
                    <a:pt x="22572" y="11195"/>
                  </a:lnTo>
                  <a:lnTo>
                    <a:pt x="22480" y="10942"/>
                  </a:lnTo>
                  <a:lnTo>
                    <a:pt x="22435" y="10667"/>
                  </a:lnTo>
                  <a:lnTo>
                    <a:pt x="22412" y="10415"/>
                  </a:lnTo>
                  <a:lnTo>
                    <a:pt x="22412" y="10163"/>
                  </a:lnTo>
                  <a:lnTo>
                    <a:pt x="22457" y="9933"/>
                  </a:lnTo>
                  <a:lnTo>
                    <a:pt x="22503" y="9704"/>
                  </a:lnTo>
                  <a:lnTo>
                    <a:pt x="22595" y="9474"/>
                  </a:lnTo>
                  <a:lnTo>
                    <a:pt x="22687" y="9268"/>
                  </a:lnTo>
                  <a:lnTo>
                    <a:pt x="22802" y="9061"/>
                  </a:lnTo>
                  <a:lnTo>
                    <a:pt x="22939" y="8878"/>
                  </a:lnTo>
                  <a:lnTo>
                    <a:pt x="23100" y="8694"/>
                  </a:lnTo>
                  <a:lnTo>
                    <a:pt x="23283" y="8534"/>
                  </a:lnTo>
                  <a:lnTo>
                    <a:pt x="23467" y="8396"/>
                  </a:lnTo>
                  <a:lnTo>
                    <a:pt x="23650" y="8259"/>
                  </a:lnTo>
                  <a:lnTo>
                    <a:pt x="23857" y="8144"/>
                  </a:lnTo>
                  <a:lnTo>
                    <a:pt x="24063" y="8052"/>
                  </a:lnTo>
                  <a:lnTo>
                    <a:pt x="24293" y="7983"/>
                  </a:lnTo>
                  <a:lnTo>
                    <a:pt x="24522" y="7915"/>
                  </a:lnTo>
                  <a:lnTo>
                    <a:pt x="24751" y="7869"/>
                  </a:lnTo>
                  <a:close/>
                  <a:moveTo>
                    <a:pt x="45076" y="10621"/>
                  </a:moveTo>
                  <a:lnTo>
                    <a:pt x="46865" y="13672"/>
                  </a:lnTo>
                  <a:lnTo>
                    <a:pt x="43332" y="13672"/>
                  </a:lnTo>
                  <a:lnTo>
                    <a:pt x="41543" y="10621"/>
                  </a:lnTo>
                  <a:close/>
                  <a:moveTo>
                    <a:pt x="29270" y="3281"/>
                  </a:moveTo>
                  <a:lnTo>
                    <a:pt x="31289" y="6768"/>
                  </a:lnTo>
                  <a:lnTo>
                    <a:pt x="33308" y="10277"/>
                  </a:lnTo>
                  <a:lnTo>
                    <a:pt x="31289" y="13787"/>
                  </a:lnTo>
                  <a:lnTo>
                    <a:pt x="27756" y="13787"/>
                  </a:lnTo>
                  <a:lnTo>
                    <a:pt x="29798" y="10277"/>
                  </a:lnTo>
                  <a:lnTo>
                    <a:pt x="27481" y="6378"/>
                  </a:lnTo>
                  <a:lnTo>
                    <a:pt x="29270" y="3281"/>
                  </a:lnTo>
                  <a:close/>
                  <a:moveTo>
                    <a:pt x="43103" y="2822"/>
                  </a:moveTo>
                  <a:lnTo>
                    <a:pt x="36772" y="13787"/>
                  </a:lnTo>
                  <a:lnTo>
                    <a:pt x="33262" y="13787"/>
                  </a:lnTo>
                  <a:lnTo>
                    <a:pt x="39570" y="2822"/>
                  </a:lnTo>
                  <a:close/>
                  <a:moveTo>
                    <a:pt x="116715" y="9039"/>
                  </a:moveTo>
                  <a:lnTo>
                    <a:pt x="116944" y="9084"/>
                  </a:lnTo>
                  <a:lnTo>
                    <a:pt x="117196" y="9130"/>
                  </a:lnTo>
                  <a:lnTo>
                    <a:pt x="117403" y="9222"/>
                  </a:lnTo>
                  <a:lnTo>
                    <a:pt x="117632" y="9314"/>
                  </a:lnTo>
                  <a:lnTo>
                    <a:pt x="117862" y="9451"/>
                  </a:lnTo>
                  <a:lnTo>
                    <a:pt x="118068" y="9612"/>
                  </a:lnTo>
                  <a:lnTo>
                    <a:pt x="118252" y="9796"/>
                  </a:lnTo>
                  <a:lnTo>
                    <a:pt x="118435" y="10025"/>
                  </a:lnTo>
                  <a:lnTo>
                    <a:pt x="118619" y="10277"/>
                  </a:lnTo>
                  <a:lnTo>
                    <a:pt x="118756" y="10530"/>
                  </a:lnTo>
                  <a:lnTo>
                    <a:pt x="118848" y="10805"/>
                  </a:lnTo>
                  <a:lnTo>
                    <a:pt x="118917" y="11057"/>
                  </a:lnTo>
                  <a:lnTo>
                    <a:pt x="118963" y="11310"/>
                  </a:lnTo>
                  <a:lnTo>
                    <a:pt x="118986" y="11562"/>
                  </a:lnTo>
                  <a:lnTo>
                    <a:pt x="118963" y="11791"/>
                  </a:lnTo>
                  <a:lnTo>
                    <a:pt x="118940" y="12044"/>
                  </a:lnTo>
                  <a:lnTo>
                    <a:pt x="118871" y="12273"/>
                  </a:lnTo>
                  <a:lnTo>
                    <a:pt x="118802" y="12479"/>
                  </a:lnTo>
                  <a:lnTo>
                    <a:pt x="118687" y="12686"/>
                  </a:lnTo>
                  <a:lnTo>
                    <a:pt x="118573" y="12892"/>
                  </a:lnTo>
                  <a:lnTo>
                    <a:pt x="118435" y="13076"/>
                  </a:lnTo>
                  <a:lnTo>
                    <a:pt x="118274" y="13236"/>
                  </a:lnTo>
                  <a:lnTo>
                    <a:pt x="118114" y="13397"/>
                  </a:lnTo>
                  <a:lnTo>
                    <a:pt x="117930" y="13535"/>
                  </a:lnTo>
                  <a:lnTo>
                    <a:pt x="117747" y="13672"/>
                  </a:lnTo>
                  <a:lnTo>
                    <a:pt x="117540" y="13787"/>
                  </a:lnTo>
                  <a:lnTo>
                    <a:pt x="117334" y="13879"/>
                  </a:lnTo>
                  <a:lnTo>
                    <a:pt x="117105" y="13948"/>
                  </a:lnTo>
                  <a:lnTo>
                    <a:pt x="116898" y="14016"/>
                  </a:lnTo>
                  <a:lnTo>
                    <a:pt x="116669" y="14062"/>
                  </a:lnTo>
                  <a:lnTo>
                    <a:pt x="116210" y="14062"/>
                  </a:lnTo>
                  <a:lnTo>
                    <a:pt x="115981" y="14039"/>
                  </a:lnTo>
                  <a:lnTo>
                    <a:pt x="115751" y="13993"/>
                  </a:lnTo>
                  <a:lnTo>
                    <a:pt x="115522" y="13925"/>
                  </a:lnTo>
                  <a:lnTo>
                    <a:pt x="115292" y="13810"/>
                  </a:lnTo>
                  <a:lnTo>
                    <a:pt x="115086" y="13695"/>
                  </a:lnTo>
                  <a:lnTo>
                    <a:pt x="114879" y="13535"/>
                  </a:lnTo>
                  <a:lnTo>
                    <a:pt x="114673" y="13351"/>
                  </a:lnTo>
                  <a:lnTo>
                    <a:pt x="114490" y="13145"/>
                  </a:lnTo>
                  <a:lnTo>
                    <a:pt x="114329" y="12915"/>
                  </a:lnTo>
                  <a:lnTo>
                    <a:pt x="114168" y="12640"/>
                  </a:lnTo>
                  <a:lnTo>
                    <a:pt x="114054" y="12365"/>
                  </a:lnTo>
                  <a:lnTo>
                    <a:pt x="113985" y="12112"/>
                  </a:lnTo>
                  <a:lnTo>
                    <a:pt x="113939" y="11860"/>
                  </a:lnTo>
                  <a:lnTo>
                    <a:pt x="113916" y="11608"/>
                  </a:lnTo>
                  <a:lnTo>
                    <a:pt x="113916" y="11355"/>
                  </a:lnTo>
                  <a:lnTo>
                    <a:pt x="113962" y="11103"/>
                  </a:lnTo>
                  <a:lnTo>
                    <a:pt x="114008" y="10874"/>
                  </a:lnTo>
                  <a:lnTo>
                    <a:pt x="114100" y="10667"/>
                  </a:lnTo>
                  <a:lnTo>
                    <a:pt x="114191" y="10438"/>
                  </a:lnTo>
                  <a:lnTo>
                    <a:pt x="114306" y="10254"/>
                  </a:lnTo>
                  <a:lnTo>
                    <a:pt x="114444" y="10048"/>
                  </a:lnTo>
                  <a:lnTo>
                    <a:pt x="114604" y="9887"/>
                  </a:lnTo>
                  <a:lnTo>
                    <a:pt x="114788" y="9727"/>
                  </a:lnTo>
                  <a:lnTo>
                    <a:pt x="114971" y="9566"/>
                  </a:lnTo>
                  <a:lnTo>
                    <a:pt x="115155" y="9451"/>
                  </a:lnTo>
                  <a:lnTo>
                    <a:pt x="115361" y="9337"/>
                  </a:lnTo>
                  <a:lnTo>
                    <a:pt x="115568" y="9222"/>
                  </a:lnTo>
                  <a:lnTo>
                    <a:pt x="115797" y="9153"/>
                  </a:lnTo>
                  <a:lnTo>
                    <a:pt x="116026" y="9084"/>
                  </a:lnTo>
                  <a:lnTo>
                    <a:pt x="116256" y="9061"/>
                  </a:lnTo>
                  <a:lnTo>
                    <a:pt x="116485" y="9039"/>
                  </a:lnTo>
                  <a:close/>
                  <a:moveTo>
                    <a:pt x="136305" y="11860"/>
                  </a:moveTo>
                  <a:lnTo>
                    <a:pt x="138071" y="14911"/>
                  </a:lnTo>
                  <a:lnTo>
                    <a:pt x="134538" y="14911"/>
                  </a:lnTo>
                  <a:lnTo>
                    <a:pt x="132772" y="11860"/>
                  </a:lnTo>
                  <a:close/>
                  <a:moveTo>
                    <a:pt x="120775" y="4451"/>
                  </a:moveTo>
                  <a:lnTo>
                    <a:pt x="122771" y="7937"/>
                  </a:lnTo>
                  <a:lnTo>
                    <a:pt x="124812" y="11470"/>
                  </a:lnTo>
                  <a:lnTo>
                    <a:pt x="122794" y="14957"/>
                  </a:lnTo>
                  <a:lnTo>
                    <a:pt x="119261" y="14957"/>
                  </a:lnTo>
                  <a:lnTo>
                    <a:pt x="121302" y="11447"/>
                  </a:lnTo>
                  <a:lnTo>
                    <a:pt x="118986" y="7547"/>
                  </a:lnTo>
                  <a:lnTo>
                    <a:pt x="120775" y="4451"/>
                  </a:lnTo>
                  <a:close/>
                  <a:moveTo>
                    <a:pt x="134607" y="4015"/>
                  </a:moveTo>
                  <a:lnTo>
                    <a:pt x="128276" y="14957"/>
                  </a:lnTo>
                  <a:lnTo>
                    <a:pt x="124766" y="14957"/>
                  </a:lnTo>
                  <a:lnTo>
                    <a:pt x="131075" y="4015"/>
                  </a:lnTo>
                  <a:close/>
                  <a:moveTo>
                    <a:pt x="59802" y="10736"/>
                  </a:moveTo>
                  <a:lnTo>
                    <a:pt x="60032" y="10782"/>
                  </a:lnTo>
                  <a:lnTo>
                    <a:pt x="60261" y="10828"/>
                  </a:lnTo>
                  <a:lnTo>
                    <a:pt x="60491" y="10920"/>
                  </a:lnTo>
                  <a:lnTo>
                    <a:pt x="60697" y="11011"/>
                  </a:lnTo>
                  <a:lnTo>
                    <a:pt x="60926" y="11149"/>
                  </a:lnTo>
                  <a:lnTo>
                    <a:pt x="61133" y="11310"/>
                  </a:lnTo>
                  <a:lnTo>
                    <a:pt x="61316" y="11493"/>
                  </a:lnTo>
                  <a:lnTo>
                    <a:pt x="61523" y="11722"/>
                  </a:lnTo>
                  <a:lnTo>
                    <a:pt x="61683" y="11975"/>
                  </a:lnTo>
                  <a:lnTo>
                    <a:pt x="61821" y="12227"/>
                  </a:lnTo>
                  <a:lnTo>
                    <a:pt x="61913" y="12502"/>
                  </a:lnTo>
                  <a:lnTo>
                    <a:pt x="62005" y="12755"/>
                  </a:lnTo>
                  <a:lnTo>
                    <a:pt x="62028" y="13007"/>
                  </a:lnTo>
                  <a:lnTo>
                    <a:pt x="62051" y="13259"/>
                  </a:lnTo>
                  <a:lnTo>
                    <a:pt x="62051" y="13489"/>
                  </a:lnTo>
                  <a:lnTo>
                    <a:pt x="62005" y="13741"/>
                  </a:lnTo>
                  <a:lnTo>
                    <a:pt x="61959" y="13970"/>
                  </a:lnTo>
                  <a:lnTo>
                    <a:pt x="61867" y="14177"/>
                  </a:lnTo>
                  <a:lnTo>
                    <a:pt x="61775" y="14383"/>
                  </a:lnTo>
                  <a:lnTo>
                    <a:pt x="61638" y="14590"/>
                  </a:lnTo>
                  <a:lnTo>
                    <a:pt x="61500" y="14773"/>
                  </a:lnTo>
                  <a:lnTo>
                    <a:pt x="61362" y="14934"/>
                  </a:lnTo>
                  <a:lnTo>
                    <a:pt x="61179" y="15094"/>
                  </a:lnTo>
                  <a:lnTo>
                    <a:pt x="61018" y="15232"/>
                  </a:lnTo>
                  <a:lnTo>
                    <a:pt x="60812" y="15370"/>
                  </a:lnTo>
                  <a:lnTo>
                    <a:pt x="60605" y="15484"/>
                  </a:lnTo>
                  <a:lnTo>
                    <a:pt x="60399" y="15576"/>
                  </a:lnTo>
                  <a:lnTo>
                    <a:pt x="60192" y="15668"/>
                  </a:lnTo>
                  <a:lnTo>
                    <a:pt x="59963" y="15714"/>
                  </a:lnTo>
                  <a:lnTo>
                    <a:pt x="59734" y="15760"/>
                  </a:lnTo>
                  <a:lnTo>
                    <a:pt x="59504" y="15783"/>
                  </a:lnTo>
                  <a:lnTo>
                    <a:pt x="59275" y="15760"/>
                  </a:lnTo>
                  <a:lnTo>
                    <a:pt x="59045" y="15737"/>
                  </a:lnTo>
                  <a:lnTo>
                    <a:pt x="58816" y="15691"/>
                  </a:lnTo>
                  <a:lnTo>
                    <a:pt x="58587" y="15622"/>
                  </a:lnTo>
                  <a:lnTo>
                    <a:pt x="58380" y="15507"/>
                  </a:lnTo>
                  <a:lnTo>
                    <a:pt x="58151" y="15393"/>
                  </a:lnTo>
                  <a:lnTo>
                    <a:pt x="57944" y="15232"/>
                  </a:lnTo>
                  <a:lnTo>
                    <a:pt x="57761" y="15049"/>
                  </a:lnTo>
                  <a:lnTo>
                    <a:pt x="57577" y="14842"/>
                  </a:lnTo>
                  <a:lnTo>
                    <a:pt x="57394" y="14613"/>
                  </a:lnTo>
                  <a:lnTo>
                    <a:pt x="57256" y="14337"/>
                  </a:lnTo>
                  <a:lnTo>
                    <a:pt x="57142" y="14062"/>
                  </a:lnTo>
                  <a:lnTo>
                    <a:pt x="57050" y="13810"/>
                  </a:lnTo>
                  <a:lnTo>
                    <a:pt x="57004" y="13558"/>
                  </a:lnTo>
                  <a:lnTo>
                    <a:pt x="56981" y="13305"/>
                  </a:lnTo>
                  <a:lnTo>
                    <a:pt x="57004" y="13053"/>
                  </a:lnTo>
                  <a:lnTo>
                    <a:pt x="57027" y="12824"/>
                  </a:lnTo>
                  <a:lnTo>
                    <a:pt x="57096" y="12571"/>
                  </a:lnTo>
                  <a:lnTo>
                    <a:pt x="57164" y="12365"/>
                  </a:lnTo>
                  <a:lnTo>
                    <a:pt x="57256" y="12158"/>
                  </a:lnTo>
                  <a:lnTo>
                    <a:pt x="57394" y="11952"/>
                  </a:lnTo>
                  <a:lnTo>
                    <a:pt x="57531" y="11768"/>
                  </a:lnTo>
                  <a:lnTo>
                    <a:pt x="57669" y="11585"/>
                  </a:lnTo>
                  <a:lnTo>
                    <a:pt x="57853" y="11424"/>
                  </a:lnTo>
                  <a:lnTo>
                    <a:pt x="58036" y="11264"/>
                  </a:lnTo>
                  <a:lnTo>
                    <a:pt x="58220" y="11149"/>
                  </a:lnTo>
                  <a:lnTo>
                    <a:pt x="58426" y="11034"/>
                  </a:lnTo>
                  <a:lnTo>
                    <a:pt x="58656" y="10920"/>
                  </a:lnTo>
                  <a:lnTo>
                    <a:pt x="58862" y="10851"/>
                  </a:lnTo>
                  <a:lnTo>
                    <a:pt x="59091" y="10805"/>
                  </a:lnTo>
                  <a:lnTo>
                    <a:pt x="59321" y="10759"/>
                  </a:lnTo>
                  <a:lnTo>
                    <a:pt x="59550" y="10736"/>
                  </a:lnTo>
                  <a:close/>
                  <a:moveTo>
                    <a:pt x="79668" y="13489"/>
                  </a:moveTo>
                  <a:lnTo>
                    <a:pt x="81434" y="16563"/>
                  </a:lnTo>
                  <a:lnTo>
                    <a:pt x="77902" y="16563"/>
                  </a:lnTo>
                  <a:lnTo>
                    <a:pt x="76135" y="13512"/>
                  </a:lnTo>
                  <a:lnTo>
                    <a:pt x="79668" y="13489"/>
                  </a:lnTo>
                  <a:close/>
                  <a:moveTo>
                    <a:pt x="63840" y="6148"/>
                  </a:moveTo>
                  <a:lnTo>
                    <a:pt x="65858" y="9635"/>
                  </a:lnTo>
                  <a:lnTo>
                    <a:pt x="67877" y="13168"/>
                  </a:lnTo>
                  <a:lnTo>
                    <a:pt x="65858" y="16654"/>
                  </a:lnTo>
                  <a:lnTo>
                    <a:pt x="62326" y="16654"/>
                  </a:lnTo>
                  <a:lnTo>
                    <a:pt x="64367" y="13145"/>
                  </a:lnTo>
                  <a:lnTo>
                    <a:pt x="62051" y="9268"/>
                  </a:lnTo>
                  <a:lnTo>
                    <a:pt x="63840" y="6148"/>
                  </a:lnTo>
                  <a:close/>
                  <a:moveTo>
                    <a:pt x="77672" y="5712"/>
                  </a:moveTo>
                  <a:lnTo>
                    <a:pt x="71341" y="16654"/>
                  </a:lnTo>
                  <a:lnTo>
                    <a:pt x="67831" y="16654"/>
                  </a:lnTo>
                  <a:lnTo>
                    <a:pt x="74139" y="5712"/>
                  </a:lnTo>
                  <a:close/>
                  <a:moveTo>
                    <a:pt x="150435" y="12021"/>
                  </a:moveTo>
                  <a:lnTo>
                    <a:pt x="150665" y="12044"/>
                  </a:lnTo>
                  <a:lnTo>
                    <a:pt x="150894" y="12089"/>
                  </a:lnTo>
                  <a:lnTo>
                    <a:pt x="151123" y="12181"/>
                  </a:lnTo>
                  <a:lnTo>
                    <a:pt x="151353" y="12296"/>
                  </a:lnTo>
                  <a:lnTo>
                    <a:pt x="151559" y="12411"/>
                  </a:lnTo>
                  <a:lnTo>
                    <a:pt x="151766" y="12571"/>
                  </a:lnTo>
                  <a:lnTo>
                    <a:pt x="151972" y="12778"/>
                  </a:lnTo>
                  <a:lnTo>
                    <a:pt x="152156" y="12984"/>
                  </a:lnTo>
                  <a:lnTo>
                    <a:pt x="152316" y="13236"/>
                  </a:lnTo>
                  <a:lnTo>
                    <a:pt x="152454" y="13512"/>
                  </a:lnTo>
                  <a:lnTo>
                    <a:pt x="152569" y="13764"/>
                  </a:lnTo>
                  <a:lnTo>
                    <a:pt x="152637" y="14016"/>
                  </a:lnTo>
                  <a:lnTo>
                    <a:pt x="152683" y="14292"/>
                  </a:lnTo>
                  <a:lnTo>
                    <a:pt x="152706" y="14521"/>
                  </a:lnTo>
                  <a:lnTo>
                    <a:pt x="152683" y="14773"/>
                  </a:lnTo>
                  <a:lnTo>
                    <a:pt x="152660" y="15003"/>
                  </a:lnTo>
                  <a:lnTo>
                    <a:pt x="152592" y="15232"/>
                  </a:lnTo>
                  <a:lnTo>
                    <a:pt x="152500" y="15439"/>
                  </a:lnTo>
                  <a:lnTo>
                    <a:pt x="152408" y="15645"/>
                  </a:lnTo>
                  <a:lnTo>
                    <a:pt x="152293" y="15851"/>
                  </a:lnTo>
                  <a:lnTo>
                    <a:pt x="152156" y="16035"/>
                  </a:lnTo>
                  <a:lnTo>
                    <a:pt x="151995" y="16219"/>
                  </a:lnTo>
                  <a:lnTo>
                    <a:pt x="151835" y="16379"/>
                  </a:lnTo>
                  <a:lnTo>
                    <a:pt x="151651" y="16517"/>
                  </a:lnTo>
                  <a:lnTo>
                    <a:pt x="151467" y="16631"/>
                  </a:lnTo>
                  <a:lnTo>
                    <a:pt x="151261" y="16746"/>
                  </a:lnTo>
                  <a:lnTo>
                    <a:pt x="151055" y="16861"/>
                  </a:lnTo>
                  <a:lnTo>
                    <a:pt x="150825" y="16930"/>
                  </a:lnTo>
                  <a:lnTo>
                    <a:pt x="150596" y="16976"/>
                  </a:lnTo>
                  <a:lnTo>
                    <a:pt x="150389" y="17021"/>
                  </a:lnTo>
                  <a:lnTo>
                    <a:pt x="150160" y="17044"/>
                  </a:lnTo>
                  <a:lnTo>
                    <a:pt x="149908" y="17044"/>
                  </a:lnTo>
                  <a:lnTo>
                    <a:pt x="149678" y="17021"/>
                  </a:lnTo>
                  <a:lnTo>
                    <a:pt x="149449" y="16953"/>
                  </a:lnTo>
                  <a:lnTo>
                    <a:pt x="149242" y="16884"/>
                  </a:lnTo>
                  <a:lnTo>
                    <a:pt x="149013" y="16792"/>
                  </a:lnTo>
                  <a:lnTo>
                    <a:pt x="148807" y="16654"/>
                  </a:lnTo>
                  <a:lnTo>
                    <a:pt x="148600" y="16517"/>
                  </a:lnTo>
                  <a:lnTo>
                    <a:pt x="148394" y="16333"/>
                  </a:lnTo>
                  <a:lnTo>
                    <a:pt x="148210" y="16127"/>
                  </a:lnTo>
                  <a:lnTo>
                    <a:pt x="148027" y="15874"/>
                  </a:lnTo>
                  <a:lnTo>
                    <a:pt x="147889" y="15599"/>
                  </a:lnTo>
                  <a:lnTo>
                    <a:pt x="147774" y="15347"/>
                  </a:lnTo>
                  <a:lnTo>
                    <a:pt x="147705" y="15072"/>
                  </a:lnTo>
                  <a:lnTo>
                    <a:pt x="147660" y="14819"/>
                  </a:lnTo>
                  <a:lnTo>
                    <a:pt x="147637" y="14567"/>
                  </a:lnTo>
                  <a:lnTo>
                    <a:pt x="147637" y="14315"/>
                  </a:lnTo>
                  <a:lnTo>
                    <a:pt x="147660" y="14085"/>
                  </a:lnTo>
                  <a:lnTo>
                    <a:pt x="147728" y="13856"/>
                  </a:lnTo>
                  <a:lnTo>
                    <a:pt x="147797" y="13626"/>
                  </a:lnTo>
                  <a:lnTo>
                    <a:pt x="147912" y="13420"/>
                  </a:lnTo>
                  <a:lnTo>
                    <a:pt x="148027" y="13213"/>
                  </a:lnTo>
                  <a:lnTo>
                    <a:pt x="148164" y="13030"/>
                  </a:lnTo>
                  <a:lnTo>
                    <a:pt x="148325" y="12846"/>
                  </a:lnTo>
                  <a:lnTo>
                    <a:pt x="148485" y="12686"/>
                  </a:lnTo>
                  <a:lnTo>
                    <a:pt x="148669" y="12548"/>
                  </a:lnTo>
                  <a:lnTo>
                    <a:pt x="148875" y="12411"/>
                  </a:lnTo>
                  <a:lnTo>
                    <a:pt x="149082" y="12296"/>
                  </a:lnTo>
                  <a:lnTo>
                    <a:pt x="149288" y="12204"/>
                  </a:lnTo>
                  <a:lnTo>
                    <a:pt x="149518" y="12112"/>
                  </a:lnTo>
                  <a:lnTo>
                    <a:pt x="149747" y="12067"/>
                  </a:lnTo>
                  <a:lnTo>
                    <a:pt x="149976" y="12021"/>
                  </a:lnTo>
                  <a:close/>
                  <a:moveTo>
                    <a:pt x="170301" y="14773"/>
                  </a:moveTo>
                  <a:lnTo>
                    <a:pt x="172067" y="17824"/>
                  </a:lnTo>
                  <a:lnTo>
                    <a:pt x="168534" y="17824"/>
                  </a:lnTo>
                  <a:lnTo>
                    <a:pt x="166768" y="14773"/>
                  </a:lnTo>
                  <a:close/>
                  <a:moveTo>
                    <a:pt x="168305" y="6974"/>
                  </a:moveTo>
                  <a:lnTo>
                    <a:pt x="161997" y="17916"/>
                  </a:lnTo>
                  <a:lnTo>
                    <a:pt x="158464" y="17939"/>
                  </a:lnTo>
                  <a:lnTo>
                    <a:pt x="158464" y="17939"/>
                  </a:lnTo>
                  <a:lnTo>
                    <a:pt x="164795" y="6974"/>
                  </a:lnTo>
                  <a:close/>
                  <a:moveTo>
                    <a:pt x="154495" y="7410"/>
                  </a:moveTo>
                  <a:lnTo>
                    <a:pt x="156491" y="10920"/>
                  </a:lnTo>
                  <a:lnTo>
                    <a:pt x="158533" y="14429"/>
                  </a:lnTo>
                  <a:lnTo>
                    <a:pt x="156514" y="17939"/>
                  </a:lnTo>
                  <a:lnTo>
                    <a:pt x="152981" y="17939"/>
                  </a:lnTo>
                  <a:lnTo>
                    <a:pt x="155000" y="14429"/>
                  </a:lnTo>
                  <a:lnTo>
                    <a:pt x="152706" y="10530"/>
                  </a:lnTo>
                  <a:lnTo>
                    <a:pt x="154495" y="7410"/>
                  </a:lnTo>
                  <a:close/>
                  <a:moveTo>
                    <a:pt x="21976" y="15255"/>
                  </a:moveTo>
                  <a:lnTo>
                    <a:pt x="23742" y="18329"/>
                  </a:lnTo>
                  <a:lnTo>
                    <a:pt x="20209" y="18329"/>
                  </a:lnTo>
                  <a:lnTo>
                    <a:pt x="18443" y="15278"/>
                  </a:lnTo>
                  <a:lnTo>
                    <a:pt x="21976" y="15255"/>
                  </a:lnTo>
                  <a:close/>
                  <a:moveTo>
                    <a:pt x="6171" y="7915"/>
                  </a:moveTo>
                  <a:lnTo>
                    <a:pt x="8166" y="11401"/>
                  </a:lnTo>
                  <a:lnTo>
                    <a:pt x="10208" y="14934"/>
                  </a:lnTo>
                  <a:lnTo>
                    <a:pt x="8189" y="18421"/>
                  </a:lnTo>
                  <a:lnTo>
                    <a:pt x="4657" y="18421"/>
                  </a:lnTo>
                  <a:lnTo>
                    <a:pt x="6675" y="14911"/>
                  </a:lnTo>
                  <a:lnTo>
                    <a:pt x="4381" y="11034"/>
                  </a:lnTo>
                  <a:lnTo>
                    <a:pt x="6171" y="7915"/>
                  </a:lnTo>
                  <a:close/>
                  <a:moveTo>
                    <a:pt x="19980" y="7479"/>
                  </a:moveTo>
                  <a:lnTo>
                    <a:pt x="13672" y="18421"/>
                  </a:lnTo>
                  <a:lnTo>
                    <a:pt x="10139" y="18421"/>
                  </a:lnTo>
                  <a:lnTo>
                    <a:pt x="16470" y="7479"/>
                  </a:lnTo>
                  <a:close/>
                  <a:moveTo>
                    <a:pt x="93798" y="13649"/>
                  </a:moveTo>
                  <a:lnTo>
                    <a:pt x="94028" y="13672"/>
                  </a:lnTo>
                  <a:lnTo>
                    <a:pt x="94257" y="13741"/>
                  </a:lnTo>
                  <a:lnTo>
                    <a:pt x="94487" y="13810"/>
                  </a:lnTo>
                  <a:lnTo>
                    <a:pt x="94716" y="13925"/>
                  </a:lnTo>
                  <a:lnTo>
                    <a:pt x="94922" y="14062"/>
                  </a:lnTo>
                  <a:lnTo>
                    <a:pt x="95129" y="14223"/>
                  </a:lnTo>
                  <a:lnTo>
                    <a:pt x="95335" y="14406"/>
                  </a:lnTo>
                  <a:lnTo>
                    <a:pt x="95519" y="14636"/>
                  </a:lnTo>
                  <a:lnTo>
                    <a:pt x="95679" y="14888"/>
                  </a:lnTo>
                  <a:lnTo>
                    <a:pt x="95817" y="15140"/>
                  </a:lnTo>
                  <a:lnTo>
                    <a:pt x="95932" y="15416"/>
                  </a:lnTo>
                  <a:lnTo>
                    <a:pt x="96001" y="15668"/>
                  </a:lnTo>
                  <a:lnTo>
                    <a:pt x="96046" y="15920"/>
                  </a:lnTo>
                  <a:lnTo>
                    <a:pt x="96069" y="16173"/>
                  </a:lnTo>
                  <a:lnTo>
                    <a:pt x="96046" y="16402"/>
                  </a:lnTo>
                  <a:lnTo>
                    <a:pt x="96001" y="16631"/>
                  </a:lnTo>
                  <a:lnTo>
                    <a:pt x="95955" y="16861"/>
                  </a:lnTo>
                  <a:lnTo>
                    <a:pt x="95863" y="17090"/>
                  </a:lnTo>
                  <a:lnTo>
                    <a:pt x="95771" y="17297"/>
                  </a:lnTo>
                  <a:lnTo>
                    <a:pt x="95656" y="17480"/>
                  </a:lnTo>
                  <a:lnTo>
                    <a:pt x="95519" y="17664"/>
                  </a:lnTo>
                  <a:lnTo>
                    <a:pt x="95358" y="17847"/>
                  </a:lnTo>
                  <a:lnTo>
                    <a:pt x="95198" y="18008"/>
                  </a:lnTo>
                  <a:lnTo>
                    <a:pt x="95014" y="18145"/>
                  </a:lnTo>
                  <a:lnTo>
                    <a:pt x="94831" y="18283"/>
                  </a:lnTo>
                  <a:lnTo>
                    <a:pt x="94624" y="18398"/>
                  </a:lnTo>
                  <a:lnTo>
                    <a:pt x="94418" y="18490"/>
                  </a:lnTo>
                  <a:lnTo>
                    <a:pt x="94188" y="18558"/>
                  </a:lnTo>
                  <a:lnTo>
                    <a:pt x="93959" y="18627"/>
                  </a:lnTo>
                  <a:lnTo>
                    <a:pt x="93752" y="18650"/>
                  </a:lnTo>
                  <a:lnTo>
                    <a:pt x="93523" y="18673"/>
                  </a:lnTo>
                  <a:lnTo>
                    <a:pt x="93271" y="18673"/>
                  </a:lnTo>
                  <a:lnTo>
                    <a:pt x="93041" y="18650"/>
                  </a:lnTo>
                  <a:lnTo>
                    <a:pt x="92812" y="18604"/>
                  </a:lnTo>
                  <a:lnTo>
                    <a:pt x="92606" y="18512"/>
                  </a:lnTo>
                  <a:lnTo>
                    <a:pt x="92376" y="18421"/>
                  </a:lnTo>
                  <a:lnTo>
                    <a:pt x="92170" y="18306"/>
                  </a:lnTo>
                  <a:lnTo>
                    <a:pt x="91963" y="18145"/>
                  </a:lnTo>
                  <a:lnTo>
                    <a:pt x="91757" y="17962"/>
                  </a:lnTo>
                  <a:lnTo>
                    <a:pt x="91573" y="17755"/>
                  </a:lnTo>
                  <a:lnTo>
                    <a:pt x="91390" y="17503"/>
                  </a:lnTo>
                  <a:lnTo>
                    <a:pt x="91252" y="17251"/>
                  </a:lnTo>
                  <a:lnTo>
                    <a:pt x="91137" y="16976"/>
                  </a:lnTo>
                  <a:lnTo>
                    <a:pt x="91069" y="16723"/>
                  </a:lnTo>
                  <a:lnTo>
                    <a:pt x="91023" y="16448"/>
                  </a:lnTo>
                  <a:lnTo>
                    <a:pt x="91000" y="16196"/>
                  </a:lnTo>
                  <a:lnTo>
                    <a:pt x="91000" y="15966"/>
                  </a:lnTo>
                  <a:lnTo>
                    <a:pt x="91023" y="15714"/>
                  </a:lnTo>
                  <a:lnTo>
                    <a:pt x="91092" y="15484"/>
                  </a:lnTo>
                  <a:lnTo>
                    <a:pt x="91160" y="15255"/>
                  </a:lnTo>
                  <a:lnTo>
                    <a:pt x="91275" y="15049"/>
                  </a:lnTo>
                  <a:lnTo>
                    <a:pt x="91390" y="14842"/>
                  </a:lnTo>
                  <a:lnTo>
                    <a:pt x="91527" y="14659"/>
                  </a:lnTo>
                  <a:lnTo>
                    <a:pt x="91688" y="14498"/>
                  </a:lnTo>
                  <a:lnTo>
                    <a:pt x="91849" y="14337"/>
                  </a:lnTo>
                  <a:lnTo>
                    <a:pt x="92032" y="14177"/>
                  </a:lnTo>
                  <a:lnTo>
                    <a:pt x="92239" y="14039"/>
                  </a:lnTo>
                  <a:lnTo>
                    <a:pt x="92445" y="13925"/>
                  </a:lnTo>
                  <a:lnTo>
                    <a:pt x="92651" y="13833"/>
                  </a:lnTo>
                  <a:lnTo>
                    <a:pt x="92881" y="13764"/>
                  </a:lnTo>
                  <a:lnTo>
                    <a:pt x="93087" y="13695"/>
                  </a:lnTo>
                  <a:lnTo>
                    <a:pt x="93340" y="13672"/>
                  </a:lnTo>
                  <a:lnTo>
                    <a:pt x="93569" y="13649"/>
                  </a:lnTo>
                  <a:close/>
                  <a:moveTo>
                    <a:pt x="113664" y="16402"/>
                  </a:moveTo>
                  <a:lnTo>
                    <a:pt x="115430" y="19453"/>
                  </a:lnTo>
                  <a:lnTo>
                    <a:pt x="111897" y="19453"/>
                  </a:lnTo>
                  <a:lnTo>
                    <a:pt x="110131" y="16402"/>
                  </a:lnTo>
                  <a:close/>
                  <a:moveTo>
                    <a:pt x="97859" y="9061"/>
                  </a:moveTo>
                  <a:lnTo>
                    <a:pt x="99854" y="12548"/>
                  </a:lnTo>
                  <a:lnTo>
                    <a:pt x="101896" y="16081"/>
                  </a:lnTo>
                  <a:lnTo>
                    <a:pt x="99877" y="19568"/>
                  </a:lnTo>
                  <a:lnTo>
                    <a:pt x="96345" y="19568"/>
                  </a:lnTo>
                  <a:lnTo>
                    <a:pt x="98363" y="16058"/>
                  </a:lnTo>
                  <a:lnTo>
                    <a:pt x="96069" y="12158"/>
                  </a:lnTo>
                  <a:lnTo>
                    <a:pt x="97859" y="9061"/>
                  </a:lnTo>
                  <a:close/>
                  <a:moveTo>
                    <a:pt x="111668" y="8603"/>
                  </a:moveTo>
                  <a:lnTo>
                    <a:pt x="105360" y="19568"/>
                  </a:lnTo>
                  <a:lnTo>
                    <a:pt x="101827" y="19568"/>
                  </a:lnTo>
                  <a:lnTo>
                    <a:pt x="108158" y="8603"/>
                  </a:lnTo>
                  <a:close/>
                  <a:moveTo>
                    <a:pt x="36106" y="15416"/>
                  </a:moveTo>
                  <a:lnTo>
                    <a:pt x="36359" y="15439"/>
                  </a:lnTo>
                  <a:lnTo>
                    <a:pt x="36588" y="15507"/>
                  </a:lnTo>
                  <a:lnTo>
                    <a:pt x="36817" y="15576"/>
                  </a:lnTo>
                  <a:lnTo>
                    <a:pt x="37024" y="15691"/>
                  </a:lnTo>
                  <a:lnTo>
                    <a:pt x="37253" y="15829"/>
                  </a:lnTo>
                  <a:lnTo>
                    <a:pt x="37460" y="15989"/>
                  </a:lnTo>
                  <a:lnTo>
                    <a:pt x="37643" y="16173"/>
                  </a:lnTo>
                  <a:lnTo>
                    <a:pt x="37827" y="16402"/>
                  </a:lnTo>
                  <a:lnTo>
                    <a:pt x="38010" y="16654"/>
                  </a:lnTo>
                  <a:lnTo>
                    <a:pt x="38148" y="16907"/>
                  </a:lnTo>
                  <a:lnTo>
                    <a:pt x="38240" y="17182"/>
                  </a:lnTo>
                  <a:lnTo>
                    <a:pt x="38308" y="17434"/>
                  </a:lnTo>
                  <a:lnTo>
                    <a:pt x="38354" y="17687"/>
                  </a:lnTo>
                  <a:lnTo>
                    <a:pt x="38377" y="17939"/>
                  </a:lnTo>
                  <a:lnTo>
                    <a:pt x="38354" y="18168"/>
                  </a:lnTo>
                  <a:lnTo>
                    <a:pt x="38331" y="18398"/>
                  </a:lnTo>
                  <a:lnTo>
                    <a:pt x="38263" y="18627"/>
                  </a:lnTo>
                  <a:lnTo>
                    <a:pt x="38194" y="18857"/>
                  </a:lnTo>
                  <a:lnTo>
                    <a:pt x="38079" y="19063"/>
                  </a:lnTo>
                  <a:lnTo>
                    <a:pt x="37964" y="19246"/>
                  </a:lnTo>
                  <a:lnTo>
                    <a:pt x="37827" y="19430"/>
                  </a:lnTo>
                  <a:lnTo>
                    <a:pt x="37689" y="19614"/>
                  </a:lnTo>
                  <a:lnTo>
                    <a:pt x="37506" y="19774"/>
                  </a:lnTo>
                  <a:lnTo>
                    <a:pt x="37322" y="19912"/>
                  </a:lnTo>
                  <a:lnTo>
                    <a:pt x="37139" y="20049"/>
                  </a:lnTo>
                  <a:lnTo>
                    <a:pt x="36932" y="20164"/>
                  </a:lnTo>
                  <a:lnTo>
                    <a:pt x="36726" y="20256"/>
                  </a:lnTo>
                  <a:lnTo>
                    <a:pt x="36519" y="20325"/>
                  </a:lnTo>
                  <a:lnTo>
                    <a:pt x="36290" y="20393"/>
                  </a:lnTo>
                  <a:lnTo>
                    <a:pt x="36060" y="20439"/>
                  </a:lnTo>
                  <a:lnTo>
                    <a:pt x="35602" y="20439"/>
                  </a:lnTo>
                  <a:lnTo>
                    <a:pt x="35372" y="20416"/>
                  </a:lnTo>
                  <a:lnTo>
                    <a:pt x="35143" y="20371"/>
                  </a:lnTo>
                  <a:lnTo>
                    <a:pt x="34913" y="20302"/>
                  </a:lnTo>
                  <a:lnTo>
                    <a:pt x="34684" y="20187"/>
                  </a:lnTo>
                  <a:lnTo>
                    <a:pt x="34478" y="20072"/>
                  </a:lnTo>
                  <a:lnTo>
                    <a:pt x="34271" y="19912"/>
                  </a:lnTo>
                  <a:lnTo>
                    <a:pt x="34088" y="19728"/>
                  </a:lnTo>
                  <a:lnTo>
                    <a:pt x="33881" y="19522"/>
                  </a:lnTo>
                  <a:lnTo>
                    <a:pt x="33721" y="19269"/>
                  </a:lnTo>
                  <a:lnTo>
                    <a:pt x="33560" y="19017"/>
                  </a:lnTo>
                  <a:lnTo>
                    <a:pt x="33468" y="18742"/>
                  </a:lnTo>
                  <a:lnTo>
                    <a:pt x="33377" y="18490"/>
                  </a:lnTo>
                  <a:lnTo>
                    <a:pt x="33331" y="18214"/>
                  </a:lnTo>
                  <a:lnTo>
                    <a:pt x="33308" y="17962"/>
                  </a:lnTo>
                  <a:lnTo>
                    <a:pt x="33308" y="17733"/>
                  </a:lnTo>
                  <a:lnTo>
                    <a:pt x="33354" y="17480"/>
                  </a:lnTo>
                  <a:lnTo>
                    <a:pt x="33399" y="17251"/>
                  </a:lnTo>
                  <a:lnTo>
                    <a:pt x="33491" y="17044"/>
                  </a:lnTo>
                  <a:lnTo>
                    <a:pt x="33583" y="16815"/>
                  </a:lnTo>
                  <a:lnTo>
                    <a:pt x="33698" y="16631"/>
                  </a:lnTo>
                  <a:lnTo>
                    <a:pt x="33835" y="16425"/>
                  </a:lnTo>
                  <a:lnTo>
                    <a:pt x="33996" y="16264"/>
                  </a:lnTo>
                  <a:lnTo>
                    <a:pt x="34179" y="16104"/>
                  </a:lnTo>
                  <a:lnTo>
                    <a:pt x="34363" y="15943"/>
                  </a:lnTo>
                  <a:lnTo>
                    <a:pt x="34546" y="15806"/>
                  </a:lnTo>
                  <a:lnTo>
                    <a:pt x="34753" y="15691"/>
                  </a:lnTo>
                  <a:lnTo>
                    <a:pt x="34959" y="15599"/>
                  </a:lnTo>
                  <a:lnTo>
                    <a:pt x="35189" y="15530"/>
                  </a:lnTo>
                  <a:lnTo>
                    <a:pt x="35418" y="15462"/>
                  </a:lnTo>
                  <a:lnTo>
                    <a:pt x="35648" y="15439"/>
                  </a:lnTo>
                  <a:lnTo>
                    <a:pt x="35877" y="15416"/>
                  </a:lnTo>
                  <a:close/>
                  <a:moveTo>
                    <a:pt x="55926" y="18168"/>
                  </a:moveTo>
                  <a:lnTo>
                    <a:pt x="57692" y="21219"/>
                  </a:lnTo>
                  <a:lnTo>
                    <a:pt x="54159" y="21219"/>
                  </a:lnTo>
                  <a:lnTo>
                    <a:pt x="52393" y="18168"/>
                  </a:lnTo>
                  <a:close/>
                  <a:moveTo>
                    <a:pt x="40167" y="10828"/>
                  </a:moveTo>
                  <a:lnTo>
                    <a:pt x="42185" y="14315"/>
                  </a:lnTo>
                  <a:lnTo>
                    <a:pt x="44204" y="17847"/>
                  </a:lnTo>
                  <a:lnTo>
                    <a:pt x="42185" y="21334"/>
                  </a:lnTo>
                  <a:lnTo>
                    <a:pt x="38653" y="21334"/>
                  </a:lnTo>
                  <a:lnTo>
                    <a:pt x="40694" y="17824"/>
                  </a:lnTo>
                  <a:lnTo>
                    <a:pt x="38377" y="13925"/>
                  </a:lnTo>
                  <a:lnTo>
                    <a:pt x="40167" y="10828"/>
                  </a:lnTo>
                  <a:close/>
                  <a:moveTo>
                    <a:pt x="53999" y="10369"/>
                  </a:moveTo>
                  <a:lnTo>
                    <a:pt x="47668" y="21334"/>
                  </a:lnTo>
                  <a:lnTo>
                    <a:pt x="44158" y="21334"/>
                  </a:lnTo>
                  <a:lnTo>
                    <a:pt x="50466" y="10369"/>
                  </a:lnTo>
                  <a:close/>
                  <a:moveTo>
                    <a:pt x="127335" y="16654"/>
                  </a:moveTo>
                  <a:lnTo>
                    <a:pt x="127565" y="16700"/>
                  </a:lnTo>
                  <a:lnTo>
                    <a:pt x="127794" y="16746"/>
                  </a:lnTo>
                  <a:lnTo>
                    <a:pt x="128024" y="16815"/>
                  </a:lnTo>
                  <a:lnTo>
                    <a:pt x="128230" y="16930"/>
                  </a:lnTo>
                  <a:lnTo>
                    <a:pt x="128459" y="17067"/>
                  </a:lnTo>
                  <a:lnTo>
                    <a:pt x="128666" y="17228"/>
                  </a:lnTo>
                  <a:lnTo>
                    <a:pt x="128872" y="17411"/>
                  </a:lnTo>
                  <a:lnTo>
                    <a:pt x="129056" y="17641"/>
                  </a:lnTo>
                  <a:lnTo>
                    <a:pt x="129216" y="17893"/>
                  </a:lnTo>
                  <a:lnTo>
                    <a:pt x="129354" y="18145"/>
                  </a:lnTo>
                  <a:lnTo>
                    <a:pt x="129446" y="18421"/>
                  </a:lnTo>
                  <a:lnTo>
                    <a:pt x="129538" y="18673"/>
                  </a:lnTo>
                  <a:lnTo>
                    <a:pt x="129584" y="18925"/>
                  </a:lnTo>
                  <a:lnTo>
                    <a:pt x="129584" y="19178"/>
                  </a:lnTo>
                  <a:lnTo>
                    <a:pt x="129584" y="19407"/>
                  </a:lnTo>
                  <a:lnTo>
                    <a:pt x="129538" y="19659"/>
                  </a:lnTo>
                  <a:lnTo>
                    <a:pt x="129492" y="19866"/>
                  </a:lnTo>
                  <a:lnTo>
                    <a:pt x="129400" y="20095"/>
                  </a:lnTo>
                  <a:lnTo>
                    <a:pt x="129308" y="20302"/>
                  </a:lnTo>
                  <a:lnTo>
                    <a:pt x="129171" y="20485"/>
                  </a:lnTo>
                  <a:lnTo>
                    <a:pt x="129033" y="20692"/>
                  </a:lnTo>
                  <a:lnTo>
                    <a:pt x="128895" y="20852"/>
                  </a:lnTo>
                  <a:lnTo>
                    <a:pt x="128735" y="21013"/>
                  </a:lnTo>
                  <a:lnTo>
                    <a:pt x="128551" y="21150"/>
                  </a:lnTo>
                  <a:lnTo>
                    <a:pt x="128345" y="21288"/>
                  </a:lnTo>
                  <a:lnTo>
                    <a:pt x="128138" y="21403"/>
                  </a:lnTo>
                  <a:lnTo>
                    <a:pt x="127932" y="21495"/>
                  </a:lnTo>
                  <a:lnTo>
                    <a:pt x="127725" y="21563"/>
                  </a:lnTo>
                  <a:lnTo>
                    <a:pt x="127496" y="21632"/>
                  </a:lnTo>
                  <a:lnTo>
                    <a:pt x="127267" y="21678"/>
                  </a:lnTo>
                  <a:lnTo>
                    <a:pt x="126808" y="21678"/>
                  </a:lnTo>
                  <a:lnTo>
                    <a:pt x="126578" y="21655"/>
                  </a:lnTo>
                  <a:lnTo>
                    <a:pt x="126349" y="21609"/>
                  </a:lnTo>
                  <a:lnTo>
                    <a:pt x="126120" y="21540"/>
                  </a:lnTo>
                  <a:lnTo>
                    <a:pt x="125913" y="21426"/>
                  </a:lnTo>
                  <a:lnTo>
                    <a:pt x="125684" y="21311"/>
                  </a:lnTo>
                  <a:lnTo>
                    <a:pt x="125477" y="21150"/>
                  </a:lnTo>
                  <a:lnTo>
                    <a:pt x="125294" y="20967"/>
                  </a:lnTo>
                  <a:lnTo>
                    <a:pt x="125110" y="20760"/>
                  </a:lnTo>
                  <a:lnTo>
                    <a:pt x="124927" y="20531"/>
                  </a:lnTo>
                  <a:lnTo>
                    <a:pt x="124789" y="20256"/>
                  </a:lnTo>
                  <a:lnTo>
                    <a:pt x="124675" y="19981"/>
                  </a:lnTo>
                  <a:lnTo>
                    <a:pt x="124583" y="19728"/>
                  </a:lnTo>
                  <a:lnTo>
                    <a:pt x="124537" y="19476"/>
                  </a:lnTo>
                  <a:lnTo>
                    <a:pt x="124514" y="19224"/>
                  </a:lnTo>
                  <a:lnTo>
                    <a:pt x="124537" y="18971"/>
                  </a:lnTo>
                  <a:lnTo>
                    <a:pt x="124560" y="18719"/>
                  </a:lnTo>
                  <a:lnTo>
                    <a:pt x="124629" y="18490"/>
                  </a:lnTo>
                  <a:lnTo>
                    <a:pt x="124697" y="18283"/>
                  </a:lnTo>
                  <a:lnTo>
                    <a:pt x="124789" y="18054"/>
                  </a:lnTo>
                  <a:lnTo>
                    <a:pt x="124927" y="17870"/>
                  </a:lnTo>
                  <a:lnTo>
                    <a:pt x="125064" y="17664"/>
                  </a:lnTo>
                  <a:lnTo>
                    <a:pt x="125202" y="17503"/>
                  </a:lnTo>
                  <a:lnTo>
                    <a:pt x="125386" y="17343"/>
                  </a:lnTo>
                  <a:lnTo>
                    <a:pt x="125569" y="17182"/>
                  </a:lnTo>
                  <a:lnTo>
                    <a:pt x="125753" y="17067"/>
                  </a:lnTo>
                  <a:lnTo>
                    <a:pt x="125959" y="16953"/>
                  </a:lnTo>
                  <a:lnTo>
                    <a:pt x="126189" y="16838"/>
                  </a:lnTo>
                  <a:lnTo>
                    <a:pt x="126395" y="16769"/>
                  </a:lnTo>
                  <a:lnTo>
                    <a:pt x="126624" y="16700"/>
                  </a:lnTo>
                  <a:lnTo>
                    <a:pt x="126854" y="16677"/>
                  </a:lnTo>
                  <a:lnTo>
                    <a:pt x="127083" y="16654"/>
                  </a:lnTo>
                  <a:close/>
                  <a:moveTo>
                    <a:pt x="147201" y="19407"/>
                  </a:moveTo>
                  <a:lnTo>
                    <a:pt x="148967" y="22458"/>
                  </a:lnTo>
                  <a:lnTo>
                    <a:pt x="145434" y="22458"/>
                  </a:lnTo>
                  <a:lnTo>
                    <a:pt x="143668" y="19407"/>
                  </a:lnTo>
                  <a:close/>
                  <a:moveTo>
                    <a:pt x="131373" y="12067"/>
                  </a:moveTo>
                  <a:lnTo>
                    <a:pt x="133391" y="15553"/>
                  </a:lnTo>
                  <a:lnTo>
                    <a:pt x="135410" y="19086"/>
                  </a:lnTo>
                  <a:lnTo>
                    <a:pt x="133391" y="22573"/>
                  </a:lnTo>
                  <a:lnTo>
                    <a:pt x="129859" y="22573"/>
                  </a:lnTo>
                  <a:lnTo>
                    <a:pt x="131900" y="19063"/>
                  </a:lnTo>
                  <a:lnTo>
                    <a:pt x="129584" y="15163"/>
                  </a:lnTo>
                  <a:lnTo>
                    <a:pt x="131373" y="12067"/>
                  </a:lnTo>
                  <a:close/>
                  <a:moveTo>
                    <a:pt x="145205" y="11608"/>
                  </a:moveTo>
                  <a:lnTo>
                    <a:pt x="138874" y="22573"/>
                  </a:lnTo>
                  <a:lnTo>
                    <a:pt x="135364" y="22573"/>
                  </a:lnTo>
                  <a:lnTo>
                    <a:pt x="141672" y="11608"/>
                  </a:lnTo>
                  <a:close/>
                  <a:moveTo>
                    <a:pt x="70446" y="18283"/>
                  </a:moveTo>
                  <a:lnTo>
                    <a:pt x="70699" y="18306"/>
                  </a:lnTo>
                  <a:lnTo>
                    <a:pt x="70928" y="18329"/>
                  </a:lnTo>
                  <a:lnTo>
                    <a:pt x="71157" y="18375"/>
                  </a:lnTo>
                  <a:lnTo>
                    <a:pt x="71387" y="18467"/>
                  </a:lnTo>
                  <a:lnTo>
                    <a:pt x="71593" y="18558"/>
                  </a:lnTo>
                  <a:lnTo>
                    <a:pt x="71823" y="18696"/>
                  </a:lnTo>
                  <a:lnTo>
                    <a:pt x="72029" y="18857"/>
                  </a:lnTo>
                  <a:lnTo>
                    <a:pt x="72213" y="19063"/>
                  </a:lnTo>
                  <a:lnTo>
                    <a:pt x="72419" y="19269"/>
                  </a:lnTo>
                  <a:lnTo>
                    <a:pt x="72580" y="19522"/>
                  </a:lnTo>
                  <a:lnTo>
                    <a:pt x="72717" y="19797"/>
                  </a:lnTo>
                  <a:lnTo>
                    <a:pt x="72809" y="20049"/>
                  </a:lnTo>
                  <a:lnTo>
                    <a:pt x="72901" y="20302"/>
                  </a:lnTo>
                  <a:lnTo>
                    <a:pt x="72924" y="20554"/>
                  </a:lnTo>
                  <a:lnTo>
                    <a:pt x="72947" y="20806"/>
                  </a:lnTo>
                  <a:lnTo>
                    <a:pt x="72947" y="21059"/>
                  </a:lnTo>
                  <a:lnTo>
                    <a:pt x="72901" y="21288"/>
                  </a:lnTo>
                  <a:lnTo>
                    <a:pt x="72855" y="21517"/>
                  </a:lnTo>
                  <a:lnTo>
                    <a:pt x="72763" y="21724"/>
                  </a:lnTo>
                  <a:lnTo>
                    <a:pt x="72671" y="21930"/>
                  </a:lnTo>
                  <a:lnTo>
                    <a:pt x="72534" y="22137"/>
                  </a:lnTo>
                  <a:lnTo>
                    <a:pt x="72396" y="22320"/>
                  </a:lnTo>
                  <a:lnTo>
                    <a:pt x="72258" y="22481"/>
                  </a:lnTo>
                  <a:lnTo>
                    <a:pt x="72075" y="22642"/>
                  </a:lnTo>
                  <a:lnTo>
                    <a:pt x="71914" y="22802"/>
                  </a:lnTo>
                  <a:lnTo>
                    <a:pt x="71708" y="22917"/>
                  </a:lnTo>
                  <a:lnTo>
                    <a:pt x="71501" y="23031"/>
                  </a:lnTo>
                  <a:lnTo>
                    <a:pt x="71295" y="23123"/>
                  </a:lnTo>
                  <a:lnTo>
                    <a:pt x="71089" y="23215"/>
                  </a:lnTo>
                  <a:lnTo>
                    <a:pt x="70859" y="23261"/>
                  </a:lnTo>
                  <a:lnTo>
                    <a:pt x="70630" y="23307"/>
                  </a:lnTo>
                  <a:lnTo>
                    <a:pt x="70400" y="23330"/>
                  </a:lnTo>
                  <a:lnTo>
                    <a:pt x="70171" y="23330"/>
                  </a:lnTo>
                  <a:lnTo>
                    <a:pt x="69942" y="23284"/>
                  </a:lnTo>
                  <a:lnTo>
                    <a:pt x="69712" y="23238"/>
                  </a:lnTo>
                  <a:lnTo>
                    <a:pt x="69483" y="23169"/>
                  </a:lnTo>
                  <a:lnTo>
                    <a:pt x="69276" y="23077"/>
                  </a:lnTo>
                  <a:lnTo>
                    <a:pt x="69047" y="22940"/>
                  </a:lnTo>
                  <a:lnTo>
                    <a:pt x="68841" y="22779"/>
                  </a:lnTo>
                  <a:lnTo>
                    <a:pt x="68657" y="22619"/>
                  </a:lnTo>
                  <a:lnTo>
                    <a:pt x="68473" y="22389"/>
                  </a:lnTo>
                  <a:lnTo>
                    <a:pt x="68290" y="22160"/>
                  </a:lnTo>
                  <a:lnTo>
                    <a:pt x="68152" y="21885"/>
                  </a:lnTo>
                  <a:lnTo>
                    <a:pt x="68038" y="21632"/>
                  </a:lnTo>
                  <a:lnTo>
                    <a:pt x="67946" y="21357"/>
                  </a:lnTo>
                  <a:lnTo>
                    <a:pt x="67900" y="21105"/>
                  </a:lnTo>
                  <a:lnTo>
                    <a:pt x="67877" y="20852"/>
                  </a:lnTo>
                  <a:lnTo>
                    <a:pt x="67900" y="20600"/>
                  </a:lnTo>
                  <a:lnTo>
                    <a:pt x="67923" y="20371"/>
                  </a:lnTo>
                  <a:lnTo>
                    <a:pt x="67969" y="20141"/>
                  </a:lnTo>
                  <a:lnTo>
                    <a:pt x="68061" y="19912"/>
                  </a:lnTo>
                  <a:lnTo>
                    <a:pt x="68152" y="19705"/>
                  </a:lnTo>
                  <a:lnTo>
                    <a:pt x="68290" y="19499"/>
                  </a:lnTo>
                  <a:lnTo>
                    <a:pt x="68428" y="19315"/>
                  </a:lnTo>
                  <a:lnTo>
                    <a:pt x="68565" y="19132"/>
                  </a:lnTo>
                  <a:lnTo>
                    <a:pt x="68749" y="18971"/>
                  </a:lnTo>
                  <a:lnTo>
                    <a:pt x="68932" y="18834"/>
                  </a:lnTo>
                  <a:lnTo>
                    <a:pt x="69116" y="18696"/>
                  </a:lnTo>
                  <a:lnTo>
                    <a:pt x="69322" y="18581"/>
                  </a:lnTo>
                  <a:lnTo>
                    <a:pt x="69552" y="18490"/>
                  </a:lnTo>
                  <a:lnTo>
                    <a:pt x="69758" y="18398"/>
                  </a:lnTo>
                  <a:lnTo>
                    <a:pt x="69987" y="18352"/>
                  </a:lnTo>
                  <a:lnTo>
                    <a:pt x="70217" y="18306"/>
                  </a:lnTo>
                  <a:lnTo>
                    <a:pt x="70446" y="18283"/>
                  </a:lnTo>
                  <a:close/>
                  <a:moveTo>
                    <a:pt x="90564" y="21036"/>
                  </a:moveTo>
                  <a:lnTo>
                    <a:pt x="92330" y="24110"/>
                  </a:lnTo>
                  <a:lnTo>
                    <a:pt x="88798" y="24110"/>
                  </a:lnTo>
                  <a:lnTo>
                    <a:pt x="87031" y="21059"/>
                  </a:lnTo>
                  <a:lnTo>
                    <a:pt x="90564" y="21036"/>
                  </a:lnTo>
                  <a:close/>
                  <a:moveTo>
                    <a:pt x="74736" y="13695"/>
                  </a:moveTo>
                  <a:lnTo>
                    <a:pt x="76755" y="17205"/>
                  </a:lnTo>
                  <a:lnTo>
                    <a:pt x="78773" y="20715"/>
                  </a:lnTo>
                  <a:lnTo>
                    <a:pt x="76755" y="24201"/>
                  </a:lnTo>
                  <a:lnTo>
                    <a:pt x="73222" y="24224"/>
                  </a:lnTo>
                  <a:lnTo>
                    <a:pt x="75263" y="20715"/>
                  </a:lnTo>
                  <a:lnTo>
                    <a:pt x="72947" y="16815"/>
                  </a:lnTo>
                  <a:lnTo>
                    <a:pt x="74736" y="13695"/>
                  </a:lnTo>
                  <a:close/>
                  <a:moveTo>
                    <a:pt x="88568" y="13259"/>
                  </a:moveTo>
                  <a:lnTo>
                    <a:pt x="82237" y="24201"/>
                  </a:lnTo>
                  <a:lnTo>
                    <a:pt x="78727" y="24224"/>
                  </a:lnTo>
                  <a:lnTo>
                    <a:pt x="85036" y="13259"/>
                  </a:lnTo>
                  <a:close/>
                  <a:moveTo>
                    <a:pt x="161331" y="19568"/>
                  </a:moveTo>
                  <a:lnTo>
                    <a:pt x="161561" y="19591"/>
                  </a:lnTo>
                  <a:lnTo>
                    <a:pt x="161790" y="19659"/>
                  </a:lnTo>
                  <a:lnTo>
                    <a:pt x="162020" y="19728"/>
                  </a:lnTo>
                  <a:lnTo>
                    <a:pt x="162249" y="19843"/>
                  </a:lnTo>
                  <a:lnTo>
                    <a:pt x="162455" y="19981"/>
                  </a:lnTo>
                  <a:lnTo>
                    <a:pt x="162662" y="20141"/>
                  </a:lnTo>
                  <a:lnTo>
                    <a:pt x="162868" y="20325"/>
                  </a:lnTo>
                  <a:lnTo>
                    <a:pt x="163052" y="20554"/>
                  </a:lnTo>
                  <a:lnTo>
                    <a:pt x="163212" y="20806"/>
                  </a:lnTo>
                  <a:lnTo>
                    <a:pt x="163350" y="21059"/>
                  </a:lnTo>
                  <a:lnTo>
                    <a:pt x="163465" y="21311"/>
                  </a:lnTo>
                  <a:lnTo>
                    <a:pt x="163534" y="21586"/>
                  </a:lnTo>
                  <a:lnTo>
                    <a:pt x="163579" y="21839"/>
                  </a:lnTo>
                  <a:lnTo>
                    <a:pt x="163602" y="22091"/>
                  </a:lnTo>
                  <a:lnTo>
                    <a:pt x="163579" y="22320"/>
                  </a:lnTo>
                  <a:lnTo>
                    <a:pt x="163556" y="22550"/>
                  </a:lnTo>
                  <a:lnTo>
                    <a:pt x="163488" y="22779"/>
                  </a:lnTo>
                  <a:lnTo>
                    <a:pt x="163396" y="23009"/>
                  </a:lnTo>
                  <a:lnTo>
                    <a:pt x="163304" y="23215"/>
                  </a:lnTo>
                  <a:lnTo>
                    <a:pt x="163189" y="23399"/>
                  </a:lnTo>
                  <a:lnTo>
                    <a:pt x="163052" y="23582"/>
                  </a:lnTo>
                  <a:lnTo>
                    <a:pt x="162891" y="23766"/>
                  </a:lnTo>
                  <a:lnTo>
                    <a:pt x="162731" y="23926"/>
                  </a:lnTo>
                  <a:lnTo>
                    <a:pt x="162547" y="24064"/>
                  </a:lnTo>
                  <a:lnTo>
                    <a:pt x="162364" y="24201"/>
                  </a:lnTo>
                  <a:lnTo>
                    <a:pt x="162157" y="24316"/>
                  </a:lnTo>
                  <a:lnTo>
                    <a:pt x="161951" y="24408"/>
                  </a:lnTo>
                  <a:lnTo>
                    <a:pt x="161721" y="24477"/>
                  </a:lnTo>
                  <a:lnTo>
                    <a:pt x="161492" y="24545"/>
                  </a:lnTo>
                  <a:lnTo>
                    <a:pt x="161285" y="24568"/>
                  </a:lnTo>
                  <a:lnTo>
                    <a:pt x="161056" y="24591"/>
                  </a:lnTo>
                  <a:lnTo>
                    <a:pt x="160804" y="24591"/>
                  </a:lnTo>
                  <a:lnTo>
                    <a:pt x="160574" y="24568"/>
                  </a:lnTo>
                  <a:lnTo>
                    <a:pt x="160345" y="24523"/>
                  </a:lnTo>
                  <a:lnTo>
                    <a:pt x="160139" y="24431"/>
                  </a:lnTo>
                  <a:lnTo>
                    <a:pt x="159909" y="24339"/>
                  </a:lnTo>
                  <a:lnTo>
                    <a:pt x="159703" y="24201"/>
                  </a:lnTo>
                  <a:lnTo>
                    <a:pt x="159496" y="24064"/>
                  </a:lnTo>
                  <a:lnTo>
                    <a:pt x="159290" y="23880"/>
                  </a:lnTo>
                  <a:lnTo>
                    <a:pt x="159106" y="23674"/>
                  </a:lnTo>
                  <a:lnTo>
                    <a:pt x="158923" y="23421"/>
                  </a:lnTo>
                  <a:lnTo>
                    <a:pt x="158785" y="23169"/>
                  </a:lnTo>
                  <a:lnTo>
                    <a:pt x="158670" y="22894"/>
                  </a:lnTo>
                  <a:lnTo>
                    <a:pt x="158602" y="22642"/>
                  </a:lnTo>
                  <a:lnTo>
                    <a:pt x="158556" y="22366"/>
                  </a:lnTo>
                  <a:lnTo>
                    <a:pt x="158533" y="22114"/>
                  </a:lnTo>
                  <a:lnTo>
                    <a:pt x="158533" y="21885"/>
                  </a:lnTo>
                  <a:lnTo>
                    <a:pt x="158556" y="21632"/>
                  </a:lnTo>
                  <a:lnTo>
                    <a:pt x="158625" y="21403"/>
                  </a:lnTo>
                  <a:lnTo>
                    <a:pt x="158693" y="21173"/>
                  </a:lnTo>
                  <a:lnTo>
                    <a:pt x="158808" y="20967"/>
                  </a:lnTo>
                  <a:lnTo>
                    <a:pt x="158923" y="20760"/>
                  </a:lnTo>
                  <a:lnTo>
                    <a:pt x="159060" y="20577"/>
                  </a:lnTo>
                  <a:lnTo>
                    <a:pt x="159221" y="20393"/>
                  </a:lnTo>
                  <a:lnTo>
                    <a:pt x="159382" y="20233"/>
                  </a:lnTo>
                  <a:lnTo>
                    <a:pt x="159565" y="20095"/>
                  </a:lnTo>
                  <a:lnTo>
                    <a:pt x="159771" y="19958"/>
                  </a:lnTo>
                  <a:lnTo>
                    <a:pt x="159978" y="19843"/>
                  </a:lnTo>
                  <a:lnTo>
                    <a:pt x="160184" y="19751"/>
                  </a:lnTo>
                  <a:lnTo>
                    <a:pt x="160414" y="19682"/>
                  </a:lnTo>
                  <a:lnTo>
                    <a:pt x="160643" y="19614"/>
                  </a:lnTo>
                  <a:lnTo>
                    <a:pt x="160873" y="19568"/>
                  </a:lnTo>
                  <a:close/>
                  <a:moveTo>
                    <a:pt x="12777" y="20049"/>
                  </a:moveTo>
                  <a:lnTo>
                    <a:pt x="13007" y="20072"/>
                  </a:lnTo>
                  <a:lnTo>
                    <a:pt x="13236" y="20095"/>
                  </a:lnTo>
                  <a:lnTo>
                    <a:pt x="13465" y="20141"/>
                  </a:lnTo>
                  <a:lnTo>
                    <a:pt x="13695" y="20233"/>
                  </a:lnTo>
                  <a:lnTo>
                    <a:pt x="13924" y="20325"/>
                  </a:lnTo>
                  <a:lnTo>
                    <a:pt x="14131" y="20462"/>
                  </a:lnTo>
                  <a:lnTo>
                    <a:pt x="14337" y="20623"/>
                  </a:lnTo>
                  <a:lnTo>
                    <a:pt x="14543" y="20829"/>
                  </a:lnTo>
                  <a:lnTo>
                    <a:pt x="14727" y="21036"/>
                  </a:lnTo>
                  <a:lnTo>
                    <a:pt x="14910" y="21288"/>
                  </a:lnTo>
                  <a:lnTo>
                    <a:pt x="15025" y="21563"/>
                  </a:lnTo>
                  <a:lnTo>
                    <a:pt x="15140" y="21816"/>
                  </a:lnTo>
                  <a:lnTo>
                    <a:pt x="15209" y="22068"/>
                  </a:lnTo>
                  <a:lnTo>
                    <a:pt x="15255" y="22320"/>
                  </a:lnTo>
                  <a:lnTo>
                    <a:pt x="15278" y="22573"/>
                  </a:lnTo>
                  <a:lnTo>
                    <a:pt x="15255" y="22825"/>
                  </a:lnTo>
                  <a:lnTo>
                    <a:pt x="15232" y="23054"/>
                  </a:lnTo>
                  <a:lnTo>
                    <a:pt x="15163" y="23284"/>
                  </a:lnTo>
                  <a:lnTo>
                    <a:pt x="15071" y="23490"/>
                  </a:lnTo>
                  <a:lnTo>
                    <a:pt x="14979" y="23697"/>
                  </a:lnTo>
                  <a:lnTo>
                    <a:pt x="14865" y="23903"/>
                  </a:lnTo>
                  <a:lnTo>
                    <a:pt x="14727" y="24087"/>
                  </a:lnTo>
                  <a:lnTo>
                    <a:pt x="14566" y="24247"/>
                  </a:lnTo>
                  <a:lnTo>
                    <a:pt x="14406" y="24408"/>
                  </a:lnTo>
                  <a:lnTo>
                    <a:pt x="14222" y="24568"/>
                  </a:lnTo>
                  <a:lnTo>
                    <a:pt x="14039" y="24683"/>
                  </a:lnTo>
                  <a:lnTo>
                    <a:pt x="13832" y="24798"/>
                  </a:lnTo>
                  <a:lnTo>
                    <a:pt x="13626" y="24890"/>
                  </a:lnTo>
                  <a:lnTo>
                    <a:pt x="13396" y="24981"/>
                  </a:lnTo>
                  <a:lnTo>
                    <a:pt x="13190" y="25027"/>
                  </a:lnTo>
                  <a:lnTo>
                    <a:pt x="12961" y="25073"/>
                  </a:lnTo>
                  <a:lnTo>
                    <a:pt x="12731" y="25096"/>
                  </a:lnTo>
                  <a:lnTo>
                    <a:pt x="12502" y="25096"/>
                  </a:lnTo>
                  <a:lnTo>
                    <a:pt x="12272" y="25050"/>
                  </a:lnTo>
                  <a:lnTo>
                    <a:pt x="12043" y="25004"/>
                  </a:lnTo>
                  <a:lnTo>
                    <a:pt x="11814" y="24935"/>
                  </a:lnTo>
                  <a:lnTo>
                    <a:pt x="11584" y="24844"/>
                  </a:lnTo>
                  <a:lnTo>
                    <a:pt x="11378" y="24706"/>
                  </a:lnTo>
                  <a:lnTo>
                    <a:pt x="11171" y="24545"/>
                  </a:lnTo>
                  <a:lnTo>
                    <a:pt x="10965" y="24385"/>
                  </a:lnTo>
                  <a:lnTo>
                    <a:pt x="10781" y="24155"/>
                  </a:lnTo>
                  <a:lnTo>
                    <a:pt x="10598" y="23926"/>
                  </a:lnTo>
                  <a:lnTo>
                    <a:pt x="10460" y="23651"/>
                  </a:lnTo>
                  <a:lnTo>
                    <a:pt x="10346" y="23399"/>
                  </a:lnTo>
                  <a:lnTo>
                    <a:pt x="10277" y="23123"/>
                  </a:lnTo>
                  <a:lnTo>
                    <a:pt x="10231" y="22871"/>
                  </a:lnTo>
                  <a:lnTo>
                    <a:pt x="10208" y="22619"/>
                  </a:lnTo>
                  <a:lnTo>
                    <a:pt x="10208" y="22366"/>
                  </a:lnTo>
                  <a:lnTo>
                    <a:pt x="10231" y="22137"/>
                  </a:lnTo>
                  <a:lnTo>
                    <a:pt x="10300" y="21907"/>
                  </a:lnTo>
                  <a:lnTo>
                    <a:pt x="10369" y="21678"/>
                  </a:lnTo>
                  <a:lnTo>
                    <a:pt x="10483" y="21472"/>
                  </a:lnTo>
                  <a:lnTo>
                    <a:pt x="10598" y="21265"/>
                  </a:lnTo>
                  <a:lnTo>
                    <a:pt x="10736" y="21082"/>
                  </a:lnTo>
                  <a:lnTo>
                    <a:pt x="10896" y="20898"/>
                  </a:lnTo>
                  <a:lnTo>
                    <a:pt x="11057" y="20738"/>
                  </a:lnTo>
                  <a:lnTo>
                    <a:pt x="11240" y="20600"/>
                  </a:lnTo>
                  <a:lnTo>
                    <a:pt x="11447" y="20462"/>
                  </a:lnTo>
                  <a:lnTo>
                    <a:pt x="11653" y="20348"/>
                  </a:lnTo>
                  <a:lnTo>
                    <a:pt x="11860" y="20256"/>
                  </a:lnTo>
                  <a:lnTo>
                    <a:pt x="12089" y="20164"/>
                  </a:lnTo>
                  <a:lnTo>
                    <a:pt x="12318" y="20118"/>
                  </a:lnTo>
                  <a:lnTo>
                    <a:pt x="12548" y="20072"/>
                  </a:lnTo>
                  <a:lnTo>
                    <a:pt x="12777" y="20049"/>
                  </a:lnTo>
                  <a:close/>
                  <a:moveTo>
                    <a:pt x="165392" y="14980"/>
                  </a:moveTo>
                  <a:lnTo>
                    <a:pt x="167387" y="18467"/>
                  </a:lnTo>
                  <a:lnTo>
                    <a:pt x="169429" y="21976"/>
                  </a:lnTo>
                  <a:lnTo>
                    <a:pt x="167410" y="25486"/>
                  </a:lnTo>
                  <a:lnTo>
                    <a:pt x="163878" y="25486"/>
                  </a:lnTo>
                  <a:lnTo>
                    <a:pt x="165896" y="21976"/>
                  </a:lnTo>
                  <a:lnTo>
                    <a:pt x="163602" y="18077"/>
                  </a:lnTo>
                  <a:lnTo>
                    <a:pt x="165392" y="14980"/>
                  </a:lnTo>
                  <a:close/>
                  <a:moveTo>
                    <a:pt x="32826" y="22802"/>
                  </a:moveTo>
                  <a:lnTo>
                    <a:pt x="34592" y="25876"/>
                  </a:lnTo>
                  <a:lnTo>
                    <a:pt x="31060" y="25876"/>
                  </a:lnTo>
                  <a:lnTo>
                    <a:pt x="29293" y="22825"/>
                  </a:lnTo>
                  <a:lnTo>
                    <a:pt x="32826" y="22802"/>
                  </a:lnTo>
                  <a:close/>
                  <a:moveTo>
                    <a:pt x="30876" y="15026"/>
                  </a:moveTo>
                  <a:lnTo>
                    <a:pt x="24568" y="25968"/>
                  </a:lnTo>
                  <a:lnTo>
                    <a:pt x="21035" y="25991"/>
                  </a:lnTo>
                  <a:lnTo>
                    <a:pt x="21035" y="25991"/>
                  </a:lnTo>
                  <a:lnTo>
                    <a:pt x="27366" y="15026"/>
                  </a:lnTo>
                  <a:close/>
                  <a:moveTo>
                    <a:pt x="17067" y="15462"/>
                  </a:moveTo>
                  <a:lnTo>
                    <a:pt x="19062" y="18971"/>
                  </a:lnTo>
                  <a:lnTo>
                    <a:pt x="21104" y="22481"/>
                  </a:lnTo>
                  <a:lnTo>
                    <a:pt x="19085" y="25968"/>
                  </a:lnTo>
                  <a:lnTo>
                    <a:pt x="15553" y="25991"/>
                  </a:lnTo>
                  <a:lnTo>
                    <a:pt x="17571" y="22481"/>
                  </a:lnTo>
                  <a:lnTo>
                    <a:pt x="15278" y="18581"/>
                  </a:lnTo>
                  <a:lnTo>
                    <a:pt x="17067" y="15462"/>
                  </a:lnTo>
                  <a:close/>
                  <a:moveTo>
                    <a:pt x="104694" y="21196"/>
                  </a:moveTo>
                  <a:lnTo>
                    <a:pt x="104924" y="21242"/>
                  </a:lnTo>
                  <a:lnTo>
                    <a:pt x="105153" y="21288"/>
                  </a:lnTo>
                  <a:lnTo>
                    <a:pt x="105383" y="21380"/>
                  </a:lnTo>
                  <a:lnTo>
                    <a:pt x="105612" y="21472"/>
                  </a:lnTo>
                  <a:lnTo>
                    <a:pt x="105819" y="21609"/>
                  </a:lnTo>
                  <a:lnTo>
                    <a:pt x="106025" y="21770"/>
                  </a:lnTo>
                  <a:lnTo>
                    <a:pt x="106231" y="21953"/>
                  </a:lnTo>
                  <a:lnTo>
                    <a:pt x="106415" y="22183"/>
                  </a:lnTo>
                  <a:lnTo>
                    <a:pt x="106575" y="22435"/>
                  </a:lnTo>
                  <a:lnTo>
                    <a:pt x="106713" y="22687"/>
                  </a:lnTo>
                  <a:lnTo>
                    <a:pt x="106828" y="22963"/>
                  </a:lnTo>
                  <a:lnTo>
                    <a:pt x="106897" y="23215"/>
                  </a:lnTo>
                  <a:lnTo>
                    <a:pt x="106943" y="23467"/>
                  </a:lnTo>
                  <a:lnTo>
                    <a:pt x="106943" y="23720"/>
                  </a:lnTo>
                  <a:lnTo>
                    <a:pt x="106943" y="23949"/>
                  </a:lnTo>
                  <a:lnTo>
                    <a:pt x="106897" y="24201"/>
                  </a:lnTo>
                  <a:lnTo>
                    <a:pt x="106851" y="24431"/>
                  </a:lnTo>
                  <a:lnTo>
                    <a:pt x="106759" y="24637"/>
                  </a:lnTo>
                  <a:lnTo>
                    <a:pt x="106667" y="24844"/>
                  </a:lnTo>
                  <a:lnTo>
                    <a:pt x="106553" y="25050"/>
                  </a:lnTo>
                  <a:lnTo>
                    <a:pt x="106415" y="25234"/>
                  </a:lnTo>
                  <a:lnTo>
                    <a:pt x="106254" y="25394"/>
                  </a:lnTo>
                  <a:lnTo>
                    <a:pt x="106094" y="25555"/>
                  </a:lnTo>
                  <a:lnTo>
                    <a:pt x="105910" y="25692"/>
                  </a:lnTo>
                  <a:lnTo>
                    <a:pt x="105727" y="25830"/>
                  </a:lnTo>
                  <a:lnTo>
                    <a:pt x="105520" y="25945"/>
                  </a:lnTo>
                  <a:lnTo>
                    <a:pt x="105314" y="26037"/>
                  </a:lnTo>
                  <a:lnTo>
                    <a:pt x="105084" y="26105"/>
                  </a:lnTo>
                  <a:lnTo>
                    <a:pt x="104855" y="26174"/>
                  </a:lnTo>
                  <a:lnTo>
                    <a:pt x="104649" y="26220"/>
                  </a:lnTo>
                  <a:lnTo>
                    <a:pt x="104167" y="26220"/>
                  </a:lnTo>
                  <a:lnTo>
                    <a:pt x="103937" y="26197"/>
                  </a:lnTo>
                  <a:lnTo>
                    <a:pt x="103708" y="26151"/>
                  </a:lnTo>
                  <a:lnTo>
                    <a:pt x="103502" y="26082"/>
                  </a:lnTo>
                  <a:lnTo>
                    <a:pt x="103272" y="25968"/>
                  </a:lnTo>
                  <a:lnTo>
                    <a:pt x="103066" y="25853"/>
                  </a:lnTo>
                  <a:lnTo>
                    <a:pt x="102859" y="25692"/>
                  </a:lnTo>
                  <a:lnTo>
                    <a:pt x="102653" y="25509"/>
                  </a:lnTo>
                  <a:lnTo>
                    <a:pt x="102469" y="25302"/>
                  </a:lnTo>
                  <a:lnTo>
                    <a:pt x="102286" y="25073"/>
                  </a:lnTo>
                  <a:lnTo>
                    <a:pt x="102148" y="24798"/>
                  </a:lnTo>
                  <a:lnTo>
                    <a:pt x="102034" y="24523"/>
                  </a:lnTo>
                  <a:lnTo>
                    <a:pt x="101965" y="24270"/>
                  </a:lnTo>
                  <a:lnTo>
                    <a:pt x="101919" y="24018"/>
                  </a:lnTo>
                  <a:lnTo>
                    <a:pt x="101896" y="23766"/>
                  </a:lnTo>
                  <a:lnTo>
                    <a:pt x="101896" y="23513"/>
                  </a:lnTo>
                  <a:lnTo>
                    <a:pt x="101919" y="23261"/>
                  </a:lnTo>
                  <a:lnTo>
                    <a:pt x="101988" y="23031"/>
                  </a:lnTo>
                  <a:lnTo>
                    <a:pt x="102056" y="22825"/>
                  </a:lnTo>
                  <a:lnTo>
                    <a:pt x="102171" y="22596"/>
                  </a:lnTo>
                  <a:lnTo>
                    <a:pt x="102286" y="22412"/>
                  </a:lnTo>
                  <a:lnTo>
                    <a:pt x="102424" y="22206"/>
                  </a:lnTo>
                  <a:lnTo>
                    <a:pt x="102584" y="22045"/>
                  </a:lnTo>
                  <a:lnTo>
                    <a:pt x="102745" y="21885"/>
                  </a:lnTo>
                  <a:lnTo>
                    <a:pt x="102928" y="21724"/>
                  </a:lnTo>
                  <a:lnTo>
                    <a:pt x="103135" y="21609"/>
                  </a:lnTo>
                  <a:lnTo>
                    <a:pt x="103341" y="21495"/>
                  </a:lnTo>
                  <a:lnTo>
                    <a:pt x="103548" y="21380"/>
                  </a:lnTo>
                  <a:lnTo>
                    <a:pt x="103777" y="21311"/>
                  </a:lnTo>
                  <a:lnTo>
                    <a:pt x="103983" y="21242"/>
                  </a:lnTo>
                  <a:lnTo>
                    <a:pt x="104236" y="21219"/>
                  </a:lnTo>
                  <a:lnTo>
                    <a:pt x="104465" y="21196"/>
                  </a:lnTo>
                  <a:close/>
                  <a:moveTo>
                    <a:pt x="108755" y="16608"/>
                  </a:moveTo>
                  <a:lnTo>
                    <a:pt x="110750" y="20095"/>
                  </a:lnTo>
                  <a:lnTo>
                    <a:pt x="112792" y="23628"/>
                  </a:lnTo>
                  <a:lnTo>
                    <a:pt x="110773" y="27115"/>
                  </a:lnTo>
                  <a:lnTo>
                    <a:pt x="107241" y="27115"/>
                  </a:lnTo>
                  <a:lnTo>
                    <a:pt x="109259" y="23605"/>
                  </a:lnTo>
                  <a:lnTo>
                    <a:pt x="106943" y="19705"/>
                  </a:lnTo>
                  <a:lnTo>
                    <a:pt x="108755" y="16608"/>
                  </a:lnTo>
                  <a:close/>
                  <a:moveTo>
                    <a:pt x="122564" y="16173"/>
                  </a:moveTo>
                  <a:lnTo>
                    <a:pt x="116256" y="27115"/>
                  </a:lnTo>
                  <a:lnTo>
                    <a:pt x="112723" y="27115"/>
                  </a:lnTo>
                  <a:lnTo>
                    <a:pt x="119054" y="16173"/>
                  </a:lnTo>
                  <a:close/>
                  <a:moveTo>
                    <a:pt x="124307" y="24133"/>
                  </a:moveTo>
                  <a:lnTo>
                    <a:pt x="126074" y="27183"/>
                  </a:lnTo>
                  <a:lnTo>
                    <a:pt x="122541" y="27183"/>
                  </a:lnTo>
                  <a:lnTo>
                    <a:pt x="120775" y="24133"/>
                  </a:lnTo>
                  <a:close/>
                  <a:moveTo>
                    <a:pt x="46590" y="23100"/>
                  </a:moveTo>
                  <a:lnTo>
                    <a:pt x="46819" y="23123"/>
                  </a:lnTo>
                  <a:lnTo>
                    <a:pt x="47048" y="23192"/>
                  </a:lnTo>
                  <a:lnTo>
                    <a:pt x="47278" y="23261"/>
                  </a:lnTo>
                  <a:lnTo>
                    <a:pt x="47507" y="23376"/>
                  </a:lnTo>
                  <a:lnTo>
                    <a:pt x="47714" y="23513"/>
                  </a:lnTo>
                  <a:lnTo>
                    <a:pt x="47920" y="23674"/>
                  </a:lnTo>
                  <a:lnTo>
                    <a:pt x="48126" y="23857"/>
                  </a:lnTo>
                  <a:lnTo>
                    <a:pt x="48310" y="24087"/>
                  </a:lnTo>
                  <a:lnTo>
                    <a:pt x="48471" y="24339"/>
                  </a:lnTo>
                  <a:lnTo>
                    <a:pt x="48608" y="24591"/>
                  </a:lnTo>
                  <a:lnTo>
                    <a:pt x="48723" y="24867"/>
                  </a:lnTo>
                  <a:lnTo>
                    <a:pt x="48792" y="25119"/>
                  </a:lnTo>
                  <a:lnTo>
                    <a:pt x="48838" y="25371"/>
                  </a:lnTo>
                  <a:lnTo>
                    <a:pt x="48838" y="25624"/>
                  </a:lnTo>
                  <a:lnTo>
                    <a:pt x="48838" y="25853"/>
                  </a:lnTo>
                  <a:lnTo>
                    <a:pt x="48792" y="26082"/>
                  </a:lnTo>
                  <a:lnTo>
                    <a:pt x="48746" y="26312"/>
                  </a:lnTo>
                  <a:lnTo>
                    <a:pt x="48654" y="26541"/>
                  </a:lnTo>
                  <a:lnTo>
                    <a:pt x="48562" y="26748"/>
                  </a:lnTo>
                  <a:lnTo>
                    <a:pt x="48425" y="26931"/>
                  </a:lnTo>
                  <a:lnTo>
                    <a:pt x="48287" y="27115"/>
                  </a:lnTo>
                  <a:lnTo>
                    <a:pt x="48149" y="27298"/>
                  </a:lnTo>
                  <a:lnTo>
                    <a:pt x="47989" y="27459"/>
                  </a:lnTo>
                  <a:lnTo>
                    <a:pt x="47805" y="27596"/>
                  </a:lnTo>
                  <a:lnTo>
                    <a:pt x="47599" y="27734"/>
                  </a:lnTo>
                  <a:lnTo>
                    <a:pt x="47392" y="27849"/>
                  </a:lnTo>
                  <a:lnTo>
                    <a:pt x="47186" y="27940"/>
                  </a:lnTo>
                  <a:lnTo>
                    <a:pt x="46979" y="28009"/>
                  </a:lnTo>
                  <a:lnTo>
                    <a:pt x="46750" y="28078"/>
                  </a:lnTo>
                  <a:lnTo>
                    <a:pt x="46521" y="28101"/>
                  </a:lnTo>
                  <a:lnTo>
                    <a:pt x="46291" y="28124"/>
                  </a:lnTo>
                  <a:lnTo>
                    <a:pt x="46062" y="28124"/>
                  </a:lnTo>
                  <a:lnTo>
                    <a:pt x="45833" y="28101"/>
                  </a:lnTo>
                  <a:lnTo>
                    <a:pt x="45603" y="28055"/>
                  </a:lnTo>
                  <a:lnTo>
                    <a:pt x="45374" y="27963"/>
                  </a:lnTo>
                  <a:lnTo>
                    <a:pt x="45167" y="27872"/>
                  </a:lnTo>
                  <a:lnTo>
                    <a:pt x="44938" y="27757"/>
                  </a:lnTo>
                  <a:lnTo>
                    <a:pt x="44731" y="27596"/>
                  </a:lnTo>
                  <a:lnTo>
                    <a:pt x="44548" y="27413"/>
                  </a:lnTo>
                  <a:lnTo>
                    <a:pt x="44364" y="27206"/>
                  </a:lnTo>
                  <a:lnTo>
                    <a:pt x="44181" y="26954"/>
                  </a:lnTo>
                  <a:lnTo>
                    <a:pt x="44043" y="26702"/>
                  </a:lnTo>
                  <a:lnTo>
                    <a:pt x="43929" y="26426"/>
                  </a:lnTo>
                  <a:lnTo>
                    <a:pt x="43837" y="26174"/>
                  </a:lnTo>
                  <a:lnTo>
                    <a:pt x="43791" y="25899"/>
                  </a:lnTo>
                  <a:lnTo>
                    <a:pt x="43768" y="25647"/>
                  </a:lnTo>
                  <a:lnTo>
                    <a:pt x="43791" y="25417"/>
                  </a:lnTo>
                  <a:lnTo>
                    <a:pt x="43814" y="25165"/>
                  </a:lnTo>
                  <a:lnTo>
                    <a:pt x="43883" y="24935"/>
                  </a:lnTo>
                  <a:lnTo>
                    <a:pt x="43951" y="24706"/>
                  </a:lnTo>
                  <a:lnTo>
                    <a:pt x="44043" y="24500"/>
                  </a:lnTo>
                  <a:lnTo>
                    <a:pt x="44181" y="24293"/>
                  </a:lnTo>
                  <a:lnTo>
                    <a:pt x="44319" y="24110"/>
                  </a:lnTo>
                  <a:lnTo>
                    <a:pt x="44456" y="23949"/>
                  </a:lnTo>
                  <a:lnTo>
                    <a:pt x="44640" y="23766"/>
                  </a:lnTo>
                  <a:lnTo>
                    <a:pt x="44823" y="23628"/>
                  </a:lnTo>
                  <a:lnTo>
                    <a:pt x="45007" y="23490"/>
                  </a:lnTo>
                  <a:lnTo>
                    <a:pt x="45213" y="23376"/>
                  </a:lnTo>
                  <a:lnTo>
                    <a:pt x="45443" y="23284"/>
                  </a:lnTo>
                  <a:lnTo>
                    <a:pt x="45649" y="23215"/>
                  </a:lnTo>
                  <a:lnTo>
                    <a:pt x="45878" y="23146"/>
                  </a:lnTo>
                  <a:lnTo>
                    <a:pt x="46108" y="23123"/>
                  </a:lnTo>
                  <a:lnTo>
                    <a:pt x="46337" y="23100"/>
                  </a:lnTo>
                  <a:close/>
                  <a:moveTo>
                    <a:pt x="66822" y="25715"/>
                  </a:moveTo>
                  <a:lnTo>
                    <a:pt x="68588" y="28766"/>
                  </a:lnTo>
                  <a:lnTo>
                    <a:pt x="65056" y="28766"/>
                  </a:lnTo>
                  <a:lnTo>
                    <a:pt x="63289" y="25738"/>
                  </a:lnTo>
                  <a:lnTo>
                    <a:pt x="66822" y="25715"/>
                  </a:lnTo>
                  <a:close/>
                  <a:moveTo>
                    <a:pt x="51017" y="18375"/>
                  </a:moveTo>
                  <a:lnTo>
                    <a:pt x="53012" y="21862"/>
                  </a:lnTo>
                  <a:lnTo>
                    <a:pt x="55054" y="25394"/>
                  </a:lnTo>
                  <a:lnTo>
                    <a:pt x="53035" y="28881"/>
                  </a:lnTo>
                  <a:lnTo>
                    <a:pt x="49503" y="28881"/>
                  </a:lnTo>
                  <a:lnTo>
                    <a:pt x="51521" y="25371"/>
                  </a:lnTo>
                  <a:lnTo>
                    <a:pt x="49228" y="21472"/>
                  </a:lnTo>
                  <a:lnTo>
                    <a:pt x="51017" y="18375"/>
                  </a:lnTo>
                  <a:close/>
                  <a:moveTo>
                    <a:pt x="64849" y="17939"/>
                  </a:moveTo>
                  <a:lnTo>
                    <a:pt x="58518" y="28881"/>
                  </a:lnTo>
                  <a:lnTo>
                    <a:pt x="55008" y="28881"/>
                  </a:lnTo>
                  <a:lnTo>
                    <a:pt x="61316" y="17939"/>
                  </a:lnTo>
                  <a:close/>
                  <a:moveTo>
                    <a:pt x="138232" y="24201"/>
                  </a:moveTo>
                  <a:lnTo>
                    <a:pt x="138461" y="24247"/>
                  </a:lnTo>
                  <a:lnTo>
                    <a:pt x="138690" y="24293"/>
                  </a:lnTo>
                  <a:lnTo>
                    <a:pt x="138920" y="24385"/>
                  </a:lnTo>
                  <a:lnTo>
                    <a:pt x="139126" y="24477"/>
                  </a:lnTo>
                  <a:lnTo>
                    <a:pt x="139356" y="24614"/>
                  </a:lnTo>
                  <a:lnTo>
                    <a:pt x="139562" y="24775"/>
                  </a:lnTo>
                  <a:lnTo>
                    <a:pt x="139746" y="24958"/>
                  </a:lnTo>
                  <a:lnTo>
                    <a:pt x="139952" y="25188"/>
                  </a:lnTo>
                  <a:lnTo>
                    <a:pt x="140113" y="25440"/>
                  </a:lnTo>
                  <a:lnTo>
                    <a:pt x="140250" y="25715"/>
                  </a:lnTo>
                  <a:lnTo>
                    <a:pt x="140342" y="25968"/>
                  </a:lnTo>
                  <a:lnTo>
                    <a:pt x="140434" y="26220"/>
                  </a:lnTo>
                  <a:lnTo>
                    <a:pt x="140480" y="26472"/>
                  </a:lnTo>
                  <a:lnTo>
                    <a:pt x="140480" y="26725"/>
                  </a:lnTo>
                  <a:lnTo>
                    <a:pt x="140480" y="26977"/>
                  </a:lnTo>
                  <a:lnTo>
                    <a:pt x="140434" y="27206"/>
                  </a:lnTo>
                  <a:lnTo>
                    <a:pt x="140388" y="27436"/>
                  </a:lnTo>
                  <a:lnTo>
                    <a:pt x="140296" y="27642"/>
                  </a:lnTo>
                  <a:lnTo>
                    <a:pt x="140204" y="27849"/>
                  </a:lnTo>
                  <a:lnTo>
                    <a:pt x="140067" y="28055"/>
                  </a:lnTo>
                  <a:lnTo>
                    <a:pt x="139929" y="28239"/>
                  </a:lnTo>
                  <a:lnTo>
                    <a:pt x="139791" y="28399"/>
                  </a:lnTo>
                  <a:lnTo>
                    <a:pt x="139631" y="28560"/>
                  </a:lnTo>
                  <a:lnTo>
                    <a:pt x="139447" y="28697"/>
                  </a:lnTo>
                  <a:lnTo>
                    <a:pt x="139241" y="28835"/>
                  </a:lnTo>
                  <a:lnTo>
                    <a:pt x="139034" y="28950"/>
                  </a:lnTo>
                  <a:lnTo>
                    <a:pt x="138828" y="29042"/>
                  </a:lnTo>
                  <a:lnTo>
                    <a:pt x="138622" y="29133"/>
                  </a:lnTo>
                  <a:lnTo>
                    <a:pt x="138392" y="29179"/>
                  </a:lnTo>
                  <a:lnTo>
                    <a:pt x="138163" y="29225"/>
                  </a:lnTo>
                  <a:lnTo>
                    <a:pt x="137933" y="29248"/>
                  </a:lnTo>
                  <a:lnTo>
                    <a:pt x="137704" y="29225"/>
                  </a:lnTo>
                  <a:lnTo>
                    <a:pt x="137475" y="29202"/>
                  </a:lnTo>
                  <a:lnTo>
                    <a:pt x="137245" y="29156"/>
                  </a:lnTo>
                  <a:lnTo>
                    <a:pt x="137016" y="29087"/>
                  </a:lnTo>
                  <a:lnTo>
                    <a:pt x="136809" y="28973"/>
                  </a:lnTo>
                  <a:lnTo>
                    <a:pt x="136580" y="28858"/>
                  </a:lnTo>
                  <a:lnTo>
                    <a:pt x="136374" y="28697"/>
                  </a:lnTo>
                  <a:lnTo>
                    <a:pt x="136190" y="28514"/>
                  </a:lnTo>
                  <a:lnTo>
                    <a:pt x="136006" y="28307"/>
                  </a:lnTo>
                  <a:lnTo>
                    <a:pt x="135823" y="28078"/>
                  </a:lnTo>
                  <a:lnTo>
                    <a:pt x="135685" y="27803"/>
                  </a:lnTo>
                  <a:lnTo>
                    <a:pt x="135571" y="27528"/>
                  </a:lnTo>
                  <a:lnTo>
                    <a:pt x="135479" y="27275"/>
                  </a:lnTo>
                  <a:lnTo>
                    <a:pt x="135433" y="27023"/>
                  </a:lnTo>
                  <a:lnTo>
                    <a:pt x="135410" y="26771"/>
                  </a:lnTo>
                  <a:lnTo>
                    <a:pt x="135433" y="26518"/>
                  </a:lnTo>
                  <a:lnTo>
                    <a:pt x="135456" y="26289"/>
                  </a:lnTo>
                  <a:lnTo>
                    <a:pt x="135525" y="26037"/>
                  </a:lnTo>
                  <a:lnTo>
                    <a:pt x="135594" y="25830"/>
                  </a:lnTo>
                  <a:lnTo>
                    <a:pt x="135685" y="25624"/>
                  </a:lnTo>
                  <a:lnTo>
                    <a:pt x="135823" y="25417"/>
                  </a:lnTo>
                  <a:lnTo>
                    <a:pt x="135961" y="25234"/>
                  </a:lnTo>
                  <a:lnTo>
                    <a:pt x="136098" y="25050"/>
                  </a:lnTo>
                  <a:lnTo>
                    <a:pt x="136282" y="24890"/>
                  </a:lnTo>
                  <a:lnTo>
                    <a:pt x="136465" y="24729"/>
                  </a:lnTo>
                  <a:lnTo>
                    <a:pt x="136649" y="24614"/>
                  </a:lnTo>
                  <a:lnTo>
                    <a:pt x="136855" y="24500"/>
                  </a:lnTo>
                  <a:lnTo>
                    <a:pt x="137085" y="24408"/>
                  </a:lnTo>
                  <a:lnTo>
                    <a:pt x="137291" y="24316"/>
                  </a:lnTo>
                  <a:lnTo>
                    <a:pt x="137520" y="24270"/>
                  </a:lnTo>
                  <a:lnTo>
                    <a:pt x="137750" y="24224"/>
                  </a:lnTo>
                  <a:lnTo>
                    <a:pt x="137979" y="24201"/>
                  </a:lnTo>
                  <a:close/>
                  <a:moveTo>
                    <a:pt x="158097" y="26954"/>
                  </a:moveTo>
                  <a:lnTo>
                    <a:pt x="159863" y="30028"/>
                  </a:lnTo>
                  <a:lnTo>
                    <a:pt x="156331" y="30028"/>
                  </a:lnTo>
                  <a:lnTo>
                    <a:pt x="154564" y="26977"/>
                  </a:lnTo>
                  <a:lnTo>
                    <a:pt x="158097" y="26954"/>
                  </a:lnTo>
                  <a:close/>
                  <a:moveTo>
                    <a:pt x="142269" y="19614"/>
                  </a:moveTo>
                  <a:lnTo>
                    <a:pt x="144288" y="23100"/>
                  </a:lnTo>
                  <a:lnTo>
                    <a:pt x="146306" y="26633"/>
                  </a:lnTo>
                  <a:lnTo>
                    <a:pt x="144288" y="30120"/>
                  </a:lnTo>
                  <a:lnTo>
                    <a:pt x="140755" y="30120"/>
                  </a:lnTo>
                  <a:lnTo>
                    <a:pt x="142796" y="26610"/>
                  </a:lnTo>
                  <a:lnTo>
                    <a:pt x="140480" y="22733"/>
                  </a:lnTo>
                  <a:lnTo>
                    <a:pt x="142269" y="19614"/>
                  </a:lnTo>
                  <a:close/>
                  <a:moveTo>
                    <a:pt x="156101" y="19178"/>
                  </a:moveTo>
                  <a:lnTo>
                    <a:pt x="149770" y="30120"/>
                  </a:lnTo>
                  <a:lnTo>
                    <a:pt x="146260" y="30120"/>
                  </a:lnTo>
                  <a:lnTo>
                    <a:pt x="152569" y="19178"/>
                  </a:lnTo>
                  <a:close/>
                  <a:moveTo>
                    <a:pt x="10001" y="27619"/>
                  </a:moveTo>
                  <a:lnTo>
                    <a:pt x="11768" y="30670"/>
                  </a:lnTo>
                  <a:lnTo>
                    <a:pt x="8235" y="30670"/>
                  </a:lnTo>
                  <a:lnTo>
                    <a:pt x="6469" y="27619"/>
                  </a:lnTo>
                  <a:close/>
                  <a:moveTo>
                    <a:pt x="81595" y="25853"/>
                  </a:moveTo>
                  <a:lnTo>
                    <a:pt x="81824" y="25876"/>
                  </a:lnTo>
                  <a:lnTo>
                    <a:pt x="82054" y="25945"/>
                  </a:lnTo>
                  <a:lnTo>
                    <a:pt x="82283" y="26014"/>
                  </a:lnTo>
                  <a:lnTo>
                    <a:pt x="82489" y="26128"/>
                  </a:lnTo>
                  <a:lnTo>
                    <a:pt x="82719" y="26243"/>
                  </a:lnTo>
                  <a:lnTo>
                    <a:pt x="82925" y="26404"/>
                  </a:lnTo>
                  <a:lnTo>
                    <a:pt x="83109" y="26610"/>
                  </a:lnTo>
                  <a:lnTo>
                    <a:pt x="83315" y="26816"/>
                  </a:lnTo>
                  <a:lnTo>
                    <a:pt x="83476" y="27069"/>
                  </a:lnTo>
                  <a:lnTo>
                    <a:pt x="83613" y="27344"/>
                  </a:lnTo>
                  <a:lnTo>
                    <a:pt x="83705" y="27596"/>
                  </a:lnTo>
                  <a:lnTo>
                    <a:pt x="83797" y="27872"/>
                  </a:lnTo>
                  <a:lnTo>
                    <a:pt x="83820" y="28124"/>
                  </a:lnTo>
                  <a:lnTo>
                    <a:pt x="83843" y="28353"/>
                  </a:lnTo>
                  <a:lnTo>
                    <a:pt x="83843" y="28606"/>
                  </a:lnTo>
                  <a:lnTo>
                    <a:pt x="83797" y="28835"/>
                  </a:lnTo>
                  <a:lnTo>
                    <a:pt x="83751" y="29064"/>
                  </a:lnTo>
                  <a:lnTo>
                    <a:pt x="83659" y="29271"/>
                  </a:lnTo>
                  <a:lnTo>
                    <a:pt x="83567" y="29477"/>
                  </a:lnTo>
                  <a:lnTo>
                    <a:pt x="83430" y="29684"/>
                  </a:lnTo>
                  <a:lnTo>
                    <a:pt x="83292" y="29867"/>
                  </a:lnTo>
                  <a:lnTo>
                    <a:pt x="83155" y="30051"/>
                  </a:lnTo>
                  <a:lnTo>
                    <a:pt x="82971" y="30211"/>
                  </a:lnTo>
                  <a:lnTo>
                    <a:pt x="82810" y="30349"/>
                  </a:lnTo>
                  <a:lnTo>
                    <a:pt x="82604" y="30464"/>
                  </a:lnTo>
                  <a:lnTo>
                    <a:pt x="82398" y="30578"/>
                  </a:lnTo>
                  <a:lnTo>
                    <a:pt x="82191" y="30693"/>
                  </a:lnTo>
                  <a:lnTo>
                    <a:pt x="81985" y="30762"/>
                  </a:lnTo>
                  <a:lnTo>
                    <a:pt x="81755" y="30808"/>
                  </a:lnTo>
                  <a:lnTo>
                    <a:pt x="81526" y="30854"/>
                  </a:lnTo>
                  <a:lnTo>
                    <a:pt x="81297" y="30877"/>
                  </a:lnTo>
                  <a:lnTo>
                    <a:pt x="81067" y="30877"/>
                  </a:lnTo>
                  <a:lnTo>
                    <a:pt x="80838" y="30854"/>
                  </a:lnTo>
                  <a:lnTo>
                    <a:pt x="80608" y="30785"/>
                  </a:lnTo>
                  <a:lnTo>
                    <a:pt x="80379" y="30716"/>
                  </a:lnTo>
                  <a:lnTo>
                    <a:pt x="80172" y="30624"/>
                  </a:lnTo>
                  <a:lnTo>
                    <a:pt x="79943" y="30487"/>
                  </a:lnTo>
                  <a:lnTo>
                    <a:pt x="79737" y="30349"/>
                  </a:lnTo>
                  <a:lnTo>
                    <a:pt x="79553" y="30166"/>
                  </a:lnTo>
                  <a:lnTo>
                    <a:pt x="79370" y="29959"/>
                  </a:lnTo>
                  <a:lnTo>
                    <a:pt x="79186" y="29707"/>
                  </a:lnTo>
                  <a:lnTo>
                    <a:pt x="79048" y="29432"/>
                  </a:lnTo>
                  <a:lnTo>
                    <a:pt x="78934" y="29179"/>
                  </a:lnTo>
                  <a:lnTo>
                    <a:pt x="78842" y="28904"/>
                  </a:lnTo>
                  <a:lnTo>
                    <a:pt x="78796" y="28652"/>
                  </a:lnTo>
                  <a:lnTo>
                    <a:pt x="78773" y="28399"/>
                  </a:lnTo>
                  <a:lnTo>
                    <a:pt x="78796" y="28147"/>
                  </a:lnTo>
                  <a:lnTo>
                    <a:pt x="78819" y="27918"/>
                  </a:lnTo>
                  <a:lnTo>
                    <a:pt x="78865" y="27688"/>
                  </a:lnTo>
                  <a:lnTo>
                    <a:pt x="78957" y="27459"/>
                  </a:lnTo>
                  <a:lnTo>
                    <a:pt x="79048" y="27252"/>
                  </a:lnTo>
                  <a:lnTo>
                    <a:pt x="79186" y="27046"/>
                  </a:lnTo>
                  <a:lnTo>
                    <a:pt x="79324" y="26862"/>
                  </a:lnTo>
                  <a:lnTo>
                    <a:pt x="79461" y="26679"/>
                  </a:lnTo>
                  <a:lnTo>
                    <a:pt x="79645" y="26518"/>
                  </a:lnTo>
                  <a:lnTo>
                    <a:pt x="79828" y="26381"/>
                  </a:lnTo>
                  <a:lnTo>
                    <a:pt x="80012" y="26243"/>
                  </a:lnTo>
                  <a:lnTo>
                    <a:pt x="80218" y="26128"/>
                  </a:lnTo>
                  <a:lnTo>
                    <a:pt x="80448" y="26037"/>
                  </a:lnTo>
                  <a:lnTo>
                    <a:pt x="80654" y="25945"/>
                  </a:lnTo>
                  <a:lnTo>
                    <a:pt x="80884" y="25899"/>
                  </a:lnTo>
                  <a:lnTo>
                    <a:pt x="81113" y="25853"/>
                  </a:lnTo>
                  <a:close/>
                  <a:moveTo>
                    <a:pt x="85632" y="21242"/>
                  </a:moveTo>
                  <a:lnTo>
                    <a:pt x="87651" y="24752"/>
                  </a:lnTo>
                  <a:lnTo>
                    <a:pt x="89669" y="28262"/>
                  </a:lnTo>
                  <a:lnTo>
                    <a:pt x="87651" y="31771"/>
                  </a:lnTo>
                  <a:lnTo>
                    <a:pt x="84118" y="31771"/>
                  </a:lnTo>
                  <a:lnTo>
                    <a:pt x="86160" y="28262"/>
                  </a:lnTo>
                  <a:lnTo>
                    <a:pt x="83843" y="24362"/>
                  </a:lnTo>
                  <a:lnTo>
                    <a:pt x="85632" y="21242"/>
                  </a:lnTo>
                  <a:close/>
                  <a:moveTo>
                    <a:pt x="99464" y="20806"/>
                  </a:moveTo>
                  <a:lnTo>
                    <a:pt x="93133" y="31748"/>
                  </a:lnTo>
                  <a:lnTo>
                    <a:pt x="89623" y="31771"/>
                  </a:lnTo>
                  <a:lnTo>
                    <a:pt x="95932" y="20806"/>
                  </a:lnTo>
                  <a:close/>
                  <a:moveTo>
                    <a:pt x="101506" y="28766"/>
                  </a:moveTo>
                  <a:lnTo>
                    <a:pt x="103272" y="31817"/>
                  </a:lnTo>
                  <a:lnTo>
                    <a:pt x="99740" y="31817"/>
                  </a:lnTo>
                  <a:lnTo>
                    <a:pt x="97973" y="28766"/>
                  </a:lnTo>
                  <a:close/>
                  <a:moveTo>
                    <a:pt x="171654" y="26862"/>
                  </a:moveTo>
                  <a:lnTo>
                    <a:pt x="171883" y="26908"/>
                  </a:lnTo>
                  <a:lnTo>
                    <a:pt x="172113" y="26954"/>
                  </a:lnTo>
                  <a:lnTo>
                    <a:pt x="172342" y="27023"/>
                  </a:lnTo>
                  <a:lnTo>
                    <a:pt x="172572" y="27138"/>
                  </a:lnTo>
                  <a:lnTo>
                    <a:pt x="172778" y="27275"/>
                  </a:lnTo>
                  <a:lnTo>
                    <a:pt x="172984" y="27436"/>
                  </a:lnTo>
                  <a:lnTo>
                    <a:pt x="173191" y="27619"/>
                  </a:lnTo>
                  <a:lnTo>
                    <a:pt x="173374" y="27849"/>
                  </a:lnTo>
                  <a:lnTo>
                    <a:pt x="173535" y="28101"/>
                  </a:lnTo>
                  <a:lnTo>
                    <a:pt x="173673" y="28353"/>
                  </a:lnTo>
                  <a:lnTo>
                    <a:pt x="173787" y="28629"/>
                  </a:lnTo>
                  <a:lnTo>
                    <a:pt x="173856" y="28881"/>
                  </a:lnTo>
                  <a:lnTo>
                    <a:pt x="173902" y="29133"/>
                  </a:lnTo>
                  <a:lnTo>
                    <a:pt x="173925" y="29386"/>
                  </a:lnTo>
                  <a:lnTo>
                    <a:pt x="173902" y="29615"/>
                  </a:lnTo>
                  <a:lnTo>
                    <a:pt x="173879" y="29867"/>
                  </a:lnTo>
                  <a:lnTo>
                    <a:pt x="173810" y="30074"/>
                  </a:lnTo>
                  <a:lnTo>
                    <a:pt x="173719" y="30303"/>
                  </a:lnTo>
                  <a:lnTo>
                    <a:pt x="173627" y="30510"/>
                  </a:lnTo>
                  <a:lnTo>
                    <a:pt x="173512" y="30716"/>
                  </a:lnTo>
                  <a:lnTo>
                    <a:pt x="173374" y="30900"/>
                  </a:lnTo>
                  <a:lnTo>
                    <a:pt x="173214" y="31060"/>
                  </a:lnTo>
                  <a:lnTo>
                    <a:pt x="173053" y="31221"/>
                  </a:lnTo>
                  <a:lnTo>
                    <a:pt x="172870" y="31358"/>
                  </a:lnTo>
                  <a:lnTo>
                    <a:pt x="172686" y="31496"/>
                  </a:lnTo>
                  <a:lnTo>
                    <a:pt x="172480" y="31611"/>
                  </a:lnTo>
                  <a:lnTo>
                    <a:pt x="172273" y="31703"/>
                  </a:lnTo>
                  <a:lnTo>
                    <a:pt x="172044" y="31771"/>
                  </a:lnTo>
                  <a:lnTo>
                    <a:pt x="171815" y="31840"/>
                  </a:lnTo>
                  <a:lnTo>
                    <a:pt x="171608" y="31886"/>
                  </a:lnTo>
                  <a:lnTo>
                    <a:pt x="171126" y="31886"/>
                  </a:lnTo>
                  <a:lnTo>
                    <a:pt x="170897" y="31863"/>
                  </a:lnTo>
                  <a:lnTo>
                    <a:pt x="170668" y="31817"/>
                  </a:lnTo>
                  <a:lnTo>
                    <a:pt x="170461" y="31748"/>
                  </a:lnTo>
                  <a:lnTo>
                    <a:pt x="170232" y="31634"/>
                  </a:lnTo>
                  <a:lnTo>
                    <a:pt x="170025" y="31519"/>
                  </a:lnTo>
                  <a:lnTo>
                    <a:pt x="169819" y="31358"/>
                  </a:lnTo>
                  <a:lnTo>
                    <a:pt x="169612" y="31175"/>
                  </a:lnTo>
                  <a:lnTo>
                    <a:pt x="169429" y="30968"/>
                  </a:lnTo>
                  <a:lnTo>
                    <a:pt x="169245" y="30739"/>
                  </a:lnTo>
                  <a:lnTo>
                    <a:pt x="169108" y="30464"/>
                  </a:lnTo>
                  <a:lnTo>
                    <a:pt x="168993" y="30189"/>
                  </a:lnTo>
                  <a:lnTo>
                    <a:pt x="168924" y="29936"/>
                  </a:lnTo>
                  <a:lnTo>
                    <a:pt x="168878" y="29684"/>
                  </a:lnTo>
                  <a:lnTo>
                    <a:pt x="168855" y="29432"/>
                  </a:lnTo>
                  <a:lnTo>
                    <a:pt x="168855" y="29179"/>
                  </a:lnTo>
                  <a:lnTo>
                    <a:pt x="168878" y="28927"/>
                  </a:lnTo>
                  <a:lnTo>
                    <a:pt x="168947" y="28697"/>
                  </a:lnTo>
                  <a:lnTo>
                    <a:pt x="169016" y="28491"/>
                  </a:lnTo>
                  <a:lnTo>
                    <a:pt x="169131" y="28262"/>
                  </a:lnTo>
                  <a:lnTo>
                    <a:pt x="169245" y="28078"/>
                  </a:lnTo>
                  <a:lnTo>
                    <a:pt x="169383" y="27872"/>
                  </a:lnTo>
                  <a:lnTo>
                    <a:pt x="169544" y="27711"/>
                  </a:lnTo>
                  <a:lnTo>
                    <a:pt x="169704" y="27551"/>
                  </a:lnTo>
                  <a:lnTo>
                    <a:pt x="169888" y="27390"/>
                  </a:lnTo>
                  <a:lnTo>
                    <a:pt x="170094" y="27275"/>
                  </a:lnTo>
                  <a:lnTo>
                    <a:pt x="170301" y="27161"/>
                  </a:lnTo>
                  <a:lnTo>
                    <a:pt x="170507" y="27046"/>
                  </a:lnTo>
                  <a:lnTo>
                    <a:pt x="170736" y="26977"/>
                  </a:lnTo>
                  <a:lnTo>
                    <a:pt x="170966" y="26908"/>
                  </a:lnTo>
                  <a:lnTo>
                    <a:pt x="171195" y="26885"/>
                  </a:lnTo>
                  <a:lnTo>
                    <a:pt x="171425" y="26862"/>
                  </a:lnTo>
                  <a:close/>
                  <a:moveTo>
                    <a:pt x="23490" y="27757"/>
                  </a:moveTo>
                  <a:lnTo>
                    <a:pt x="23719" y="27780"/>
                  </a:lnTo>
                  <a:lnTo>
                    <a:pt x="23949" y="27849"/>
                  </a:lnTo>
                  <a:lnTo>
                    <a:pt x="24178" y="27918"/>
                  </a:lnTo>
                  <a:lnTo>
                    <a:pt x="24407" y="28032"/>
                  </a:lnTo>
                  <a:lnTo>
                    <a:pt x="24614" y="28170"/>
                  </a:lnTo>
                  <a:lnTo>
                    <a:pt x="24820" y="28330"/>
                  </a:lnTo>
                  <a:lnTo>
                    <a:pt x="25027" y="28514"/>
                  </a:lnTo>
                  <a:lnTo>
                    <a:pt x="25210" y="28743"/>
                  </a:lnTo>
                  <a:lnTo>
                    <a:pt x="25371" y="28996"/>
                  </a:lnTo>
                  <a:lnTo>
                    <a:pt x="25508" y="29248"/>
                  </a:lnTo>
                  <a:lnTo>
                    <a:pt x="25600" y="29500"/>
                  </a:lnTo>
                  <a:lnTo>
                    <a:pt x="25692" y="29776"/>
                  </a:lnTo>
                  <a:lnTo>
                    <a:pt x="25738" y="30028"/>
                  </a:lnTo>
                  <a:lnTo>
                    <a:pt x="25738" y="30280"/>
                  </a:lnTo>
                  <a:lnTo>
                    <a:pt x="25738" y="30510"/>
                  </a:lnTo>
                  <a:lnTo>
                    <a:pt x="25692" y="30739"/>
                  </a:lnTo>
                  <a:lnTo>
                    <a:pt x="25646" y="30968"/>
                  </a:lnTo>
                  <a:lnTo>
                    <a:pt x="25554" y="31198"/>
                  </a:lnTo>
                  <a:lnTo>
                    <a:pt x="25463" y="31404"/>
                  </a:lnTo>
                  <a:lnTo>
                    <a:pt x="25325" y="31588"/>
                  </a:lnTo>
                  <a:lnTo>
                    <a:pt x="25187" y="31771"/>
                  </a:lnTo>
                  <a:lnTo>
                    <a:pt x="25050" y="31955"/>
                  </a:lnTo>
                  <a:lnTo>
                    <a:pt x="24889" y="32115"/>
                  </a:lnTo>
                  <a:lnTo>
                    <a:pt x="24706" y="32253"/>
                  </a:lnTo>
                  <a:lnTo>
                    <a:pt x="24499" y="32391"/>
                  </a:lnTo>
                  <a:lnTo>
                    <a:pt x="24293" y="32505"/>
                  </a:lnTo>
                  <a:lnTo>
                    <a:pt x="24086" y="32597"/>
                  </a:lnTo>
                  <a:lnTo>
                    <a:pt x="23880" y="32666"/>
                  </a:lnTo>
                  <a:lnTo>
                    <a:pt x="23650" y="32735"/>
                  </a:lnTo>
                  <a:lnTo>
                    <a:pt x="23421" y="32758"/>
                  </a:lnTo>
                  <a:lnTo>
                    <a:pt x="23192" y="32781"/>
                  </a:lnTo>
                  <a:lnTo>
                    <a:pt x="22962" y="32781"/>
                  </a:lnTo>
                  <a:lnTo>
                    <a:pt x="22733" y="32758"/>
                  </a:lnTo>
                  <a:lnTo>
                    <a:pt x="22503" y="32712"/>
                  </a:lnTo>
                  <a:lnTo>
                    <a:pt x="22274" y="32620"/>
                  </a:lnTo>
                  <a:lnTo>
                    <a:pt x="22068" y="32528"/>
                  </a:lnTo>
                  <a:lnTo>
                    <a:pt x="21838" y="32414"/>
                  </a:lnTo>
                  <a:lnTo>
                    <a:pt x="21632" y="32253"/>
                  </a:lnTo>
                  <a:lnTo>
                    <a:pt x="21448" y="32070"/>
                  </a:lnTo>
                  <a:lnTo>
                    <a:pt x="21265" y="31863"/>
                  </a:lnTo>
                  <a:lnTo>
                    <a:pt x="21081" y="31611"/>
                  </a:lnTo>
                  <a:lnTo>
                    <a:pt x="20943" y="31358"/>
                  </a:lnTo>
                  <a:lnTo>
                    <a:pt x="20829" y="31083"/>
                  </a:lnTo>
                  <a:lnTo>
                    <a:pt x="20737" y="30831"/>
                  </a:lnTo>
                  <a:lnTo>
                    <a:pt x="20691" y="30556"/>
                  </a:lnTo>
                  <a:lnTo>
                    <a:pt x="20668" y="30303"/>
                  </a:lnTo>
                  <a:lnTo>
                    <a:pt x="20691" y="30074"/>
                  </a:lnTo>
                  <a:lnTo>
                    <a:pt x="20714" y="29821"/>
                  </a:lnTo>
                  <a:lnTo>
                    <a:pt x="20783" y="29592"/>
                  </a:lnTo>
                  <a:lnTo>
                    <a:pt x="20852" y="29363"/>
                  </a:lnTo>
                  <a:lnTo>
                    <a:pt x="20943" y="29156"/>
                  </a:lnTo>
                  <a:lnTo>
                    <a:pt x="21081" y="28950"/>
                  </a:lnTo>
                  <a:lnTo>
                    <a:pt x="21219" y="28766"/>
                  </a:lnTo>
                  <a:lnTo>
                    <a:pt x="21356" y="28583"/>
                  </a:lnTo>
                  <a:lnTo>
                    <a:pt x="21540" y="28422"/>
                  </a:lnTo>
                  <a:lnTo>
                    <a:pt x="21723" y="28285"/>
                  </a:lnTo>
                  <a:lnTo>
                    <a:pt x="21907" y="28147"/>
                  </a:lnTo>
                  <a:lnTo>
                    <a:pt x="22113" y="28032"/>
                  </a:lnTo>
                  <a:lnTo>
                    <a:pt x="22343" y="27940"/>
                  </a:lnTo>
                  <a:lnTo>
                    <a:pt x="22549" y="27872"/>
                  </a:lnTo>
                  <a:lnTo>
                    <a:pt x="22779" y="27803"/>
                  </a:lnTo>
                  <a:lnTo>
                    <a:pt x="23008" y="27757"/>
                  </a:lnTo>
                  <a:close/>
                  <a:moveTo>
                    <a:pt x="43722" y="30372"/>
                  </a:moveTo>
                  <a:lnTo>
                    <a:pt x="45488" y="33423"/>
                  </a:lnTo>
                  <a:lnTo>
                    <a:pt x="41956" y="33423"/>
                  </a:lnTo>
                  <a:lnTo>
                    <a:pt x="40189" y="30372"/>
                  </a:lnTo>
                  <a:close/>
                  <a:moveTo>
                    <a:pt x="41726" y="22573"/>
                  </a:moveTo>
                  <a:lnTo>
                    <a:pt x="35418" y="33515"/>
                  </a:lnTo>
                  <a:lnTo>
                    <a:pt x="31885" y="33538"/>
                  </a:lnTo>
                  <a:lnTo>
                    <a:pt x="31885" y="33538"/>
                  </a:lnTo>
                  <a:lnTo>
                    <a:pt x="38217" y="22573"/>
                  </a:lnTo>
                  <a:close/>
                  <a:moveTo>
                    <a:pt x="27917" y="23009"/>
                  </a:moveTo>
                  <a:lnTo>
                    <a:pt x="29913" y="26518"/>
                  </a:lnTo>
                  <a:lnTo>
                    <a:pt x="31931" y="30028"/>
                  </a:lnTo>
                  <a:lnTo>
                    <a:pt x="29936" y="33538"/>
                  </a:lnTo>
                  <a:lnTo>
                    <a:pt x="26403" y="33538"/>
                  </a:lnTo>
                  <a:lnTo>
                    <a:pt x="28422" y="30028"/>
                  </a:lnTo>
                  <a:lnTo>
                    <a:pt x="26105" y="26128"/>
                  </a:lnTo>
                  <a:lnTo>
                    <a:pt x="27917" y="23009"/>
                  </a:lnTo>
                  <a:close/>
                  <a:moveTo>
                    <a:pt x="115315" y="28927"/>
                  </a:moveTo>
                  <a:lnTo>
                    <a:pt x="115568" y="28973"/>
                  </a:lnTo>
                  <a:lnTo>
                    <a:pt x="115797" y="29019"/>
                  </a:lnTo>
                  <a:lnTo>
                    <a:pt x="116026" y="29110"/>
                  </a:lnTo>
                  <a:lnTo>
                    <a:pt x="116233" y="29202"/>
                  </a:lnTo>
                  <a:lnTo>
                    <a:pt x="116462" y="29340"/>
                  </a:lnTo>
                  <a:lnTo>
                    <a:pt x="116669" y="29500"/>
                  </a:lnTo>
                  <a:lnTo>
                    <a:pt x="116852" y="29684"/>
                  </a:lnTo>
                  <a:lnTo>
                    <a:pt x="117036" y="29913"/>
                  </a:lnTo>
                  <a:lnTo>
                    <a:pt x="117219" y="30166"/>
                  </a:lnTo>
                  <a:lnTo>
                    <a:pt x="117357" y="30441"/>
                  </a:lnTo>
                  <a:lnTo>
                    <a:pt x="117449" y="30693"/>
                  </a:lnTo>
                  <a:lnTo>
                    <a:pt x="117540" y="30946"/>
                  </a:lnTo>
                  <a:lnTo>
                    <a:pt x="117563" y="31198"/>
                  </a:lnTo>
                  <a:lnTo>
                    <a:pt x="117586" y="31450"/>
                  </a:lnTo>
                  <a:lnTo>
                    <a:pt x="117586" y="31703"/>
                  </a:lnTo>
                  <a:lnTo>
                    <a:pt x="117540" y="31932"/>
                  </a:lnTo>
                  <a:lnTo>
                    <a:pt x="117472" y="32161"/>
                  </a:lnTo>
                  <a:lnTo>
                    <a:pt x="117403" y="32368"/>
                  </a:lnTo>
                  <a:lnTo>
                    <a:pt x="117311" y="32574"/>
                  </a:lnTo>
                  <a:lnTo>
                    <a:pt x="117173" y="32781"/>
                  </a:lnTo>
                  <a:lnTo>
                    <a:pt x="117036" y="32964"/>
                  </a:lnTo>
                  <a:lnTo>
                    <a:pt x="116898" y="33125"/>
                  </a:lnTo>
                  <a:lnTo>
                    <a:pt x="116715" y="33285"/>
                  </a:lnTo>
                  <a:lnTo>
                    <a:pt x="116554" y="33423"/>
                  </a:lnTo>
                  <a:lnTo>
                    <a:pt x="116348" y="33561"/>
                  </a:lnTo>
                  <a:lnTo>
                    <a:pt x="116141" y="33675"/>
                  </a:lnTo>
                  <a:lnTo>
                    <a:pt x="115935" y="33767"/>
                  </a:lnTo>
                  <a:lnTo>
                    <a:pt x="115728" y="33859"/>
                  </a:lnTo>
                  <a:lnTo>
                    <a:pt x="115499" y="33905"/>
                  </a:lnTo>
                  <a:lnTo>
                    <a:pt x="115269" y="33951"/>
                  </a:lnTo>
                  <a:lnTo>
                    <a:pt x="115040" y="33973"/>
                  </a:lnTo>
                  <a:lnTo>
                    <a:pt x="114811" y="33951"/>
                  </a:lnTo>
                  <a:lnTo>
                    <a:pt x="114581" y="33928"/>
                  </a:lnTo>
                  <a:lnTo>
                    <a:pt x="114352" y="33882"/>
                  </a:lnTo>
                  <a:lnTo>
                    <a:pt x="114122" y="33813"/>
                  </a:lnTo>
                  <a:lnTo>
                    <a:pt x="113916" y="33698"/>
                  </a:lnTo>
                  <a:lnTo>
                    <a:pt x="113687" y="33584"/>
                  </a:lnTo>
                  <a:lnTo>
                    <a:pt x="113480" y="33423"/>
                  </a:lnTo>
                  <a:lnTo>
                    <a:pt x="113297" y="33239"/>
                  </a:lnTo>
                  <a:lnTo>
                    <a:pt x="113113" y="33033"/>
                  </a:lnTo>
                  <a:lnTo>
                    <a:pt x="112930" y="32804"/>
                  </a:lnTo>
                  <a:lnTo>
                    <a:pt x="112792" y="32528"/>
                  </a:lnTo>
                  <a:lnTo>
                    <a:pt x="112677" y="32253"/>
                  </a:lnTo>
                  <a:lnTo>
                    <a:pt x="112586" y="32001"/>
                  </a:lnTo>
                  <a:lnTo>
                    <a:pt x="112540" y="31748"/>
                  </a:lnTo>
                  <a:lnTo>
                    <a:pt x="112517" y="31496"/>
                  </a:lnTo>
                  <a:lnTo>
                    <a:pt x="112517" y="31244"/>
                  </a:lnTo>
                  <a:lnTo>
                    <a:pt x="112563" y="31014"/>
                  </a:lnTo>
                  <a:lnTo>
                    <a:pt x="112609" y="30762"/>
                  </a:lnTo>
                  <a:lnTo>
                    <a:pt x="112700" y="30556"/>
                  </a:lnTo>
                  <a:lnTo>
                    <a:pt x="112792" y="30349"/>
                  </a:lnTo>
                  <a:lnTo>
                    <a:pt x="112930" y="30143"/>
                  </a:lnTo>
                  <a:lnTo>
                    <a:pt x="113067" y="29959"/>
                  </a:lnTo>
                  <a:lnTo>
                    <a:pt x="113205" y="29776"/>
                  </a:lnTo>
                  <a:lnTo>
                    <a:pt x="113388" y="29615"/>
                  </a:lnTo>
                  <a:lnTo>
                    <a:pt x="113572" y="29454"/>
                  </a:lnTo>
                  <a:lnTo>
                    <a:pt x="113755" y="29340"/>
                  </a:lnTo>
                  <a:lnTo>
                    <a:pt x="113962" y="29225"/>
                  </a:lnTo>
                  <a:lnTo>
                    <a:pt x="114191" y="29110"/>
                  </a:lnTo>
                  <a:lnTo>
                    <a:pt x="114398" y="29042"/>
                  </a:lnTo>
                  <a:lnTo>
                    <a:pt x="114627" y="28996"/>
                  </a:lnTo>
                  <a:lnTo>
                    <a:pt x="114857" y="28950"/>
                  </a:lnTo>
                  <a:lnTo>
                    <a:pt x="115086" y="28927"/>
                  </a:lnTo>
                  <a:close/>
                  <a:moveTo>
                    <a:pt x="135204" y="31771"/>
                  </a:moveTo>
                  <a:lnTo>
                    <a:pt x="136970" y="34822"/>
                  </a:lnTo>
                  <a:lnTo>
                    <a:pt x="133437" y="34822"/>
                  </a:lnTo>
                  <a:lnTo>
                    <a:pt x="131671" y="31771"/>
                  </a:lnTo>
                  <a:close/>
                  <a:moveTo>
                    <a:pt x="119376" y="24339"/>
                  </a:moveTo>
                  <a:lnTo>
                    <a:pt x="121394" y="27826"/>
                  </a:lnTo>
                  <a:lnTo>
                    <a:pt x="123413" y="31358"/>
                  </a:lnTo>
                  <a:lnTo>
                    <a:pt x="121394" y="34845"/>
                  </a:lnTo>
                  <a:lnTo>
                    <a:pt x="117862" y="34845"/>
                  </a:lnTo>
                  <a:lnTo>
                    <a:pt x="119903" y="31335"/>
                  </a:lnTo>
                  <a:lnTo>
                    <a:pt x="117586" y="27459"/>
                  </a:lnTo>
                  <a:lnTo>
                    <a:pt x="119376" y="24339"/>
                  </a:lnTo>
                  <a:close/>
                  <a:moveTo>
                    <a:pt x="133208" y="23903"/>
                  </a:moveTo>
                  <a:lnTo>
                    <a:pt x="126877" y="34845"/>
                  </a:lnTo>
                  <a:lnTo>
                    <a:pt x="123367" y="34845"/>
                  </a:lnTo>
                  <a:lnTo>
                    <a:pt x="129675" y="23903"/>
                  </a:lnTo>
                  <a:close/>
                  <a:moveTo>
                    <a:pt x="57623" y="30510"/>
                  </a:moveTo>
                  <a:lnTo>
                    <a:pt x="57853" y="30533"/>
                  </a:lnTo>
                  <a:lnTo>
                    <a:pt x="58082" y="30556"/>
                  </a:lnTo>
                  <a:lnTo>
                    <a:pt x="58311" y="30601"/>
                  </a:lnTo>
                  <a:lnTo>
                    <a:pt x="58541" y="30693"/>
                  </a:lnTo>
                  <a:lnTo>
                    <a:pt x="58770" y="30785"/>
                  </a:lnTo>
                  <a:lnTo>
                    <a:pt x="58977" y="30923"/>
                  </a:lnTo>
                  <a:lnTo>
                    <a:pt x="59183" y="31083"/>
                  </a:lnTo>
                  <a:lnTo>
                    <a:pt x="59390" y="31290"/>
                  </a:lnTo>
                  <a:lnTo>
                    <a:pt x="59573" y="31496"/>
                  </a:lnTo>
                  <a:lnTo>
                    <a:pt x="59757" y="31748"/>
                  </a:lnTo>
                  <a:lnTo>
                    <a:pt x="59894" y="32024"/>
                  </a:lnTo>
                  <a:lnTo>
                    <a:pt x="59986" y="32276"/>
                  </a:lnTo>
                  <a:lnTo>
                    <a:pt x="60055" y="32528"/>
                  </a:lnTo>
                  <a:lnTo>
                    <a:pt x="60101" y="32781"/>
                  </a:lnTo>
                  <a:lnTo>
                    <a:pt x="60124" y="33033"/>
                  </a:lnTo>
                  <a:lnTo>
                    <a:pt x="60101" y="33285"/>
                  </a:lnTo>
                  <a:lnTo>
                    <a:pt x="60078" y="33515"/>
                  </a:lnTo>
                  <a:lnTo>
                    <a:pt x="60009" y="33744"/>
                  </a:lnTo>
                  <a:lnTo>
                    <a:pt x="59940" y="33951"/>
                  </a:lnTo>
                  <a:lnTo>
                    <a:pt x="59825" y="34157"/>
                  </a:lnTo>
                  <a:lnTo>
                    <a:pt x="59711" y="34363"/>
                  </a:lnTo>
                  <a:lnTo>
                    <a:pt x="59573" y="34547"/>
                  </a:lnTo>
                  <a:lnTo>
                    <a:pt x="59413" y="34708"/>
                  </a:lnTo>
                  <a:lnTo>
                    <a:pt x="59252" y="34868"/>
                  </a:lnTo>
                  <a:lnTo>
                    <a:pt x="59068" y="35029"/>
                  </a:lnTo>
                  <a:lnTo>
                    <a:pt x="58885" y="35143"/>
                  </a:lnTo>
                  <a:lnTo>
                    <a:pt x="58678" y="35258"/>
                  </a:lnTo>
                  <a:lnTo>
                    <a:pt x="58472" y="35350"/>
                  </a:lnTo>
                  <a:lnTo>
                    <a:pt x="58243" y="35442"/>
                  </a:lnTo>
                  <a:lnTo>
                    <a:pt x="58036" y="35487"/>
                  </a:lnTo>
                  <a:lnTo>
                    <a:pt x="57807" y="35533"/>
                  </a:lnTo>
                  <a:lnTo>
                    <a:pt x="57577" y="35556"/>
                  </a:lnTo>
                  <a:lnTo>
                    <a:pt x="57348" y="35556"/>
                  </a:lnTo>
                  <a:lnTo>
                    <a:pt x="57119" y="35510"/>
                  </a:lnTo>
                  <a:lnTo>
                    <a:pt x="56889" y="35465"/>
                  </a:lnTo>
                  <a:lnTo>
                    <a:pt x="56660" y="35396"/>
                  </a:lnTo>
                  <a:lnTo>
                    <a:pt x="56430" y="35304"/>
                  </a:lnTo>
                  <a:lnTo>
                    <a:pt x="56224" y="35166"/>
                  </a:lnTo>
                  <a:lnTo>
                    <a:pt x="56018" y="35006"/>
                  </a:lnTo>
                  <a:lnTo>
                    <a:pt x="55811" y="34822"/>
                  </a:lnTo>
                  <a:lnTo>
                    <a:pt x="55628" y="34616"/>
                  </a:lnTo>
                  <a:lnTo>
                    <a:pt x="55467" y="34386"/>
                  </a:lnTo>
                  <a:lnTo>
                    <a:pt x="55306" y="34111"/>
                  </a:lnTo>
                  <a:lnTo>
                    <a:pt x="55192" y="33859"/>
                  </a:lnTo>
                  <a:lnTo>
                    <a:pt x="55123" y="33584"/>
                  </a:lnTo>
                  <a:lnTo>
                    <a:pt x="55077" y="33331"/>
                  </a:lnTo>
                  <a:lnTo>
                    <a:pt x="55054" y="33079"/>
                  </a:lnTo>
                  <a:lnTo>
                    <a:pt x="55054" y="32827"/>
                  </a:lnTo>
                  <a:lnTo>
                    <a:pt x="55100" y="32597"/>
                  </a:lnTo>
                  <a:lnTo>
                    <a:pt x="55146" y="32368"/>
                  </a:lnTo>
                  <a:lnTo>
                    <a:pt x="55238" y="32138"/>
                  </a:lnTo>
                  <a:lnTo>
                    <a:pt x="55329" y="31932"/>
                  </a:lnTo>
                  <a:lnTo>
                    <a:pt x="55444" y="31725"/>
                  </a:lnTo>
                  <a:lnTo>
                    <a:pt x="55582" y="31542"/>
                  </a:lnTo>
                  <a:lnTo>
                    <a:pt x="55742" y="31358"/>
                  </a:lnTo>
                  <a:lnTo>
                    <a:pt x="55903" y="31198"/>
                  </a:lnTo>
                  <a:lnTo>
                    <a:pt x="56086" y="31060"/>
                  </a:lnTo>
                  <a:lnTo>
                    <a:pt x="56293" y="30923"/>
                  </a:lnTo>
                  <a:lnTo>
                    <a:pt x="56499" y="30808"/>
                  </a:lnTo>
                  <a:lnTo>
                    <a:pt x="56706" y="30716"/>
                  </a:lnTo>
                  <a:lnTo>
                    <a:pt x="56935" y="30624"/>
                  </a:lnTo>
                  <a:lnTo>
                    <a:pt x="57164" y="30578"/>
                  </a:lnTo>
                  <a:lnTo>
                    <a:pt x="57394" y="30533"/>
                  </a:lnTo>
                  <a:lnTo>
                    <a:pt x="57623" y="30510"/>
                  </a:lnTo>
                  <a:close/>
                  <a:moveTo>
                    <a:pt x="77718" y="33262"/>
                  </a:moveTo>
                  <a:lnTo>
                    <a:pt x="79484" y="36336"/>
                  </a:lnTo>
                  <a:lnTo>
                    <a:pt x="75952" y="36336"/>
                  </a:lnTo>
                  <a:lnTo>
                    <a:pt x="74185" y="33285"/>
                  </a:lnTo>
                  <a:lnTo>
                    <a:pt x="77718" y="33262"/>
                  </a:lnTo>
                  <a:close/>
                  <a:moveTo>
                    <a:pt x="75722" y="25486"/>
                  </a:moveTo>
                  <a:lnTo>
                    <a:pt x="69414" y="36428"/>
                  </a:lnTo>
                  <a:lnTo>
                    <a:pt x="65904" y="36451"/>
                  </a:lnTo>
                  <a:lnTo>
                    <a:pt x="65904" y="36451"/>
                  </a:lnTo>
                  <a:lnTo>
                    <a:pt x="72213" y="25486"/>
                  </a:lnTo>
                  <a:close/>
                  <a:moveTo>
                    <a:pt x="61913" y="25922"/>
                  </a:moveTo>
                  <a:lnTo>
                    <a:pt x="63909" y="29432"/>
                  </a:lnTo>
                  <a:lnTo>
                    <a:pt x="65950" y="32941"/>
                  </a:lnTo>
                  <a:lnTo>
                    <a:pt x="63932" y="36428"/>
                  </a:lnTo>
                  <a:lnTo>
                    <a:pt x="60399" y="36451"/>
                  </a:lnTo>
                  <a:lnTo>
                    <a:pt x="62418" y="32941"/>
                  </a:lnTo>
                  <a:lnTo>
                    <a:pt x="60124" y="29042"/>
                  </a:lnTo>
                  <a:lnTo>
                    <a:pt x="61913" y="25922"/>
                  </a:lnTo>
                  <a:close/>
                  <a:moveTo>
                    <a:pt x="148554" y="31519"/>
                  </a:moveTo>
                  <a:lnTo>
                    <a:pt x="148784" y="31542"/>
                  </a:lnTo>
                  <a:lnTo>
                    <a:pt x="149013" y="31588"/>
                  </a:lnTo>
                  <a:lnTo>
                    <a:pt x="149242" y="31680"/>
                  </a:lnTo>
                  <a:lnTo>
                    <a:pt x="149449" y="31794"/>
                  </a:lnTo>
                  <a:lnTo>
                    <a:pt x="149678" y="31909"/>
                  </a:lnTo>
                  <a:lnTo>
                    <a:pt x="149885" y="32070"/>
                  </a:lnTo>
                  <a:lnTo>
                    <a:pt x="150091" y="32276"/>
                  </a:lnTo>
                  <a:lnTo>
                    <a:pt x="150275" y="32482"/>
                  </a:lnTo>
                  <a:lnTo>
                    <a:pt x="150435" y="32735"/>
                  </a:lnTo>
                  <a:lnTo>
                    <a:pt x="150573" y="33010"/>
                  </a:lnTo>
                  <a:lnTo>
                    <a:pt x="150665" y="33262"/>
                  </a:lnTo>
                  <a:lnTo>
                    <a:pt x="150756" y="33515"/>
                  </a:lnTo>
                  <a:lnTo>
                    <a:pt x="150802" y="33790"/>
                  </a:lnTo>
                  <a:lnTo>
                    <a:pt x="150802" y="34019"/>
                  </a:lnTo>
                  <a:lnTo>
                    <a:pt x="150802" y="34272"/>
                  </a:lnTo>
                  <a:lnTo>
                    <a:pt x="150756" y="34501"/>
                  </a:lnTo>
                  <a:lnTo>
                    <a:pt x="150711" y="34730"/>
                  </a:lnTo>
                  <a:lnTo>
                    <a:pt x="150619" y="34937"/>
                  </a:lnTo>
                  <a:lnTo>
                    <a:pt x="150527" y="35143"/>
                  </a:lnTo>
                  <a:lnTo>
                    <a:pt x="150389" y="35350"/>
                  </a:lnTo>
                  <a:lnTo>
                    <a:pt x="150252" y="35533"/>
                  </a:lnTo>
                  <a:lnTo>
                    <a:pt x="150114" y="35717"/>
                  </a:lnTo>
                  <a:lnTo>
                    <a:pt x="149954" y="35877"/>
                  </a:lnTo>
                  <a:lnTo>
                    <a:pt x="149770" y="36015"/>
                  </a:lnTo>
                  <a:lnTo>
                    <a:pt x="149564" y="36130"/>
                  </a:lnTo>
                  <a:lnTo>
                    <a:pt x="149357" y="36244"/>
                  </a:lnTo>
                  <a:lnTo>
                    <a:pt x="149151" y="36359"/>
                  </a:lnTo>
                  <a:lnTo>
                    <a:pt x="148944" y="36428"/>
                  </a:lnTo>
                  <a:lnTo>
                    <a:pt x="148715" y="36474"/>
                  </a:lnTo>
                  <a:lnTo>
                    <a:pt x="148485" y="36520"/>
                  </a:lnTo>
                  <a:lnTo>
                    <a:pt x="148256" y="36543"/>
                  </a:lnTo>
                  <a:lnTo>
                    <a:pt x="148027" y="36543"/>
                  </a:lnTo>
                  <a:lnTo>
                    <a:pt x="147797" y="36520"/>
                  </a:lnTo>
                  <a:lnTo>
                    <a:pt x="147568" y="36451"/>
                  </a:lnTo>
                  <a:lnTo>
                    <a:pt x="147338" y="36382"/>
                  </a:lnTo>
                  <a:lnTo>
                    <a:pt x="147132" y="36290"/>
                  </a:lnTo>
                  <a:lnTo>
                    <a:pt x="146903" y="36153"/>
                  </a:lnTo>
                  <a:lnTo>
                    <a:pt x="146696" y="36015"/>
                  </a:lnTo>
                  <a:lnTo>
                    <a:pt x="146513" y="35832"/>
                  </a:lnTo>
                  <a:lnTo>
                    <a:pt x="146329" y="35625"/>
                  </a:lnTo>
                  <a:lnTo>
                    <a:pt x="146146" y="35373"/>
                  </a:lnTo>
                  <a:lnTo>
                    <a:pt x="146008" y="35098"/>
                  </a:lnTo>
                  <a:lnTo>
                    <a:pt x="145893" y="34845"/>
                  </a:lnTo>
                  <a:lnTo>
                    <a:pt x="145802" y="34570"/>
                  </a:lnTo>
                  <a:lnTo>
                    <a:pt x="145756" y="34318"/>
                  </a:lnTo>
                  <a:lnTo>
                    <a:pt x="145733" y="34065"/>
                  </a:lnTo>
                  <a:lnTo>
                    <a:pt x="145756" y="33813"/>
                  </a:lnTo>
                  <a:lnTo>
                    <a:pt x="145779" y="33584"/>
                  </a:lnTo>
                  <a:lnTo>
                    <a:pt x="145847" y="33354"/>
                  </a:lnTo>
                  <a:lnTo>
                    <a:pt x="145916" y="33125"/>
                  </a:lnTo>
                  <a:lnTo>
                    <a:pt x="146008" y="32918"/>
                  </a:lnTo>
                  <a:lnTo>
                    <a:pt x="146146" y="32712"/>
                  </a:lnTo>
                  <a:lnTo>
                    <a:pt x="146283" y="32528"/>
                  </a:lnTo>
                  <a:lnTo>
                    <a:pt x="146421" y="32345"/>
                  </a:lnTo>
                  <a:lnTo>
                    <a:pt x="146604" y="32184"/>
                  </a:lnTo>
                  <a:lnTo>
                    <a:pt x="146788" y="32047"/>
                  </a:lnTo>
                  <a:lnTo>
                    <a:pt x="146971" y="31909"/>
                  </a:lnTo>
                  <a:lnTo>
                    <a:pt x="147178" y="31794"/>
                  </a:lnTo>
                  <a:lnTo>
                    <a:pt x="147407" y="31703"/>
                  </a:lnTo>
                  <a:lnTo>
                    <a:pt x="147614" y="31611"/>
                  </a:lnTo>
                  <a:lnTo>
                    <a:pt x="147843" y="31565"/>
                  </a:lnTo>
                  <a:lnTo>
                    <a:pt x="148072" y="31519"/>
                  </a:lnTo>
                  <a:close/>
                  <a:moveTo>
                    <a:pt x="168993" y="34501"/>
                  </a:moveTo>
                  <a:lnTo>
                    <a:pt x="170759" y="37575"/>
                  </a:lnTo>
                  <a:lnTo>
                    <a:pt x="167227" y="37575"/>
                  </a:lnTo>
                  <a:lnTo>
                    <a:pt x="165460" y="34524"/>
                  </a:lnTo>
                  <a:lnTo>
                    <a:pt x="168993" y="34501"/>
                  </a:lnTo>
                  <a:close/>
                  <a:moveTo>
                    <a:pt x="153165" y="27161"/>
                  </a:moveTo>
                  <a:lnTo>
                    <a:pt x="155184" y="30670"/>
                  </a:lnTo>
                  <a:lnTo>
                    <a:pt x="157202" y="34180"/>
                  </a:lnTo>
                  <a:lnTo>
                    <a:pt x="155184" y="37667"/>
                  </a:lnTo>
                  <a:lnTo>
                    <a:pt x="151651" y="37690"/>
                  </a:lnTo>
                  <a:lnTo>
                    <a:pt x="153693" y="34180"/>
                  </a:lnTo>
                  <a:lnTo>
                    <a:pt x="151376" y="30280"/>
                  </a:lnTo>
                  <a:lnTo>
                    <a:pt x="153165" y="27161"/>
                  </a:lnTo>
                  <a:close/>
                  <a:moveTo>
                    <a:pt x="166997" y="26725"/>
                  </a:moveTo>
                  <a:lnTo>
                    <a:pt x="160666" y="37667"/>
                  </a:lnTo>
                  <a:lnTo>
                    <a:pt x="157156" y="37690"/>
                  </a:lnTo>
                  <a:lnTo>
                    <a:pt x="163465" y="26725"/>
                  </a:lnTo>
                  <a:close/>
                  <a:moveTo>
                    <a:pt x="20898" y="35166"/>
                  </a:moveTo>
                  <a:lnTo>
                    <a:pt x="22664" y="38217"/>
                  </a:lnTo>
                  <a:lnTo>
                    <a:pt x="19131" y="38217"/>
                  </a:lnTo>
                  <a:lnTo>
                    <a:pt x="17365" y="35189"/>
                  </a:lnTo>
                  <a:lnTo>
                    <a:pt x="20898" y="35166"/>
                  </a:lnTo>
                  <a:close/>
                  <a:moveTo>
                    <a:pt x="5070" y="27826"/>
                  </a:moveTo>
                  <a:lnTo>
                    <a:pt x="7088" y="31313"/>
                  </a:lnTo>
                  <a:lnTo>
                    <a:pt x="9107" y="34845"/>
                  </a:lnTo>
                  <a:lnTo>
                    <a:pt x="7088" y="38332"/>
                  </a:lnTo>
                  <a:lnTo>
                    <a:pt x="3556" y="38332"/>
                  </a:lnTo>
                  <a:lnTo>
                    <a:pt x="5597" y="34822"/>
                  </a:lnTo>
                  <a:lnTo>
                    <a:pt x="3280" y="30923"/>
                  </a:lnTo>
                  <a:lnTo>
                    <a:pt x="5070" y="27826"/>
                  </a:lnTo>
                  <a:close/>
                  <a:moveTo>
                    <a:pt x="18902" y="27390"/>
                  </a:moveTo>
                  <a:lnTo>
                    <a:pt x="12571" y="38332"/>
                  </a:lnTo>
                  <a:lnTo>
                    <a:pt x="9061" y="38332"/>
                  </a:lnTo>
                  <a:lnTo>
                    <a:pt x="15369" y="27390"/>
                  </a:lnTo>
                  <a:close/>
                  <a:moveTo>
                    <a:pt x="92514" y="33561"/>
                  </a:moveTo>
                  <a:lnTo>
                    <a:pt x="92766" y="33584"/>
                  </a:lnTo>
                  <a:lnTo>
                    <a:pt x="92995" y="33652"/>
                  </a:lnTo>
                  <a:lnTo>
                    <a:pt x="93225" y="33721"/>
                  </a:lnTo>
                  <a:lnTo>
                    <a:pt x="93431" y="33836"/>
                  </a:lnTo>
                  <a:lnTo>
                    <a:pt x="93661" y="33973"/>
                  </a:lnTo>
                  <a:lnTo>
                    <a:pt x="93867" y="34134"/>
                  </a:lnTo>
                  <a:lnTo>
                    <a:pt x="94051" y="34318"/>
                  </a:lnTo>
                  <a:lnTo>
                    <a:pt x="94234" y="34547"/>
                  </a:lnTo>
                  <a:lnTo>
                    <a:pt x="94418" y="34799"/>
                  </a:lnTo>
                  <a:lnTo>
                    <a:pt x="94555" y="35052"/>
                  </a:lnTo>
                  <a:lnTo>
                    <a:pt x="94647" y="35304"/>
                  </a:lnTo>
                  <a:lnTo>
                    <a:pt x="94739" y="35579"/>
                  </a:lnTo>
                  <a:lnTo>
                    <a:pt x="94762" y="35832"/>
                  </a:lnTo>
                  <a:lnTo>
                    <a:pt x="94785" y="36084"/>
                  </a:lnTo>
                  <a:lnTo>
                    <a:pt x="94785" y="36313"/>
                  </a:lnTo>
                  <a:lnTo>
                    <a:pt x="94739" y="36543"/>
                  </a:lnTo>
                  <a:lnTo>
                    <a:pt x="94670" y="36772"/>
                  </a:lnTo>
                  <a:lnTo>
                    <a:pt x="94601" y="37001"/>
                  </a:lnTo>
                  <a:lnTo>
                    <a:pt x="94509" y="37208"/>
                  </a:lnTo>
                  <a:lnTo>
                    <a:pt x="94372" y="37391"/>
                  </a:lnTo>
                  <a:lnTo>
                    <a:pt x="94234" y="37575"/>
                  </a:lnTo>
                  <a:lnTo>
                    <a:pt x="94097" y="37758"/>
                  </a:lnTo>
                  <a:lnTo>
                    <a:pt x="93913" y="37919"/>
                  </a:lnTo>
                  <a:lnTo>
                    <a:pt x="93752" y="38057"/>
                  </a:lnTo>
                  <a:lnTo>
                    <a:pt x="93546" y="38194"/>
                  </a:lnTo>
                  <a:lnTo>
                    <a:pt x="93340" y="38309"/>
                  </a:lnTo>
                  <a:lnTo>
                    <a:pt x="93133" y="38401"/>
                  </a:lnTo>
                  <a:lnTo>
                    <a:pt x="92927" y="38470"/>
                  </a:lnTo>
                  <a:lnTo>
                    <a:pt x="92697" y="38538"/>
                  </a:lnTo>
                  <a:lnTo>
                    <a:pt x="92468" y="38561"/>
                  </a:lnTo>
                  <a:lnTo>
                    <a:pt x="92239" y="38584"/>
                  </a:lnTo>
                  <a:lnTo>
                    <a:pt x="92009" y="38584"/>
                  </a:lnTo>
                  <a:lnTo>
                    <a:pt x="91780" y="38561"/>
                  </a:lnTo>
                  <a:lnTo>
                    <a:pt x="91550" y="38515"/>
                  </a:lnTo>
                  <a:lnTo>
                    <a:pt x="91321" y="38424"/>
                  </a:lnTo>
                  <a:lnTo>
                    <a:pt x="91114" y="38332"/>
                  </a:lnTo>
                  <a:lnTo>
                    <a:pt x="90885" y="38217"/>
                  </a:lnTo>
                  <a:lnTo>
                    <a:pt x="90679" y="38057"/>
                  </a:lnTo>
                  <a:lnTo>
                    <a:pt x="90495" y="37873"/>
                  </a:lnTo>
                  <a:lnTo>
                    <a:pt x="90312" y="37667"/>
                  </a:lnTo>
                  <a:lnTo>
                    <a:pt x="90128" y="37414"/>
                  </a:lnTo>
                  <a:lnTo>
                    <a:pt x="89990" y="37162"/>
                  </a:lnTo>
                  <a:lnTo>
                    <a:pt x="89876" y="36887"/>
                  </a:lnTo>
                  <a:lnTo>
                    <a:pt x="89784" y="36634"/>
                  </a:lnTo>
                  <a:lnTo>
                    <a:pt x="89738" y="36359"/>
                  </a:lnTo>
                  <a:lnTo>
                    <a:pt x="89715" y="36107"/>
                  </a:lnTo>
                  <a:lnTo>
                    <a:pt x="89715" y="35877"/>
                  </a:lnTo>
                  <a:lnTo>
                    <a:pt x="89761" y="35625"/>
                  </a:lnTo>
                  <a:lnTo>
                    <a:pt x="89807" y="35396"/>
                  </a:lnTo>
                  <a:lnTo>
                    <a:pt x="89899" y="35166"/>
                  </a:lnTo>
                  <a:lnTo>
                    <a:pt x="89990" y="34960"/>
                  </a:lnTo>
                  <a:lnTo>
                    <a:pt x="90128" y="34753"/>
                  </a:lnTo>
                  <a:lnTo>
                    <a:pt x="90266" y="34570"/>
                  </a:lnTo>
                  <a:lnTo>
                    <a:pt x="90403" y="34386"/>
                  </a:lnTo>
                  <a:lnTo>
                    <a:pt x="90587" y="34226"/>
                  </a:lnTo>
                  <a:lnTo>
                    <a:pt x="90770" y="34088"/>
                  </a:lnTo>
                  <a:lnTo>
                    <a:pt x="90954" y="33951"/>
                  </a:lnTo>
                  <a:lnTo>
                    <a:pt x="91160" y="33836"/>
                  </a:lnTo>
                  <a:lnTo>
                    <a:pt x="91390" y="33744"/>
                  </a:lnTo>
                  <a:lnTo>
                    <a:pt x="91596" y="33675"/>
                  </a:lnTo>
                  <a:lnTo>
                    <a:pt x="91826" y="33606"/>
                  </a:lnTo>
                  <a:lnTo>
                    <a:pt x="92055" y="33561"/>
                  </a:lnTo>
                  <a:close/>
                  <a:moveTo>
                    <a:pt x="96574" y="28973"/>
                  </a:moveTo>
                  <a:lnTo>
                    <a:pt x="98593" y="32460"/>
                  </a:lnTo>
                  <a:lnTo>
                    <a:pt x="100611" y="35969"/>
                  </a:lnTo>
                  <a:lnTo>
                    <a:pt x="98593" y="39479"/>
                  </a:lnTo>
                  <a:lnTo>
                    <a:pt x="95060" y="39479"/>
                  </a:lnTo>
                  <a:lnTo>
                    <a:pt x="97102" y="35969"/>
                  </a:lnTo>
                  <a:lnTo>
                    <a:pt x="94785" y="32070"/>
                  </a:lnTo>
                  <a:lnTo>
                    <a:pt x="96574" y="28973"/>
                  </a:lnTo>
                  <a:close/>
                  <a:moveTo>
                    <a:pt x="110406" y="28514"/>
                  </a:moveTo>
                  <a:lnTo>
                    <a:pt x="104075" y="39479"/>
                  </a:lnTo>
                  <a:lnTo>
                    <a:pt x="100565" y="39479"/>
                  </a:lnTo>
                  <a:lnTo>
                    <a:pt x="106874" y="28514"/>
                  </a:lnTo>
                  <a:close/>
                  <a:moveTo>
                    <a:pt x="112104" y="36405"/>
                  </a:moveTo>
                  <a:lnTo>
                    <a:pt x="113870" y="39479"/>
                  </a:lnTo>
                  <a:lnTo>
                    <a:pt x="110338" y="39479"/>
                  </a:lnTo>
                  <a:lnTo>
                    <a:pt x="108571" y="36428"/>
                  </a:lnTo>
                  <a:lnTo>
                    <a:pt x="112104" y="36405"/>
                  </a:lnTo>
                  <a:close/>
                  <a:moveTo>
                    <a:pt x="34753" y="35166"/>
                  </a:moveTo>
                  <a:lnTo>
                    <a:pt x="34982" y="35189"/>
                  </a:lnTo>
                  <a:lnTo>
                    <a:pt x="35212" y="35258"/>
                  </a:lnTo>
                  <a:lnTo>
                    <a:pt x="35441" y="35327"/>
                  </a:lnTo>
                  <a:lnTo>
                    <a:pt x="35670" y="35442"/>
                  </a:lnTo>
                  <a:lnTo>
                    <a:pt x="35877" y="35579"/>
                  </a:lnTo>
                  <a:lnTo>
                    <a:pt x="36083" y="35740"/>
                  </a:lnTo>
                  <a:lnTo>
                    <a:pt x="36290" y="35923"/>
                  </a:lnTo>
                  <a:lnTo>
                    <a:pt x="36473" y="36153"/>
                  </a:lnTo>
                  <a:lnTo>
                    <a:pt x="36634" y="36405"/>
                  </a:lnTo>
                  <a:lnTo>
                    <a:pt x="36772" y="36657"/>
                  </a:lnTo>
                  <a:lnTo>
                    <a:pt x="36886" y="36933"/>
                  </a:lnTo>
                  <a:lnTo>
                    <a:pt x="36955" y="37185"/>
                  </a:lnTo>
                  <a:lnTo>
                    <a:pt x="37001" y="37437"/>
                  </a:lnTo>
                  <a:lnTo>
                    <a:pt x="37001" y="37690"/>
                  </a:lnTo>
                  <a:lnTo>
                    <a:pt x="37001" y="37919"/>
                  </a:lnTo>
                  <a:lnTo>
                    <a:pt x="36955" y="38148"/>
                  </a:lnTo>
                  <a:lnTo>
                    <a:pt x="36909" y="38378"/>
                  </a:lnTo>
                  <a:lnTo>
                    <a:pt x="36817" y="38607"/>
                  </a:lnTo>
                  <a:lnTo>
                    <a:pt x="36726" y="38814"/>
                  </a:lnTo>
                  <a:lnTo>
                    <a:pt x="36611" y="38997"/>
                  </a:lnTo>
                  <a:lnTo>
                    <a:pt x="36473" y="39181"/>
                  </a:lnTo>
                  <a:lnTo>
                    <a:pt x="36313" y="39364"/>
                  </a:lnTo>
                  <a:lnTo>
                    <a:pt x="36152" y="39525"/>
                  </a:lnTo>
                  <a:lnTo>
                    <a:pt x="35969" y="39662"/>
                  </a:lnTo>
                  <a:lnTo>
                    <a:pt x="35762" y="39800"/>
                  </a:lnTo>
                  <a:lnTo>
                    <a:pt x="35579" y="39915"/>
                  </a:lnTo>
                  <a:lnTo>
                    <a:pt x="35349" y="40007"/>
                  </a:lnTo>
                  <a:lnTo>
                    <a:pt x="35143" y="40075"/>
                  </a:lnTo>
                  <a:lnTo>
                    <a:pt x="34913" y="40144"/>
                  </a:lnTo>
                  <a:lnTo>
                    <a:pt x="34684" y="40167"/>
                  </a:lnTo>
                  <a:lnTo>
                    <a:pt x="34455" y="40190"/>
                  </a:lnTo>
                  <a:lnTo>
                    <a:pt x="34225" y="40190"/>
                  </a:lnTo>
                  <a:lnTo>
                    <a:pt x="33996" y="40167"/>
                  </a:lnTo>
                  <a:lnTo>
                    <a:pt x="33766" y="40121"/>
                  </a:lnTo>
                  <a:lnTo>
                    <a:pt x="33537" y="40029"/>
                  </a:lnTo>
                  <a:lnTo>
                    <a:pt x="33331" y="39938"/>
                  </a:lnTo>
                  <a:lnTo>
                    <a:pt x="33124" y="39823"/>
                  </a:lnTo>
                  <a:lnTo>
                    <a:pt x="32918" y="39662"/>
                  </a:lnTo>
                  <a:lnTo>
                    <a:pt x="32711" y="39479"/>
                  </a:lnTo>
                  <a:lnTo>
                    <a:pt x="32528" y="39272"/>
                  </a:lnTo>
                  <a:lnTo>
                    <a:pt x="32344" y="39020"/>
                  </a:lnTo>
                  <a:lnTo>
                    <a:pt x="32207" y="38768"/>
                  </a:lnTo>
                  <a:lnTo>
                    <a:pt x="32092" y="38493"/>
                  </a:lnTo>
                  <a:lnTo>
                    <a:pt x="32023" y="38240"/>
                  </a:lnTo>
                  <a:lnTo>
                    <a:pt x="31954" y="37965"/>
                  </a:lnTo>
                  <a:lnTo>
                    <a:pt x="31931" y="37713"/>
                  </a:lnTo>
                  <a:lnTo>
                    <a:pt x="31954" y="37483"/>
                  </a:lnTo>
                  <a:lnTo>
                    <a:pt x="31977" y="37231"/>
                  </a:lnTo>
                  <a:lnTo>
                    <a:pt x="32046" y="37001"/>
                  </a:lnTo>
                  <a:lnTo>
                    <a:pt x="32115" y="36772"/>
                  </a:lnTo>
                  <a:lnTo>
                    <a:pt x="32230" y="36566"/>
                  </a:lnTo>
                  <a:lnTo>
                    <a:pt x="32344" y="36359"/>
                  </a:lnTo>
                  <a:lnTo>
                    <a:pt x="32482" y="36176"/>
                  </a:lnTo>
                  <a:lnTo>
                    <a:pt x="32642" y="36015"/>
                  </a:lnTo>
                  <a:lnTo>
                    <a:pt x="32803" y="35832"/>
                  </a:lnTo>
                  <a:lnTo>
                    <a:pt x="32987" y="35694"/>
                  </a:lnTo>
                  <a:lnTo>
                    <a:pt x="33193" y="35556"/>
                  </a:lnTo>
                  <a:lnTo>
                    <a:pt x="33377" y="35442"/>
                  </a:lnTo>
                  <a:lnTo>
                    <a:pt x="33606" y="35350"/>
                  </a:lnTo>
                  <a:lnTo>
                    <a:pt x="33812" y="35281"/>
                  </a:lnTo>
                  <a:lnTo>
                    <a:pt x="34042" y="35212"/>
                  </a:lnTo>
                  <a:lnTo>
                    <a:pt x="34271" y="35189"/>
                  </a:lnTo>
                  <a:lnTo>
                    <a:pt x="34523" y="35166"/>
                  </a:lnTo>
                  <a:close/>
                  <a:moveTo>
                    <a:pt x="54618" y="37919"/>
                  </a:moveTo>
                  <a:lnTo>
                    <a:pt x="56385" y="40970"/>
                  </a:lnTo>
                  <a:lnTo>
                    <a:pt x="52852" y="40970"/>
                  </a:lnTo>
                  <a:lnTo>
                    <a:pt x="51086" y="37919"/>
                  </a:lnTo>
                  <a:close/>
                  <a:moveTo>
                    <a:pt x="38813" y="30578"/>
                  </a:moveTo>
                  <a:lnTo>
                    <a:pt x="40809" y="34065"/>
                  </a:lnTo>
                  <a:lnTo>
                    <a:pt x="42827" y="37575"/>
                  </a:lnTo>
                  <a:lnTo>
                    <a:pt x="40832" y="41085"/>
                  </a:lnTo>
                  <a:lnTo>
                    <a:pt x="37299" y="41085"/>
                  </a:lnTo>
                  <a:lnTo>
                    <a:pt x="39318" y="37575"/>
                  </a:lnTo>
                  <a:lnTo>
                    <a:pt x="37001" y="33675"/>
                  </a:lnTo>
                  <a:lnTo>
                    <a:pt x="38813" y="30578"/>
                  </a:lnTo>
                  <a:close/>
                  <a:moveTo>
                    <a:pt x="52623" y="30120"/>
                  </a:moveTo>
                  <a:lnTo>
                    <a:pt x="46314" y="41085"/>
                  </a:lnTo>
                  <a:lnTo>
                    <a:pt x="42782" y="41085"/>
                  </a:lnTo>
                  <a:lnTo>
                    <a:pt x="49113" y="30120"/>
                  </a:lnTo>
                  <a:close/>
                  <a:moveTo>
                    <a:pt x="125707" y="36313"/>
                  </a:moveTo>
                  <a:lnTo>
                    <a:pt x="125959" y="36359"/>
                  </a:lnTo>
                  <a:lnTo>
                    <a:pt x="126189" y="36405"/>
                  </a:lnTo>
                  <a:lnTo>
                    <a:pt x="126418" y="36474"/>
                  </a:lnTo>
                  <a:lnTo>
                    <a:pt x="126624" y="36589"/>
                  </a:lnTo>
                  <a:lnTo>
                    <a:pt x="126854" y="36726"/>
                  </a:lnTo>
                  <a:lnTo>
                    <a:pt x="127060" y="36887"/>
                  </a:lnTo>
                  <a:lnTo>
                    <a:pt x="127244" y="37070"/>
                  </a:lnTo>
                  <a:lnTo>
                    <a:pt x="127427" y="37300"/>
                  </a:lnTo>
                  <a:lnTo>
                    <a:pt x="127611" y="37552"/>
                  </a:lnTo>
                  <a:lnTo>
                    <a:pt x="127748" y="37804"/>
                  </a:lnTo>
                  <a:lnTo>
                    <a:pt x="127840" y="38080"/>
                  </a:lnTo>
                  <a:lnTo>
                    <a:pt x="127909" y="38332"/>
                  </a:lnTo>
                  <a:lnTo>
                    <a:pt x="127955" y="38584"/>
                  </a:lnTo>
                  <a:lnTo>
                    <a:pt x="127978" y="38837"/>
                  </a:lnTo>
                  <a:lnTo>
                    <a:pt x="127955" y="39066"/>
                  </a:lnTo>
                  <a:lnTo>
                    <a:pt x="127932" y="39318"/>
                  </a:lnTo>
                  <a:lnTo>
                    <a:pt x="127863" y="39525"/>
                  </a:lnTo>
                  <a:lnTo>
                    <a:pt x="127794" y="39754"/>
                  </a:lnTo>
                  <a:lnTo>
                    <a:pt x="127680" y="39961"/>
                  </a:lnTo>
                  <a:lnTo>
                    <a:pt x="127565" y="40167"/>
                  </a:lnTo>
                  <a:lnTo>
                    <a:pt x="127427" y="40351"/>
                  </a:lnTo>
                  <a:lnTo>
                    <a:pt x="127290" y="40511"/>
                  </a:lnTo>
                  <a:lnTo>
                    <a:pt x="127106" y="40672"/>
                  </a:lnTo>
                  <a:lnTo>
                    <a:pt x="126923" y="40809"/>
                  </a:lnTo>
                  <a:lnTo>
                    <a:pt x="126739" y="40947"/>
                  </a:lnTo>
                  <a:lnTo>
                    <a:pt x="126533" y="41062"/>
                  </a:lnTo>
                  <a:lnTo>
                    <a:pt x="126326" y="41153"/>
                  </a:lnTo>
                  <a:lnTo>
                    <a:pt x="126120" y="41222"/>
                  </a:lnTo>
                  <a:lnTo>
                    <a:pt x="125890" y="41291"/>
                  </a:lnTo>
                  <a:lnTo>
                    <a:pt x="125661" y="41337"/>
                  </a:lnTo>
                  <a:lnTo>
                    <a:pt x="125202" y="41337"/>
                  </a:lnTo>
                  <a:lnTo>
                    <a:pt x="124973" y="41314"/>
                  </a:lnTo>
                  <a:lnTo>
                    <a:pt x="124743" y="41268"/>
                  </a:lnTo>
                  <a:lnTo>
                    <a:pt x="124514" y="41199"/>
                  </a:lnTo>
                  <a:lnTo>
                    <a:pt x="124285" y="41085"/>
                  </a:lnTo>
                  <a:lnTo>
                    <a:pt x="124078" y="40970"/>
                  </a:lnTo>
                  <a:lnTo>
                    <a:pt x="123872" y="40809"/>
                  </a:lnTo>
                  <a:lnTo>
                    <a:pt x="123688" y="40626"/>
                  </a:lnTo>
                  <a:lnTo>
                    <a:pt x="123482" y="40419"/>
                  </a:lnTo>
                  <a:lnTo>
                    <a:pt x="123321" y="40190"/>
                  </a:lnTo>
                  <a:lnTo>
                    <a:pt x="123161" y="39915"/>
                  </a:lnTo>
                  <a:lnTo>
                    <a:pt x="123069" y="39639"/>
                  </a:lnTo>
                  <a:lnTo>
                    <a:pt x="122977" y="39387"/>
                  </a:lnTo>
                  <a:lnTo>
                    <a:pt x="122931" y="39135"/>
                  </a:lnTo>
                  <a:lnTo>
                    <a:pt x="122908" y="38882"/>
                  </a:lnTo>
                  <a:lnTo>
                    <a:pt x="122908" y="38630"/>
                  </a:lnTo>
                  <a:lnTo>
                    <a:pt x="122954" y="38378"/>
                  </a:lnTo>
                  <a:lnTo>
                    <a:pt x="123000" y="38148"/>
                  </a:lnTo>
                  <a:lnTo>
                    <a:pt x="123092" y="37942"/>
                  </a:lnTo>
                  <a:lnTo>
                    <a:pt x="123183" y="37713"/>
                  </a:lnTo>
                  <a:lnTo>
                    <a:pt x="123298" y="37529"/>
                  </a:lnTo>
                  <a:lnTo>
                    <a:pt x="123436" y="37323"/>
                  </a:lnTo>
                  <a:lnTo>
                    <a:pt x="123596" y="37162"/>
                  </a:lnTo>
                  <a:lnTo>
                    <a:pt x="123780" y="37001"/>
                  </a:lnTo>
                  <a:lnTo>
                    <a:pt x="123963" y="36841"/>
                  </a:lnTo>
                  <a:lnTo>
                    <a:pt x="124147" y="36726"/>
                  </a:lnTo>
                  <a:lnTo>
                    <a:pt x="124353" y="36612"/>
                  </a:lnTo>
                  <a:lnTo>
                    <a:pt x="124560" y="36497"/>
                  </a:lnTo>
                  <a:lnTo>
                    <a:pt x="124789" y="36428"/>
                  </a:lnTo>
                  <a:lnTo>
                    <a:pt x="125019" y="36359"/>
                  </a:lnTo>
                  <a:lnTo>
                    <a:pt x="125248" y="36336"/>
                  </a:lnTo>
                  <a:lnTo>
                    <a:pt x="125477" y="36313"/>
                  </a:lnTo>
                  <a:close/>
                  <a:moveTo>
                    <a:pt x="146100" y="39318"/>
                  </a:moveTo>
                  <a:lnTo>
                    <a:pt x="147866" y="42369"/>
                  </a:lnTo>
                  <a:lnTo>
                    <a:pt x="144333" y="42369"/>
                  </a:lnTo>
                  <a:lnTo>
                    <a:pt x="142567" y="39318"/>
                  </a:lnTo>
                  <a:close/>
                  <a:moveTo>
                    <a:pt x="130295" y="31978"/>
                  </a:moveTo>
                  <a:lnTo>
                    <a:pt x="132290" y="35465"/>
                  </a:lnTo>
                  <a:lnTo>
                    <a:pt x="134332" y="38997"/>
                  </a:lnTo>
                  <a:lnTo>
                    <a:pt x="132313" y="42484"/>
                  </a:lnTo>
                  <a:lnTo>
                    <a:pt x="128781" y="42484"/>
                  </a:lnTo>
                  <a:lnTo>
                    <a:pt x="130799" y="38974"/>
                  </a:lnTo>
                  <a:lnTo>
                    <a:pt x="128505" y="35075"/>
                  </a:lnTo>
                  <a:lnTo>
                    <a:pt x="130295" y="31978"/>
                  </a:lnTo>
                  <a:close/>
                  <a:moveTo>
                    <a:pt x="144127" y="31519"/>
                  </a:moveTo>
                  <a:lnTo>
                    <a:pt x="137796" y="42484"/>
                  </a:lnTo>
                  <a:lnTo>
                    <a:pt x="134286" y="42484"/>
                  </a:lnTo>
                  <a:lnTo>
                    <a:pt x="140594" y="31519"/>
                  </a:lnTo>
                  <a:close/>
                  <a:moveTo>
                    <a:pt x="68749" y="38080"/>
                  </a:moveTo>
                  <a:lnTo>
                    <a:pt x="68978" y="38103"/>
                  </a:lnTo>
                  <a:lnTo>
                    <a:pt x="69208" y="38148"/>
                  </a:lnTo>
                  <a:lnTo>
                    <a:pt x="69437" y="38240"/>
                  </a:lnTo>
                  <a:lnTo>
                    <a:pt x="69666" y="38355"/>
                  </a:lnTo>
                  <a:lnTo>
                    <a:pt x="69873" y="38470"/>
                  </a:lnTo>
                  <a:lnTo>
                    <a:pt x="70079" y="38630"/>
                  </a:lnTo>
                  <a:lnTo>
                    <a:pt x="70286" y="38837"/>
                  </a:lnTo>
                  <a:lnTo>
                    <a:pt x="70469" y="39043"/>
                  </a:lnTo>
                  <a:lnTo>
                    <a:pt x="70653" y="39295"/>
                  </a:lnTo>
                  <a:lnTo>
                    <a:pt x="70767" y="39571"/>
                  </a:lnTo>
                  <a:lnTo>
                    <a:pt x="70882" y="39823"/>
                  </a:lnTo>
                  <a:lnTo>
                    <a:pt x="70951" y="40075"/>
                  </a:lnTo>
                  <a:lnTo>
                    <a:pt x="70997" y="40351"/>
                  </a:lnTo>
                  <a:lnTo>
                    <a:pt x="71020" y="40580"/>
                  </a:lnTo>
                  <a:lnTo>
                    <a:pt x="70997" y="40832"/>
                  </a:lnTo>
                  <a:lnTo>
                    <a:pt x="70974" y="41062"/>
                  </a:lnTo>
                  <a:lnTo>
                    <a:pt x="70905" y="41291"/>
                  </a:lnTo>
                  <a:lnTo>
                    <a:pt x="70836" y="41498"/>
                  </a:lnTo>
                  <a:lnTo>
                    <a:pt x="70722" y="41704"/>
                  </a:lnTo>
                  <a:lnTo>
                    <a:pt x="70607" y="41910"/>
                  </a:lnTo>
                  <a:lnTo>
                    <a:pt x="70469" y="42094"/>
                  </a:lnTo>
                  <a:lnTo>
                    <a:pt x="70309" y="42277"/>
                  </a:lnTo>
                  <a:lnTo>
                    <a:pt x="70148" y="42438"/>
                  </a:lnTo>
                  <a:lnTo>
                    <a:pt x="69965" y="42576"/>
                  </a:lnTo>
                  <a:lnTo>
                    <a:pt x="69781" y="42690"/>
                  </a:lnTo>
                  <a:lnTo>
                    <a:pt x="69575" y="42805"/>
                  </a:lnTo>
                  <a:lnTo>
                    <a:pt x="69368" y="42920"/>
                  </a:lnTo>
                  <a:lnTo>
                    <a:pt x="69139" y="42989"/>
                  </a:lnTo>
                  <a:lnTo>
                    <a:pt x="68932" y="43034"/>
                  </a:lnTo>
                  <a:lnTo>
                    <a:pt x="68703" y="43080"/>
                  </a:lnTo>
                  <a:lnTo>
                    <a:pt x="68473" y="43103"/>
                  </a:lnTo>
                  <a:lnTo>
                    <a:pt x="68244" y="43103"/>
                  </a:lnTo>
                  <a:lnTo>
                    <a:pt x="68015" y="43080"/>
                  </a:lnTo>
                  <a:lnTo>
                    <a:pt x="67785" y="43012"/>
                  </a:lnTo>
                  <a:lnTo>
                    <a:pt x="67556" y="42943"/>
                  </a:lnTo>
                  <a:lnTo>
                    <a:pt x="67327" y="42851"/>
                  </a:lnTo>
                  <a:lnTo>
                    <a:pt x="67120" y="42713"/>
                  </a:lnTo>
                  <a:lnTo>
                    <a:pt x="66914" y="42576"/>
                  </a:lnTo>
                  <a:lnTo>
                    <a:pt x="66707" y="42392"/>
                  </a:lnTo>
                  <a:lnTo>
                    <a:pt x="66524" y="42186"/>
                  </a:lnTo>
                  <a:lnTo>
                    <a:pt x="66363" y="41933"/>
                  </a:lnTo>
                  <a:lnTo>
                    <a:pt x="66203" y="41658"/>
                  </a:lnTo>
                  <a:lnTo>
                    <a:pt x="66088" y="41406"/>
                  </a:lnTo>
                  <a:lnTo>
                    <a:pt x="66019" y="41131"/>
                  </a:lnTo>
                  <a:lnTo>
                    <a:pt x="65973" y="40878"/>
                  </a:lnTo>
                  <a:lnTo>
                    <a:pt x="65950" y="40626"/>
                  </a:lnTo>
                  <a:lnTo>
                    <a:pt x="65950" y="40374"/>
                  </a:lnTo>
                  <a:lnTo>
                    <a:pt x="65996" y="40144"/>
                  </a:lnTo>
                  <a:lnTo>
                    <a:pt x="66042" y="39915"/>
                  </a:lnTo>
                  <a:lnTo>
                    <a:pt x="66134" y="39685"/>
                  </a:lnTo>
                  <a:lnTo>
                    <a:pt x="66225" y="39479"/>
                  </a:lnTo>
                  <a:lnTo>
                    <a:pt x="66340" y="39272"/>
                  </a:lnTo>
                  <a:lnTo>
                    <a:pt x="66478" y="39089"/>
                  </a:lnTo>
                  <a:lnTo>
                    <a:pt x="66638" y="38905"/>
                  </a:lnTo>
                  <a:lnTo>
                    <a:pt x="66799" y="38745"/>
                  </a:lnTo>
                  <a:lnTo>
                    <a:pt x="66982" y="38607"/>
                  </a:lnTo>
                  <a:lnTo>
                    <a:pt x="67189" y="38470"/>
                  </a:lnTo>
                  <a:lnTo>
                    <a:pt x="67395" y="38355"/>
                  </a:lnTo>
                  <a:lnTo>
                    <a:pt x="67602" y="38263"/>
                  </a:lnTo>
                  <a:lnTo>
                    <a:pt x="67831" y="38171"/>
                  </a:lnTo>
                  <a:lnTo>
                    <a:pt x="68061" y="38125"/>
                  </a:lnTo>
                  <a:lnTo>
                    <a:pt x="68290" y="38080"/>
                  </a:lnTo>
                  <a:close/>
                  <a:moveTo>
                    <a:pt x="88614" y="40832"/>
                  </a:moveTo>
                  <a:lnTo>
                    <a:pt x="90380" y="43883"/>
                  </a:lnTo>
                  <a:lnTo>
                    <a:pt x="86848" y="43883"/>
                  </a:lnTo>
                  <a:lnTo>
                    <a:pt x="85081" y="40832"/>
                  </a:lnTo>
                  <a:close/>
                  <a:moveTo>
                    <a:pt x="72809" y="33469"/>
                  </a:moveTo>
                  <a:lnTo>
                    <a:pt x="74805" y="36979"/>
                  </a:lnTo>
                  <a:lnTo>
                    <a:pt x="76846" y="40488"/>
                  </a:lnTo>
                  <a:lnTo>
                    <a:pt x="74828" y="43998"/>
                  </a:lnTo>
                  <a:lnTo>
                    <a:pt x="71295" y="43998"/>
                  </a:lnTo>
                  <a:lnTo>
                    <a:pt x="73314" y="40488"/>
                  </a:lnTo>
                  <a:lnTo>
                    <a:pt x="71020" y="36589"/>
                  </a:lnTo>
                  <a:lnTo>
                    <a:pt x="72809" y="33469"/>
                  </a:lnTo>
                  <a:close/>
                  <a:moveTo>
                    <a:pt x="86618" y="33033"/>
                  </a:moveTo>
                  <a:lnTo>
                    <a:pt x="80310" y="43975"/>
                  </a:lnTo>
                  <a:lnTo>
                    <a:pt x="76800" y="43998"/>
                  </a:lnTo>
                  <a:lnTo>
                    <a:pt x="83109" y="33033"/>
                  </a:lnTo>
                  <a:close/>
                  <a:moveTo>
                    <a:pt x="160024" y="39318"/>
                  </a:moveTo>
                  <a:lnTo>
                    <a:pt x="160253" y="39341"/>
                  </a:lnTo>
                  <a:lnTo>
                    <a:pt x="160483" y="39410"/>
                  </a:lnTo>
                  <a:lnTo>
                    <a:pt x="160712" y="39479"/>
                  </a:lnTo>
                  <a:lnTo>
                    <a:pt x="160918" y="39594"/>
                  </a:lnTo>
                  <a:lnTo>
                    <a:pt x="161148" y="39708"/>
                  </a:lnTo>
                  <a:lnTo>
                    <a:pt x="161354" y="39892"/>
                  </a:lnTo>
                  <a:lnTo>
                    <a:pt x="161538" y="40075"/>
                  </a:lnTo>
                  <a:lnTo>
                    <a:pt x="161744" y="40282"/>
                  </a:lnTo>
                  <a:lnTo>
                    <a:pt x="161905" y="40534"/>
                  </a:lnTo>
                  <a:lnTo>
                    <a:pt x="162042" y="40809"/>
                  </a:lnTo>
                  <a:lnTo>
                    <a:pt x="162134" y="41062"/>
                  </a:lnTo>
                  <a:lnTo>
                    <a:pt x="162226" y="41337"/>
                  </a:lnTo>
                  <a:lnTo>
                    <a:pt x="162249" y="41589"/>
                  </a:lnTo>
                  <a:lnTo>
                    <a:pt x="162272" y="41819"/>
                  </a:lnTo>
                  <a:lnTo>
                    <a:pt x="162272" y="42071"/>
                  </a:lnTo>
                  <a:lnTo>
                    <a:pt x="162226" y="42300"/>
                  </a:lnTo>
                  <a:lnTo>
                    <a:pt x="162180" y="42530"/>
                  </a:lnTo>
                  <a:lnTo>
                    <a:pt x="162088" y="42736"/>
                  </a:lnTo>
                  <a:lnTo>
                    <a:pt x="161997" y="42966"/>
                  </a:lnTo>
                  <a:lnTo>
                    <a:pt x="161859" y="43149"/>
                  </a:lnTo>
                  <a:lnTo>
                    <a:pt x="161721" y="43333"/>
                  </a:lnTo>
                  <a:lnTo>
                    <a:pt x="161584" y="43516"/>
                  </a:lnTo>
                  <a:lnTo>
                    <a:pt x="161400" y="43677"/>
                  </a:lnTo>
                  <a:lnTo>
                    <a:pt x="161240" y="43814"/>
                  </a:lnTo>
                  <a:lnTo>
                    <a:pt x="161033" y="43952"/>
                  </a:lnTo>
                  <a:lnTo>
                    <a:pt x="160827" y="44044"/>
                  </a:lnTo>
                  <a:lnTo>
                    <a:pt x="160620" y="44159"/>
                  </a:lnTo>
                  <a:lnTo>
                    <a:pt x="160414" y="44227"/>
                  </a:lnTo>
                  <a:lnTo>
                    <a:pt x="160184" y="44296"/>
                  </a:lnTo>
                  <a:lnTo>
                    <a:pt x="159955" y="44319"/>
                  </a:lnTo>
                  <a:lnTo>
                    <a:pt x="159726" y="44342"/>
                  </a:lnTo>
                  <a:lnTo>
                    <a:pt x="159496" y="44342"/>
                  </a:lnTo>
                  <a:lnTo>
                    <a:pt x="159267" y="44319"/>
                  </a:lnTo>
                  <a:lnTo>
                    <a:pt x="159037" y="44250"/>
                  </a:lnTo>
                  <a:lnTo>
                    <a:pt x="158808" y="44181"/>
                  </a:lnTo>
                  <a:lnTo>
                    <a:pt x="158602" y="44090"/>
                  </a:lnTo>
                  <a:lnTo>
                    <a:pt x="158372" y="43952"/>
                  </a:lnTo>
                  <a:lnTo>
                    <a:pt x="158166" y="43814"/>
                  </a:lnTo>
                  <a:lnTo>
                    <a:pt x="157982" y="43631"/>
                  </a:lnTo>
                  <a:lnTo>
                    <a:pt x="157799" y="43424"/>
                  </a:lnTo>
                  <a:lnTo>
                    <a:pt x="157615" y="43172"/>
                  </a:lnTo>
                  <a:lnTo>
                    <a:pt x="157478" y="42897"/>
                  </a:lnTo>
                  <a:lnTo>
                    <a:pt x="157363" y="42645"/>
                  </a:lnTo>
                  <a:lnTo>
                    <a:pt x="157271" y="42369"/>
                  </a:lnTo>
                  <a:lnTo>
                    <a:pt x="157225" y="42117"/>
                  </a:lnTo>
                  <a:lnTo>
                    <a:pt x="157202" y="41865"/>
                  </a:lnTo>
                  <a:lnTo>
                    <a:pt x="157225" y="41612"/>
                  </a:lnTo>
                  <a:lnTo>
                    <a:pt x="157248" y="41383"/>
                  </a:lnTo>
                  <a:lnTo>
                    <a:pt x="157317" y="41153"/>
                  </a:lnTo>
                  <a:lnTo>
                    <a:pt x="157386" y="40924"/>
                  </a:lnTo>
                  <a:lnTo>
                    <a:pt x="157478" y="40718"/>
                  </a:lnTo>
                  <a:lnTo>
                    <a:pt x="157615" y="40511"/>
                  </a:lnTo>
                  <a:lnTo>
                    <a:pt x="157753" y="40328"/>
                  </a:lnTo>
                  <a:lnTo>
                    <a:pt x="157890" y="40144"/>
                  </a:lnTo>
                  <a:lnTo>
                    <a:pt x="158074" y="39984"/>
                  </a:lnTo>
                  <a:lnTo>
                    <a:pt x="158257" y="39846"/>
                  </a:lnTo>
                  <a:lnTo>
                    <a:pt x="158441" y="39708"/>
                  </a:lnTo>
                  <a:lnTo>
                    <a:pt x="158647" y="39594"/>
                  </a:lnTo>
                  <a:lnTo>
                    <a:pt x="158877" y="39502"/>
                  </a:lnTo>
                  <a:lnTo>
                    <a:pt x="159083" y="39433"/>
                  </a:lnTo>
                  <a:lnTo>
                    <a:pt x="159313" y="39364"/>
                  </a:lnTo>
                  <a:lnTo>
                    <a:pt x="159542" y="39318"/>
                  </a:lnTo>
                  <a:close/>
                  <a:moveTo>
                    <a:pt x="11676" y="39961"/>
                  </a:moveTo>
                  <a:lnTo>
                    <a:pt x="11928" y="39984"/>
                  </a:lnTo>
                  <a:lnTo>
                    <a:pt x="12158" y="40007"/>
                  </a:lnTo>
                  <a:lnTo>
                    <a:pt x="12387" y="40052"/>
                  </a:lnTo>
                  <a:lnTo>
                    <a:pt x="12617" y="40144"/>
                  </a:lnTo>
                  <a:lnTo>
                    <a:pt x="12823" y="40236"/>
                  </a:lnTo>
                  <a:lnTo>
                    <a:pt x="13052" y="40374"/>
                  </a:lnTo>
                  <a:lnTo>
                    <a:pt x="13259" y="40534"/>
                  </a:lnTo>
                  <a:lnTo>
                    <a:pt x="13442" y="40718"/>
                  </a:lnTo>
                  <a:lnTo>
                    <a:pt x="13649" y="40947"/>
                  </a:lnTo>
                  <a:lnTo>
                    <a:pt x="13809" y="41199"/>
                  </a:lnTo>
                  <a:lnTo>
                    <a:pt x="13947" y="41475"/>
                  </a:lnTo>
                  <a:lnTo>
                    <a:pt x="14039" y="41727"/>
                  </a:lnTo>
                  <a:lnTo>
                    <a:pt x="14131" y="41979"/>
                  </a:lnTo>
                  <a:lnTo>
                    <a:pt x="14153" y="42232"/>
                  </a:lnTo>
                  <a:lnTo>
                    <a:pt x="14176" y="42484"/>
                  </a:lnTo>
                  <a:lnTo>
                    <a:pt x="14176" y="42736"/>
                  </a:lnTo>
                  <a:lnTo>
                    <a:pt x="14131" y="42966"/>
                  </a:lnTo>
                  <a:lnTo>
                    <a:pt x="14085" y="43195"/>
                  </a:lnTo>
                  <a:lnTo>
                    <a:pt x="13993" y="43402"/>
                  </a:lnTo>
                  <a:lnTo>
                    <a:pt x="13901" y="43608"/>
                  </a:lnTo>
                  <a:lnTo>
                    <a:pt x="13764" y="43814"/>
                  </a:lnTo>
                  <a:lnTo>
                    <a:pt x="13626" y="43998"/>
                  </a:lnTo>
                  <a:lnTo>
                    <a:pt x="13488" y="44159"/>
                  </a:lnTo>
                  <a:lnTo>
                    <a:pt x="13305" y="44319"/>
                  </a:lnTo>
                  <a:lnTo>
                    <a:pt x="13144" y="44480"/>
                  </a:lnTo>
                  <a:lnTo>
                    <a:pt x="12938" y="44594"/>
                  </a:lnTo>
                  <a:lnTo>
                    <a:pt x="12731" y="44709"/>
                  </a:lnTo>
                  <a:lnTo>
                    <a:pt x="12525" y="44801"/>
                  </a:lnTo>
                  <a:lnTo>
                    <a:pt x="12318" y="44893"/>
                  </a:lnTo>
                  <a:lnTo>
                    <a:pt x="12089" y="44938"/>
                  </a:lnTo>
                  <a:lnTo>
                    <a:pt x="11860" y="44984"/>
                  </a:lnTo>
                  <a:lnTo>
                    <a:pt x="11630" y="45007"/>
                  </a:lnTo>
                  <a:lnTo>
                    <a:pt x="11401" y="44984"/>
                  </a:lnTo>
                  <a:lnTo>
                    <a:pt x="11171" y="44961"/>
                  </a:lnTo>
                  <a:lnTo>
                    <a:pt x="10942" y="44916"/>
                  </a:lnTo>
                  <a:lnTo>
                    <a:pt x="10713" y="44847"/>
                  </a:lnTo>
                  <a:lnTo>
                    <a:pt x="10506" y="44755"/>
                  </a:lnTo>
                  <a:lnTo>
                    <a:pt x="10277" y="44617"/>
                  </a:lnTo>
                  <a:lnTo>
                    <a:pt x="10070" y="44457"/>
                  </a:lnTo>
                  <a:lnTo>
                    <a:pt x="9887" y="44273"/>
                  </a:lnTo>
                  <a:lnTo>
                    <a:pt x="9703" y="44067"/>
                  </a:lnTo>
                  <a:lnTo>
                    <a:pt x="9520" y="43837"/>
                  </a:lnTo>
                  <a:lnTo>
                    <a:pt x="9382" y="43562"/>
                  </a:lnTo>
                  <a:lnTo>
                    <a:pt x="9267" y="43310"/>
                  </a:lnTo>
                  <a:lnTo>
                    <a:pt x="9176" y="43034"/>
                  </a:lnTo>
                  <a:lnTo>
                    <a:pt x="9130" y="42782"/>
                  </a:lnTo>
                  <a:lnTo>
                    <a:pt x="9107" y="42530"/>
                  </a:lnTo>
                  <a:lnTo>
                    <a:pt x="9130" y="42277"/>
                  </a:lnTo>
                  <a:lnTo>
                    <a:pt x="9153" y="42048"/>
                  </a:lnTo>
                  <a:lnTo>
                    <a:pt x="9199" y="41819"/>
                  </a:lnTo>
                  <a:lnTo>
                    <a:pt x="9290" y="41589"/>
                  </a:lnTo>
                  <a:lnTo>
                    <a:pt x="9382" y="41383"/>
                  </a:lnTo>
                  <a:lnTo>
                    <a:pt x="9520" y="41176"/>
                  </a:lnTo>
                  <a:lnTo>
                    <a:pt x="9657" y="40993"/>
                  </a:lnTo>
                  <a:lnTo>
                    <a:pt x="9795" y="40809"/>
                  </a:lnTo>
                  <a:lnTo>
                    <a:pt x="9979" y="40649"/>
                  </a:lnTo>
                  <a:lnTo>
                    <a:pt x="10162" y="40511"/>
                  </a:lnTo>
                  <a:lnTo>
                    <a:pt x="10346" y="40374"/>
                  </a:lnTo>
                  <a:lnTo>
                    <a:pt x="10552" y="40259"/>
                  </a:lnTo>
                  <a:lnTo>
                    <a:pt x="10781" y="40167"/>
                  </a:lnTo>
                  <a:lnTo>
                    <a:pt x="10988" y="40075"/>
                  </a:lnTo>
                  <a:lnTo>
                    <a:pt x="11217" y="40029"/>
                  </a:lnTo>
                  <a:lnTo>
                    <a:pt x="11447" y="39984"/>
                  </a:lnTo>
                  <a:lnTo>
                    <a:pt x="11676" y="39961"/>
                  </a:lnTo>
                  <a:close/>
                  <a:moveTo>
                    <a:pt x="164061" y="34708"/>
                  </a:moveTo>
                  <a:lnTo>
                    <a:pt x="166080" y="38217"/>
                  </a:lnTo>
                  <a:lnTo>
                    <a:pt x="168098" y="41727"/>
                  </a:lnTo>
                  <a:lnTo>
                    <a:pt x="166080" y="45237"/>
                  </a:lnTo>
                  <a:lnTo>
                    <a:pt x="162547" y="45237"/>
                  </a:lnTo>
                  <a:lnTo>
                    <a:pt x="164589" y="41727"/>
                  </a:lnTo>
                  <a:lnTo>
                    <a:pt x="162272" y="37827"/>
                  </a:lnTo>
                  <a:lnTo>
                    <a:pt x="164061" y="34708"/>
                  </a:lnTo>
                  <a:close/>
                  <a:moveTo>
                    <a:pt x="31725" y="42713"/>
                  </a:moveTo>
                  <a:lnTo>
                    <a:pt x="33514" y="45787"/>
                  </a:lnTo>
                  <a:lnTo>
                    <a:pt x="29982" y="45787"/>
                  </a:lnTo>
                  <a:lnTo>
                    <a:pt x="28192" y="42736"/>
                  </a:lnTo>
                  <a:lnTo>
                    <a:pt x="31725" y="42713"/>
                  </a:lnTo>
                  <a:close/>
                  <a:moveTo>
                    <a:pt x="15966" y="35373"/>
                  </a:moveTo>
                  <a:lnTo>
                    <a:pt x="17984" y="38882"/>
                  </a:lnTo>
                  <a:lnTo>
                    <a:pt x="20003" y="42392"/>
                  </a:lnTo>
                  <a:lnTo>
                    <a:pt x="17984" y="45879"/>
                  </a:lnTo>
                  <a:lnTo>
                    <a:pt x="14452" y="45902"/>
                  </a:lnTo>
                  <a:lnTo>
                    <a:pt x="16493" y="42392"/>
                  </a:lnTo>
                  <a:lnTo>
                    <a:pt x="14176" y="38493"/>
                  </a:lnTo>
                  <a:lnTo>
                    <a:pt x="15966" y="35373"/>
                  </a:lnTo>
                  <a:close/>
                  <a:moveTo>
                    <a:pt x="29798" y="34937"/>
                  </a:moveTo>
                  <a:lnTo>
                    <a:pt x="23467" y="45879"/>
                  </a:lnTo>
                  <a:lnTo>
                    <a:pt x="19957" y="45902"/>
                  </a:lnTo>
                  <a:lnTo>
                    <a:pt x="26265" y="34937"/>
                  </a:lnTo>
                  <a:close/>
                  <a:moveTo>
                    <a:pt x="102378" y="40947"/>
                  </a:moveTo>
                  <a:lnTo>
                    <a:pt x="102607" y="40970"/>
                  </a:lnTo>
                  <a:lnTo>
                    <a:pt x="102836" y="40993"/>
                  </a:lnTo>
                  <a:lnTo>
                    <a:pt x="103066" y="41039"/>
                  </a:lnTo>
                  <a:lnTo>
                    <a:pt x="103295" y="41131"/>
                  </a:lnTo>
                  <a:lnTo>
                    <a:pt x="103525" y="41245"/>
                  </a:lnTo>
                  <a:lnTo>
                    <a:pt x="103731" y="41360"/>
                  </a:lnTo>
                  <a:lnTo>
                    <a:pt x="103937" y="41521"/>
                  </a:lnTo>
                  <a:lnTo>
                    <a:pt x="104144" y="41727"/>
                  </a:lnTo>
                  <a:lnTo>
                    <a:pt x="104327" y="41933"/>
                  </a:lnTo>
                  <a:lnTo>
                    <a:pt x="104511" y="42186"/>
                  </a:lnTo>
                  <a:lnTo>
                    <a:pt x="104626" y="42461"/>
                  </a:lnTo>
                  <a:lnTo>
                    <a:pt x="104740" y="42713"/>
                  </a:lnTo>
                  <a:lnTo>
                    <a:pt x="104809" y="42966"/>
                  </a:lnTo>
                  <a:lnTo>
                    <a:pt x="104855" y="43218"/>
                  </a:lnTo>
                  <a:lnTo>
                    <a:pt x="104878" y="43470"/>
                  </a:lnTo>
                  <a:lnTo>
                    <a:pt x="104855" y="43723"/>
                  </a:lnTo>
                  <a:lnTo>
                    <a:pt x="104832" y="43952"/>
                  </a:lnTo>
                  <a:lnTo>
                    <a:pt x="104763" y="44181"/>
                  </a:lnTo>
                  <a:lnTo>
                    <a:pt x="104694" y="44388"/>
                  </a:lnTo>
                  <a:lnTo>
                    <a:pt x="104580" y="44594"/>
                  </a:lnTo>
                  <a:lnTo>
                    <a:pt x="104465" y="44801"/>
                  </a:lnTo>
                  <a:lnTo>
                    <a:pt x="104327" y="44984"/>
                  </a:lnTo>
                  <a:lnTo>
                    <a:pt x="104167" y="45168"/>
                  </a:lnTo>
                  <a:lnTo>
                    <a:pt x="104006" y="45305"/>
                  </a:lnTo>
                  <a:lnTo>
                    <a:pt x="103823" y="45466"/>
                  </a:lnTo>
                  <a:lnTo>
                    <a:pt x="103639" y="45581"/>
                  </a:lnTo>
                  <a:lnTo>
                    <a:pt x="103433" y="45695"/>
                  </a:lnTo>
                  <a:lnTo>
                    <a:pt x="103226" y="45787"/>
                  </a:lnTo>
                  <a:lnTo>
                    <a:pt x="102997" y="45879"/>
                  </a:lnTo>
                  <a:lnTo>
                    <a:pt x="102791" y="45925"/>
                  </a:lnTo>
                  <a:lnTo>
                    <a:pt x="102561" y="45971"/>
                  </a:lnTo>
                  <a:lnTo>
                    <a:pt x="102332" y="45994"/>
                  </a:lnTo>
                  <a:lnTo>
                    <a:pt x="102102" y="45994"/>
                  </a:lnTo>
                  <a:lnTo>
                    <a:pt x="101873" y="45971"/>
                  </a:lnTo>
                  <a:lnTo>
                    <a:pt x="101644" y="45902"/>
                  </a:lnTo>
                  <a:lnTo>
                    <a:pt x="101414" y="45833"/>
                  </a:lnTo>
                  <a:lnTo>
                    <a:pt x="101185" y="45741"/>
                  </a:lnTo>
                  <a:lnTo>
                    <a:pt x="100978" y="45604"/>
                  </a:lnTo>
                  <a:lnTo>
                    <a:pt x="100772" y="45466"/>
                  </a:lnTo>
                  <a:lnTo>
                    <a:pt x="100565" y="45283"/>
                  </a:lnTo>
                  <a:lnTo>
                    <a:pt x="100382" y="45053"/>
                  </a:lnTo>
                  <a:lnTo>
                    <a:pt x="100198" y="44824"/>
                  </a:lnTo>
                  <a:lnTo>
                    <a:pt x="100061" y="44548"/>
                  </a:lnTo>
                  <a:lnTo>
                    <a:pt x="99946" y="44296"/>
                  </a:lnTo>
                  <a:lnTo>
                    <a:pt x="99877" y="44021"/>
                  </a:lnTo>
                  <a:lnTo>
                    <a:pt x="99831" y="43769"/>
                  </a:lnTo>
                  <a:lnTo>
                    <a:pt x="99808" y="43516"/>
                  </a:lnTo>
                  <a:lnTo>
                    <a:pt x="99808" y="43264"/>
                  </a:lnTo>
                  <a:lnTo>
                    <a:pt x="99831" y="43034"/>
                  </a:lnTo>
                  <a:lnTo>
                    <a:pt x="99900" y="42805"/>
                  </a:lnTo>
                  <a:lnTo>
                    <a:pt x="99969" y="42576"/>
                  </a:lnTo>
                  <a:lnTo>
                    <a:pt x="100084" y="42369"/>
                  </a:lnTo>
                  <a:lnTo>
                    <a:pt x="100198" y="42163"/>
                  </a:lnTo>
                  <a:lnTo>
                    <a:pt x="100336" y="41979"/>
                  </a:lnTo>
                  <a:lnTo>
                    <a:pt x="100497" y="41796"/>
                  </a:lnTo>
                  <a:lnTo>
                    <a:pt x="100657" y="41635"/>
                  </a:lnTo>
                  <a:lnTo>
                    <a:pt x="100841" y="41498"/>
                  </a:lnTo>
                  <a:lnTo>
                    <a:pt x="101047" y="41360"/>
                  </a:lnTo>
                  <a:lnTo>
                    <a:pt x="101254" y="41245"/>
                  </a:lnTo>
                  <a:lnTo>
                    <a:pt x="101460" y="41153"/>
                  </a:lnTo>
                  <a:lnTo>
                    <a:pt x="101689" y="41062"/>
                  </a:lnTo>
                  <a:lnTo>
                    <a:pt x="101919" y="41016"/>
                  </a:lnTo>
                  <a:lnTo>
                    <a:pt x="102148" y="40970"/>
                  </a:lnTo>
                  <a:lnTo>
                    <a:pt x="102378" y="40947"/>
                  </a:lnTo>
                  <a:close/>
                  <a:moveTo>
                    <a:pt x="123000" y="43952"/>
                  </a:moveTo>
                  <a:lnTo>
                    <a:pt x="124766" y="47026"/>
                  </a:lnTo>
                  <a:lnTo>
                    <a:pt x="121234" y="47026"/>
                  </a:lnTo>
                  <a:lnTo>
                    <a:pt x="119467" y="43975"/>
                  </a:lnTo>
                  <a:lnTo>
                    <a:pt x="123000" y="43952"/>
                  </a:lnTo>
                  <a:close/>
                  <a:moveTo>
                    <a:pt x="121004" y="36176"/>
                  </a:moveTo>
                  <a:lnTo>
                    <a:pt x="114696" y="47118"/>
                  </a:lnTo>
                  <a:lnTo>
                    <a:pt x="111163" y="47141"/>
                  </a:lnTo>
                  <a:lnTo>
                    <a:pt x="111163" y="47141"/>
                  </a:lnTo>
                  <a:lnTo>
                    <a:pt x="117495" y="36176"/>
                  </a:lnTo>
                  <a:close/>
                  <a:moveTo>
                    <a:pt x="107195" y="36612"/>
                  </a:moveTo>
                  <a:lnTo>
                    <a:pt x="109191" y="40121"/>
                  </a:lnTo>
                  <a:lnTo>
                    <a:pt x="111209" y="43631"/>
                  </a:lnTo>
                  <a:lnTo>
                    <a:pt x="109214" y="47118"/>
                  </a:lnTo>
                  <a:lnTo>
                    <a:pt x="105681" y="47141"/>
                  </a:lnTo>
                  <a:lnTo>
                    <a:pt x="107700" y="43631"/>
                  </a:lnTo>
                  <a:lnTo>
                    <a:pt x="105383" y="39731"/>
                  </a:lnTo>
                  <a:lnTo>
                    <a:pt x="107195" y="36612"/>
                  </a:lnTo>
                  <a:close/>
                  <a:moveTo>
                    <a:pt x="45649" y="42713"/>
                  </a:moveTo>
                  <a:lnTo>
                    <a:pt x="45878" y="42759"/>
                  </a:lnTo>
                  <a:lnTo>
                    <a:pt x="46108" y="42805"/>
                  </a:lnTo>
                  <a:lnTo>
                    <a:pt x="46337" y="42874"/>
                  </a:lnTo>
                  <a:lnTo>
                    <a:pt x="46567" y="42989"/>
                  </a:lnTo>
                  <a:lnTo>
                    <a:pt x="46773" y="43126"/>
                  </a:lnTo>
                  <a:lnTo>
                    <a:pt x="46979" y="43287"/>
                  </a:lnTo>
                  <a:lnTo>
                    <a:pt x="47186" y="43470"/>
                  </a:lnTo>
                  <a:lnTo>
                    <a:pt x="47369" y="43700"/>
                  </a:lnTo>
                  <a:lnTo>
                    <a:pt x="47530" y="43952"/>
                  </a:lnTo>
                  <a:lnTo>
                    <a:pt x="47668" y="44204"/>
                  </a:lnTo>
                  <a:lnTo>
                    <a:pt x="47782" y="44480"/>
                  </a:lnTo>
                  <a:lnTo>
                    <a:pt x="47851" y="44732"/>
                  </a:lnTo>
                  <a:lnTo>
                    <a:pt x="47897" y="44984"/>
                  </a:lnTo>
                  <a:lnTo>
                    <a:pt x="47897" y="45237"/>
                  </a:lnTo>
                  <a:lnTo>
                    <a:pt x="47897" y="45466"/>
                  </a:lnTo>
                  <a:lnTo>
                    <a:pt x="47851" y="45718"/>
                  </a:lnTo>
                  <a:lnTo>
                    <a:pt x="47805" y="45925"/>
                  </a:lnTo>
                  <a:lnTo>
                    <a:pt x="47714" y="46154"/>
                  </a:lnTo>
                  <a:lnTo>
                    <a:pt x="47622" y="46361"/>
                  </a:lnTo>
                  <a:lnTo>
                    <a:pt x="47507" y="46544"/>
                  </a:lnTo>
                  <a:lnTo>
                    <a:pt x="47369" y="46751"/>
                  </a:lnTo>
                  <a:lnTo>
                    <a:pt x="47209" y="46911"/>
                  </a:lnTo>
                  <a:lnTo>
                    <a:pt x="47048" y="47072"/>
                  </a:lnTo>
                  <a:lnTo>
                    <a:pt x="46865" y="47209"/>
                  </a:lnTo>
                  <a:lnTo>
                    <a:pt x="46658" y="47347"/>
                  </a:lnTo>
                  <a:lnTo>
                    <a:pt x="46475" y="47462"/>
                  </a:lnTo>
                  <a:lnTo>
                    <a:pt x="46245" y="47554"/>
                  </a:lnTo>
                  <a:lnTo>
                    <a:pt x="46039" y="47622"/>
                  </a:lnTo>
                  <a:lnTo>
                    <a:pt x="45810" y="47691"/>
                  </a:lnTo>
                  <a:lnTo>
                    <a:pt x="45580" y="47737"/>
                  </a:lnTo>
                  <a:lnTo>
                    <a:pt x="45121" y="47737"/>
                  </a:lnTo>
                  <a:lnTo>
                    <a:pt x="44892" y="47714"/>
                  </a:lnTo>
                  <a:lnTo>
                    <a:pt x="44663" y="47668"/>
                  </a:lnTo>
                  <a:lnTo>
                    <a:pt x="44433" y="47599"/>
                  </a:lnTo>
                  <a:lnTo>
                    <a:pt x="44227" y="47485"/>
                  </a:lnTo>
                  <a:lnTo>
                    <a:pt x="44020" y="47370"/>
                  </a:lnTo>
                  <a:lnTo>
                    <a:pt x="43814" y="47209"/>
                  </a:lnTo>
                  <a:lnTo>
                    <a:pt x="43607" y="47026"/>
                  </a:lnTo>
                  <a:lnTo>
                    <a:pt x="43424" y="46819"/>
                  </a:lnTo>
                  <a:lnTo>
                    <a:pt x="43240" y="46590"/>
                  </a:lnTo>
                  <a:lnTo>
                    <a:pt x="43103" y="46315"/>
                  </a:lnTo>
                  <a:lnTo>
                    <a:pt x="42988" y="46040"/>
                  </a:lnTo>
                  <a:lnTo>
                    <a:pt x="42919" y="45787"/>
                  </a:lnTo>
                  <a:lnTo>
                    <a:pt x="42850" y="45535"/>
                  </a:lnTo>
                  <a:lnTo>
                    <a:pt x="42827" y="45283"/>
                  </a:lnTo>
                  <a:lnTo>
                    <a:pt x="42850" y="45030"/>
                  </a:lnTo>
                  <a:lnTo>
                    <a:pt x="42873" y="44778"/>
                  </a:lnTo>
                  <a:lnTo>
                    <a:pt x="42942" y="44548"/>
                  </a:lnTo>
                  <a:lnTo>
                    <a:pt x="43011" y="44342"/>
                  </a:lnTo>
                  <a:lnTo>
                    <a:pt x="43126" y="44113"/>
                  </a:lnTo>
                  <a:lnTo>
                    <a:pt x="43240" y="43929"/>
                  </a:lnTo>
                  <a:lnTo>
                    <a:pt x="43378" y="43723"/>
                  </a:lnTo>
                  <a:lnTo>
                    <a:pt x="43539" y="43562"/>
                  </a:lnTo>
                  <a:lnTo>
                    <a:pt x="43699" y="43402"/>
                  </a:lnTo>
                  <a:lnTo>
                    <a:pt x="43883" y="43241"/>
                  </a:lnTo>
                  <a:lnTo>
                    <a:pt x="44089" y="43126"/>
                  </a:lnTo>
                  <a:lnTo>
                    <a:pt x="44273" y="43012"/>
                  </a:lnTo>
                  <a:lnTo>
                    <a:pt x="44502" y="42897"/>
                  </a:lnTo>
                  <a:lnTo>
                    <a:pt x="44708" y="42828"/>
                  </a:lnTo>
                  <a:lnTo>
                    <a:pt x="44938" y="42759"/>
                  </a:lnTo>
                  <a:lnTo>
                    <a:pt x="45167" y="42736"/>
                  </a:lnTo>
                  <a:lnTo>
                    <a:pt x="45420" y="42713"/>
                  </a:lnTo>
                  <a:close/>
                  <a:moveTo>
                    <a:pt x="65514" y="45466"/>
                  </a:moveTo>
                  <a:lnTo>
                    <a:pt x="67281" y="48517"/>
                  </a:lnTo>
                  <a:lnTo>
                    <a:pt x="63748" y="48517"/>
                  </a:lnTo>
                  <a:lnTo>
                    <a:pt x="61982" y="45466"/>
                  </a:lnTo>
                  <a:close/>
                  <a:moveTo>
                    <a:pt x="49686" y="38125"/>
                  </a:moveTo>
                  <a:lnTo>
                    <a:pt x="51705" y="41612"/>
                  </a:lnTo>
                  <a:lnTo>
                    <a:pt x="53724" y="45145"/>
                  </a:lnTo>
                  <a:lnTo>
                    <a:pt x="51728" y="48632"/>
                  </a:lnTo>
                  <a:lnTo>
                    <a:pt x="48195" y="48632"/>
                  </a:lnTo>
                  <a:lnTo>
                    <a:pt x="50214" y="45122"/>
                  </a:lnTo>
                  <a:lnTo>
                    <a:pt x="47897" y="41222"/>
                  </a:lnTo>
                  <a:lnTo>
                    <a:pt x="49686" y="38125"/>
                  </a:lnTo>
                  <a:close/>
                  <a:moveTo>
                    <a:pt x="63519" y="37667"/>
                  </a:moveTo>
                  <a:lnTo>
                    <a:pt x="57210" y="48632"/>
                  </a:lnTo>
                  <a:lnTo>
                    <a:pt x="53678" y="48632"/>
                  </a:lnTo>
                  <a:lnTo>
                    <a:pt x="60009" y="37667"/>
                  </a:lnTo>
                  <a:close/>
                  <a:moveTo>
                    <a:pt x="137131" y="44113"/>
                  </a:moveTo>
                  <a:lnTo>
                    <a:pt x="137360" y="44159"/>
                  </a:lnTo>
                  <a:lnTo>
                    <a:pt x="137589" y="44204"/>
                  </a:lnTo>
                  <a:lnTo>
                    <a:pt x="137819" y="44296"/>
                  </a:lnTo>
                  <a:lnTo>
                    <a:pt x="138048" y="44388"/>
                  </a:lnTo>
                  <a:lnTo>
                    <a:pt x="138255" y="44526"/>
                  </a:lnTo>
                  <a:lnTo>
                    <a:pt x="138461" y="44686"/>
                  </a:lnTo>
                  <a:lnTo>
                    <a:pt x="138667" y="44870"/>
                  </a:lnTo>
                  <a:lnTo>
                    <a:pt x="138851" y="45099"/>
                  </a:lnTo>
                  <a:lnTo>
                    <a:pt x="139034" y="45351"/>
                  </a:lnTo>
                  <a:lnTo>
                    <a:pt x="139172" y="45604"/>
                  </a:lnTo>
                  <a:lnTo>
                    <a:pt x="139264" y="45879"/>
                  </a:lnTo>
                  <a:lnTo>
                    <a:pt x="139333" y="46131"/>
                  </a:lnTo>
                  <a:lnTo>
                    <a:pt x="139379" y="46384"/>
                  </a:lnTo>
                  <a:lnTo>
                    <a:pt x="139401" y="46636"/>
                  </a:lnTo>
                  <a:lnTo>
                    <a:pt x="139379" y="46865"/>
                  </a:lnTo>
                  <a:lnTo>
                    <a:pt x="139356" y="47118"/>
                  </a:lnTo>
                  <a:lnTo>
                    <a:pt x="139287" y="47324"/>
                  </a:lnTo>
                  <a:lnTo>
                    <a:pt x="139218" y="47554"/>
                  </a:lnTo>
                  <a:lnTo>
                    <a:pt x="139103" y="47760"/>
                  </a:lnTo>
                  <a:lnTo>
                    <a:pt x="138989" y="47966"/>
                  </a:lnTo>
                  <a:lnTo>
                    <a:pt x="138851" y="48150"/>
                  </a:lnTo>
                  <a:lnTo>
                    <a:pt x="138690" y="48311"/>
                  </a:lnTo>
                  <a:lnTo>
                    <a:pt x="138530" y="48471"/>
                  </a:lnTo>
                  <a:lnTo>
                    <a:pt x="138346" y="48609"/>
                  </a:lnTo>
                  <a:lnTo>
                    <a:pt x="138163" y="48746"/>
                  </a:lnTo>
                  <a:lnTo>
                    <a:pt x="137956" y="48861"/>
                  </a:lnTo>
                  <a:lnTo>
                    <a:pt x="137750" y="48953"/>
                  </a:lnTo>
                  <a:lnTo>
                    <a:pt x="137520" y="49022"/>
                  </a:lnTo>
                  <a:lnTo>
                    <a:pt x="137314" y="49090"/>
                  </a:lnTo>
                  <a:lnTo>
                    <a:pt x="137085" y="49136"/>
                  </a:lnTo>
                  <a:lnTo>
                    <a:pt x="136626" y="49136"/>
                  </a:lnTo>
                  <a:lnTo>
                    <a:pt x="136396" y="49113"/>
                  </a:lnTo>
                  <a:lnTo>
                    <a:pt x="136167" y="49068"/>
                  </a:lnTo>
                  <a:lnTo>
                    <a:pt x="135938" y="48999"/>
                  </a:lnTo>
                  <a:lnTo>
                    <a:pt x="135708" y="48884"/>
                  </a:lnTo>
                  <a:lnTo>
                    <a:pt x="135502" y="48769"/>
                  </a:lnTo>
                  <a:lnTo>
                    <a:pt x="135295" y="48609"/>
                  </a:lnTo>
                  <a:lnTo>
                    <a:pt x="135089" y="48425"/>
                  </a:lnTo>
                  <a:lnTo>
                    <a:pt x="134905" y="48219"/>
                  </a:lnTo>
                  <a:lnTo>
                    <a:pt x="134745" y="47989"/>
                  </a:lnTo>
                  <a:lnTo>
                    <a:pt x="134584" y="47714"/>
                  </a:lnTo>
                  <a:lnTo>
                    <a:pt x="134470" y="47439"/>
                  </a:lnTo>
                  <a:lnTo>
                    <a:pt x="134401" y="47186"/>
                  </a:lnTo>
                  <a:lnTo>
                    <a:pt x="134355" y="46934"/>
                  </a:lnTo>
                  <a:lnTo>
                    <a:pt x="134332" y="46682"/>
                  </a:lnTo>
                  <a:lnTo>
                    <a:pt x="134332" y="46430"/>
                  </a:lnTo>
                  <a:lnTo>
                    <a:pt x="134378" y="46177"/>
                  </a:lnTo>
                  <a:lnTo>
                    <a:pt x="134424" y="45948"/>
                  </a:lnTo>
                  <a:lnTo>
                    <a:pt x="134515" y="45741"/>
                  </a:lnTo>
                  <a:lnTo>
                    <a:pt x="134607" y="45512"/>
                  </a:lnTo>
                  <a:lnTo>
                    <a:pt x="134722" y="45328"/>
                  </a:lnTo>
                  <a:lnTo>
                    <a:pt x="134860" y="45122"/>
                  </a:lnTo>
                  <a:lnTo>
                    <a:pt x="135020" y="44961"/>
                  </a:lnTo>
                  <a:lnTo>
                    <a:pt x="135181" y="44801"/>
                  </a:lnTo>
                  <a:lnTo>
                    <a:pt x="135364" y="44640"/>
                  </a:lnTo>
                  <a:lnTo>
                    <a:pt x="135571" y="44526"/>
                  </a:lnTo>
                  <a:lnTo>
                    <a:pt x="135777" y="44411"/>
                  </a:lnTo>
                  <a:lnTo>
                    <a:pt x="135984" y="44296"/>
                  </a:lnTo>
                  <a:lnTo>
                    <a:pt x="136213" y="44227"/>
                  </a:lnTo>
                  <a:lnTo>
                    <a:pt x="136442" y="44159"/>
                  </a:lnTo>
                  <a:lnTo>
                    <a:pt x="136672" y="44136"/>
                  </a:lnTo>
                  <a:lnTo>
                    <a:pt x="136901" y="44113"/>
                  </a:lnTo>
                  <a:close/>
                  <a:moveTo>
                    <a:pt x="156996" y="46865"/>
                  </a:moveTo>
                  <a:lnTo>
                    <a:pt x="158762" y="49916"/>
                  </a:lnTo>
                  <a:lnTo>
                    <a:pt x="155230" y="49916"/>
                  </a:lnTo>
                  <a:lnTo>
                    <a:pt x="153463" y="46888"/>
                  </a:lnTo>
                  <a:lnTo>
                    <a:pt x="156996" y="46865"/>
                  </a:lnTo>
                  <a:close/>
                  <a:moveTo>
                    <a:pt x="141191" y="39525"/>
                  </a:moveTo>
                  <a:lnTo>
                    <a:pt x="143186" y="43012"/>
                  </a:lnTo>
                  <a:lnTo>
                    <a:pt x="145228" y="46544"/>
                  </a:lnTo>
                  <a:lnTo>
                    <a:pt x="143209" y="50031"/>
                  </a:lnTo>
                  <a:lnTo>
                    <a:pt x="139677" y="50031"/>
                  </a:lnTo>
                  <a:lnTo>
                    <a:pt x="141695" y="46521"/>
                  </a:lnTo>
                  <a:lnTo>
                    <a:pt x="139401" y="42622"/>
                  </a:lnTo>
                  <a:lnTo>
                    <a:pt x="141191" y="39525"/>
                  </a:lnTo>
                  <a:close/>
                  <a:moveTo>
                    <a:pt x="155023" y="39089"/>
                  </a:moveTo>
                  <a:lnTo>
                    <a:pt x="148692" y="50031"/>
                  </a:lnTo>
                  <a:lnTo>
                    <a:pt x="145182" y="50031"/>
                  </a:lnTo>
                  <a:lnTo>
                    <a:pt x="151490" y="39089"/>
                  </a:lnTo>
                  <a:close/>
                  <a:moveTo>
                    <a:pt x="8625" y="47370"/>
                  </a:moveTo>
                  <a:lnTo>
                    <a:pt x="10391" y="50421"/>
                  </a:lnTo>
                  <a:lnTo>
                    <a:pt x="6859" y="50421"/>
                  </a:lnTo>
                  <a:lnTo>
                    <a:pt x="5093" y="47370"/>
                  </a:lnTo>
                  <a:close/>
                  <a:moveTo>
                    <a:pt x="79737" y="45764"/>
                  </a:moveTo>
                  <a:lnTo>
                    <a:pt x="79966" y="45810"/>
                  </a:lnTo>
                  <a:lnTo>
                    <a:pt x="80195" y="45856"/>
                  </a:lnTo>
                  <a:lnTo>
                    <a:pt x="80425" y="45925"/>
                  </a:lnTo>
                  <a:lnTo>
                    <a:pt x="80631" y="46040"/>
                  </a:lnTo>
                  <a:lnTo>
                    <a:pt x="80861" y="46177"/>
                  </a:lnTo>
                  <a:lnTo>
                    <a:pt x="81067" y="46338"/>
                  </a:lnTo>
                  <a:lnTo>
                    <a:pt x="81251" y="46521"/>
                  </a:lnTo>
                  <a:lnTo>
                    <a:pt x="81457" y="46751"/>
                  </a:lnTo>
                  <a:lnTo>
                    <a:pt x="81618" y="47003"/>
                  </a:lnTo>
                  <a:lnTo>
                    <a:pt x="81755" y="47255"/>
                  </a:lnTo>
                  <a:lnTo>
                    <a:pt x="81847" y="47531"/>
                  </a:lnTo>
                  <a:lnTo>
                    <a:pt x="81939" y="47783"/>
                  </a:lnTo>
                  <a:lnTo>
                    <a:pt x="81985" y="48035"/>
                  </a:lnTo>
                  <a:lnTo>
                    <a:pt x="81985" y="48288"/>
                  </a:lnTo>
                  <a:lnTo>
                    <a:pt x="81985" y="48517"/>
                  </a:lnTo>
                  <a:lnTo>
                    <a:pt x="81939" y="48769"/>
                  </a:lnTo>
                  <a:lnTo>
                    <a:pt x="81893" y="48976"/>
                  </a:lnTo>
                  <a:lnTo>
                    <a:pt x="81801" y="49205"/>
                  </a:lnTo>
                  <a:lnTo>
                    <a:pt x="81709" y="49412"/>
                  </a:lnTo>
                  <a:lnTo>
                    <a:pt x="81572" y="49595"/>
                  </a:lnTo>
                  <a:lnTo>
                    <a:pt x="81434" y="49802"/>
                  </a:lnTo>
                  <a:lnTo>
                    <a:pt x="81297" y="49962"/>
                  </a:lnTo>
                  <a:lnTo>
                    <a:pt x="81113" y="50123"/>
                  </a:lnTo>
                  <a:lnTo>
                    <a:pt x="80952" y="50260"/>
                  </a:lnTo>
                  <a:lnTo>
                    <a:pt x="80746" y="50398"/>
                  </a:lnTo>
                  <a:lnTo>
                    <a:pt x="80540" y="50513"/>
                  </a:lnTo>
                  <a:lnTo>
                    <a:pt x="80333" y="50604"/>
                  </a:lnTo>
                  <a:lnTo>
                    <a:pt x="80127" y="50673"/>
                  </a:lnTo>
                  <a:lnTo>
                    <a:pt x="79897" y="50742"/>
                  </a:lnTo>
                  <a:lnTo>
                    <a:pt x="79668" y="50788"/>
                  </a:lnTo>
                  <a:lnTo>
                    <a:pt x="79209" y="50788"/>
                  </a:lnTo>
                  <a:lnTo>
                    <a:pt x="78980" y="50765"/>
                  </a:lnTo>
                  <a:lnTo>
                    <a:pt x="78750" y="50719"/>
                  </a:lnTo>
                  <a:lnTo>
                    <a:pt x="78521" y="50650"/>
                  </a:lnTo>
                  <a:lnTo>
                    <a:pt x="78314" y="50536"/>
                  </a:lnTo>
                  <a:lnTo>
                    <a:pt x="78085" y="50421"/>
                  </a:lnTo>
                  <a:lnTo>
                    <a:pt x="77879" y="50260"/>
                  </a:lnTo>
                  <a:lnTo>
                    <a:pt x="77695" y="50077"/>
                  </a:lnTo>
                  <a:lnTo>
                    <a:pt x="77512" y="49870"/>
                  </a:lnTo>
                  <a:lnTo>
                    <a:pt x="77328" y="49641"/>
                  </a:lnTo>
                  <a:lnTo>
                    <a:pt x="77190" y="49366"/>
                  </a:lnTo>
                  <a:lnTo>
                    <a:pt x="77076" y="49090"/>
                  </a:lnTo>
                  <a:lnTo>
                    <a:pt x="76984" y="48838"/>
                  </a:lnTo>
                  <a:lnTo>
                    <a:pt x="76938" y="48586"/>
                  </a:lnTo>
                  <a:lnTo>
                    <a:pt x="76915" y="48333"/>
                  </a:lnTo>
                  <a:lnTo>
                    <a:pt x="76938" y="48081"/>
                  </a:lnTo>
                  <a:lnTo>
                    <a:pt x="76961" y="47829"/>
                  </a:lnTo>
                  <a:lnTo>
                    <a:pt x="77030" y="47599"/>
                  </a:lnTo>
                  <a:lnTo>
                    <a:pt x="77099" y="47393"/>
                  </a:lnTo>
                  <a:lnTo>
                    <a:pt x="77190" y="47164"/>
                  </a:lnTo>
                  <a:lnTo>
                    <a:pt x="77328" y="46980"/>
                  </a:lnTo>
                  <a:lnTo>
                    <a:pt x="77466" y="46774"/>
                  </a:lnTo>
                  <a:lnTo>
                    <a:pt x="77603" y="46613"/>
                  </a:lnTo>
                  <a:lnTo>
                    <a:pt x="77787" y="46452"/>
                  </a:lnTo>
                  <a:lnTo>
                    <a:pt x="77970" y="46292"/>
                  </a:lnTo>
                  <a:lnTo>
                    <a:pt x="78154" y="46154"/>
                  </a:lnTo>
                  <a:lnTo>
                    <a:pt x="78360" y="46040"/>
                  </a:lnTo>
                  <a:lnTo>
                    <a:pt x="78590" y="45948"/>
                  </a:lnTo>
                  <a:lnTo>
                    <a:pt x="78796" y="45879"/>
                  </a:lnTo>
                  <a:lnTo>
                    <a:pt x="79026" y="45810"/>
                  </a:lnTo>
                  <a:lnTo>
                    <a:pt x="79255" y="45787"/>
                  </a:lnTo>
                  <a:lnTo>
                    <a:pt x="79484" y="45764"/>
                  </a:lnTo>
                  <a:close/>
                  <a:moveTo>
                    <a:pt x="99418" y="48448"/>
                  </a:moveTo>
                  <a:lnTo>
                    <a:pt x="101185" y="51522"/>
                  </a:lnTo>
                  <a:lnTo>
                    <a:pt x="97652" y="51522"/>
                  </a:lnTo>
                  <a:lnTo>
                    <a:pt x="95886" y="48471"/>
                  </a:lnTo>
                  <a:lnTo>
                    <a:pt x="99418" y="48448"/>
                  </a:lnTo>
                  <a:close/>
                  <a:moveTo>
                    <a:pt x="83705" y="41039"/>
                  </a:moveTo>
                  <a:lnTo>
                    <a:pt x="85701" y="44526"/>
                  </a:lnTo>
                  <a:lnTo>
                    <a:pt x="87742" y="48035"/>
                  </a:lnTo>
                  <a:lnTo>
                    <a:pt x="85724" y="51545"/>
                  </a:lnTo>
                  <a:lnTo>
                    <a:pt x="82191" y="51545"/>
                  </a:lnTo>
                  <a:lnTo>
                    <a:pt x="84210" y="48035"/>
                  </a:lnTo>
                  <a:lnTo>
                    <a:pt x="81916" y="44136"/>
                  </a:lnTo>
                  <a:lnTo>
                    <a:pt x="83705" y="41039"/>
                  </a:lnTo>
                  <a:close/>
                  <a:moveTo>
                    <a:pt x="97515" y="40580"/>
                  </a:moveTo>
                  <a:lnTo>
                    <a:pt x="91206" y="51545"/>
                  </a:lnTo>
                  <a:lnTo>
                    <a:pt x="87697" y="51545"/>
                  </a:lnTo>
                  <a:lnTo>
                    <a:pt x="94005" y="40580"/>
                  </a:lnTo>
                  <a:close/>
                  <a:moveTo>
                    <a:pt x="170851" y="46865"/>
                  </a:moveTo>
                  <a:lnTo>
                    <a:pt x="171103" y="46888"/>
                  </a:lnTo>
                  <a:lnTo>
                    <a:pt x="171333" y="46957"/>
                  </a:lnTo>
                  <a:lnTo>
                    <a:pt x="171562" y="47026"/>
                  </a:lnTo>
                  <a:lnTo>
                    <a:pt x="171769" y="47141"/>
                  </a:lnTo>
                  <a:lnTo>
                    <a:pt x="171998" y="47278"/>
                  </a:lnTo>
                  <a:lnTo>
                    <a:pt x="172205" y="47439"/>
                  </a:lnTo>
                  <a:lnTo>
                    <a:pt x="172388" y="47622"/>
                  </a:lnTo>
                  <a:lnTo>
                    <a:pt x="172572" y="47852"/>
                  </a:lnTo>
                  <a:lnTo>
                    <a:pt x="172755" y="48104"/>
                  </a:lnTo>
                  <a:lnTo>
                    <a:pt x="172893" y="48356"/>
                  </a:lnTo>
                  <a:lnTo>
                    <a:pt x="172984" y="48632"/>
                  </a:lnTo>
                  <a:lnTo>
                    <a:pt x="173053" y="48884"/>
                  </a:lnTo>
                  <a:lnTo>
                    <a:pt x="173099" y="49136"/>
                  </a:lnTo>
                  <a:lnTo>
                    <a:pt x="173122" y="49389"/>
                  </a:lnTo>
                  <a:lnTo>
                    <a:pt x="173099" y="49618"/>
                  </a:lnTo>
                  <a:lnTo>
                    <a:pt x="173076" y="49847"/>
                  </a:lnTo>
                  <a:lnTo>
                    <a:pt x="173007" y="50077"/>
                  </a:lnTo>
                  <a:lnTo>
                    <a:pt x="172939" y="50306"/>
                  </a:lnTo>
                  <a:lnTo>
                    <a:pt x="172824" y="50513"/>
                  </a:lnTo>
                  <a:lnTo>
                    <a:pt x="172709" y="50696"/>
                  </a:lnTo>
                  <a:lnTo>
                    <a:pt x="172572" y="50880"/>
                  </a:lnTo>
                  <a:lnTo>
                    <a:pt x="172434" y="51063"/>
                  </a:lnTo>
                  <a:lnTo>
                    <a:pt x="172250" y="51224"/>
                  </a:lnTo>
                  <a:lnTo>
                    <a:pt x="172067" y="51361"/>
                  </a:lnTo>
                  <a:lnTo>
                    <a:pt x="171883" y="51499"/>
                  </a:lnTo>
                  <a:lnTo>
                    <a:pt x="171677" y="51614"/>
                  </a:lnTo>
                  <a:lnTo>
                    <a:pt x="171470" y="51706"/>
                  </a:lnTo>
                  <a:lnTo>
                    <a:pt x="171264" y="51774"/>
                  </a:lnTo>
                  <a:lnTo>
                    <a:pt x="171035" y="51843"/>
                  </a:lnTo>
                  <a:lnTo>
                    <a:pt x="170805" y="51866"/>
                  </a:lnTo>
                  <a:lnTo>
                    <a:pt x="170576" y="51889"/>
                  </a:lnTo>
                  <a:lnTo>
                    <a:pt x="170346" y="51889"/>
                  </a:lnTo>
                  <a:lnTo>
                    <a:pt x="170117" y="51866"/>
                  </a:lnTo>
                  <a:lnTo>
                    <a:pt x="169888" y="51820"/>
                  </a:lnTo>
                  <a:lnTo>
                    <a:pt x="169658" y="51728"/>
                  </a:lnTo>
                  <a:lnTo>
                    <a:pt x="169429" y="51637"/>
                  </a:lnTo>
                  <a:lnTo>
                    <a:pt x="169222" y="51522"/>
                  </a:lnTo>
                  <a:lnTo>
                    <a:pt x="169016" y="51361"/>
                  </a:lnTo>
                  <a:lnTo>
                    <a:pt x="168832" y="51178"/>
                  </a:lnTo>
                  <a:lnTo>
                    <a:pt x="168626" y="50971"/>
                  </a:lnTo>
                  <a:lnTo>
                    <a:pt x="168465" y="50719"/>
                  </a:lnTo>
                  <a:lnTo>
                    <a:pt x="168305" y="50467"/>
                  </a:lnTo>
                  <a:lnTo>
                    <a:pt x="168213" y="50192"/>
                  </a:lnTo>
                  <a:lnTo>
                    <a:pt x="168121" y="49939"/>
                  </a:lnTo>
                  <a:lnTo>
                    <a:pt x="168075" y="49664"/>
                  </a:lnTo>
                  <a:lnTo>
                    <a:pt x="168053" y="49412"/>
                  </a:lnTo>
                  <a:lnTo>
                    <a:pt x="168053" y="49182"/>
                  </a:lnTo>
                  <a:lnTo>
                    <a:pt x="168098" y="48930"/>
                  </a:lnTo>
                  <a:lnTo>
                    <a:pt x="168144" y="48700"/>
                  </a:lnTo>
                  <a:lnTo>
                    <a:pt x="168236" y="48471"/>
                  </a:lnTo>
                  <a:lnTo>
                    <a:pt x="168328" y="48265"/>
                  </a:lnTo>
                  <a:lnTo>
                    <a:pt x="168442" y="48058"/>
                  </a:lnTo>
                  <a:lnTo>
                    <a:pt x="168580" y="47875"/>
                  </a:lnTo>
                  <a:lnTo>
                    <a:pt x="168741" y="47714"/>
                  </a:lnTo>
                  <a:lnTo>
                    <a:pt x="168924" y="47531"/>
                  </a:lnTo>
                  <a:lnTo>
                    <a:pt x="169108" y="47393"/>
                  </a:lnTo>
                  <a:lnTo>
                    <a:pt x="169291" y="47255"/>
                  </a:lnTo>
                  <a:lnTo>
                    <a:pt x="169498" y="47141"/>
                  </a:lnTo>
                  <a:lnTo>
                    <a:pt x="169704" y="47049"/>
                  </a:lnTo>
                  <a:lnTo>
                    <a:pt x="169934" y="46980"/>
                  </a:lnTo>
                  <a:lnTo>
                    <a:pt x="170163" y="46911"/>
                  </a:lnTo>
                  <a:lnTo>
                    <a:pt x="170392" y="46888"/>
                  </a:lnTo>
                  <a:lnTo>
                    <a:pt x="170622" y="46865"/>
                  </a:lnTo>
                  <a:close/>
                  <a:moveTo>
                    <a:pt x="22526" y="47508"/>
                  </a:moveTo>
                  <a:lnTo>
                    <a:pt x="22756" y="47531"/>
                  </a:lnTo>
                  <a:lnTo>
                    <a:pt x="23008" y="47554"/>
                  </a:lnTo>
                  <a:lnTo>
                    <a:pt x="23237" y="47599"/>
                  </a:lnTo>
                  <a:lnTo>
                    <a:pt x="23467" y="47691"/>
                  </a:lnTo>
                  <a:lnTo>
                    <a:pt x="23673" y="47806"/>
                  </a:lnTo>
                  <a:lnTo>
                    <a:pt x="23903" y="47921"/>
                  </a:lnTo>
                  <a:lnTo>
                    <a:pt x="24109" y="48081"/>
                  </a:lnTo>
                  <a:lnTo>
                    <a:pt x="24293" y="48288"/>
                  </a:lnTo>
                  <a:lnTo>
                    <a:pt x="24476" y="48494"/>
                  </a:lnTo>
                  <a:lnTo>
                    <a:pt x="24660" y="48746"/>
                  </a:lnTo>
                  <a:lnTo>
                    <a:pt x="24797" y="49022"/>
                  </a:lnTo>
                  <a:lnTo>
                    <a:pt x="24889" y="49274"/>
                  </a:lnTo>
                  <a:lnTo>
                    <a:pt x="24958" y="49526"/>
                  </a:lnTo>
                  <a:lnTo>
                    <a:pt x="25004" y="49779"/>
                  </a:lnTo>
                  <a:lnTo>
                    <a:pt x="25027" y="50031"/>
                  </a:lnTo>
                  <a:lnTo>
                    <a:pt x="25004" y="50283"/>
                  </a:lnTo>
                  <a:lnTo>
                    <a:pt x="24981" y="50513"/>
                  </a:lnTo>
                  <a:lnTo>
                    <a:pt x="24912" y="50742"/>
                  </a:lnTo>
                  <a:lnTo>
                    <a:pt x="24843" y="50949"/>
                  </a:lnTo>
                  <a:lnTo>
                    <a:pt x="24728" y="51155"/>
                  </a:lnTo>
                  <a:lnTo>
                    <a:pt x="24614" y="51361"/>
                  </a:lnTo>
                  <a:lnTo>
                    <a:pt x="24476" y="51545"/>
                  </a:lnTo>
                  <a:lnTo>
                    <a:pt x="24338" y="51728"/>
                  </a:lnTo>
                  <a:lnTo>
                    <a:pt x="24155" y="51866"/>
                  </a:lnTo>
                  <a:lnTo>
                    <a:pt x="23971" y="52027"/>
                  </a:lnTo>
                  <a:lnTo>
                    <a:pt x="23788" y="52141"/>
                  </a:lnTo>
                  <a:lnTo>
                    <a:pt x="23581" y="52256"/>
                  </a:lnTo>
                  <a:lnTo>
                    <a:pt x="23375" y="52348"/>
                  </a:lnTo>
                  <a:lnTo>
                    <a:pt x="23169" y="52440"/>
                  </a:lnTo>
                  <a:lnTo>
                    <a:pt x="22939" y="52485"/>
                  </a:lnTo>
                  <a:lnTo>
                    <a:pt x="22710" y="52531"/>
                  </a:lnTo>
                  <a:lnTo>
                    <a:pt x="22480" y="52554"/>
                  </a:lnTo>
                  <a:lnTo>
                    <a:pt x="22251" y="52554"/>
                  </a:lnTo>
                  <a:lnTo>
                    <a:pt x="22022" y="52531"/>
                  </a:lnTo>
                  <a:lnTo>
                    <a:pt x="21792" y="52463"/>
                  </a:lnTo>
                  <a:lnTo>
                    <a:pt x="21563" y="52394"/>
                  </a:lnTo>
                  <a:lnTo>
                    <a:pt x="21333" y="52302"/>
                  </a:lnTo>
                  <a:lnTo>
                    <a:pt x="21127" y="52164"/>
                  </a:lnTo>
                  <a:lnTo>
                    <a:pt x="20921" y="52027"/>
                  </a:lnTo>
                  <a:lnTo>
                    <a:pt x="20737" y="51843"/>
                  </a:lnTo>
                  <a:lnTo>
                    <a:pt x="20531" y="51614"/>
                  </a:lnTo>
                  <a:lnTo>
                    <a:pt x="20370" y="51384"/>
                  </a:lnTo>
                  <a:lnTo>
                    <a:pt x="20209" y="51109"/>
                  </a:lnTo>
                  <a:lnTo>
                    <a:pt x="20118" y="50857"/>
                  </a:lnTo>
                  <a:lnTo>
                    <a:pt x="20026" y="50582"/>
                  </a:lnTo>
                  <a:lnTo>
                    <a:pt x="19980" y="50329"/>
                  </a:lnTo>
                  <a:lnTo>
                    <a:pt x="19957" y="50077"/>
                  </a:lnTo>
                  <a:lnTo>
                    <a:pt x="19957" y="49825"/>
                  </a:lnTo>
                  <a:lnTo>
                    <a:pt x="20003" y="49595"/>
                  </a:lnTo>
                  <a:lnTo>
                    <a:pt x="20049" y="49366"/>
                  </a:lnTo>
                  <a:lnTo>
                    <a:pt x="20141" y="49136"/>
                  </a:lnTo>
                  <a:lnTo>
                    <a:pt x="20232" y="48930"/>
                  </a:lnTo>
                  <a:lnTo>
                    <a:pt x="20347" y="48723"/>
                  </a:lnTo>
                  <a:lnTo>
                    <a:pt x="20485" y="48540"/>
                  </a:lnTo>
                  <a:lnTo>
                    <a:pt x="20645" y="48356"/>
                  </a:lnTo>
                  <a:lnTo>
                    <a:pt x="20829" y="48196"/>
                  </a:lnTo>
                  <a:lnTo>
                    <a:pt x="21012" y="48058"/>
                  </a:lnTo>
                  <a:lnTo>
                    <a:pt x="21196" y="47921"/>
                  </a:lnTo>
                  <a:lnTo>
                    <a:pt x="21402" y="47806"/>
                  </a:lnTo>
                  <a:lnTo>
                    <a:pt x="21609" y="47714"/>
                  </a:lnTo>
                  <a:lnTo>
                    <a:pt x="21838" y="47622"/>
                  </a:lnTo>
                  <a:lnTo>
                    <a:pt x="22068" y="47576"/>
                  </a:lnTo>
                  <a:lnTo>
                    <a:pt x="22297" y="47531"/>
                  </a:lnTo>
                  <a:lnTo>
                    <a:pt x="22526" y="47508"/>
                  </a:lnTo>
                  <a:close/>
                  <a:moveTo>
                    <a:pt x="42621" y="50283"/>
                  </a:moveTo>
                  <a:lnTo>
                    <a:pt x="44410" y="53334"/>
                  </a:lnTo>
                  <a:lnTo>
                    <a:pt x="40878" y="53334"/>
                  </a:lnTo>
                  <a:lnTo>
                    <a:pt x="39088" y="50283"/>
                  </a:lnTo>
                  <a:close/>
                  <a:moveTo>
                    <a:pt x="26816" y="42920"/>
                  </a:moveTo>
                  <a:lnTo>
                    <a:pt x="28812" y="46430"/>
                  </a:lnTo>
                  <a:lnTo>
                    <a:pt x="30853" y="49939"/>
                  </a:lnTo>
                  <a:lnTo>
                    <a:pt x="28835" y="53426"/>
                  </a:lnTo>
                  <a:lnTo>
                    <a:pt x="25302" y="53449"/>
                  </a:lnTo>
                  <a:lnTo>
                    <a:pt x="27344" y="49939"/>
                  </a:lnTo>
                  <a:lnTo>
                    <a:pt x="25027" y="46040"/>
                  </a:lnTo>
                  <a:lnTo>
                    <a:pt x="26816" y="42920"/>
                  </a:lnTo>
                  <a:close/>
                  <a:moveTo>
                    <a:pt x="40648" y="42484"/>
                  </a:moveTo>
                  <a:lnTo>
                    <a:pt x="34317" y="53426"/>
                  </a:lnTo>
                  <a:lnTo>
                    <a:pt x="30807" y="53449"/>
                  </a:lnTo>
                  <a:lnTo>
                    <a:pt x="37116" y="42484"/>
                  </a:lnTo>
                  <a:close/>
                  <a:moveTo>
                    <a:pt x="114031" y="48769"/>
                  </a:moveTo>
                  <a:lnTo>
                    <a:pt x="114260" y="48792"/>
                  </a:lnTo>
                  <a:lnTo>
                    <a:pt x="114490" y="48861"/>
                  </a:lnTo>
                  <a:lnTo>
                    <a:pt x="114719" y="48930"/>
                  </a:lnTo>
                  <a:lnTo>
                    <a:pt x="114948" y="49045"/>
                  </a:lnTo>
                  <a:lnTo>
                    <a:pt x="115155" y="49159"/>
                  </a:lnTo>
                  <a:lnTo>
                    <a:pt x="115361" y="49320"/>
                  </a:lnTo>
                  <a:lnTo>
                    <a:pt x="115568" y="49526"/>
                  </a:lnTo>
                  <a:lnTo>
                    <a:pt x="115751" y="49733"/>
                  </a:lnTo>
                  <a:lnTo>
                    <a:pt x="115912" y="49985"/>
                  </a:lnTo>
                  <a:lnTo>
                    <a:pt x="116049" y="50260"/>
                  </a:lnTo>
                  <a:lnTo>
                    <a:pt x="116164" y="50513"/>
                  </a:lnTo>
                  <a:lnTo>
                    <a:pt x="116233" y="50788"/>
                  </a:lnTo>
                  <a:lnTo>
                    <a:pt x="116279" y="51040"/>
                  </a:lnTo>
                  <a:lnTo>
                    <a:pt x="116279" y="51270"/>
                  </a:lnTo>
                  <a:lnTo>
                    <a:pt x="116279" y="51522"/>
                  </a:lnTo>
                  <a:lnTo>
                    <a:pt x="116233" y="51751"/>
                  </a:lnTo>
                  <a:lnTo>
                    <a:pt x="116187" y="51981"/>
                  </a:lnTo>
                  <a:lnTo>
                    <a:pt x="116095" y="52187"/>
                  </a:lnTo>
                  <a:lnTo>
                    <a:pt x="116004" y="52394"/>
                  </a:lnTo>
                  <a:lnTo>
                    <a:pt x="115889" y="52600"/>
                  </a:lnTo>
                  <a:lnTo>
                    <a:pt x="115751" y="52784"/>
                  </a:lnTo>
                  <a:lnTo>
                    <a:pt x="115591" y="52967"/>
                  </a:lnTo>
                  <a:lnTo>
                    <a:pt x="115430" y="53128"/>
                  </a:lnTo>
                  <a:lnTo>
                    <a:pt x="115247" y="53265"/>
                  </a:lnTo>
                  <a:lnTo>
                    <a:pt x="115040" y="53380"/>
                  </a:lnTo>
                  <a:lnTo>
                    <a:pt x="114857" y="53495"/>
                  </a:lnTo>
                  <a:lnTo>
                    <a:pt x="114650" y="53609"/>
                  </a:lnTo>
                  <a:lnTo>
                    <a:pt x="114421" y="53678"/>
                  </a:lnTo>
                  <a:lnTo>
                    <a:pt x="114191" y="53724"/>
                  </a:lnTo>
                  <a:lnTo>
                    <a:pt x="113962" y="53770"/>
                  </a:lnTo>
                  <a:lnTo>
                    <a:pt x="113733" y="53793"/>
                  </a:lnTo>
                  <a:lnTo>
                    <a:pt x="113503" y="53793"/>
                  </a:lnTo>
                  <a:lnTo>
                    <a:pt x="113274" y="53770"/>
                  </a:lnTo>
                  <a:lnTo>
                    <a:pt x="113044" y="53701"/>
                  </a:lnTo>
                  <a:lnTo>
                    <a:pt x="112838" y="53632"/>
                  </a:lnTo>
                  <a:lnTo>
                    <a:pt x="112609" y="53541"/>
                  </a:lnTo>
                  <a:lnTo>
                    <a:pt x="112402" y="53403"/>
                  </a:lnTo>
                  <a:lnTo>
                    <a:pt x="112196" y="53265"/>
                  </a:lnTo>
                  <a:lnTo>
                    <a:pt x="111989" y="53082"/>
                  </a:lnTo>
                  <a:lnTo>
                    <a:pt x="111806" y="52875"/>
                  </a:lnTo>
                  <a:lnTo>
                    <a:pt x="111622" y="52623"/>
                  </a:lnTo>
                  <a:lnTo>
                    <a:pt x="111484" y="52348"/>
                  </a:lnTo>
                  <a:lnTo>
                    <a:pt x="111370" y="52095"/>
                  </a:lnTo>
                  <a:lnTo>
                    <a:pt x="111301" y="51820"/>
                  </a:lnTo>
                  <a:lnTo>
                    <a:pt x="111232" y="51568"/>
                  </a:lnTo>
                  <a:lnTo>
                    <a:pt x="111232" y="51316"/>
                  </a:lnTo>
                  <a:lnTo>
                    <a:pt x="111232" y="51063"/>
                  </a:lnTo>
                  <a:lnTo>
                    <a:pt x="111255" y="50834"/>
                  </a:lnTo>
                  <a:lnTo>
                    <a:pt x="111324" y="50604"/>
                  </a:lnTo>
                  <a:lnTo>
                    <a:pt x="111393" y="50375"/>
                  </a:lnTo>
                  <a:lnTo>
                    <a:pt x="111507" y="50169"/>
                  </a:lnTo>
                  <a:lnTo>
                    <a:pt x="111622" y="49962"/>
                  </a:lnTo>
                  <a:lnTo>
                    <a:pt x="111760" y="49779"/>
                  </a:lnTo>
                  <a:lnTo>
                    <a:pt x="111920" y="49595"/>
                  </a:lnTo>
                  <a:lnTo>
                    <a:pt x="112081" y="49435"/>
                  </a:lnTo>
                  <a:lnTo>
                    <a:pt x="112264" y="49297"/>
                  </a:lnTo>
                  <a:lnTo>
                    <a:pt x="112471" y="49159"/>
                  </a:lnTo>
                  <a:lnTo>
                    <a:pt x="112677" y="49045"/>
                  </a:lnTo>
                  <a:lnTo>
                    <a:pt x="112884" y="48953"/>
                  </a:lnTo>
                  <a:lnTo>
                    <a:pt x="113090" y="48861"/>
                  </a:lnTo>
                  <a:lnTo>
                    <a:pt x="113320" y="48815"/>
                  </a:lnTo>
                  <a:lnTo>
                    <a:pt x="113549" y="48769"/>
                  </a:lnTo>
                  <a:close/>
                  <a:moveTo>
                    <a:pt x="133896" y="51522"/>
                  </a:moveTo>
                  <a:lnTo>
                    <a:pt x="135662" y="54573"/>
                  </a:lnTo>
                  <a:lnTo>
                    <a:pt x="132130" y="54573"/>
                  </a:lnTo>
                  <a:lnTo>
                    <a:pt x="130363" y="51522"/>
                  </a:lnTo>
                  <a:close/>
                  <a:moveTo>
                    <a:pt x="118091" y="44159"/>
                  </a:moveTo>
                  <a:lnTo>
                    <a:pt x="120087" y="47668"/>
                  </a:lnTo>
                  <a:lnTo>
                    <a:pt x="122105" y="51178"/>
                  </a:lnTo>
                  <a:lnTo>
                    <a:pt x="120110" y="54688"/>
                  </a:lnTo>
                  <a:lnTo>
                    <a:pt x="116577" y="54688"/>
                  </a:lnTo>
                  <a:lnTo>
                    <a:pt x="118596" y="51178"/>
                  </a:lnTo>
                  <a:lnTo>
                    <a:pt x="116279" y="47278"/>
                  </a:lnTo>
                  <a:lnTo>
                    <a:pt x="118091" y="44159"/>
                  </a:lnTo>
                  <a:close/>
                  <a:moveTo>
                    <a:pt x="131900" y="43723"/>
                  </a:moveTo>
                  <a:lnTo>
                    <a:pt x="125592" y="54665"/>
                  </a:lnTo>
                  <a:lnTo>
                    <a:pt x="122059" y="54688"/>
                  </a:lnTo>
                  <a:lnTo>
                    <a:pt x="128391" y="43723"/>
                  </a:lnTo>
                  <a:close/>
                  <a:moveTo>
                    <a:pt x="56247" y="50169"/>
                  </a:moveTo>
                  <a:lnTo>
                    <a:pt x="56476" y="50192"/>
                  </a:lnTo>
                  <a:lnTo>
                    <a:pt x="56706" y="50214"/>
                  </a:lnTo>
                  <a:lnTo>
                    <a:pt x="56935" y="50260"/>
                  </a:lnTo>
                  <a:lnTo>
                    <a:pt x="57164" y="50352"/>
                  </a:lnTo>
                  <a:lnTo>
                    <a:pt x="57394" y="50444"/>
                  </a:lnTo>
                  <a:lnTo>
                    <a:pt x="57600" y="50582"/>
                  </a:lnTo>
                  <a:lnTo>
                    <a:pt x="57807" y="50742"/>
                  </a:lnTo>
                  <a:lnTo>
                    <a:pt x="58013" y="50949"/>
                  </a:lnTo>
                  <a:lnTo>
                    <a:pt x="58197" y="51155"/>
                  </a:lnTo>
                  <a:lnTo>
                    <a:pt x="58380" y="51407"/>
                  </a:lnTo>
                  <a:lnTo>
                    <a:pt x="58518" y="51683"/>
                  </a:lnTo>
                  <a:lnTo>
                    <a:pt x="58610" y="51935"/>
                  </a:lnTo>
                  <a:lnTo>
                    <a:pt x="58678" y="52187"/>
                  </a:lnTo>
                  <a:lnTo>
                    <a:pt x="58724" y="52440"/>
                  </a:lnTo>
                  <a:lnTo>
                    <a:pt x="58747" y="52692"/>
                  </a:lnTo>
                  <a:lnTo>
                    <a:pt x="58724" y="52944"/>
                  </a:lnTo>
                  <a:lnTo>
                    <a:pt x="58701" y="53174"/>
                  </a:lnTo>
                  <a:lnTo>
                    <a:pt x="58633" y="53403"/>
                  </a:lnTo>
                  <a:lnTo>
                    <a:pt x="58564" y="53609"/>
                  </a:lnTo>
                  <a:lnTo>
                    <a:pt x="58449" y="53816"/>
                  </a:lnTo>
                  <a:lnTo>
                    <a:pt x="58334" y="54022"/>
                  </a:lnTo>
                  <a:lnTo>
                    <a:pt x="58197" y="54206"/>
                  </a:lnTo>
                  <a:lnTo>
                    <a:pt x="58036" y="54366"/>
                  </a:lnTo>
                  <a:lnTo>
                    <a:pt x="57876" y="54527"/>
                  </a:lnTo>
                  <a:lnTo>
                    <a:pt x="57692" y="54688"/>
                  </a:lnTo>
                  <a:lnTo>
                    <a:pt x="57509" y="54802"/>
                  </a:lnTo>
                  <a:lnTo>
                    <a:pt x="57302" y="54917"/>
                  </a:lnTo>
                  <a:lnTo>
                    <a:pt x="57096" y="55009"/>
                  </a:lnTo>
                  <a:lnTo>
                    <a:pt x="56866" y="55101"/>
                  </a:lnTo>
                  <a:lnTo>
                    <a:pt x="56660" y="55146"/>
                  </a:lnTo>
                  <a:lnTo>
                    <a:pt x="56430" y="55192"/>
                  </a:lnTo>
                  <a:lnTo>
                    <a:pt x="56201" y="55215"/>
                  </a:lnTo>
                  <a:lnTo>
                    <a:pt x="55972" y="55215"/>
                  </a:lnTo>
                  <a:lnTo>
                    <a:pt x="55742" y="55169"/>
                  </a:lnTo>
                  <a:lnTo>
                    <a:pt x="55513" y="55123"/>
                  </a:lnTo>
                  <a:lnTo>
                    <a:pt x="55283" y="55055"/>
                  </a:lnTo>
                  <a:lnTo>
                    <a:pt x="55054" y="54963"/>
                  </a:lnTo>
                  <a:lnTo>
                    <a:pt x="54848" y="54825"/>
                  </a:lnTo>
                  <a:lnTo>
                    <a:pt x="54641" y="54665"/>
                  </a:lnTo>
                  <a:lnTo>
                    <a:pt x="54435" y="54504"/>
                  </a:lnTo>
                  <a:lnTo>
                    <a:pt x="54251" y="54275"/>
                  </a:lnTo>
                  <a:lnTo>
                    <a:pt x="54091" y="54045"/>
                  </a:lnTo>
                  <a:lnTo>
                    <a:pt x="53930" y="53770"/>
                  </a:lnTo>
                  <a:lnTo>
                    <a:pt x="53815" y="53518"/>
                  </a:lnTo>
                  <a:lnTo>
                    <a:pt x="53747" y="53242"/>
                  </a:lnTo>
                  <a:lnTo>
                    <a:pt x="53701" y="52990"/>
                  </a:lnTo>
                  <a:lnTo>
                    <a:pt x="53678" y="52738"/>
                  </a:lnTo>
                  <a:lnTo>
                    <a:pt x="53678" y="52485"/>
                  </a:lnTo>
                  <a:lnTo>
                    <a:pt x="53724" y="52256"/>
                  </a:lnTo>
                  <a:lnTo>
                    <a:pt x="53769" y="52027"/>
                  </a:lnTo>
                  <a:lnTo>
                    <a:pt x="53861" y="51797"/>
                  </a:lnTo>
                  <a:lnTo>
                    <a:pt x="53953" y="51591"/>
                  </a:lnTo>
                  <a:lnTo>
                    <a:pt x="54068" y="51384"/>
                  </a:lnTo>
                  <a:lnTo>
                    <a:pt x="54205" y="51201"/>
                  </a:lnTo>
                  <a:lnTo>
                    <a:pt x="54366" y="51017"/>
                  </a:lnTo>
                  <a:lnTo>
                    <a:pt x="54526" y="50857"/>
                  </a:lnTo>
                  <a:lnTo>
                    <a:pt x="54710" y="50719"/>
                  </a:lnTo>
                  <a:lnTo>
                    <a:pt x="54916" y="50582"/>
                  </a:lnTo>
                  <a:lnTo>
                    <a:pt x="55123" y="50467"/>
                  </a:lnTo>
                  <a:lnTo>
                    <a:pt x="55329" y="50375"/>
                  </a:lnTo>
                  <a:lnTo>
                    <a:pt x="55559" y="50283"/>
                  </a:lnTo>
                  <a:lnTo>
                    <a:pt x="55788" y="50237"/>
                  </a:lnTo>
                  <a:lnTo>
                    <a:pt x="56018" y="50192"/>
                  </a:lnTo>
                  <a:lnTo>
                    <a:pt x="56247" y="50169"/>
                  </a:lnTo>
                  <a:close/>
                  <a:moveTo>
                    <a:pt x="60582" y="45673"/>
                  </a:moveTo>
                  <a:lnTo>
                    <a:pt x="62601" y="49182"/>
                  </a:lnTo>
                  <a:lnTo>
                    <a:pt x="64620" y="52692"/>
                  </a:lnTo>
                  <a:lnTo>
                    <a:pt x="62624" y="56179"/>
                  </a:lnTo>
                  <a:lnTo>
                    <a:pt x="59091" y="56179"/>
                  </a:lnTo>
                  <a:lnTo>
                    <a:pt x="61110" y="52669"/>
                  </a:lnTo>
                  <a:lnTo>
                    <a:pt x="58793" y="48792"/>
                  </a:lnTo>
                  <a:lnTo>
                    <a:pt x="60582" y="45673"/>
                  </a:lnTo>
                  <a:close/>
                  <a:moveTo>
                    <a:pt x="74415" y="45237"/>
                  </a:moveTo>
                  <a:lnTo>
                    <a:pt x="68106" y="56179"/>
                  </a:lnTo>
                  <a:lnTo>
                    <a:pt x="64574" y="56179"/>
                  </a:lnTo>
                  <a:lnTo>
                    <a:pt x="70882" y="45237"/>
                  </a:lnTo>
                  <a:close/>
                  <a:moveTo>
                    <a:pt x="76158" y="53220"/>
                  </a:moveTo>
                  <a:lnTo>
                    <a:pt x="77924" y="56270"/>
                  </a:lnTo>
                  <a:lnTo>
                    <a:pt x="74392" y="56270"/>
                  </a:lnTo>
                  <a:lnTo>
                    <a:pt x="72625" y="53220"/>
                  </a:lnTo>
                  <a:close/>
                  <a:moveTo>
                    <a:pt x="147797" y="51660"/>
                  </a:moveTo>
                  <a:lnTo>
                    <a:pt x="148027" y="51683"/>
                  </a:lnTo>
                  <a:lnTo>
                    <a:pt x="148256" y="51706"/>
                  </a:lnTo>
                  <a:lnTo>
                    <a:pt x="148485" y="51751"/>
                  </a:lnTo>
                  <a:lnTo>
                    <a:pt x="148715" y="51843"/>
                  </a:lnTo>
                  <a:lnTo>
                    <a:pt x="148944" y="51935"/>
                  </a:lnTo>
                  <a:lnTo>
                    <a:pt x="149151" y="52073"/>
                  </a:lnTo>
                  <a:lnTo>
                    <a:pt x="149357" y="52233"/>
                  </a:lnTo>
                  <a:lnTo>
                    <a:pt x="149564" y="52440"/>
                  </a:lnTo>
                  <a:lnTo>
                    <a:pt x="149747" y="52646"/>
                  </a:lnTo>
                  <a:lnTo>
                    <a:pt x="149931" y="52898"/>
                  </a:lnTo>
                  <a:lnTo>
                    <a:pt x="150068" y="53174"/>
                  </a:lnTo>
                  <a:lnTo>
                    <a:pt x="150160" y="53426"/>
                  </a:lnTo>
                  <a:lnTo>
                    <a:pt x="150229" y="53678"/>
                  </a:lnTo>
                  <a:lnTo>
                    <a:pt x="150275" y="53931"/>
                  </a:lnTo>
                  <a:lnTo>
                    <a:pt x="150298" y="54183"/>
                  </a:lnTo>
                  <a:lnTo>
                    <a:pt x="150275" y="54435"/>
                  </a:lnTo>
                  <a:lnTo>
                    <a:pt x="150252" y="54665"/>
                  </a:lnTo>
                  <a:lnTo>
                    <a:pt x="150183" y="54894"/>
                  </a:lnTo>
                  <a:lnTo>
                    <a:pt x="150114" y="55101"/>
                  </a:lnTo>
                  <a:lnTo>
                    <a:pt x="149999" y="55307"/>
                  </a:lnTo>
                  <a:lnTo>
                    <a:pt x="149885" y="55513"/>
                  </a:lnTo>
                  <a:lnTo>
                    <a:pt x="149747" y="55697"/>
                  </a:lnTo>
                  <a:lnTo>
                    <a:pt x="149586" y="55858"/>
                  </a:lnTo>
                  <a:lnTo>
                    <a:pt x="149426" y="56018"/>
                  </a:lnTo>
                  <a:lnTo>
                    <a:pt x="149242" y="56179"/>
                  </a:lnTo>
                  <a:lnTo>
                    <a:pt x="149059" y="56293"/>
                  </a:lnTo>
                  <a:lnTo>
                    <a:pt x="148852" y="56408"/>
                  </a:lnTo>
                  <a:lnTo>
                    <a:pt x="148646" y="56500"/>
                  </a:lnTo>
                  <a:lnTo>
                    <a:pt x="148417" y="56592"/>
                  </a:lnTo>
                  <a:lnTo>
                    <a:pt x="148210" y="56637"/>
                  </a:lnTo>
                  <a:lnTo>
                    <a:pt x="147981" y="56683"/>
                  </a:lnTo>
                  <a:lnTo>
                    <a:pt x="147751" y="56706"/>
                  </a:lnTo>
                  <a:lnTo>
                    <a:pt x="147522" y="56683"/>
                  </a:lnTo>
                  <a:lnTo>
                    <a:pt x="147293" y="56660"/>
                  </a:lnTo>
                  <a:lnTo>
                    <a:pt x="147063" y="56615"/>
                  </a:lnTo>
                  <a:lnTo>
                    <a:pt x="146834" y="56546"/>
                  </a:lnTo>
                  <a:lnTo>
                    <a:pt x="146604" y="56454"/>
                  </a:lnTo>
                  <a:lnTo>
                    <a:pt x="146398" y="56316"/>
                  </a:lnTo>
                  <a:lnTo>
                    <a:pt x="146191" y="56156"/>
                  </a:lnTo>
                  <a:lnTo>
                    <a:pt x="145985" y="55972"/>
                  </a:lnTo>
                  <a:lnTo>
                    <a:pt x="145802" y="55766"/>
                  </a:lnTo>
                  <a:lnTo>
                    <a:pt x="145641" y="55536"/>
                  </a:lnTo>
                  <a:lnTo>
                    <a:pt x="145480" y="55261"/>
                  </a:lnTo>
                  <a:lnTo>
                    <a:pt x="145366" y="55009"/>
                  </a:lnTo>
                  <a:lnTo>
                    <a:pt x="145297" y="54734"/>
                  </a:lnTo>
                  <a:lnTo>
                    <a:pt x="145251" y="54481"/>
                  </a:lnTo>
                  <a:lnTo>
                    <a:pt x="145228" y="54229"/>
                  </a:lnTo>
                  <a:lnTo>
                    <a:pt x="145228" y="53977"/>
                  </a:lnTo>
                  <a:lnTo>
                    <a:pt x="145274" y="53747"/>
                  </a:lnTo>
                  <a:lnTo>
                    <a:pt x="145320" y="53518"/>
                  </a:lnTo>
                  <a:lnTo>
                    <a:pt x="145412" y="53288"/>
                  </a:lnTo>
                  <a:lnTo>
                    <a:pt x="145503" y="53082"/>
                  </a:lnTo>
                  <a:lnTo>
                    <a:pt x="145618" y="52875"/>
                  </a:lnTo>
                  <a:lnTo>
                    <a:pt x="145756" y="52692"/>
                  </a:lnTo>
                  <a:lnTo>
                    <a:pt x="145916" y="52508"/>
                  </a:lnTo>
                  <a:lnTo>
                    <a:pt x="146077" y="52348"/>
                  </a:lnTo>
                  <a:lnTo>
                    <a:pt x="146260" y="52210"/>
                  </a:lnTo>
                  <a:lnTo>
                    <a:pt x="146467" y="52073"/>
                  </a:lnTo>
                  <a:lnTo>
                    <a:pt x="146673" y="51958"/>
                  </a:lnTo>
                  <a:lnTo>
                    <a:pt x="146880" y="51866"/>
                  </a:lnTo>
                  <a:lnTo>
                    <a:pt x="147109" y="51774"/>
                  </a:lnTo>
                  <a:lnTo>
                    <a:pt x="147338" y="51728"/>
                  </a:lnTo>
                  <a:lnTo>
                    <a:pt x="147568" y="51683"/>
                  </a:lnTo>
                  <a:lnTo>
                    <a:pt x="147797" y="51660"/>
                  </a:lnTo>
                  <a:close/>
                  <a:moveTo>
                    <a:pt x="167892" y="54412"/>
                  </a:moveTo>
                  <a:lnTo>
                    <a:pt x="169658" y="57486"/>
                  </a:lnTo>
                  <a:lnTo>
                    <a:pt x="166126" y="57486"/>
                  </a:lnTo>
                  <a:lnTo>
                    <a:pt x="164359" y="54435"/>
                  </a:lnTo>
                  <a:lnTo>
                    <a:pt x="167892" y="54412"/>
                  </a:lnTo>
                  <a:close/>
                  <a:moveTo>
                    <a:pt x="152087" y="47072"/>
                  </a:moveTo>
                  <a:lnTo>
                    <a:pt x="154083" y="50582"/>
                  </a:lnTo>
                  <a:lnTo>
                    <a:pt x="156124" y="54091"/>
                  </a:lnTo>
                  <a:lnTo>
                    <a:pt x="154106" y="57578"/>
                  </a:lnTo>
                  <a:lnTo>
                    <a:pt x="150573" y="57601"/>
                  </a:lnTo>
                  <a:lnTo>
                    <a:pt x="152592" y="54091"/>
                  </a:lnTo>
                  <a:lnTo>
                    <a:pt x="150298" y="50192"/>
                  </a:lnTo>
                  <a:lnTo>
                    <a:pt x="152087" y="47072"/>
                  </a:lnTo>
                  <a:close/>
                  <a:moveTo>
                    <a:pt x="165919" y="46636"/>
                  </a:moveTo>
                  <a:lnTo>
                    <a:pt x="159588" y="57578"/>
                  </a:lnTo>
                  <a:lnTo>
                    <a:pt x="156078" y="57601"/>
                  </a:lnTo>
                  <a:lnTo>
                    <a:pt x="162387" y="46636"/>
                  </a:lnTo>
                  <a:close/>
                  <a:moveTo>
                    <a:pt x="19521" y="54917"/>
                  </a:moveTo>
                  <a:lnTo>
                    <a:pt x="21288" y="57968"/>
                  </a:lnTo>
                  <a:lnTo>
                    <a:pt x="17755" y="57968"/>
                  </a:lnTo>
                  <a:lnTo>
                    <a:pt x="15989" y="54917"/>
                  </a:lnTo>
                  <a:close/>
                  <a:moveTo>
                    <a:pt x="3716" y="47576"/>
                  </a:moveTo>
                  <a:lnTo>
                    <a:pt x="5712" y="51063"/>
                  </a:lnTo>
                  <a:lnTo>
                    <a:pt x="7753" y="54596"/>
                  </a:lnTo>
                  <a:lnTo>
                    <a:pt x="5735" y="58083"/>
                  </a:lnTo>
                  <a:lnTo>
                    <a:pt x="2202" y="58083"/>
                  </a:lnTo>
                  <a:lnTo>
                    <a:pt x="4221" y="54573"/>
                  </a:lnTo>
                  <a:lnTo>
                    <a:pt x="1927" y="50673"/>
                  </a:lnTo>
                  <a:lnTo>
                    <a:pt x="3716" y="47576"/>
                  </a:lnTo>
                  <a:close/>
                  <a:moveTo>
                    <a:pt x="17526" y="47118"/>
                  </a:moveTo>
                  <a:lnTo>
                    <a:pt x="11217" y="58083"/>
                  </a:lnTo>
                  <a:lnTo>
                    <a:pt x="7685" y="58083"/>
                  </a:lnTo>
                  <a:lnTo>
                    <a:pt x="14016" y="47118"/>
                  </a:lnTo>
                  <a:close/>
                  <a:moveTo>
                    <a:pt x="90449" y="53265"/>
                  </a:moveTo>
                  <a:lnTo>
                    <a:pt x="90679" y="53288"/>
                  </a:lnTo>
                  <a:lnTo>
                    <a:pt x="90908" y="53357"/>
                  </a:lnTo>
                  <a:lnTo>
                    <a:pt x="91137" y="53426"/>
                  </a:lnTo>
                  <a:lnTo>
                    <a:pt x="91367" y="53541"/>
                  </a:lnTo>
                  <a:lnTo>
                    <a:pt x="91573" y="53655"/>
                  </a:lnTo>
                  <a:lnTo>
                    <a:pt x="91780" y="53816"/>
                  </a:lnTo>
                  <a:lnTo>
                    <a:pt x="91986" y="54022"/>
                  </a:lnTo>
                  <a:lnTo>
                    <a:pt x="92170" y="54229"/>
                  </a:lnTo>
                  <a:lnTo>
                    <a:pt x="92330" y="54481"/>
                  </a:lnTo>
                  <a:lnTo>
                    <a:pt x="92468" y="54756"/>
                  </a:lnTo>
                  <a:lnTo>
                    <a:pt x="92583" y="55009"/>
                  </a:lnTo>
                  <a:lnTo>
                    <a:pt x="92651" y="55284"/>
                  </a:lnTo>
                  <a:lnTo>
                    <a:pt x="92697" y="55536"/>
                  </a:lnTo>
                  <a:lnTo>
                    <a:pt x="92697" y="55766"/>
                  </a:lnTo>
                  <a:lnTo>
                    <a:pt x="92697" y="56018"/>
                  </a:lnTo>
                  <a:lnTo>
                    <a:pt x="92651" y="56247"/>
                  </a:lnTo>
                  <a:lnTo>
                    <a:pt x="92606" y="56477"/>
                  </a:lnTo>
                  <a:lnTo>
                    <a:pt x="92514" y="56683"/>
                  </a:lnTo>
                  <a:lnTo>
                    <a:pt x="92422" y="56913"/>
                  </a:lnTo>
                  <a:lnTo>
                    <a:pt x="92307" y="57096"/>
                  </a:lnTo>
                  <a:lnTo>
                    <a:pt x="92170" y="57280"/>
                  </a:lnTo>
                  <a:lnTo>
                    <a:pt x="92009" y="57463"/>
                  </a:lnTo>
                  <a:lnTo>
                    <a:pt x="91849" y="57624"/>
                  </a:lnTo>
                  <a:lnTo>
                    <a:pt x="91665" y="57761"/>
                  </a:lnTo>
                  <a:lnTo>
                    <a:pt x="91459" y="57876"/>
                  </a:lnTo>
                  <a:lnTo>
                    <a:pt x="91275" y="57991"/>
                  </a:lnTo>
                  <a:lnTo>
                    <a:pt x="91046" y="58106"/>
                  </a:lnTo>
                  <a:lnTo>
                    <a:pt x="90839" y="58174"/>
                  </a:lnTo>
                  <a:lnTo>
                    <a:pt x="90610" y="58220"/>
                  </a:lnTo>
                  <a:lnTo>
                    <a:pt x="90380" y="58266"/>
                  </a:lnTo>
                  <a:lnTo>
                    <a:pt x="90151" y="58289"/>
                  </a:lnTo>
                  <a:lnTo>
                    <a:pt x="89922" y="58289"/>
                  </a:lnTo>
                  <a:lnTo>
                    <a:pt x="89692" y="58266"/>
                  </a:lnTo>
                  <a:lnTo>
                    <a:pt x="89463" y="58197"/>
                  </a:lnTo>
                  <a:lnTo>
                    <a:pt x="89233" y="58129"/>
                  </a:lnTo>
                  <a:lnTo>
                    <a:pt x="89027" y="58037"/>
                  </a:lnTo>
                  <a:lnTo>
                    <a:pt x="88798" y="57899"/>
                  </a:lnTo>
                  <a:lnTo>
                    <a:pt x="88591" y="57761"/>
                  </a:lnTo>
                  <a:lnTo>
                    <a:pt x="88408" y="57578"/>
                  </a:lnTo>
                  <a:lnTo>
                    <a:pt x="88224" y="57372"/>
                  </a:lnTo>
                  <a:lnTo>
                    <a:pt x="88041" y="57119"/>
                  </a:lnTo>
                  <a:lnTo>
                    <a:pt x="87903" y="56844"/>
                  </a:lnTo>
                  <a:lnTo>
                    <a:pt x="87788" y="56592"/>
                  </a:lnTo>
                  <a:lnTo>
                    <a:pt x="87697" y="56316"/>
                  </a:lnTo>
                  <a:lnTo>
                    <a:pt x="87651" y="56064"/>
                  </a:lnTo>
                  <a:lnTo>
                    <a:pt x="87628" y="55812"/>
                  </a:lnTo>
                  <a:lnTo>
                    <a:pt x="87651" y="55559"/>
                  </a:lnTo>
                  <a:lnTo>
                    <a:pt x="87674" y="55330"/>
                  </a:lnTo>
                  <a:lnTo>
                    <a:pt x="87742" y="55101"/>
                  </a:lnTo>
                  <a:lnTo>
                    <a:pt x="87811" y="54871"/>
                  </a:lnTo>
                  <a:lnTo>
                    <a:pt x="87903" y="54665"/>
                  </a:lnTo>
                  <a:lnTo>
                    <a:pt x="88041" y="54458"/>
                  </a:lnTo>
                  <a:lnTo>
                    <a:pt x="88178" y="54275"/>
                  </a:lnTo>
                  <a:lnTo>
                    <a:pt x="88339" y="54091"/>
                  </a:lnTo>
                  <a:lnTo>
                    <a:pt x="88499" y="53931"/>
                  </a:lnTo>
                  <a:lnTo>
                    <a:pt x="88683" y="53793"/>
                  </a:lnTo>
                  <a:lnTo>
                    <a:pt x="88866" y="53655"/>
                  </a:lnTo>
                  <a:lnTo>
                    <a:pt x="89073" y="53541"/>
                  </a:lnTo>
                  <a:lnTo>
                    <a:pt x="89302" y="53449"/>
                  </a:lnTo>
                  <a:lnTo>
                    <a:pt x="89509" y="53357"/>
                  </a:lnTo>
                  <a:lnTo>
                    <a:pt x="89738" y="53311"/>
                  </a:lnTo>
                  <a:lnTo>
                    <a:pt x="89968" y="53265"/>
                  </a:lnTo>
                  <a:close/>
                  <a:moveTo>
                    <a:pt x="94487" y="48655"/>
                  </a:moveTo>
                  <a:lnTo>
                    <a:pt x="96505" y="52164"/>
                  </a:lnTo>
                  <a:lnTo>
                    <a:pt x="98524" y="55674"/>
                  </a:lnTo>
                  <a:lnTo>
                    <a:pt x="96528" y="59184"/>
                  </a:lnTo>
                  <a:lnTo>
                    <a:pt x="92995" y="59184"/>
                  </a:lnTo>
                  <a:lnTo>
                    <a:pt x="95014" y="55674"/>
                  </a:lnTo>
                  <a:lnTo>
                    <a:pt x="92697" y="51774"/>
                  </a:lnTo>
                  <a:lnTo>
                    <a:pt x="94487" y="48655"/>
                  </a:lnTo>
                  <a:close/>
                  <a:moveTo>
                    <a:pt x="108319" y="48219"/>
                  </a:moveTo>
                  <a:lnTo>
                    <a:pt x="101988" y="59161"/>
                  </a:lnTo>
                  <a:lnTo>
                    <a:pt x="98478" y="59184"/>
                  </a:lnTo>
                  <a:lnTo>
                    <a:pt x="104786" y="48219"/>
                  </a:lnTo>
                  <a:close/>
                  <a:moveTo>
                    <a:pt x="110154" y="56179"/>
                  </a:moveTo>
                  <a:lnTo>
                    <a:pt x="111943" y="59253"/>
                  </a:lnTo>
                  <a:lnTo>
                    <a:pt x="108411" y="59253"/>
                  </a:lnTo>
                  <a:lnTo>
                    <a:pt x="106621" y="56202"/>
                  </a:lnTo>
                  <a:lnTo>
                    <a:pt x="110154" y="56179"/>
                  </a:lnTo>
                  <a:close/>
                  <a:moveTo>
                    <a:pt x="33377" y="54825"/>
                  </a:moveTo>
                  <a:lnTo>
                    <a:pt x="33606" y="54848"/>
                  </a:lnTo>
                  <a:lnTo>
                    <a:pt x="33835" y="54917"/>
                  </a:lnTo>
                  <a:lnTo>
                    <a:pt x="34065" y="54986"/>
                  </a:lnTo>
                  <a:lnTo>
                    <a:pt x="34294" y="55101"/>
                  </a:lnTo>
                  <a:lnTo>
                    <a:pt x="34501" y="55238"/>
                  </a:lnTo>
                  <a:lnTo>
                    <a:pt x="34707" y="55399"/>
                  </a:lnTo>
                  <a:lnTo>
                    <a:pt x="34913" y="55582"/>
                  </a:lnTo>
                  <a:lnTo>
                    <a:pt x="35097" y="55812"/>
                  </a:lnTo>
                  <a:lnTo>
                    <a:pt x="35258" y="56064"/>
                  </a:lnTo>
                  <a:lnTo>
                    <a:pt x="35395" y="56316"/>
                  </a:lnTo>
                  <a:lnTo>
                    <a:pt x="35510" y="56592"/>
                  </a:lnTo>
                  <a:lnTo>
                    <a:pt x="35579" y="56844"/>
                  </a:lnTo>
                  <a:lnTo>
                    <a:pt x="35625" y="57096"/>
                  </a:lnTo>
                  <a:lnTo>
                    <a:pt x="35625" y="57349"/>
                  </a:lnTo>
                  <a:lnTo>
                    <a:pt x="35625" y="57578"/>
                  </a:lnTo>
                  <a:lnTo>
                    <a:pt x="35579" y="57807"/>
                  </a:lnTo>
                  <a:lnTo>
                    <a:pt x="35533" y="58037"/>
                  </a:lnTo>
                  <a:lnTo>
                    <a:pt x="35441" y="58266"/>
                  </a:lnTo>
                  <a:lnTo>
                    <a:pt x="35349" y="58473"/>
                  </a:lnTo>
                  <a:lnTo>
                    <a:pt x="35235" y="58656"/>
                  </a:lnTo>
                  <a:lnTo>
                    <a:pt x="35097" y="58840"/>
                  </a:lnTo>
                  <a:lnTo>
                    <a:pt x="34936" y="59023"/>
                  </a:lnTo>
                  <a:lnTo>
                    <a:pt x="34776" y="59184"/>
                  </a:lnTo>
                  <a:lnTo>
                    <a:pt x="34592" y="59321"/>
                  </a:lnTo>
                  <a:lnTo>
                    <a:pt x="34386" y="59459"/>
                  </a:lnTo>
                  <a:lnTo>
                    <a:pt x="34202" y="59574"/>
                  </a:lnTo>
                  <a:lnTo>
                    <a:pt x="33973" y="59665"/>
                  </a:lnTo>
                  <a:lnTo>
                    <a:pt x="33766" y="59734"/>
                  </a:lnTo>
                  <a:lnTo>
                    <a:pt x="33537" y="59803"/>
                  </a:lnTo>
                  <a:lnTo>
                    <a:pt x="33308" y="59826"/>
                  </a:lnTo>
                  <a:lnTo>
                    <a:pt x="33078" y="59849"/>
                  </a:lnTo>
                  <a:lnTo>
                    <a:pt x="32849" y="59849"/>
                  </a:lnTo>
                  <a:lnTo>
                    <a:pt x="32620" y="59826"/>
                  </a:lnTo>
                  <a:lnTo>
                    <a:pt x="32390" y="59780"/>
                  </a:lnTo>
                  <a:lnTo>
                    <a:pt x="32184" y="59688"/>
                  </a:lnTo>
                  <a:lnTo>
                    <a:pt x="31954" y="59597"/>
                  </a:lnTo>
                  <a:lnTo>
                    <a:pt x="31748" y="59482"/>
                  </a:lnTo>
                  <a:lnTo>
                    <a:pt x="31541" y="59321"/>
                  </a:lnTo>
                  <a:lnTo>
                    <a:pt x="31335" y="59138"/>
                  </a:lnTo>
                  <a:lnTo>
                    <a:pt x="31151" y="58931"/>
                  </a:lnTo>
                  <a:lnTo>
                    <a:pt x="30968" y="58679"/>
                  </a:lnTo>
                  <a:lnTo>
                    <a:pt x="30830" y="58427"/>
                  </a:lnTo>
                  <a:lnTo>
                    <a:pt x="30716" y="58151"/>
                  </a:lnTo>
                  <a:lnTo>
                    <a:pt x="30647" y="57899"/>
                  </a:lnTo>
                  <a:lnTo>
                    <a:pt x="30578" y="57624"/>
                  </a:lnTo>
                  <a:lnTo>
                    <a:pt x="30555" y="57372"/>
                  </a:lnTo>
                  <a:lnTo>
                    <a:pt x="30578" y="57142"/>
                  </a:lnTo>
                  <a:lnTo>
                    <a:pt x="30601" y="56890"/>
                  </a:lnTo>
                  <a:lnTo>
                    <a:pt x="30670" y="56660"/>
                  </a:lnTo>
                  <a:lnTo>
                    <a:pt x="30739" y="56431"/>
                  </a:lnTo>
                  <a:lnTo>
                    <a:pt x="30853" y="56225"/>
                  </a:lnTo>
                  <a:lnTo>
                    <a:pt x="30968" y="56018"/>
                  </a:lnTo>
                  <a:lnTo>
                    <a:pt x="31106" y="55835"/>
                  </a:lnTo>
                  <a:lnTo>
                    <a:pt x="31266" y="55674"/>
                  </a:lnTo>
                  <a:lnTo>
                    <a:pt x="31427" y="55491"/>
                  </a:lnTo>
                  <a:lnTo>
                    <a:pt x="31610" y="55353"/>
                  </a:lnTo>
                  <a:lnTo>
                    <a:pt x="31817" y="55215"/>
                  </a:lnTo>
                  <a:lnTo>
                    <a:pt x="32000" y="55101"/>
                  </a:lnTo>
                  <a:lnTo>
                    <a:pt x="32230" y="55009"/>
                  </a:lnTo>
                  <a:lnTo>
                    <a:pt x="32436" y="54940"/>
                  </a:lnTo>
                  <a:lnTo>
                    <a:pt x="32665" y="54871"/>
                  </a:lnTo>
                  <a:lnTo>
                    <a:pt x="32895" y="54848"/>
                  </a:lnTo>
                  <a:lnTo>
                    <a:pt x="33147" y="54825"/>
                  </a:lnTo>
                  <a:close/>
                  <a:moveTo>
                    <a:pt x="53517" y="57830"/>
                  </a:moveTo>
                  <a:lnTo>
                    <a:pt x="55306" y="60881"/>
                  </a:lnTo>
                  <a:lnTo>
                    <a:pt x="51774" y="60881"/>
                  </a:lnTo>
                  <a:lnTo>
                    <a:pt x="49985" y="57830"/>
                  </a:lnTo>
                  <a:close/>
                  <a:moveTo>
                    <a:pt x="37712" y="50490"/>
                  </a:moveTo>
                  <a:lnTo>
                    <a:pt x="39708" y="53977"/>
                  </a:lnTo>
                  <a:lnTo>
                    <a:pt x="41749" y="57486"/>
                  </a:lnTo>
                  <a:lnTo>
                    <a:pt x="39731" y="60996"/>
                  </a:lnTo>
                  <a:lnTo>
                    <a:pt x="36198" y="60996"/>
                  </a:lnTo>
                  <a:lnTo>
                    <a:pt x="38240" y="57486"/>
                  </a:lnTo>
                  <a:lnTo>
                    <a:pt x="35923" y="53587"/>
                  </a:lnTo>
                  <a:lnTo>
                    <a:pt x="37712" y="50490"/>
                  </a:lnTo>
                  <a:close/>
                  <a:moveTo>
                    <a:pt x="51544" y="50031"/>
                  </a:moveTo>
                  <a:lnTo>
                    <a:pt x="45213" y="60996"/>
                  </a:lnTo>
                  <a:lnTo>
                    <a:pt x="41703" y="60996"/>
                  </a:lnTo>
                  <a:lnTo>
                    <a:pt x="48012" y="50031"/>
                  </a:lnTo>
                  <a:close/>
                  <a:moveTo>
                    <a:pt x="124927" y="56316"/>
                  </a:moveTo>
                  <a:lnTo>
                    <a:pt x="125156" y="56339"/>
                  </a:lnTo>
                  <a:lnTo>
                    <a:pt x="125386" y="56408"/>
                  </a:lnTo>
                  <a:lnTo>
                    <a:pt x="125615" y="56477"/>
                  </a:lnTo>
                  <a:lnTo>
                    <a:pt x="125844" y="56592"/>
                  </a:lnTo>
                  <a:lnTo>
                    <a:pt x="126051" y="56729"/>
                  </a:lnTo>
                  <a:lnTo>
                    <a:pt x="126257" y="56890"/>
                  </a:lnTo>
                  <a:lnTo>
                    <a:pt x="126464" y="57073"/>
                  </a:lnTo>
                  <a:lnTo>
                    <a:pt x="126647" y="57303"/>
                  </a:lnTo>
                  <a:lnTo>
                    <a:pt x="126808" y="57555"/>
                  </a:lnTo>
                  <a:lnTo>
                    <a:pt x="126946" y="57807"/>
                  </a:lnTo>
                  <a:lnTo>
                    <a:pt x="127060" y="58060"/>
                  </a:lnTo>
                  <a:lnTo>
                    <a:pt x="127129" y="58335"/>
                  </a:lnTo>
                  <a:lnTo>
                    <a:pt x="127175" y="58587"/>
                  </a:lnTo>
                  <a:lnTo>
                    <a:pt x="127175" y="58840"/>
                  </a:lnTo>
                  <a:lnTo>
                    <a:pt x="127175" y="59069"/>
                  </a:lnTo>
                  <a:lnTo>
                    <a:pt x="127129" y="59298"/>
                  </a:lnTo>
                  <a:lnTo>
                    <a:pt x="127083" y="59528"/>
                  </a:lnTo>
                  <a:lnTo>
                    <a:pt x="126991" y="59757"/>
                  </a:lnTo>
                  <a:lnTo>
                    <a:pt x="126900" y="59964"/>
                  </a:lnTo>
                  <a:lnTo>
                    <a:pt x="126785" y="60147"/>
                  </a:lnTo>
                  <a:lnTo>
                    <a:pt x="126647" y="60331"/>
                  </a:lnTo>
                  <a:lnTo>
                    <a:pt x="126487" y="60514"/>
                  </a:lnTo>
                  <a:lnTo>
                    <a:pt x="126326" y="60675"/>
                  </a:lnTo>
                  <a:lnTo>
                    <a:pt x="126143" y="60812"/>
                  </a:lnTo>
                  <a:lnTo>
                    <a:pt x="125936" y="60950"/>
                  </a:lnTo>
                  <a:lnTo>
                    <a:pt x="125753" y="61065"/>
                  </a:lnTo>
                  <a:lnTo>
                    <a:pt x="125546" y="61156"/>
                  </a:lnTo>
                  <a:lnTo>
                    <a:pt x="125317" y="61225"/>
                  </a:lnTo>
                  <a:lnTo>
                    <a:pt x="125087" y="61294"/>
                  </a:lnTo>
                  <a:lnTo>
                    <a:pt x="124858" y="61317"/>
                  </a:lnTo>
                  <a:lnTo>
                    <a:pt x="124629" y="61340"/>
                  </a:lnTo>
                  <a:lnTo>
                    <a:pt x="124399" y="61340"/>
                  </a:lnTo>
                  <a:lnTo>
                    <a:pt x="124170" y="61317"/>
                  </a:lnTo>
                  <a:lnTo>
                    <a:pt x="123940" y="61271"/>
                  </a:lnTo>
                  <a:lnTo>
                    <a:pt x="123734" y="61179"/>
                  </a:lnTo>
                  <a:lnTo>
                    <a:pt x="123505" y="61088"/>
                  </a:lnTo>
                  <a:lnTo>
                    <a:pt x="123298" y="60973"/>
                  </a:lnTo>
                  <a:lnTo>
                    <a:pt x="123092" y="60812"/>
                  </a:lnTo>
                  <a:lnTo>
                    <a:pt x="122885" y="60629"/>
                  </a:lnTo>
                  <a:lnTo>
                    <a:pt x="122702" y="60422"/>
                  </a:lnTo>
                  <a:lnTo>
                    <a:pt x="122518" y="60170"/>
                  </a:lnTo>
                  <a:lnTo>
                    <a:pt x="122381" y="59918"/>
                  </a:lnTo>
                  <a:lnTo>
                    <a:pt x="122266" y="59643"/>
                  </a:lnTo>
                  <a:lnTo>
                    <a:pt x="122197" y="59390"/>
                  </a:lnTo>
                  <a:lnTo>
                    <a:pt x="122128" y="59115"/>
                  </a:lnTo>
                  <a:lnTo>
                    <a:pt x="122128" y="58863"/>
                  </a:lnTo>
                  <a:lnTo>
                    <a:pt x="122128" y="58633"/>
                  </a:lnTo>
                  <a:lnTo>
                    <a:pt x="122151" y="58381"/>
                  </a:lnTo>
                  <a:lnTo>
                    <a:pt x="122220" y="58151"/>
                  </a:lnTo>
                  <a:lnTo>
                    <a:pt x="122289" y="57922"/>
                  </a:lnTo>
                  <a:lnTo>
                    <a:pt x="122404" y="57716"/>
                  </a:lnTo>
                  <a:lnTo>
                    <a:pt x="122518" y="57509"/>
                  </a:lnTo>
                  <a:lnTo>
                    <a:pt x="122656" y="57326"/>
                  </a:lnTo>
                  <a:lnTo>
                    <a:pt x="122816" y="57142"/>
                  </a:lnTo>
                  <a:lnTo>
                    <a:pt x="122977" y="56982"/>
                  </a:lnTo>
                  <a:lnTo>
                    <a:pt x="123161" y="56844"/>
                  </a:lnTo>
                  <a:lnTo>
                    <a:pt x="123367" y="56706"/>
                  </a:lnTo>
                  <a:lnTo>
                    <a:pt x="123550" y="56592"/>
                  </a:lnTo>
                  <a:lnTo>
                    <a:pt x="123780" y="56500"/>
                  </a:lnTo>
                  <a:lnTo>
                    <a:pt x="123986" y="56431"/>
                  </a:lnTo>
                  <a:lnTo>
                    <a:pt x="124216" y="56362"/>
                  </a:lnTo>
                  <a:lnTo>
                    <a:pt x="124445" y="56316"/>
                  </a:lnTo>
                  <a:close/>
                  <a:moveTo>
                    <a:pt x="144792" y="59069"/>
                  </a:moveTo>
                  <a:lnTo>
                    <a:pt x="146559" y="62120"/>
                  </a:lnTo>
                  <a:lnTo>
                    <a:pt x="143026" y="62120"/>
                  </a:lnTo>
                  <a:lnTo>
                    <a:pt x="141260" y="59069"/>
                  </a:lnTo>
                  <a:close/>
                  <a:moveTo>
                    <a:pt x="128987" y="51728"/>
                  </a:moveTo>
                  <a:lnTo>
                    <a:pt x="130983" y="55215"/>
                  </a:lnTo>
                  <a:lnTo>
                    <a:pt x="133001" y="58725"/>
                  </a:lnTo>
                  <a:lnTo>
                    <a:pt x="131006" y="62235"/>
                  </a:lnTo>
                  <a:lnTo>
                    <a:pt x="127473" y="62235"/>
                  </a:lnTo>
                  <a:lnTo>
                    <a:pt x="129492" y="58725"/>
                  </a:lnTo>
                  <a:lnTo>
                    <a:pt x="127175" y="54825"/>
                  </a:lnTo>
                  <a:lnTo>
                    <a:pt x="128987" y="51728"/>
                  </a:lnTo>
                  <a:close/>
                  <a:moveTo>
                    <a:pt x="142796" y="51270"/>
                  </a:moveTo>
                  <a:lnTo>
                    <a:pt x="136488" y="62235"/>
                  </a:lnTo>
                  <a:lnTo>
                    <a:pt x="132956" y="62235"/>
                  </a:lnTo>
                  <a:lnTo>
                    <a:pt x="139287" y="51270"/>
                  </a:lnTo>
                  <a:close/>
                  <a:moveTo>
                    <a:pt x="67166" y="58014"/>
                  </a:moveTo>
                  <a:lnTo>
                    <a:pt x="67418" y="58060"/>
                  </a:lnTo>
                  <a:lnTo>
                    <a:pt x="67648" y="58106"/>
                  </a:lnTo>
                  <a:lnTo>
                    <a:pt x="67877" y="58197"/>
                  </a:lnTo>
                  <a:lnTo>
                    <a:pt x="68084" y="58289"/>
                  </a:lnTo>
                  <a:lnTo>
                    <a:pt x="68313" y="58427"/>
                  </a:lnTo>
                  <a:lnTo>
                    <a:pt x="68519" y="58587"/>
                  </a:lnTo>
                  <a:lnTo>
                    <a:pt x="68703" y="58771"/>
                  </a:lnTo>
                  <a:lnTo>
                    <a:pt x="68886" y="59000"/>
                  </a:lnTo>
                  <a:lnTo>
                    <a:pt x="69070" y="59253"/>
                  </a:lnTo>
                  <a:lnTo>
                    <a:pt x="69208" y="59505"/>
                  </a:lnTo>
                  <a:lnTo>
                    <a:pt x="69299" y="59780"/>
                  </a:lnTo>
                  <a:lnTo>
                    <a:pt x="69368" y="60032"/>
                  </a:lnTo>
                  <a:lnTo>
                    <a:pt x="69414" y="60285"/>
                  </a:lnTo>
                  <a:lnTo>
                    <a:pt x="69437" y="60537"/>
                  </a:lnTo>
                  <a:lnTo>
                    <a:pt x="69437" y="60767"/>
                  </a:lnTo>
                  <a:lnTo>
                    <a:pt x="69391" y="61019"/>
                  </a:lnTo>
                  <a:lnTo>
                    <a:pt x="69322" y="61248"/>
                  </a:lnTo>
                  <a:lnTo>
                    <a:pt x="69253" y="61455"/>
                  </a:lnTo>
                  <a:lnTo>
                    <a:pt x="69162" y="61661"/>
                  </a:lnTo>
                  <a:lnTo>
                    <a:pt x="69024" y="61868"/>
                  </a:lnTo>
                  <a:lnTo>
                    <a:pt x="68886" y="62051"/>
                  </a:lnTo>
                  <a:lnTo>
                    <a:pt x="68749" y="62212"/>
                  </a:lnTo>
                  <a:lnTo>
                    <a:pt x="68565" y="62372"/>
                  </a:lnTo>
                  <a:lnTo>
                    <a:pt x="68382" y="62510"/>
                  </a:lnTo>
                  <a:lnTo>
                    <a:pt x="68198" y="62648"/>
                  </a:lnTo>
                  <a:lnTo>
                    <a:pt x="67992" y="62762"/>
                  </a:lnTo>
                  <a:lnTo>
                    <a:pt x="67785" y="62854"/>
                  </a:lnTo>
                  <a:lnTo>
                    <a:pt x="67579" y="62923"/>
                  </a:lnTo>
                  <a:lnTo>
                    <a:pt x="67349" y="62992"/>
                  </a:lnTo>
                  <a:lnTo>
                    <a:pt x="67120" y="63038"/>
                  </a:lnTo>
                  <a:lnTo>
                    <a:pt x="66661" y="63038"/>
                  </a:lnTo>
                  <a:lnTo>
                    <a:pt x="66432" y="63015"/>
                  </a:lnTo>
                  <a:lnTo>
                    <a:pt x="66203" y="62969"/>
                  </a:lnTo>
                  <a:lnTo>
                    <a:pt x="65973" y="62900"/>
                  </a:lnTo>
                  <a:lnTo>
                    <a:pt x="65767" y="62785"/>
                  </a:lnTo>
                  <a:lnTo>
                    <a:pt x="65537" y="62670"/>
                  </a:lnTo>
                  <a:lnTo>
                    <a:pt x="65331" y="62510"/>
                  </a:lnTo>
                  <a:lnTo>
                    <a:pt x="65147" y="62326"/>
                  </a:lnTo>
                  <a:lnTo>
                    <a:pt x="64964" y="62120"/>
                  </a:lnTo>
                  <a:lnTo>
                    <a:pt x="64780" y="61891"/>
                  </a:lnTo>
                  <a:lnTo>
                    <a:pt x="64643" y="61615"/>
                  </a:lnTo>
                  <a:lnTo>
                    <a:pt x="64528" y="61340"/>
                  </a:lnTo>
                  <a:lnTo>
                    <a:pt x="64436" y="61088"/>
                  </a:lnTo>
                  <a:lnTo>
                    <a:pt x="64390" y="60835"/>
                  </a:lnTo>
                  <a:lnTo>
                    <a:pt x="64367" y="60583"/>
                  </a:lnTo>
                  <a:lnTo>
                    <a:pt x="64367" y="60331"/>
                  </a:lnTo>
                  <a:lnTo>
                    <a:pt x="64413" y="60078"/>
                  </a:lnTo>
                  <a:lnTo>
                    <a:pt x="64459" y="59849"/>
                  </a:lnTo>
                  <a:lnTo>
                    <a:pt x="64551" y="59643"/>
                  </a:lnTo>
                  <a:lnTo>
                    <a:pt x="64643" y="59413"/>
                  </a:lnTo>
                  <a:lnTo>
                    <a:pt x="64757" y="59230"/>
                  </a:lnTo>
                  <a:lnTo>
                    <a:pt x="64918" y="59023"/>
                  </a:lnTo>
                  <a:lnTo>
                    <a:pt x="65056" y="58863"/>
                  </a:lnTo>
                  <a:lnTo>
                    <a:pt x="65239" y="58702"/>
                  </a:lnTo>
                  <a:lnTo>
                    <a:pt x="65423" y="58541"/>
                  </a:lnTo>
                  <a:lnTo>
                    <a:pt x="65606" y="58427"/>
                  </a:lnTo>
                  <a:lnTo>
                    <a:pt x="65813" y="58312"/>
                  </a:lnTo>
                  <a:lnTo>
                    <a:pt x="66019" y="58197"/>
                  </a:lnTo>
                  <a:lnTo>
                    <a:pt x="66248" y="58129"/>
                  </a:lnTo>
                  <a:lnTo>
                    <a:pt x="66478" y="58060"/>
                  </a:lnTo>
                  <a:lnTo>
                    <a:pt x="66707" y="58037"/>
                  </a:lnTo>
                  <a:lnTo>
                    <a:pt x="66937" y="58014"/>
                  </a:lnTo>
                  <a:close/>
                  <a:moveTo>
                    <a:pt x="87054" y="60835"/>
                  </a:moveTo>
                  <a:lnTo>
                    <a:pt x="88821" y="63886"/>
                  </a:lnTo>
                  <a:lnTo>
                    <a:pt x="85288" y="63886"/>
                  </a:lnTo>
                  <a:lnTo>
                    <a:pt x="83522" y="60835"/>
                  </a:lnTo>
                  <a:close/>
                  <a:moveTo>
                    <a:pt x="71226" y="53426"/>
                  </a:moveTo>
                  <a:lnTo>
                    <a:pt x="73245" y="56913"/>
                  </a:lnTo>
                  <a:lnTo>
                    <a:pt x="75263" y="60445"/>
                  </a:lnTo>
                  <a:lnTo>
                    <a:pt x="73245" y="63932"/>
                  </a:lnTo>
                  <a:lnTo>
                    <a:pt x="69712" y="63932"/>
                  </a:lnTo>
                  <a:lnTo>
                    <a:pt x="71754" y="60422"/>
                  </a:lnTo>
                  <a:lnTo>
                    <a:pt x="69437" y="56523"/>
                  </a:lnTo>
                  <a:lnTo>
                    <a:pt x="71226" y="53426"/>
                  </a:lnTo>
                  <a:close/>
                  <a:moveTo>
                    <a:pt x="85059" y="52990"/>
                  </a:moveTo>
                  <a:lnTo>
                    <a:pt x="78727" y="63932"/>
                  </a:lnTo>
                  <a:lnTo>
                    <a:pt x="75218" y="63932"/>
                  </a:lnTo>
                  <a:lnTo>
                    <a:pt x="81526" y="52990"/>
                  </a:lnTo>
                  <a:close/>
                  <a:moveTo>
                    <a:pt x="158693" y="59207"/>
                  </a:moveTo>
                  <a:lnTo>
                    <a:pt x="158923" y="59230"/>
                  </a:lnTo>
                  <a:lnTo>
                    <a:pt x="159152" y="59253"/>
                  </a:lnTo>
                  <a:lnTo>
                    <a:pt x="159382" y="59298"/>
                  </a:lnTo>
                  <a:lnTo>
                    <a:pt x="159611" y="59390"/>
                  </a:lnTo>
                  <a:lnTo>
                    <a:pt x="159840" y="59505"/>
                  </a:lnTo>
                  <a:lnTo>
                    <a:pt x="160047" y="59620"/>
                  </a:lnTo>
                  <a:lnTo>
                    <a:pt x="160253" y="59780"/>
                  </a:lnTo>
                  <a:lnTo>
                    <a:pt x="160460" y="59987"/>
                  </a:lnTo>
                  <a:lnTo>
                    <a:pt x="160643" y="60193"/>
                  </a:lnTo>
                  <a:lnTo>
                    <a:pt x="160827" y="60445"/>
                  </a:lnTo>
                  <a:lnTo>
                    <a:pt x="160964" y="60721"/>
                  </a:lnTo>
                  <a:lnTo>
                    <a:pt x="161056" y="60973"/>
                  </a:lnTo>
                  <a:lnTo>
                    <a:pt x="161125" y="61225"/>
                  </a:lnTo>
                  <a:lnTo>
                    <a:pt x="161171" y="61478"/>
                  </a:lnTo>
                  <a:lnTo>
                    <a:pt x="161194" y="61730"/>
                  </a:lnTo>
                  <a:lnTo>
                    <a:pt x="161171" y="61982"/>
                  </a:lnTo>
                  <a:lnTo>
                    <a:pt x="161148" y="62212"/>
                  </a:lnTo>
                  <a:lnTo>
                    <a:pt x="161079" y="62441"/>
                  </a:lnTo>
                  <a:lnTo>
                    <a:pt x="161010" y="62648"/>
                  </a:lnTo>
                  <a:lnTo>
                    <a:pt x="160896" y="62854"/>
                  </a:lnTo>
                  <a:lnTo>
                    <a:pt x="160781" y="63060"/>
                  </a:lnTo>
                  <a:lnTo>
                    <a:pt x="160643" y="63244"/>
                  </a:lnTo>
                  <a:lnTo>
                    <a:pt x="160483" y="63427"/>
                  </a:lnTo>
                  <a:lnTo>
                    <a:pt x="160322" y="63565"/>
                  </a:lnTo>
                  <a:lnTo>
                    <a:pt x="160139" y="63726"/>
                  </a:lnTo>
                  <a:lnTo>
                    <a:pt x="159955" y="63840"/>
                  </a:lnTo>
                  <a:lnTo>
                    <a:pt x="159749" y="63955"/>
                  </a:lnTo>
                  <a:lnTo>
                    <a:pt x="159542" y="64047"/>
                  </a:lnTo>
                  <a:lnTo>
                    <a:pt x="159313" y="64139"/>
                  </a:lnTo>
                  <a:lnTo>
                    <a:pt x="159106" y="64184"/>
                  </a:lnTo>
                  <a:lnTo>
                    <a:pt x="158877" y="64230"/>
                  </a:lnTo>
                  <a:lnTo>
                    <a:pt x="158647" y="64253"/>
                  </a:lnTo>
                  <a:lnTo>
                    <a:pt x="158418" y="64253"/>
                  </a:lnTo>
                  <a:lnTo>
                    <a:pt x="158189" y="64230"/>
                  </a:lnTo>
                  <a:lnTo>
                    <a:pt x="157959" y="64162"/>
                  </a:lnTo>
                  <a:lnTo>
                    <a:pt x="157730" y="64093"/>
                  </a:lnTo>
                  <a:lnTo>
                    <a:pt x="157501" y="64001"/>
                  </a:lnTo>
                  <a:lnTo>
                    <a:pt x="157294" y="63863"/>
                  </a:lnTo>
                  <a:lnTo>
                    <a:pt x="157088" y="63726"/>
                  </a:lnTo>
                  <a:lnTo>
                    <a:pt x="156881" y="63542"/>
                  </a:lnTo>
                  <a:lnTo>
                    <a:pt x="156698" y="63336"/>
                  </a:lnTo>
                  <a:lnTo>
                    <a:pt x="156537" y="63083"/>
                  </a:lnTo>
                  <a:lnTo>
                    <a:pt x="156376" y="62808"/>
                  </a:lnTo>
                  <a:lnTo>
                    <a:pt x="156262" y="62556"/>
                  </a:lnTo>
                  <a:lnTo>
                    <a:pt x="156193" y="62281"/>
                  </a:lnTo>
                  <a:lnTo>
                    <a:pt x="156147" y="62028"/>
                  </a:lnTo>
                  <a:lnTo>
                    <a:pt x="156124" y="61776"/>
                  </a:lnTo>
                  <a:lnTo>
                    <a:pt x="156124" y="61524"/>
                  </a:lnTo>
                  <a:lnTo>
                    <a:pt x="156170" y="61294"/>
                  </a:lnTo>
                  <a:lnTo>
                    <a:pt x="156216" y="61065"/>
                  </a:lnTo>
                  <a:lnTo>
                    <a:pt x="156308" y="60835"/>
                  </a:lnTo>
                  <a:lnTo>
                    <a:pt x="156399" y="60629"/>
                  </a:lnTo>
                  <a:lnTo>
                    <a:pt x="156514" y="60422"/>
                  </a:lnTo>
                  <a:lnTo>
                    <a:pt x="156652" y="60239"/>
                  </a:lnTo>
                  <a:lnTo>
                    <a:pt x="156812" y="60055"/>
                  </a:lnTo>
                  <a:lnTo>
                    <a:pt x="156973" y="59895"/>
                  </a:lnTo>
                  <a:lnTo>
                    <a:pt x="157156" y="59757"/>
                  </a:lnTo>
                  <a:lnTo>
                    <a:pt x="157363" y="59620"/>
                  </a:lnTo>
                  <a:lnTo>
                    <a:pt x="157569" y="59505"/>
                  </a:lnTo>
                  <a:lnTo>
                    <a:pt x="157776" y="59413"/>
                  </a:lnTo>
                  <a:lnTo>
                    <a:pt x="158005" y="59321"/>
                  </a:lnTo>
                  <a:lnTo>
                    <a:pt x="158235" y="59275"/>
                  </a:lnTo>
                  <a:lnTo>
                    <a:pt x="158464" y="59230"/>
                  </a:lnTo>
                  <a:lnTo>
                    <a:pt x="158693" y="59207"/>
                  </a:lnTo>
                  <a:close/>
                  <a:moveTo>
                    <a:pt x="10300" y="59620"/>
                  </a:moveTo>
                  <a:lnTo>
                    <a:pt x="10552" y="59643"/>
                  </a:lnTo>
                  <a:lnTo>
                    <a:pt x="10781" y="59665"/>
                  </a:lnTo>
                  <a:lnTo>
                    <a:pt x="11011" y="59711"/>
                  </a:lnTo>
                  <a:lnTo>
                    <a:pt x="11240" y="59803"/>
                  </a:lnTo>
                  <a:lnTo>
                    <a:pt x="11447" y="59895"/>
                  </a:lnTo>
                  <a:lnTo>
                    <a:pt x="11676" y="60032"/>
                  </a:lnTo>
                  <a:lnTo>
                    <a:pt x="11883" y="60193"/>
                  </a:lnTo>
                  <a:lnTo>
                    <a:pt x="12066" y="60400"/>
                  </a:lnTo>
                  <a:lnTo>
                    <a:pt x="12272" y="60606"/>
                  </a:lnTo>
                  <a:lnTo>
                    <a:pt x="12433" y="60858"/>
                  </a:lnTo>
                  <a:lnTo>
                    <a:pt x="12571" y="61134"/>
                  </a:lnTo>
                  <a:lnTo>
                    <a:pt x="12662" y="61386"/>
                  </a:lnTo>
                  <a:lnTo>
                    <a:pt x="12754" y="61638"/>
                  </a:lnTo>
                  <a:lnTo>
                    <a:pt x="12777" y="61891"/>
                  </a:lnTo>
                  <a:lnTo>
                    <a:pt x="12800" y="62143"/>
                  </a:lnTo>
                  <a:lnTo>
                    <a:pt x="12800" y="62395"/>
                  </a:lnTo>
                  <a:lnTo>
                    <a:pt x="12754" y="62625"/>
                  </a:lnTo>
                  <a:lnTo>
                    <a:pt x="12708" y="62854"/>
                  </a:lnTo>
                  <a:lnTo>
                    <a:pt x="12617" y="63060"/>
                  </a:lnTo>
                  <a:lnTo>
                    <a:pt x="12525" y="63267"/>
                  </a:lnTo>
                  <a:lnTo>
                    <a:pt x="12387" y="63473"/>
                  </a:lnTo>
                  <a:lnTo>
                    <a:pt x="12250" y="63657"/>
                  </a:lnTo>
                  <a:lnTo>
                    <a:pt x="12112" y="63817"/>
                  </a:lnTo>
                  <a:lnTo>
                    <a:pt x="11928" y="63978"/>
                  </a:lnTo>
                  <a:lnTo>
                    <a:pt x="11768" y="64139"/>
                  </a:lnTo>
                  <a:lnTo>
                    <a:pt x="11561" y="64253"/>
                  </a:lnTo>
                  <a:lnTo>
                    <a:pt x="11355" y="64368"/>
                  </a:lnTo>
                  <a:lnTo>
                    <a:pt x="11148" y="64460"/>
                  </a:lnTo>
                  <a:lnTo>
                    <a:pt x="10942" y="64552"/>
                  </a:lnTo>
                  <a:lnTo>
                    <a:pt x="10713" y="64597"/>
                  </a:lnTo>
                  <a:lnTo>
                    <a:pt x="10483" y="64643"/>
                  </a:lnTo>
                  <a:lnTo>
                    <a:pt x="10254" y="64666"/>
                  </a:lnTo>
                  <a:lnTo>
                    <a:pt x="10024" y="64643"/>
                  </a:lnTo>
                  <a:lnTo>
                    <a:pt x="9795" y="64620"/>
                  </a:lnTo>
                  <a:lnTo>
                    <a:pt x="9566" y="64574"/>
                  </a:lnTo>
                  <a:lnTo>
                    <a:pt x="9336" y="64506"/>
                  </a:lnTo>
                  <a:lnTo>
                    <a:pt x="9130" y="64414"/>
                  </a:lnTo>
                  <a:lnTo>
                    <a:pt x="8900" y="64276"/>
                  </a:lnTo>
                  <a:lnTo>
                    <a:pt x="8694" y="64116"/>
                  </a:lnTo>
                  <a:lnTo>
                    <a:pt x="8510" y="63932"/>
                  </a:lnTo>
                  <a:lnTo>
                    <a:pt x="8327" y="63726"/>
                  </a:lnTo>
                  <a:lnTo>
                    <a:pt x="8143" y="63496"/>
                  </a:lnTo>
                  <a:lnTo>
                    <a:pt x="8006" y="63221"/>
                  </a:lnTo>
                  <a:lnTo>
                    <a:pt x="7891" y="62969"/>
                  </a:lnTo>
                  <a:lnTo>
                    <a:pt x="7799" y="62693"/>
                  </a:lnTo>
                  <a:lnTo>
                    <a:pt x="7753" y="62441"/>
                  </a:lnTo>
                  <a:lnTo>
                    <a:pt x="7731" y="62189"/>
                  </a:lnTo>
                  <a:lnTo>
                    <a:pt x="7753" y="61936"/>
                  </a:lnTo>
                  <a:lnTo>
                    <a:pt x="7776" y="61707"/>
                  </a:lnTo>
                  <a:lnTo>
                    <a:pt x="7822" y="61478"/>
                  </a:lnTo>
                  <a:lnTo>
                    <a:pt x="7914" y="61248"/>
                  </a:lnTo>
                  <a:lnTo>
                    <a:pt x="8006" y="61042"/>
                  </a:lnTo>
                  <a:lnTo>
                    <a:pt x="8143" y="60835"/>
                  </a:lnTo>
                  <a:lnTo>
                    <a:pt x="8281" y="60652"/>
                  </a:lnTo>
                  <a:lnTo>
                    <a:pt x="8419" y="60468"/>
                  </a:lnTo>
                  <a:lnTo>
                    <a:pt x="8602" y="60308"/>
                  </a:lnTo>
                  <a:lnTo>
                    <a:pt x="8786" y="60170"/>
                  </a:lnTo>
                  <a:lnTo>
                    <a:pt x="8969" y="60032"/>
                  </a:lnTo>
                  <a:lnTo>
                    <a:pt x="9176" y="59918"/>
                  </a:lnTo>
                  <a:lnTo>
                    <a:pt x="9405" y="59826"/>
                  </a:lnTo>
                  <a:lnTo>
                    <a:pt x="9612" y="59734"/>
                  </a:lnTo>
                  <a:lnTo>
                    <a:pt x="9841" y="59688"/>
                  </a:lnTo>
                  <a:lnTo>
                    <a:pt x="10070" y="59643"/>
                  </a:lnTo>
                  <a:lnTo>
                    <a:pt x="10300" y="59620"/>
                  </a:lnTo>
                  <a:close/>
                  <a:moveTo>
                    <a:pt x="162983" y="54619"/>
                  </a:moveTo>
                  <a:lnTo>
                    <a:pt x="164979" y="58129"/>
                  </a:lnTo>
                  <a:lnTo>
                    <a:pt x="167020" y="61638"/>
                  </a:lnTo>
                  <a:lnTo>
                    <a:pt x="165002" y="65125"/>
                  </a:lnTo>
                  <a:lnTo>
                    <a:pt x="161469" y="65148"/>
                  </a:lnTo>
                  <a:lnTo>
                    <a:pt x="161469" y="65148"/>
                  </a:lnTo>
                  <a:lnTo>
                    <a:pt x="163488" y="61638"/>
                  </a:lnTo>
                  <a:lnTo>
                    <a:pt x="161194" y="57739"/>
                  </a:lnTo>
                  <a:lnTo>
                    <a:pt x="162983" y="54619"/>
                  </a:lnTo>
                  <a:close/>
                  <a:moveTo>
                    <a:pt x="30417" y="62464"/>
                  </a:moveTo>
                  <a:lnTo>
                    <a:pt x="32184" y="65538"/>
                  </a:lnTo>
                  <a:lnTo>
                    <a:pt x="28651" y="65538"/>
                  </a:lnTo>
                  <a:lnTo>
                    <a:pt x="26885" y="62487"/>
                  </a:lnTo>
                  <a:lnTo>
                    <a:pt x="30417" y="62464"/>
                  </a:lnTo>
                  <a:close/>
                  <a:moveTo>
                    <a:pt x="14612" y="55123"/>
                  </a:moveTo>
                  <a:lnTo>
                    <a:pt x="16608" y="58610"/>
                  </a:lnTo>
                  <a:lnTo>
                    <a:pt x="18650" y="62143"/>
                  </a:lnTo>
                  <a:lnTo>
                    <a:pt x="16631" y="65630"/>
                  </a:lnTo>
                  <a:lnTo>
                    <a:pt x="13098" y="65630"/>
                  </a:lnTo>
                  <a:lnTo>
                    <a:pt x="15117" y="62120"/>
                  </a:lnTo>
                  <a:lnTo>
                    <a:pt x="12823" y="58243"/>
                  </a:lnTo>
                  <a:lnTo>
                    <a:pt x="14612" y="55123"/>
                  </a:lnTo>
                  <a:close/>
                  <a:moveTo>
                    <a:pt x="28422" y="54688"/>
                  </a:moveTo>
                  <a:lnTo>
                    <a:pt x="22113" y="65630"/>
                  </a:lnTo>
                  <a:lnTo>
                    <a:pt x="18581" y="65630"/>
                  </a:lnTo>
                  <a:lnTo>
                    <a:pt x="24912" y="54688"/>
                  </a:lnTo>
                  <a:close/>
                  <a:moveTo>
                    <a:pt x="101185" y="60996"/>
                  </a:moveTo>
                  <a:lnTo>
                    <a:pt x="101437" y="61019"/>
                  </a:lnTo>
                  <a:lnTo>
                    <a:pt x="101667" y="61065"/>
                  </a:lnTo>
                  <a:lnTo>
                    <a:pt x="101896" y="61156"/>
                  </a:lnTo>
                  <a:lnTo>
                    <a:pt x="102102" y="61271"/>
                  </a:lnTo>
                  <a:lnTo>
                    <a:pt x="102332" y="61386"/>
                  </a:lnTo>
                  <a:lnTo>
                    <a:pt x="102538" y="61546"/>
                  </a:lnTo>
                  <a:lnTo>
                    <a:pt x="102722" y="61753"/>
                  </a:lnTo>
                  <a:lnTo>
                    <a:pt x="102905" y="61959"/>
                  </a:lnTo>
                  <a:lnTo>
                    <a:pt x="103089" y="62212"/>
                  </a:lnTo>
                  <a:lnTo>
                    <a:pt x="103226" y="62487"/>
                  </a:lnTo>
                  <a:lnTo>
                    <a:pt x="103318" y="62739"/>
                  </a:lnTo>
                  <a:lnTo>
                    <a:pt x="103387" y="62992"/>
                  </a:lnTo>
                  <a:lnTo>
                    <a:pt x="103433" y="63267"/>
                  </a:lnTo>
                  <a:lnTo>
                    <a:pt x="103456" y="63496"/>
                  </a:lnTo>
                  <a:lnTo>
                    <a:pt x="103433" y="63749"/>
                  </a:lnTo>
                  <a:lnTo>
                    <a:pt x="103410" y="63978"/>
                  </a:lnTo>
                  <a:lnTo>
                    <a:pt x="103341" y="64207"/>
                  </a:lnTo>
                  <a:lnTo>
                    <a:pt x="103272" y="64414"/>
                  </a:lnTo>
                  <a:lnTo>
                    <a:pt x="103158" y="64620"/>
                  </a:lnTo>
                  <a:lnTo>
                    <a:pt x="103043" y="64827"/>
                  </a:lnTo>
                  <a:lnTo>
                    <a:pt x="102905" y="65010"/>
                  </a:lnTo>
                  <a:lnTo>
                    <a:pt x="102768" y="65194"/>
                  </a:lnTo>
                  <a:lnTo>
                    <a:pt x="102584" y="65354"/>
                  </a:lnTo>
                  <a:lnTo>
                    <a:pt x="102401" y="65492"/>
                  </a:lnTo>
                  <a:lnTo>
                    <a:pt x="102217" y="65607"/>
                  </a:lnTo>
                  <a:lnTo>
                    <a:pt x="102011" y="65721"/>
                  </a:lnTo>
                  <a:lnTo>
                    <a:pt x="101804" y="65813"/>
                  </a:lnTo>
                  <a:lnTo>
                    <a:pt x="101598" y="65905"/>
                  </a:lnTo>
                  <a:lnTo>
                    <a:pt x="101368" y="65951"/>
                  </a:lnTo>
                  <a:lnTo>
                    <a:pt x="101139" y="65997"/>
                  </a:lnTo>
                  <a:lnTo>
                    <a:pt x="100910" y="66020"/>
                  </a:lnTo>
                  <a:lnTo>
                    <a:pt x="100680" y="66020"/>
                  </a:lnTo>
                  <a:lnTo>
                    <a:pt x="100451" y="65997"/>
                  </a:lnTo>
                  <a:lnTo>
                    <a:pt x="100221" y="65928"/>
                  </a:lnTo>
                  <a:lnTo>
                    <a:pt x="99992" y="65859"/>
                  </a:lnTo>
                  <a:lnTo>
                    <a:pt x="99763" y="65767"/>
                  </a:lnTo>
                  <a:lnTo>
                    <a:pt x="99556" y="65630"/>
                  </a:lnTo>
                  <a:lnTo>
                    <a:pt x="99350" y="65492"/>
                  </a:lnTo>
                  <a:lnTo>
                    <a:pt x="99166" y="65309"/>
                  </a:lnTo>
                  <a:lnTo>
                    <a:pt x="98960" y="65102"/>
                  </a:lnTo>
                  <a:lnTo>
                    <a:pt x="98799" y="64850"/>
                  </a:lnTo>
                  <a:lnTo>
                    <a:pt x="98639" y="64574"/>
                  </a:lnTo>
                  <a:lnTo>
                    <a:pt x="98547" y="64322"/>
                  </a:lnTo>
                  <a:lnTo>
                    <a:pt x="98455" y="64047"/>
                  </a:lnTo>
                  <a:lnTo>
                    <a:pt x="98409" y="63795"/>
                  </a:lnTo>
                  <a:lnTo>
                    <a:pt x="98386" y="63542"/>
                  </a:lnTo>
                  <a:lnTo>
                    <a:pt x="98386" y="63290"/>
                  </a:lnTo>
                  <a:lnTo>
                    <a:pt x="98432" y="63060"/>
                  </a:lnTo>
                  <a:lnTo>
                    <a:pt x="98478" y="62831"/>
                  </a:lnTo>
                  <a:lnTo>
                    <a:pt x="98570" y="62602"/>
                  </a:lnTo>
                  <a:lnTo>
                    <a:pt x="98661" y="62395"/>
                  </a:lnTo>
                  <a:lnTo>
                    <a:pt x="98776" y="62189"/>
                  </a:lnTo>
                  <a:lnTo>
                    <a:pt x="98914" y="62005"/>
                  </a:lnTo>
                  <a:lnTo>
                    <a:pt x="99074" y="61822"/>
                  </a:lnTo>
                  <a:lnTo>
                    <a:pt x="99258" y="61661"/>
                  </a:lnTo>
                  <a:lnTo>
                    <a:pt x="99441" y="61524"/>
                  </a:lnTo>
                  <a:lnTo>
                    <a:pt x="99625" y="61386"/>
                  </a:lnTo>
                  <a:lnTo>
                    <a:pt x="99831" y="61271"/>
                  </a:lnTo>
                  <a:lnTo>
                    <a:pt x="100038" y="61179"/>
                  </a:lnTo>
                  <a:lnTo>
                    <a:pt x="100267" y="61088"/>
                  </a:lnTo>
                  <a:lnTo>
                    <a:pt x="100497" y="61042"/>
                  </a:lnTo>
                  <a:lnTo>
                    <a:pt x="100726" y="60996"/>
                  </a:lnTo>
                  <a:close/>
                  <a:moveTo>
                    <a:pt x="121050" y="63749"/>
                  </a:moveTo>
                  <a:lnTo>
                    <a:pt x="122839" y="66800"/>
                  </a:lnTo>
                  <a:lnTo>
                    <a:pt x="119307" y="66800"/>
                  </a:lnTo>
                  <a:lnTo>
                    <a:pt x="117517" y="63749"/>
                  </a:lnTo>
                  <a:close/>
                  <a:moveTo>
                    <a:pt x="119077" y="55949"/>
                  </a:moveTo>
                  <a:lnTo>
                    <a:pt x="112746" y="66891"/>
                  </a:lnTo>
                  <a:lnTo>
                    <a:pt x="109236" y="66914"/>
                  </a:lnTo>
                  <a:lnTo>
                    <a:pt x="109236" y="66914"/>
                  </a:lnTo>
                  <a:lnTo>
                    <a:pt x="115545" y="55949"/>
                  </a:lnTo>
                  <a:close/>
                  <a:moveTo>
                    <a:pt x="105245" y="56385"/>
                  </a:moveTo>
                  <a:lnTo>
                    <a:pt x="107264" y="59895"/>
                  </a:lnTo>
                  <a:lnTo>
                    <a:pt x="109282" y="63405"/>
                  </a:lnTo>
                  <a:lnTo>
                    <a:pt x="107264" y="66914"/>
                  </a:lnTo>
                  <a:lnTo>
                    <a:pt x="103731" y="66914"/>
                  </a:lnTo>
                  <a:lnTo>
                    <a:pt x="105773" y="63405"/>
                  </a:lnTo>
                  <a:lnTo>
                    <a:pt x="103456" y="59505"/>
                  </a:lnTo>
                  <a:lnTo>
                    <a:pt x="105245" y="56385"/>
                  </a:lnTo>
                  <a:close/>
                  <a:moveTo>
                    <a:pt x="44548" y="62625"/>
                  </a:moveTo>
                  <a:lnTo>
                    <a:pt x="44800" y="62648"/>
                  </a:lnTo>
                  <a:lnTo>
                    <a:pt x="45030" y="62716"/>
                  </a:lnTo>
                  <a:lnTo>
                    <a:pt x="45259" y="62785"/>
                  </a:lnTo>
                  <a:lnTo>
                    <a:pt x="45465" y="62900"/>
                  </a:lnTo>
                  <a:lnTo>
                    <a:pt x="45695" y="63038"/>
                  </a:lnTo>
                  <a:lnTo>
                    <a:pt x="45901" y="63198"/>
                  </a:lnTo>
                  <a:lnTo>
                    <a:pt x="46085" y="63382"/>
                  </a:lnTo>
                  <a:lnTo>
                    <a:pt x="46268" y="63611"/>
                  </a:lnTo>
                  <a:lnTo>
                    <a:pt x="46452" y="63863"/>
                  </a:lnTo>
                  <a:lnTo>
                    <a:pt x="46590" y="64116"/>
                  </a:lnTo>
                  <a:lnTo>
                    <a:pt x="46681" y="64391"/>
                  </a:lnTo>
                  <a:lnTo>
                    <a:pt x="46750" y="64643"/>
                  </a:lnTo>
                  <a:lnTo>
                    <a:pt x="46796" y="64896"/>
                  </a:lnTo>
                  <a:lnTo>
                    <a:pt x="46819" y="65148"/>
                  </a:lnTo>
                  <a:lnTo>
                    <a:pt x="46796" y="65377"/>
                  </a:lnTo>
                  <a:lnTo>
                    <a:pt x="46773" y="65607"/>
                  </a:lnTo>
                  <a:lnTo>
                    <a:pt x="46704" y="65836"/>
                  </a:lnTo>
                  <a:lnTo>
                    <a:pt x="46635" y="66065"/>
                  </a:lnTo>
                  <a:lnTo>
                    <a:pt x="46521" y="66272"/>
                  </a:lnTo>
                  <a:lnTo>
                    <a:pt x="46406" y="66455"/>
                  </a:lnTo>
                  <a:lnTo>
                    <a:pt x="46268" y="66639"/>
                  </a:lnTo>
                  <a:lnTo>
                    <a:pt x="46131" y="66822"/>
                  </a:lnTo>
                  <a:lnTo>
                    <a:pt x="45947" y="66983"/>
                  </a:lnTo>
                  <a:lnTo>
                    <a:pt x="45764" y="67121"/>
                  </a:lnTo>
                  <a:lnTo>
                    <a:pt x="45580" y="67258"/>
                  </a:lnTo>
                  <a:lnTo>
                    <a:pt x="45374" y="67373"/>
                  </a:lnTo>
                  <a:lnTo>
                    <a:pt x="45167" y="67465"/>
                  </a:lnTo>
                  <a:lnTo>
                    <a:pt x="44961" y="67534"/>
                  </a:lnTo>
                  <a:lnTo>
                    <a:pt x="44731" y="67602"/>
                  </a:lnTo>
                  <a:lnTo>
                    <a:pt x="44502" y="67625"/>
                  </a:lnTo>
                  <a:lnTo>
                    <a:pt x="44273" y="67648"/>
                  </a:lnTo>
                  <a:lnTo>
                    <a:pt x="44043" y="67648"/>
                  </a:lnTo>
                  <a:lnTo>
                    <a:pt x="43814" y="67625"/>
                  </a:lnTo>
                  <a:lnTo>
                    <a:pt x="43584" y="67579"/>
                  </a:lnTo>
                  <a:lnTo>
                    <a:pt x="43355" y="67488"/>
                  </a:lnTo>
                  <a:lnTo>
                    <a:pt x="43126" y="67396"/>
                  </a:lnTo>
                  <a:lnTo>
                    <a:pt x="42919" y="67281"/>
                  </a:lnTo>
                  <a:lnTo>
                    <a:pt x="42713" y="67121"/>
                  </a:lnTo>
                  <a:lnTo>
                    <a:pt x="42506" y="66937"/>
                  </a:lnTo>
                  <a:lnTo>
                    <a:pt x="42323" y="66731"/>
                  </a:lnTo>
                  <a:lnTo>
                    <a:pt x="42162" y="66478"/>
                  </a:lnTo>
                  <a:lnTo>
                    <a:pt x="42002" y="66226"/>
                  </a:lnTo>
                  <a:lnTo>
                    <a:pt x="41910" y="65951"/>
                  </a:lnTo>
                  <a:lnTo>
                    <a:pt x="41818" y="65698"/>
                  </a:lnTo>
                  <a:lnTo>
                    <a:pt x="41772" y="65423"/>
                  </a:lnTo>
                  <a:lnTo>
                    <a:pt x="41749" y="65171"/>
                  </a:lnTo>
                  <a:lnTo>
                    <a:pt x="41749" y="64941"/>
                  </a:lnTo>
                  <a:lnTo>
                    <a:pt x="41795" y="64689"/>
                  </a:lnTo>
                  <a:lnTo>
                    <a:pt x="41841" y="64460"/>
                  </a:lnTo>
                  <a:lnTo>
                    <a:pt x="41933" y="64230"/>
                  </a:lnTo>
                  <a:lnTo>
                    <a:pt x="42025" y="64024"/>
                  </a:lnTo>
                  <a:lnTo>
                    <a:pt x="42139" y="63817"/>
                  </a:lnTo>
                  <a:lnTo>
                    <a:pt x="42277" y="63634"/>
                  </a:lnTo>
                  <a:lnTo>
                    <a:pt x="42438" y="63473"/>
                  </a:lnTo>
                  <a:lnTo>
                    <a:pt x="42621" y="63313"/>
                  </a:lnTo>
                  <a:lnTo>
                    <a:pt x="42805" y="63152"/>
                  </a:lnTo>
                  <a:lnTo>
                    <a:pt x="42988" y="63015"/>
                  </a:lnTo>
                  <a:lnTo>
                    <a:pt x="43195" y="62900"/>
                  </a:lnTo>
                  <a:lnTo>
                    <a:pt x="43401" y="62808"/>
                  </a:lnTo>
                  <a:lnTo>
                    <a:pt x="43630" y="62739"/>
                  </a:lnTo>
                  <a:lnTo>
                    <a:pt x="43860" y="62670"/>
                  </a:lnTo>
                  <a:lnTo>
                    <a:pt x="44089" y="62648"/>
                  </a:lnTo>
                  <a:lnTo>
                    <a:pt x="44319" y="62625"/>
                  </a:lnTo>
                  <a:close/>
                  <a:moveTo>
                    <a:pt x="64413" y="65377"/>
                  </a:moveTo>
                  <a:lnTo>
                    <a:pt x="66203" y="68428"/>
                  </a:lnTo>
                  <a:lnTo>
                    <a:pt x="62670" y="68428"/>
                  </a:lnTo>
                  <a:lnTo>
                    <a:pt x="60881" y="65377"/>
                  </a:lnTo>
                  <a:close/>
                  <a:moveTo>
                    <a:pt x="48608" y="58037"/>
                  </a:moveTo>
                  <a:lnTo>
                    <a:pt x="50604" y="61524"/>
                  </a:lnTo>
                  <a:lnTo>
                    <a:pt x="52645" y="65056"/>
                  </a:lnTo>
                  <a:lnTo>
                    <a:pt x="50627" y="68543"/>
                  </a:lnTo>
                  <a:lnTo>
                    <a:pt x="47094" y="68543"/>
                  </a:lnTo>
                  <a:lnTo>
                    <a:pt x="49136" y="65033"/>
                  </a:lnTo>
                  <a:lnTo>
                    <a:pt x="46819" y="61134"/>
                  </a:lnTo>
                  <a:lnTo>
                    <a:pt x="48608" y="58037"/>
                  </a:lnTo>
                  <a:close/>
                  <a:moveTo>
                    <a:pt x="62440" y="57578"/>
                  </a:moveTo>
                  <a:lnTo>
                    <a:pt x="56109" y="68543"/>
                  </a:lnTo>
                  <a:lnTo>
                    <a:pt x="52600" y="68543"/>
                  </a:lnTo>
                  <a:lnTo>
                    <a:pt x="58908" y="57578"/>
                  </a:lnTo>
                  <a:close/>
                  <a:moveTo>
                    <a:pt x="135823" y="63863"/>
                  </a:moveTo>
                  <a:lnTo>
                    <a:pt x="136052" y="63909"/>
                  </a:lnTo>
                  <a:lnTo>
                    <a:pt x="136282" y="63955"/>
                  </a:lnTo>
                  <a:lnTo>
                    <a:pt x="136511" y="64024"/>
                  </a:lnTo>
                  <a:lnTo>
                    <a:pt x="136741" y="64139"/>
                  </a:lnTo>
                  <a:lnTo>
                    <a:pt x="136947" y="64276"/>
                  </a:lnTo>
                  <a:lnTo>
                    <a:pt x="137153" y="64437"/>
                  </a:lnTo>
                  <a:lnTo>
                    <a:pt x="137360" y="64620"/>
                  </a:lnTo>
                  <a:lnTo>
                    <a:pt x="137543" y="64850"/>
                  </a:lnTo>
                  <a:lnTo>
                    <a:pt x="137704" y="65102"/>
                  </a:lnTo>
                  <a:lnTo>
                    <a:pt x="137842" y="65354"/>
                  </a:lnTo>
                  <a:lnTo>
                    <a:pt x="137956" y="65630"/>
                  </a:lnTo>
                  <a:lnTo>
                    <a:pt x="138025" y="65882"/>
                  </a:lnTo>
                  <a:lnTo>
                    <a:pt x="138071" y="66134"/>
                  </a:lnTo>
                  <a:lnTo>
                    <a:pt x="138071" y="66387"/>
                  </a:lnTo>
                  <a:lnTo>
                    <a:pt x="138071" y="66616"/>
                  </a:lnTo>
                  <a:lnTo>
                    <a:pt x="138025" y="66868"/>
                  </a:lnTo>
                  <a:lnTo>
                    <a:pt x="137979" y="67075"/>
                  </a:lnTo>
                  <a:lnTo>
                    <a:pt x="137887" y="67304"/>
                  </a:lnTo>
                  <a:lnTo>
                    <a:pt x="137796" y="67511"/>
                  </a:lnTo>
                  <a:lnTo>
                    <a:pt x="137681" y="67694"/>
                  </a:lnTo>
                  <a:lnTo>
                    <a:pt x="137543" y="67901"/>
                  </a:lnTo>
                  <a:lnTo>
                    <a:pt x="137383" y="68061"/>
                  </a:lnTo>
                  <a:lnTo>
                    <a:pt x="137222" y="68222"/>
                  </a:lnTo>
                  <a:lnTo>
                    <a:pt x="137039" y="68359"/>
                  </a:lnTo>
                  <a:lnTo>
                    <a:pt x="136832" y="68497"/>
                  </a:lnTo>
                  <a:lnTo>
                    <a:pt x="136649" y="68612"/>
                  </a:lnTo>
                  <a:lnTo>
                    <a:pt x="136419" y="68704"/>
                  </a:lnTo>
                  <a:lnTo>
                    <a:pt x="136213" y="68772"/>
                  </a:lnTo>
                  <a:lnTo>
                    <a:pt x="135984" y="68841"/>
                  </a:lnTo>
                  <a:lnTo>
                    <a:pt x="135754" y="68887"/>
                  </a:lnTo>
                  <a:lnTo>
                    <a:pt x="135295" y="68887"/>
                  </a:lnTo>
                  <a:lnTo>
                    <a:pt x="135066" y="68864"/>
                  </a:lnTo>
                  <a:lnTo>
                    <a:pt x="134837" y="68818"/>
                  </a:lnTo>
                  <a:lnTo>
                    <a:pt x="134630" y="68749"/>
                  </a:lnTo>
                  <a:lnTo>
                    <a:pt x="134401" y="68635"/>
                  </a:lnTo>
                  <a:lnTo>
                    <a:pt x="134194" y="68520"/>
                  </a:lnTo>
                  <a:lnTo>
                    <a:pt x="133988" y="68359"/>
                  </a:lnTo>
                  <a:lnTo>
                    <a:pt x="133781" y="68176"/>
                  </a:lnTo>
                  <a:lnTo>
                    <a:pt x="133598" y="67969"/>
                  </a:lnTo>
                  <a:lnTo>
                    <a:pt x="133414" y="67740"/>
                  </a:lnTo>
                  <a:lnTo>
                    <a:pt x="133277" y="67465"/>
                  </a:lnTo>
                  <a:lnTo>
                    <a:pt x="133162" y="67190"/>
                  </a:lnTo>
                  <a:lnTo>
                    <a:pt x="133093" y="66937"/>
                  </a:lnTo>
                  <a:lnTo>
                    <a:pt x="133024" y="66685"/>
                  </a:lnTo>
                  <a:lnTo>
                    <a:pt x="133001" y="66433"/>
                  </a:lnTo>
                  <a:lnTo>
                    <a:pt x="133024" y="66180"/>
                  </a:lnTo>
                  <a:lnTo>
                    <a:pt x="133047" y="65928"/>
                  </a:lnTo>
                  <a:lnTo>
                    <a:pt x="133116" y="65698"/>
                  </a:lnTo>
                  <a:lnTo>
                    <a:pt x="133185" y="65492"/>
                  </a:lnTo>
                  <a:lnTo>
                    <a:pt x="133300" y="65263"/>
                  </a:lnTo>
                  <a:lnTo>
                    <a:pt x="133414" y="65079"/>
                  </a:lnTo>
                  <a:lnTo>
                    <a:pt x="133552" y="64873"/>
                  </a:lnTo>
                  <a:lnTo>
                    <a:pt x="133713" y="64712"/>
                  </a:lnTo>
                  <a:lnTo>
                    <a:pt x="133873" y="64552"/>
                  </a:lnTo>
                  <a:lnTo>
                    <a:pt x="134057" y="64391"/>
                  </a:lnTo>
                  <a:lnTo>
                    <a:pt x="134263" y="64253"/>
                  </a:lnTo>
                  <a:lnTo>
                    <a:pt x="134447" y="64139"/>
                  </a:lnTo>
                  <a:lnTo>
                    <a:pt x="134676" y="64047"/>
                  </a:lnTo>
                  <a:lnTo>
                    <a:pt x="134882" y="63978"/>
                  </a:lnTo>
                  <a:lnTo>
                    <a:pt x="135112" y="63909"/>
                  </a:lnTo>
                  <a:lnTo>
                    <a:pt x="135341" y="63886"/>
                  </a:lnTo>
                  <a:lnTo>
                    <a:pt x="135594" y="63863"/>
                  </a:lnTo>
                  <a:close/>
                  <a:moveTo>
                    <a:pt x="155642" y="66616"/>
                  </a:moveTo>
                  <a:lnTo>
                    <a:pt x="157409" y="69667"/>
                  </a:lnTo>
                  <a:lnTo>
                    <a:pt x="153876" y="69667"/>
                  </a:lnTo>
                  <a:lnTo>
                    <a:pt x="152110" y="66616"/>
                  </a:lnTo>
                  <a:close/>
                  <a:moveTo>
                    <a:pt x="139883" y="59275"/>
                  </a:moveTo>
                  <a:lnTo>
                    <a:pt x="141879" y="62762"/>
                  </a:lnTo>
                  <a:lnTo>
                    <a:pt x="143898" y="66295"/>
                  </a:lnTo>
                  <a:lnTo>
                    <a:pt x="141902" y="69782"/>
                  </a:lnTo>
                  <a:lnTo>
                    <a:pt x="138369" y="69782"/>
                  </a:lnTo>
                  <a:lnTo>
                    <a:pt x="140388" y="66272"/>
                  </a:lnTo>
                  <a:lnTo>
                    <a:pt x="138071" y="62372"/>
                  </a:lnTo>
                  <a:lnTo>
                    <a:pt x="139883" y="59275"/>
                  </a:lnTo>
                  <a:close/>
                  <a:moveTo>
                    <a:pt x="153693" y="58817"/>
                  </a:moveTo>
                  <a:lnTo>
                    <a:pt x="147384" y="69782"/>
                  </a:lnTo>
                  <a:lnTo>
                    <a:pt x="143852" y="69782"/>
                  </a:lnTo>
                  <a:lnTo>
                    <a:pt x="150183" y="58817"/>
                  </a:lnTo>
                  <a:close/>
                  <a:moveTo>
                    <a:pt x="7547" y="67281"/>
                  </a:moveTo>
                  <a:lnTo>
                    <a:pt x="9313" y="70332"/>
                  </a:lnTo>
                  <a:lnTo>
                    <a:pt x="5781" y="70332"/>
                  </a:lnTo>
                  <a:lnTo>
                    <a:pt x="4014" y="67281"/>
                  </a:lnTo>
                  <a:close/>
                  <a:moveTo>
                    <a:pt x="78085" y="65630"/>
                  </a:moveTo>
                  <a:lnTo>
                    <a:pt x="78314" y="65676"/>
                  </a:lnTo>
                  <a:lnTo>
                    <a:pt x="78544" y="65721"/>
                  </a:lnTo>
                  <a:lnTo>
                    <a:pt x="78773" y="65790"/>
                  </a:lnTo>
                  <a:lnTo>
                    <a:pt x="79003" y="65905"/>
                  </a:lnTo>
                  <a:lnTo>
                    <a:pt x="79209" y="66043"/>
                  </a:lnTo>
                  <a:lnTo>
                    <a:pt x="79415" y="66203"/>
                  </a:lnTo>
                  <a:lnTo>
                    <a:pt x="79622" y="66387"/>
                  </a:lnTo>
                  <a:lnTo>
                    <a:pt x="79805" y="66616"/>
                  </a:lnTo>
                  <a:lnTo>
                    <a:pt x="79989" y="66868"/>
                  </a:lnTo>
                  <a:lnTo>
                    <a:pt x="80104" y="67121"/>
                  </a:lnTo>
                  <a:lnTo>
                    <a:pt x="80218" y="67396"/>
                  </a:lnTo>
                  <a:lnTo>
                    <a:pt x="80287" y="67648"/>
                  </a:lnTo>
                  <a:lnTo>
                    <a:pt x="80333" y="67901"/>
                  </a:lnTo>
                  <a:lnTo>
                    <a:pt x="80356" y="68153"/>
                  </a:lnTo>
                  <a:lnTo>
                    <a:pt x="80333" y="68382"/>
                  </a:lnTo>
                  <a:lnTo>
                    <a:pt x="80310" y="68635"/>
                  </a:lnTo>
                  <a:lnTo>
                    <a:pt x="80241" y="68841"/>
                  </a:lnTo>
                  <a:lnTo>
                    <a:pt x="80150" y="69071"/>
                  </a:lnTo>
                  <a:lnTo>
                    <a:pt x="80058" y="69277"/>
                  </a:lnTo>
                  <a:lnTo>
                    <a:pt x="79943" y="69461"/>
                  </a:lnTo>
                  <a:lnTo>
                    <a:pt x="79805" y="69667"/>
                  </a:lnTo>
                  <a:lnTo>
                    <a:pt x="79645" y="69828"/>
                  </a:lnTo>
                  <a:lnTo>
                    <a:pt x="79484" y="69988"/>
                  </a:lnTo>
                  <a:lnTo>
                    <a:pt x="79301" y="70126"/>
                  </a:lnTo>
                  <a:lnTo>
                    <a:pt x="79117" y="70263"/>
                  </a:lnTo>
                  <a:lnTo>
                    <a:pt x="78911" y="70378"/>
                  </a:lnTo>
                  <a:lnTo>
                    <a:pt x="78704" y="70470"/>
                  </a:lnTo>
                  <a:lnTo>
                    <a:pt x="78475" y="70539"/>
                  </a:lnTo>
                  <a:lnTo>
                    <a:pt x="78269" y="70607"/>
                  </a:lnTo>
                  <a:lnTo>
                    <a:pt x="78039" y="70653"/>
                  </a:lnTo>
                  <a:lnTo>
                    <a:pt x="77580" y="70653"/>
                  </a:lnTo>
                  <a:lnTo>
                    <a:pt x="77351" y="70630"/>
                  </a:lnTo>
                  <a:lnTo>
                    <a:pt x="77122" y="70585"/>
                  </a:lnTo>
                  <a:lnTo>
                    <a:pt x="76892" y="70516"/>
                  </a:lnTo>
                  <a:lnTo>
                    <a:pt x="76663" y="70401"/>
                  </a:lnTo>
                  <a:lnTo>
                    <a:pt x="76456" y="70286"/>
                  </a:lnTo>
                  <a:lnTo>
                    <a:pt x="76250" y="70126"/>
                  </a:lnTo>
                  <a:lnTo>
                    <a:pt x="76043" y="69942"/>
                  </a:lnTo>
                  <a:lnTo>
                    <a:pt x="75860" y="69736"/>
                  </a:lnTo>
                  <a:lnTo>
                    <a:pt x="75676" y="69506"/>
                  </a:lnTo>
                  <a:lnTo>
                    <a:pt x="75539" y="69231"/>
                  </a:lnTo>
                  <a:lnTo>
                    <a:pt x="75424" y="68956"/>
                  </a:lnTo>
                  <a:lnTo>
                    <a:pt x="75355" y="68704"/>
                  </a:lnTo>
                  <a:lnTo>
                    <a:pt x="75309" y="68451"/>
                  </a:lnTo>
                  <a:lnTo>
                    <a:pt x="75286" y="68199"/>
                  </a:lnTo>
                  <a:lnTo>
                    <a:pt x="75286" y="67947"/>
                  </a:lnTo>
                  <a:lnTo>
                    <a:pt x="75309" y="67694"/>
                  </a:lnTo>
                  <a:lnTo>
                    <a:pt x="75378" y="67465"/>
                  </a:lnTo>
                  <a:lnTo>
                    <a:pt x="75447" y="67258"/>
                  </a:lnTo>
                  <a:lnTo>
                    <a:pt x="75562" y="67029"/>
                  </a:lnTo>
                  <a:lnTo>
                    <a:pt x="75676" y="66845"/>
                  </a:lnTo>
                  <a:lnTo>
                    <a:pt x="75814" y="66639"/>
                  </a:lnTo>
                  <a:lnTo>
                    <a:pt x="75975" y="66478"/>
                  </a:lnTo>
                  <a:lnTo>
                    <a:pt x="76135" y="66318"/>
                  </a:lnTo>
                  <a:lnTo>
                    <a:pt x="76319" y="66157"/>
                  </a:lnTo>
                  <a:lnTo>
                    <a:pt x="76525" y="66043"/>
                  </a:lnTo>
                  <a:lnTo>
                    <a:pt x="76732" y="65928"/>
                  </a:lnTo>
                  <a:lnTo>
                    <a:pt x="76938" y="65813"/>
                  </a:lnTo>
                  <a:lnTo>
                    <a:pt x="77167" y="65744"/>
                  </a:lnTo>
                  <a:lnTo>
                    <a:pt x="77397" y="65676"/>
                  </a:lnTo>
                  <a:lnTo>
                    <a:pt x="77626" y="65653"/>
                  </a:lnTo>
                  <a:lnTo>
                    <a:pt x="77856" y="65630"/>
                  </a:lnTo>
                  <a:close/>
                  <a:moveTo>
                    <a:pt x="97950" y="68382"/>
                  </a:moveTo>
                  <a:lnTo>
                    <a:pt x="99717" y="71433"/>
                  </a:lnTo>
                  <a:lnTo>
                    <a:pt x="96184" y="71433"/>
                  </a:lnTo>
                  <a:lnTo>
                    <a:pt x="94418" y="68382"/>
                  </a:lnTo>
                  <a:close/>
                  <a:moveTo>
                    <a:pt x="82145" y="61042"/>
                  </a:moveTo>
                  <a:lnTo>
                    <a:pt x="84141" y="64529"/>
                  </a:lnTo>
                  <a:lnTo>
                    <a:pt x="86183" y="68061"/>
                  </a:lnTo>
                  <a:lnTo>
                    <a:pt x="84164" y="71548"/>
                  </a:lnTo>
                  <a:lnTo>
                    <a:pt x="80631" y="71548"/>
                  </a:lnTo>
                  <a:lnTo>
                    <a:pt x="82650" y="68038"/>
                  </a:lnTo>
                  <a:lnTo>
                    <a:pt x="80356" y="64139"/>
                  </a:lnTo>
                  <a:lnTo>
                    <a:pt x="82145" y="61042"/>
                  </a:lnTo>
                  <a:close/>
                  <a:moveTo>
                    <a:pt x="95955" y="60583"/>
                  </a:moveTo>
                  <a:lnTo>
                    <a:pt x="89646" y="71548"/>
                  </a:lnTo>
                  <a:lnTo>
                    <a:pt x="86114" y="71548"/>
                  </a:lnTo>
                  <a:lnTo>
                    <a:pt x="92445" y="60583"/>
                  </a:lnTo>
                  <a:close/>
                  <a:moveTo>
                    <a:pt x="169773" y="66777"/>
                  </a:moveTo>
                  <a:lnTo>
                    <a:pt x="170002" y="66800"/>
                  </a:lnTo>
                  <a:lnTo>
                    <a:pt x="170232" y="66868"/>
                  </a:lnTo>
                  <a:lnTo>
                    <a:pt x="170461" y="66937"/>
                  </a:lnTo>
                  <a:lnTo>
                    <a:pt x="170691" y="67052"/>
                  </a:lnTo>
                  <a:lnTo>
                    <a:pt x="170897" y="67190"/>
                  </a:lnTo>
                  <a:lnTo>
                    <a:pt x="171103" y="67350"/>
                  </a:lnTo>
                  <a:lnTo>
                    <a:pt x="171310" y="67534"/>
                  </a:lnTo>
                  <a:lnTo>
                    <a:pt x="171493" y="67763"/>
                  </a:lnTo>
                  <a:lnTo>
                    <a:pt x="171654" y="68015"/>
                  </a:lnTo>
                  <a:lnTo>
                    <a:pt x="171792" y="68268"/>
                  </a:lnTo>
                  <a:lnTo>
                    <a:pt x="171906" y="68520"/>
                  </a:lnTo>
                  <a:lnTo>
                    <a:pt x="171975" y="68795"/>
                  </a:lnTo>
                  <a:lnTo>
                    <a:pt x="172021" y="69048"/>
                  </a:lnTo>
                  <a:lnTo>
                    <a:pt x="172021" y="69277"/>
                  </a:lnTo>
                  <a:lnTo>
                    <a:pt x="172021" y="69529"/>
                  </a:lnTo>
                  <a:lnTo>
                    <a:pt x="171975" y="69759"/>
                  </a:lnTo>
                  <a:lnTo>
                    <a:pt x="171929" y="69988"/>
                  </a:lnTo>
                  <a:lnTo>
                    <a:pt x="171838" y="70217"/>
                  </a:lnTo>
                  <a:lnTo>
                    <a:pt x="171746" y="70424"/>
                  </a:lnTo>
                  <a:lnTo>
                    <a:pt x="171631" y="70607"/>
                  </a:lnTo>
                  <a:lnTo>
                    <a:pt x="171493" y="70791"/>
                  </a:lnTo>
                  <a:lnTo>
                    <a:pt x="171333" y="70974"/>
                  </a:lnTo>
                  <a:lnTo>
                    <a:pt x="171172" y="71135"/>
                  </a:lnTo>
                  <a:lnTo>
                    <a:pt x="170989" y="71273"/>
                  </a:lnTo>
                  <a:lnTo>
                    <a:pt x="170805" y="71410"/>
                  </a:lnTo>
                  <a:lnTo>
                    <a:pt x="170599" y="71525"/>
                  </a:lnTo>
                  <a:lnTo>
                    <a:pt x="170392" y="71617"/>
                  </a:lnTo>
                  <a:lnTo>
                    <a:pt x="170163" y="71686"/>
                  </a:lnTo>
                  <a:lnTo>
                    <a:pt x="169934" y="71754"/>
                  </a:lnTo>
                  <a:lnTo>
                    <a:pt x="169727" y="71777"/>
                  </a:lnTo>
                  <a:lnTo>
                    <a:pt x="169498" y="71800"/>
                  </a:lnTo>
                  <a:lnTo>
                    <a:pt x="169245" y="71800"/>
                  </a:lnTo>
                  <a:lnTo>
                    <a:pt x="169016" y="71777"/>
                  </a:lnTo>
                  <a:lnTo>
                    <a:pt x="168787" y="71731"/>
                  </a:lnTo>
                  <a:lnTo>
                    <a:pt x="168580" y="71640"/>
                  </a:lnTo>
                  <a:lnTo>
                    <a:pt x="168351" y="71548"/>
                  </a:lnTo>
                  <a:lnTo>
                    <a:pt x="168144" y="71410"/>
                  </a:lnTo>
                  <a:lnTo>
                    <a:pt x="167938" y="71273"/>
                  </a:lnTo>
                  <a:lnTo>
                    <a:pt x="167731" y="71089"/>
                  </a:lnTo>
                  <a:lnTo>
                    <a:pt x="167548" y="70883"/>
                  </a:lnTo>
                  <a:lnTo>
                    <a:pt x="167364" y="70630"/>
                  </a:lnTo>
                  <a:lnTo>
                    <a:pt x="167227" y="70378"/>
                  </a:lnTo>
                  <a:lnTo>
                    <a:pt x="167112" y="70103"/>
                  </a:lnTo>
                  <a:lnTo>
                    <a:pt x="167043" y="69850"/>
                  </a:lnTo>
                  <a:lnTo>
                    <a:pt x="166997" y="69575"/>
                  </a:lnTo>
                  <a:lnTo>
                    <a:pt x="166974" y="69323"/>
                  </a:lnTo>
                  <a:lnTo>
                    <a:pt x="166974" y="69071"/>
                  </a:lnTo>
                  <a:lnTo>
                    <a:pt x="166997" y="68841"/>
                  </a:lnTo>
                  <a:lnTo>
                    <a:pt x="167066" y="68612"/>
                  </a:lnTo>
                  <a:lnTo>
                    <a:pt x="167135" y="68382"/>
                  </a:lnTo>
                  <a:lnTo>
                    <a:pt x="167250" y="68176"/>
                  </a:lnTo>
                  <a:lnTo>
                    <a:pt x="167364" y="67969"/>
                  </a:lnTo>
                  <a:lnTo>
                    <a:pt x="167502" y="67786"/>
                  </a:lnTo>
                  <a:lnTo>
                    <a:pt x="167663" y="67602"/>
                  </a:lnTo>
                  <a:lnTo>
                    <a:pt x="167823" y="67442"/>
                  </a:lnTo>
                  <a:lnTo>
                    <a:pt x="168007" y="67304"/>
                  </a:lnTo>
                  <a:lnTo>
                    <a:pt x="168213" y="67167"/>
                  </a:lnTo>
                  <a:lnTo>
                    <a:pt x="168420" y="67052"/>
                  </a:lnTo>
                  <a:lnTo>
                    <a:pt x="168626" y="66960"/>
                  </a:lnTo>
                  <a:lnTo>
                    <a:pt x="168855" y="66891"/>
                  </a:lnTo>
                  <a:lnTo>
                    <a:pt x="169062" y="66822"/>
                  </a:lnTo>
                  <a:lnTo>
                    <a:pt x="169314" y="66777"/>
                  </a:lnTo>
                  <a:close/>
                  <a:moveTo>
                    <a:pt x="21219" y="67258"/>
                  </a:moveTo>
                  <a:lnTo>
                    <a:pt x="21448" y="67281"/>
                  </a:lnTo>
                  <a:lnTo>
                    <a:pt x="21678" y="67304"/>
                  </a:lnTo>
                  <a:lnTo>
                    <a:pt x="21907" y="67350"/>
                  </a:lnTo>
                  <a:lnTo>
                    <a:pt x="22136" y="67442"/>
                  </a:lnTo>
                  <a:lnTo>
                    <a:pt x="22366" y="67534"/>
                  </a:lnTo>
                  <a:lnTo>
                    <a:pt x="22572" y="67671"/>
                  </a:lnTo>
                  <a:lnTo>
                    <a:pt x="22779" y="67832"/>
                  </a:lnTo>
                  <a:lnTo>
                    <a:pt x="22985" y="68038"/>
                  </a:lnTo>
                  <a:lnTo>
                    <a:pt x="23169" y="68245"/>
                  </a:lnTo>
                  <a:lnTo>
                    <a:pt x="23329" y="68497"/>
                  </a:lnTo>
                  <a:lnTo>
                    <a:pt x="23467" y="68772"/>
                  </a:lnTo>
                  <a:lnTo>
                    <a:pt x="23581" y="69025"/>
                  </a:lnTo>
                  <a:lnTo>
                    <a:pt x="23650" y="69277"/>
                  </a:lnTo>
                  <a:lnTo>
                    <a:pt x="23696" y="69529"/>
                  </a:lnTo>
                  <a:lnTo>
                    <a:pt x="23719" y="69782"/>
                  </a:lnTo>
                  <a:lnTo>
                    <a:pt x="23696" y="70034"/>
                  </a:lnTo>
                  <a:lnTo>
                    <a:pt x="23673" y="70263"/>
                  </a:lnTo>
                  <a:lnTo>
                    <a:pt x="23604" y="70493"/>
                  </a:lnTo>
                  <a:lnTo>
                    <a:pt x="23513" y="70699"/>
                  </a:lnTo>
                  <a:lnTo>
                    <a:pt x="23421" y="70906"/>
                  </a:lnTo>
                  <a:lnTo>
                    <a:pt x="23306" y="71112"/>
                  </a:lnTo>
                  <a:lnTo>
                    <a:pt x="23169" y="71296"/>
                  </a:lnTo>
                  <a:lnTo>
                    <a:pt x="23008" y="71456"/>
                  </a:lnTo>
                  <a:lnTo>
                    <a:pt x="22847" y="71617"/>
                  </a:lnTo>
                  <a:lnTo>
                    <a:pt x="22664" y="71777"/>
                  </a:lnTo>
                  <a:lnTo>
                    <a:pt x="22480" y="71892"/>
                  </a:lnTo>
                  <a:lnTo>
                    <a:pt x="22274" y="72007"/>
                  </a:lnTo>
                  <a:lnTo>
                    <a:pt x="22068" y="72099"/>
                  </a:lnTo>
                  <a:lnTo>
                    <a:pt x="21838" y="72190"/>
                  </a:lnTo>
                  <a:lnTo>
                    <a:pt x="21609" y="72236"/>
                  </a:lnTo>
                  <a:lnTo>
                    <a:pt x="21402" y="72282"/>
                  </a:lnTo>
                  <a:lnTo>
                    <a:pt x="21173" y="72305"/>
                  </a:lnTo>
                  <a:lnTo>
                    <a:pt x="20943" y="72305"/>
                  </a:lnTo>
                  <a:lnTo>
                    <a:pt x="20691" y="72259"/>
                  </a:lnTo>
                  <a:lnTo>
                    <a:pt x="20485" y="72213"/>
                  </a:lnTo>
                  <a:lnTo>
                    <a:pt x="20255" y="72144"/>
                  </a:lnTo>
                  <a:lnTo>
                    <a:pt x="20026" y="72053"/>
                  </a:lnTo>
                  <a:lnTo>
                    <a:pt x="19819" y="71915"/>
                  </a:lnTo>
                  <a:lnTo>
                    <a:pt x="19613" y="71754"/>
                  </a:lnTo>
                  <a:lnTo>
                    <a:pt x="19407" y="71594"/>
                  </a:lnTo>
                  <a:lnTo>
                    <a:pt x="19223" y="71364"/>
                  </a:lnTo>
                  <a:lnTo>
                    <a:pt x="19040" y="71135"/>
                  </a:lnTo>
                  <a:lnTo>
                    <a:pt x="18902" y="70860"/>
                  </a:lnTo>
                  <a:lnTo>
                    <a:pt x="18787" y="70607"/>
                  </a:lnTo>
                  <a:lnTo>
                    <a:pt x="18718" y="70332"/>
                  </a:lnTo>
                  <a:lnTo>
                    <a:pt x="18673" y="70080"/>
                  </a:lnTo>
                  <a:lnTo>
                    <a:pt x="18650" y="69828"/>
                  </a:lnTo>
                  <a:lnTo>
                    <a:pt x="18650" y="69575"/>
                  </a:lnTo>
                  <a:lnTo>
                    <a:pt x="18673" y="69346"/>
                  </a:lnTo>
                  <a:lnTo>
                    <a:pt x="18741" y="69116"/>
                  </a:lnTo>
                  <a:lnTo>
                    <a:pt x="18810" y="68887"/>
                  </a:lnTo>
                  <a:lnTo>
                    <a:pt x="18925" y="68681"/>
                  </a:lnTo>
                  <a:lnTo>
                    <a:pt x="19040" y="68474"/>
                  </a:lnTo>
                  <a:lnTo>
                    <a:pt x="19177" y="68291"/>
                  </a:lnTo>
                  <a:lnTo>
                    <a:pt x="19338" y="68107"/>
                  </a:lnTo>
                  <a:lnTo>
                    <a:pt x="19498" y="67947"/>
                  </a:lnTo>
                  <a:lnTo>
                    <a:pt x="19682" y="67809"/>
                  </a:lnTo>
                  <a:lnTo>
                    <a:pt x="19888" y="67671"/>
                  </a:lnTo>
                  <a:lnTo>
                    <a:pt x="20095" y="67557"/>
                  </a:lnTo>
                  <a:lnTo>
                    <a:pt x="20301" y="67465"/>
                  </a:lnTo>
                  <a:lnTo>
                    <a:pt x="20531" y="67373"/>
                  </a:lnTo>
                  <a:lnTo>
                    <a:pt x="20760" y="67327"/>
                  </a:lnTo>
                  <a:lnTo>
                    <a:pt x="20989" y="67281"/>
                  </a:lnTo>
                  <a:lnTo>
                    <a:pt x="21219" y="67258"/>
                  </a:lnTo>
                  <a:close/>
                  <a:moveTo>
                    <a:pt x="41313" y="70011"/>
                  </a:moveTo>
                  <a:lnTo>
                    <a:pt x="43080" y="73085"/>
                  </a:lnTo>
                  <a:lnTo>
                    <a:pt x="39547" y="73085"/>
                  </a:lnTo>
                  <a:lnTo>
                    <a:pt x="37781" y="70034"/>
                  </a:lnTo>
                  <a:lnTo>
                    <a:pt x="41313" y="70011"/>
                  </a:lnTo>
                  <a:close/>
                  <a:moveTo>
                    <a:pt x="25508" y="62670"/>
                  </a:moveTo>
                  <a:lnTo>
                    <a:pt x="27504" y="66180"/>
                  </a:lnTo>
                  <a:lnTo>
                    <a:pt x="29546" y="69690"/>
                  </a:lnTo>
                  <a:lnTo>
                    <a:pt x="27527" y="73177"/>
                  </a:lnTo>
                  <a:lnTo>
                    <a:pt x="23994" y="73200"/>
                  </a:lnTo>
                  <a:lnTo>
                    <a:pt x="23994" y="73200"/>
                  </a:lnTo>
                  <a:lnTo>
                    <a:pt x="26013" y="69690"/>
                  </a:lnTo>
                  <a:lnTo>
                    <a:pt x="23719" y="65790"/>
                  </a:lnTo>
                  <a:lnTo>
                    <a:pt x="25508" y="62670"/>
                  </a:lnTo>
                  <a:close/>
                  <a:moveTo>
                    <a:pt x="39318" y="62235"/>
                  </a:moveTo>
                  <a:lnTo>
                    <a:pt x="33010" y="73177"/>
                  </a:lnTo>
                  <a:lnTo>
                    <a:pt x="29477" y="73200"/>
                  </a:lnTo>
                  <a:lnTo>
                    <a:pt x="29477" y="73200"/>
                  </a:lnTo>
                  <a:lnTo>
                    <a:pt x="35808" y="62235"/>
                  </a:lnTo>
                  <a:close/>
                  <a:moveTo>
                    <a:pt x="111874" y="68451"/>
                  </a:moveTo>
                  <a:lnTo>
                    <a:pt x="112173" y="68474"/>
                  </a:lnTo>
                  <a:lnTo>
                    <a:pt x="112471" y="68520"/>
                  </a:lnTo>
                  <a:lnTo>
                    <a:pt x="112746" y="68589"/>
                  </a:lnTo>
                  <a:lnTo>
                    <a:pt x="113044" y="68726"/>
                  </a:lnTo>
                  <a:lnTo>
                    <a:pt x="113320" y="68887"/>
                  </a:lnTo>
                  <a:lnTo>
                    <a:pt x="113572" y="69116"/>
                  </a:lnTo>
                  <a:lnTo>
                    <a:pt x="113824" y="69369"/>
                  </a:lnTo>
                  <a:lnTo>
                    <a:pt x="114031" y="69690"/>
                  </a:lnTo>
                  <a:lnTo>
                    <a:pt x="114145" y="69896"/>
                  </a:lnTo>
                  <a:lnTo>
                    <a:pt x="114237" y="70080"/>
                  </a:lnTo>
                  <a:lnTo>
                    <a:pt x="114306" y="70286"/>
                  </a:lnTo>
                  <a:lnTo>
                    <a:pt x="114352" y="70470"/>
                  </a:lnTo>
                  <a:lnTo>
                    <a:pt x="114375" y="70653"/>
                  </a:lnTo>
                  <a:lnTo>
                    <a:pt x="114398" y="70837"/>
                  </a:lnTo>
                  <a:lnTo>
                    <a:pt x="114421" y="71020"/>
                  </a:lnTo>
                  <a:lnTo>
                    <a:pt x="114398" y="71204"/>
                  </a:lnTo>
                  <a:lnTo>
                    <a:pt x="114375" y="71387"/>
                  </a:lnTo>
                  <a:lnTo>
                    <a:pt x="114329" y="71548"/>
                  </a:lnTo>
                  <a:lnTo>
                    <a:pt x="114237" y="71892"/>
                  </a:lnTo>
                  <a:lnTo>
                    <a:pt x="114077" y="72190"/>
                  </a:lnTo>
                  <a:lnTo>
                    <a:pt x="113870" y="72466"/>
                  </a:lnTo>
                  <a:lnTo>
                    <a:pt x="113687" y="72695"/>
                  </a:lnTo>
                  <a:lnTo>
                    <a:pt x="113480" y="72901"/>
                  </a:lnTo>
                  <a:lnTo>
                    <a:pt x="113251" y="73085"/>
                  </a:lnTo>
                  <a:lnTo>
                    <a:pt x="112998" y="73245"/>
                  </a:lnTo>
                  <a:lnTo>
                    <a:pt x="112723" y="73360"/>
                  </a:lnTo>
                  <a:lnTo>
                    <a:pt x="112448" y="73475"/>
                  </a:lnTo>
                  <a:lnTo>
                    <a:pt x="112150" y="73544"/>
                  </a:lnTo>
                  <a:lnTo>
                    <a:pt x="111874" y="73567"/>
                  </a:lnTo>
                  <a:lnTo>
                    <a:pt x="111576" y="73567"/>
                  </a:lnTo>
                  <a:lnTo>
                    <a:pt x="111278" y="73521"/>
                  </a:lnTo>
                  <a:lnTo>
                    <a:pt x="110980" y="73452"/>
                  </a:lnTo>
                  <a:lnTo>
                    <a:pt x="110705" y="73337"/>
                  </a:lnTo>
                  <a:lnTo>
                    <a:pt x="110429" y="73177"/>
                  </a:lnTo>
                  <a:lnTo>
                    <a:pt x="110154" y="72970"/>
                  </a:lnTo>
                  <a:lnTo>
                    <a:pt x="109925" y="72695"/>
                  </a:lnTo>
                  <a:lnTo>
                    <a:pt x="109695" y="72397"/>
                  </a:lnTo>
                  <a:lnTo>
                    <a:pt x="109581" y="72190"/>
                  </a:lnTo>
                  <a:lnTo>
                    <a:pt x="109489" y="72007"/>
                  </a:lnTo>
                  <a:lnTo>
                    <a:pt x="109420" y="71800"/>
                  </a:lnTo>
                  <a:lnTo>
                    <a:pt x="109351" y="71594"/>
                  </a:lnTo>
                  <a:lnTo>
                    <a:pt x="109305" y="71410"/>
                  </a:lnTo>
                  <a:lnTo>
                    <a:pt x="109282" y="71227"/>
                  </a:lnTo>
                  <a:lnTo>
                    <a:pt x="109282" y="71020"/>
                  </a:lnTo>
                  <a:lnTo>
                    <a:pt x="109282" y="70837"/>
                  </a:lnTo>
                  <a:lnTo>
                    <a:pt x="109305" y="70653"/>
                  </a:lnTo>
                  <a:lnTo>
                    <a:pt x="109351" y="70493"/>
                  </a:lnTo>
                  <a:lnTo>
                    <a:pt x="109397" y="70309"/>
                  </a:lnTo>
                  <a:lnTo>
                    <a:pt x="109466" y="70149"/>
                  </a:lnTo>
                  <a:lnTo>
                    <a:pt x="109626" y="69828"/>
                  </a:lnTo>
                  <a:lnTo>
                    <a:pt x="109833" y="69552"/>
                  </a:lnTo>
                  <a:lnTo>
                    <a:pt x="110016" y="69323"/>
                  </a:lnTo>
                  <a:lnTo>
                    <a:pt x="110223" y="69116"/>
                  </a:lnTo>
                  <a:lnTo>
                    <a:pt x="110475" y="68933"/>
                  </a:lnTo>
                  <a:lnTo>
                    <a:pt x="110727" y="68772"/>
                  </a:lnTo>
                  <a:lnTo>
                    <a:pt x="111003" y="68658"/>
                  </a:lnTo>
                  <a:lnTo>
                    <a:pt x="111278" y="68566"/>
                  </a:lnTo>
                  <a:lnTo>
                    <a:pt x="111576" y="68497"/>
                  </a:lnTo>
                  <a:lnTo>
                    <a:pt x="111874" y="68451"/>
                  </a:lnTo>
                  <a:close/>
                  <a:moveTo>
                    <a:pt x="131946" y="71296"/>
                  </a:moveTo>
                  <a:lnTo>
                    <a:pt x="133736" y="74347"/>
                  </a:lnTo>
                  <a:lnTo>
                    <a:pt x="130203" y="74347"/>
                  </a:lnTo>
                  <a:lnTo>
                    <a:pt x="128414" y="71296"/>
                  </a:lnTo>
                  <a:close/>
                  <a:moveTo>
                    <a:pt x="116141" y="63955"/>
                  </a:moveTo>
                  <a:lnTo>
                    <a:pt x="118137" y="67442"/>
                  </a:lnTo>
                  <a:lnTo>
                    <a:pt x="120178" y="70952"/>
                  </a:lnTo>
                  <a:lnTo>
                    <a:pt x="118160" y="74461"/>
                  </a:lnTo>
                  <a:lnTo>
                    <a:pt x="114627" y="74461"/>
                  </a:lnTo>
                  <a:lnTo>
                    <a:pt x="116669" y="70952"/>
                  </a:lnTo>
                  <a:lnTo>
                    <a:pt x="114352" y="67052"/>
                  </a:lnTo>
                  <a:lnTo>
                    <a:pt x="116141" y="63955"/>
                  </a:lnTo>
                  <a:close/>
                  <a:moveTo>
                    <a:pt x="129973" y="63496"/>
                  </a:moveTo>
                  <a:lnTo>
                    <a:pt x="123642" y="74461"/>
                  </a:lnTo>
                  <a:lnTo>
                    <a:pt x="120133" y="74461"/>
                  </a:lnTo>
                  <a:lnTo>
                    <a:pt x="126441" y="63496"/>
                  </a:lnTo>
                  <a:close/>
                  <a:moveTo>
                    <a:pt x="55444" y="70172"/>
                  </a:moveTo>
                  <a:lnTo>
                    <a:pt x="55673" y="70217"/>
                  </a:lnTo>
                  <a:lnTo>
                    <a:pt x="55926" y="70263"/>
                  </a:lnTo>
                  <a:lnTo>
                    <a:pt x="56155" y="70355"/>
                  </a:lnTo>
                  <a:lnTo>
                    <a:pt x="56362" y="70447"/>
                  </a:lnTo>
                  <a:lnTo>
                    <a:pt x="56591" y="70585"/>
                  </a:lnTo>
                  <a:lnTo>
                    <a:pt x="56797" y="70745"/>
                  </a:lnTo>
                  <a:lnTo>
                    <a:pt x="56981" y="70929"/>
                  </a:lnTo>
                  <a:lnTo>
                    <a:pt x="57164" y="71158"/>
                  </a:lnTo>
                  <a:lnTo>
                    <a:pt x="57348" y="71410"/>
                  </a:lnTo>
                  <a:lnTo>
                    <a:pt x="57486" y="71663"/>
                  </a:lnTo>
                  <a:lnTo>
                    <a:pt x="57577" y="71938"/>
                  </a:lnTo>
                  <a:lnTo>
                    <a:pt x="57646" y="72190"/>
                  </a:lnTo>
                  <a:lnTo>
                    <a:pt x="57692" y="72443"/>
                  </a:lnTo>
                  <a:lnTo>
                    <a:pt x="57715" y="72695"/>
                  </a:lnTo>
                  <a:lnTo>
                    <a:pt x="57692" y="72924"/>
                  </a:lnTo>
                  <a:lnTo>
                    <a:pt x="57669" y="73177"/>
                  </a:lnTo>
                  <a:lnTo>
                    <a:pt x="57600" y="73406"/>
                  </a:lnTo>
                  <a:lnTo>
                    <a:pt x="57531" y="73613"/>
                  </a:lnTo>
                  <a:lnTo>
                    <a:pt x="57417" y="73819"/>
                  </a:lnTo>
                  <a:lnTo>
                    <a:pt x="57302" y="74025"/>
                  </a:lnTo>
                  <a:lnTo>
                    <a:pt x="57164" y="74209"/>
                  </a:lnTo>
                  <a:lnTo>
                    <a:pt x="57027" y="74370"/>
                  </a:lnTo>
                  <a:lnTo>
                    <a:pt x="56843" y="74530"/>
                  </a:lnTo>
                  <a:lnTo>
                    <a:pt x="56660" y="74668"/>
                  </a:lnTo>
                  <a:lnTo>
                    <a:pt x="56476" y="74805"/>
                  </a:lnTo>
                  <a:lnTo>
                    <a:pt x="56270" y="74920"/>
                  </a:lnTo>
                  <a:lnTo>
                    <a:pt x="56063" y="75012"/>
                  </a:lnTo>
                  <a:lnTo>
                    <a:pt x="55857" y="75081"/>
                  </a:lnTo>
                  <a:lnTo>
                    <a:pt x="55628" y="75149"/>
                  </a:lnTo>
                  <a:lnTo>
                    <a:pt x="55398" y="75195"/>
                  </a:lnTo>
                  <a:lnTo>
                    <a:pt x="54939" y="75195"/>
                  </a:lnTo>
                  <a:lnTo>
                    <a:pt x="54710" y="75172"/>
                  </a:lnTo>
                  <a:lnTo>
                    <a:pt x="54481" y="75126"/>
                  </a:lnTo>
                  <a:lnTo>
                    <a:pt x="54251" y="75058"/>
                  </a:lnTo>
                  <a:lnTo>
                    <a:pt x="54022" y="74943"/>
                  </a:lnTo>
                  <a:lnTo>
                    <a:pt x="53815" y="74828"/>
                  </a:lnTo>
                  <a:lnTo>
                    <a:pt x="53609" y="74668"/>
                  </a:lnTo>
                  <a:lnTo>
                    <a:pt x="53402" y="74484"/>
                  </a:lnTo>
                  <a:lnTo>
                    <a:pt x="53219" y="74278"/>
                  </a:lnTo>
                  <a:lnTo>
                    <a:pt x="53058" y="74048"/>
                  </a:lnTo>
                  <a:lnTo>
                    <a:pt x="52898" y="73773"/>
                  </a:lnTo>
                  <a:lnTo>
                    <a:pt x="52806" y="73498"/>
                  </a:lnTo>
                  <a:lnTo>
                    <a:pt x="52714" y="73245"/>
                  </a:lnTo>
                  <a:lnTo>
                    <a:pt x="52668" y="72993"/>
                  </a:lnTo>
                  <a:lnTo>
                    <a:pt x="52645" y="72741"/>
                  </a:lnTo>
                  <a:lnTo>
                    <a:pt x="52645" y="72488"/>
                  </a:lnTo>
                  <a:lnTo>
                    <a:pt x="52691" y="72236"/>
                  </a:lnTo>
                  <a:lnTo>
                    <a:pt x="52737" y="72007"/>
                  </a:lnTo>
                  <a:lnTo>
                    <a:pt x="52829" y="71800"/>
                  </a:lnTo>
                  <a:lnTo>
                    <a:pt x="52921" y="71571"/>
                  </a:lnTo>
                  <a:lnTo>
                    <a:pt x="53035" y="71387"/>
                  </a:lnTo>
                  <a:lnTo>
                    <a:pt x="53173" y="71181"/>
                  </a:lnTo>
                  <a:lnTo>
                    <a:pt x="53334" y="71020"/>
                  </a:lnTo>
                  <a:lnTo>
                    <a:pt x="53517" y="70860"/>
                  </a:lnTo>
                  <a:lnTo>
                    <a:pt x="53701" y="70699"/>
                  </a:lnTo>
                  <a:lnTo>
                    <a:pt x="53884" y="70585"/>
                  </a:lnTo>
                  <a:lnTo>
                    <a:pt x="54091" y="70470"/>
                  </a:lnTo>
                  <a:lnTo>
                    <a:pt x="54297" y="70355"/>
                  </a:lnTo>
                  <a:lnTo>
                    <a:pt x="54526" y="70286"/>
                  </a:lnTo>
                  <a:lnTo>
                    <a:pt x="54756" y="70217"/>
                  </a:lnTo>
                  <a:lnTo>
                    <a:pt x="54985" y="70195"/>
                  </a:lnTo>
                  <a:lnTo>
                    <a:pt x="55215" y="70172"/>
                  </a:lnTo>
                  <a:close/>
                  <a:moveTo>
                    <a:pt x="59504" y="65584"/>
                  </a:moveTo>
                  <a:lnTo>
                    <a:pt x="61500" y="69071"/>
                  </a:lnTo>
                  <a:lnTo>
                    <a:pt x="63542" y="72603"/>
                  </a:lnTo>
                  <a:lnTo>
                    <a:pt x="61523" y="76090"/>
                  </a:lnTo>
                  <a:lnTo>
                    <a:pt x="57990" y="76090"/>
                  </a:lnTo>
                  <a:lnTo>
                    <a:pt x="60032" y="72580"/>
                  </a:lnTo>
                  <a:lnTo>
                    <a:pt x="57715" y="68681"/>
                  </a:lnTo>
                  <a:lnTo>
                    <a:pt x="59504" y="65584"/>
                  </a:lnTo>
                  <a:close/>
                  <a:moveTo>
                    <a:pt x="73337" y="65148"/>
                  </a:moveTo>
                  <a:lnTo>
                    <a:pt x="67005" y="76090"/>
                  </a:lnTo>
                  <a:lnTo>
                    <a:pt x="63496" y="76090"/>
                  </a:lnTo>
                  <a:lnTo>
                    <a:pt x="69804" y="65148"/>
                  </a:lnTo>
                  <a:close/>
                  <a:moveTo>
                    <a:pt x="74759" y="73177"/>
                  </a:moveTo>
                  <a:lnTo>
                    <a:pt x="76525" y="76228"/>
                  </a:lnTo>
                  <a:lnTo>
                    <a:pt x="72993" y="76228"/>
                  </a:lnTo>
                  <a:lnTo>
                    <a:pt x="71226" y="73177"/>
                  </a:lnTo>
                  <a:close/>
                  <a:moveTo>
                    <a:pt x="146673" y="71410"/>
                  </a:moveTo>
                  <a:lnTo>
                    <a:pt x="146903" y="71456"/>
                  </a:lnTo>
                  <a:lnTo>
                    <a:pt x="147132" y="71502"/>
                  </a:lnTo>
                  <a:lnTo>
                    <a:pt x="147361" y="71594"/>
                  </a:lnTo>
                  <a:lnTo>
                    <a:pt x="147568" y="71686"/>
                  </a:lnTo>
                  <a:lnTo>
                    <a:pt x="147797" y="71823"/>
                  </a:lnTo>
                  <a:lnTo>
                    <a:pt x="148004" y="71984"/>
                  </a:lnTo>
                  <a:lnTo>
                    <a:pt x="148187" y="72167"/>
                  </a:lnTo>
                  <a:lnTo>
                    <a:pt x="148394" y="72397"/>
                  </a:lnTo>
                  <a:lnTo>
                    <a:pt x="148554" y="72649"/>
                  </a:lnTo>
                  <a:lnTo>
                    <a:pt x="148692" y="72924"/>
                  </a:lnTo>
                  <a:lnTo>
                    <a:pt x="148784" y="73177"/>
                  </a:lnTo>
                  <a:lnTo>
                    <a:pt x="148875" y="73429"/>
                  </a:lnTo>
                  <a:lnTo>
                    <a:pt x="148898" y="73681"/>
                  </a:lnTo>
                  <a:lnTo>
                    <a:pt x="148921" y="73934"/>
                  </a:lnTo>
                  <a:lnTo>
                    <a:pt x="148921" y="74186"/>
                  </a:lnTo>
                  <a:lnTo>
                    <a:pt x="148875" y="74415"/>
                  </a:lnTo>
                  <a:lnTo>
                    <a:pt x="148829" y="74645"/>
                  </a:lnTo>
                  <a:lnTo>
                    <a:pt x="148738" y="74851"/>
                  </a:lnTo>
                  <a:lnTo>
                    <a:pt x="148646" y="75058"/>
                  </a:lnTo>
                  <a:lnTo>
                    <a:pt x="148508" y="75264"/>
                  </a:lnTo>
                  <a:lnTo>
                    <a:pt x="148371" y="75448"/>
                  </a:lnTo>
                  <a:lnTo>
                    <a:pt x="148233" y="75608"/>
                  </a:lnTo>
                  <a:lnTo>
                    <a:pt x="148050" y="75769"/>
                  </a:lnTo>
                  <a:lnTo>
                    <a:pt x="147889" y="75906"/>
                  </a:lnTo>
                  <a:lnTo>
                    <a:pt x="147683" y="76044"/>
                  </a:lnTo>
                  <a:lnTo>
                    <a:pt x="147476" y="76159"/>
                  </a:lnTo>
                  <a:lnTo>
                    <a:pt x="147270" y="76251"/>
                  </a:lnTo>
                  <a:lnTo>
                    <a:pt x="147063" y="76342"/>
                  </a:lnTo>
                  <a:lnTo>
                    <a:pt x="146834" y="76388"/>
                  </a:lnTo>
                  <a:lnTo>
                    <a:pt x="146604" y="76434"/>
                  </a:lnTo>
                  <a:lnTo>
                    <a:pt x="146375" y="76457"/>
                  </a:lnTo>
                  <a:lnTo>
                    <a:pt x="146146" y="76434"/>
                  </a:lnTo>
                  <a:lnTo>
                    <a:pt x="145916" y="76411"/>
                  </a:lnTo>
                  <a:lnTo>
                    <a:pt x="145687" y="76365"/>
                  </a:lnTo>
                  <a:lnTo>
                    <a:pt x="145457" y="76296"/>
                  </a:lnTo>
                  <a:lnTo>
                    <a:pt x="145251" y="76182"/>
                  </a:lnTo>
                  <a:lnTo>
                    <a:pt x="145022" y="76067"/>
                  </a:lnTo>
                  <a:lnTo>
                    <a:pt x="144815" y="75906"/>
                  </a:lnTo>
                  <a:lnTo>
                    <a:pt x="144632" y="75723"/>
                  </a:lnTo>
                  <a:lnTo>
                    <a:pt x="144448" y="75516"/>
                  </a:lnTo>
                  <a:lnTo>
                    <a:pt x="144265" y="75287"/>
                  </a:lnTo>
                  <a:lnTo>
                    <a:pt x="144127" y="75012"/>
                  </a:lnTo>
                  <a:lnTo>
                    <a:pt x="144012" y="74737"/>
                  </a:lnTo>
                  <a:lnTo>
                    <a:pt x="143921" y="74484"/>
                  </a:lnTo>
                  <a:lnTo>
                    <a:pt x="143875" y="74232"/>
                  </a:lnTo>
                  <a:lnTo>
                    <a:pt x="143852" y="73980"/>
                  </a:lnTo>
                  <a:lnTo>
                    <a:pt x="143875" y="73727"/>
                  </a:lnTo>
                  <a:lnTo>
                    <a:pt x="143898" y="73498"/>
                  </a:lnTo>
                  <a:lnTo>
                    <a:pt x="143943" y="73245"/>
                  </a:lnTo>
                  <a:lnTo>
                    <a:pt x="144035" y="73039"/>
                  </a:lnTo>
                  <a:lnTo>
                    <a:pt x="144127" y="72833"/>
                  </a:lnTo>
                  <a:lnTo>
                    <a:pt x="144265" y="72626"/>
                  </a:lnTo>
                  <a:lnTo>
                    <a:pt x="144402" y="72443"/>
                  </a:lnTo>
                  <a:lnTo>
                    <a:pt x="144540" y="72259"/>
                  </a:lnTo>
                  <a:lnTo>
                    <a:pt x="144723" y="72099"/>
                  </a:lnTo>
                  <a:lnTo>
                    <a:pt x="144907" y="71938"/>
                  </a:lnTo>
                  <a:lnTo>
                    <a:pt x="145090" y="71823"/>
                  </a:lnTo>
                  <a:lnTo>
                    <a:pt x="145297" y="71709"/>
                  </a:lnTo>
                  <a:lnTo>
                    <a:pt x="145526" y="71594"/>
                  </a:lnTo>
                  <a:lnTo>
                    <a:pt x="145733" y="71525"/>
                  </a:lnTo>
                  <a:lnTo>
                    <a:pt x="145962" y="71479"/>
                  </a:lnTo>
                  <a:lnTo>
                    <a:pt x="146191" y="71433"/>
                  </a:lnTo>
                  <a:lnTo>
                    <a:pt x="146421" y="71410"/>
                  </a:lnTo>
                  <a:close/>
                  <a:moveTo>
                    <a:pt x="166539" y="74163"/>
                  </a:moveTo>
                  <a:lnTo>
                    <a:pt x="168305" y="77237"/>
                  </a:lnTo>
                  <a:lnTo>
                    <a:pt x="164772" y="77237"/>
                  </a:lnTo>
                  <a:lnTo>
                    <a:pt x="163006" y="74186"/>
                  </a:lnTo>
                  <a:lnTo>
                    <a:pt x="166539" y="74163"/>
                  </a:lnTo>
                  <a:close/>
                  <a:moveTo>
                    <a:pt x="150711" y="66822"/>
                  </a:moveTo>
                  <a:lnTo>
                    <a:pt x="152729" y="70309"/>
                  </a:lnTo>
                  <a:lnTo>
                    <a:pt x="154748" y="73842"/>
                  </a:lnTo>
                  <a:lnTo>
                    <a:pt x="152729" y="77329"/>
                  </a:lnTo>
                  <a:lnTo>
                    <a:pt x="149197" y="77329"/>
                  </a:lnTo>
                  <a:lnTo>
                    <a:pt x="151238" y="73819"/>
                  </a:lnTo>
                  <a:lnTo>
                    <a:pt x="148921" y="69942"/>
                  </a:lnTo>
                  <a:lnTo>
                    <a:pt x="150711" y="66822"/>
                  </a:lnTo>
                  <a:close/>
                  <a:moveTo>
                    <a:pt x="164543" y="66387"/>
                  </a:moveTo>
                  <a:lnTo>
                    <a:pt x="158212" y="77329"/>
                  </a:lnTo>
                  <a:lnTo>
                    <a:pt x="154702" y="77329"/>
                  </a:lnTo>
                  <a:lnTo>
                    <a:pt x="161010" y="66387"/>
                  </a:lnTo>
                  <a:close/>
                  <a:moveTo>
                    <a:pt x="18443" y="74828"/>
                  </a:moveTo>
                  <a:lnTo>
                    <a:pt x="20209" y="77879"/>
                  </a:lnTo>
                  <a:lnTo>
                    <a:pt x="16677" y="77879"/>
                  </a:lnTo>
                  <a:lnTo>
                    <a:pt x="14910" y="74828"/>
                  </a:lnTo>
                  <a:close/>
                  <a:moveTo>
                    <a:pt x="2615" y="67488"/>
                  </a:moveTo>
                  <a:lnTo>
                    <a:pt x="4634" y="70974"/>
                  </a:lnTo>
                  <a:lnTo>
                    <a:pt x="6652" y="74484"/>
                  </a:lnTo>
                  <a:lnTo>
                    <a:pt x="4634" y="77994"/>
                  </a:lnTo>
                  <a:lnTo>
                    <a:pt x="1101" y="77994"/>
                  </a:lnTo>
                  <a:lnTo>
                    <a:pt x="3143" y="74484"/>
                  </a:lnTo>
                  <a:lnTo>
                    <a:pt x="826" y="70585"/>
                  </a:lnTo>
                  <a:lnTo>
                    <a:pt x="2615" y="67488"/>
                  </a:lnTo>
                  <a:close/>
                  <a:moveTo>
                    <a:pt x="16447" y="67029"/>
                  </a:moveTo>
                  <a:lnTo>
                    <a:pt x="10116" y="77994"/>
                  </a:lnTo>
                  <a:lnTo>
                    <a:pt x="6606" y="77994"/>
                  </a:lnTo>
                  <a:lnTo>
                    <a:pt x="12915" y="67029"/>
                  </a:lnTo>
                  <a:close/>
                  <a:moveTo>
                    <a:pt x="88821" y="73177"/>
                  </a:moveTo>
                  <a:lnTo>
                    <a:pt x="89027" y="73200"/>
                  </a:lnTo>
                  <a:lnTo>
                    <a:pt x="89233" y="73223"/>
                  </a:lnTo>
                  <a:lnTo>
                    <a:pt x="89440" y="73268"/>
                  </a:lnTo>
                  <a:lnTo>
                    <a:pt x="89646" y="73337"/>
                  </a:lnTo>
                  <a:lnTo>
                    <a:pt x="89830" y="73429"/>
                  </a:lnTo>
                  <a:lnTo>
                    <a:pt x="90036" y="73544"/>
                  </a:lnTo>
                  <a:lnTo>
                    <a:pt x="90220" y="73658"/>
                  </a:lnTo>
                  <a:lnTo>
                    <a:pt x="90380" y="73819"/>
                  </a:lnTo>
                  <a:lnTo>
                    <a:pt x="90564" y="74002"/>
                  </a:lnTo>
                  <a:lnTo>
                    <a:pt x="90725" y="74186"/>
                  </a:lnTo>
                  <a:lnTo>
                    <a:pt x="90862" y="74415"/>
                  </a:lnTo>
                  <a:lnTo>
                    <a:pt x="91023" y="74714"/>
                  </a:lnTo>
                  <a:lnTo>
                    <a:pt x="91137" y="75012"/>
                  </a:lnTo>
                  <a:lnTo>
                    <a:pt x="91206" y="75310"/>
                  </a:lnTo>
                  <a:lnTo>
                    <a:pt x="91229" y="75608"/>
                  </a:lnTo>
                  <a:lnTo>
                    <a:pt x="91229" y="75883"/>
                  </a:lnTo>
                  <a:lnTo>
                    <a:pt x="91206" y="76159"/>
                  </a:lnTo>
                  <a:lnTo>
                    <a:pt x="91137" y="76411"/>
                  </a:lnTo>
                  <a:lnTo>
                    <a:pt x="91046" y="76663"/>
                  </a:lnTo>
                  <a:lnTo>
                    <a:pt x="90908" y="76893"/>
                  </a:lnTo>
                  <a:lnTo>
                    <a:pt x="90770" y="77122"/>
                  </a:lnTo>
                  <a:lnTo>
                    <a:pt x="90610" y="77329"/>
                  </a:lnTo>
                  <a:lnTo>
                    <a:pt x="90403" y="77512"/>
                  </a:lnTo>
                  <a:lnTo>
                    <a:pt x="90197" y="77673"/>
                  </a:lnTo>
                  <a:lnTo>
                    <a:pt x="89990" y="77833"/>
                  </a:lnTo>
                  <a:lnTo>
                    <a:pt x="89761" y="77948"/>
                  </a:lnTo>
                  <a:lnTo>
                    <a:pt x="89509" y="78063"/>
                  </a:lnTo>
                  <a:lnTo>
                    <a:pt x="89325" y="78132"/>
                  </a:lnTo>
                  <a:lnTo>
                    <a:pt x="89119" y="78177"/>
                  </a:lnTo>
                  <a:lnTo>
                    <a:pt x="88935" y="78223"/>
                  </a:lnTo>
                  <a:lnTo>
                    <a:pt x="88729" y="78246"/>
                  </a:lnTo>
                  <a:lnTo>
                    <a:pt x="88316" y="78246"/>
                  </a:lnTo>
                  <a:lnTo>
                    <a:pt x="88109" y="78223"/>
                  </a:lnTo>
                  <a:lnTo>
                    <a:pt x="87926" y="78177"/>
                  </a:lnTo>
                  <a:lnTo>
                    <a:pt x="87719" y="78109"/>
                  </a:lnTo>
                  <a:lnTo>
                    <a:pt x="87513" y="78017"/>
                  </a:lnTo>
                  <a:lnTo>
                    <a:pt x="87330" y="77925"/>
                  </a:lnTo>
                  <a:lnTo>
                    <a:pt x="87146" y="77810"/>
                  </a:lnTo>
                  <a:lnTo>
                    <a:pt x="86962" y="77650"/>
                  </a:lnTo>
                  <a:lnTo>
                    <a:pt x="86802" y="77489"/>
                  </a:lnTo>
                  <a:lnTo>
                    <a:pt x="86641" y="77306"/>
                  </a:lnTo>
                  <a:lnTo>
                    <a:pt x="86481" y="77076"/>
                  </a:lnTo>
                  <a:lnTo>
                    <a:pt x="86320" y="76778"/>
                  </a:lnTo>
                  <a:lnTo>
                    <a:pt x="86205" y="76480"/>
                  </a:lnTo>
                  <a:lnTo>
                    <a:pt x="86114" y="76182"/>
                  </a:lnTo>
                  <a:lnTo>
                    <a:pt x="86091" y="75883"/>
                  </a:lnTo>
                  <a:lnTo>
                    <a:pt x="86091" y="75585"/>
                  </a:lnTo>
                  <a:lnTo>
                    <a:pt x="86114" y="75310"/>
                  </a:lnTo>
                  <a:lnTo>
                    <a:pt x="86183" y="75058"/>
                  </a:lnTo>
                  <a:lnTo>
                    <a:pt x="86274" y="74805"/>
                  </a:lnTo>
                  <a:lnTo>
                    <a:pt x="86389" y="74553"/>
                  </a:lnTo>
                  <a:lnTo>
                    <a:pt x="86550" y="74347"/>
                  </a:lnTo>
                  <a:lnTo>
                    <a:pt x="86710" y="74117"/>
                  </a:lnTo>
                  <a:lnTo>
                    <a:pt x="86894" y="73934"/>
                  </a:lnTo>
                  <a:lnTo>
                    <a:pt x="87100" y="73773"/>
                  </a:lnTo>
                  <a:lnTo>
                    <a:pt x="87330" y="73613"/>
                  </a:lnTo>
                  <a:lnTo>
                    <a:pt x="87559" y="73475"/>
                  </a:lnTo>
                  <a:lnTo>
                    <a:pt x="87811" y="73383"/>
                  </a:lnTo>
                  <a:lnTo>
                    <a:pt x="88018" y="73314"/>
                  </a:lnTo>
                  <a:lnTo>
                    <a:pt x="88201" y="73245"/>
                  </a:lnTo>
                  <a:lnTo>
                    <a:pt x="88408" y="73223"/>
                  </a:lnTo>
                  <a:lnTo>
                    <a:pt x="88614" y="73177"/>
                  </a:lnTo>
                  <a:close/>
                  <a:moveTo>
                    <a:pt x="108846" y="75929"/>
                  </a:moveTo>
                  <a:lnTo>
                    <a:pt x="110613" y="79003"/>
                  </a:lnTo>
                  <a:lnTo>
                    <a:pt x="107080" y="79003"/>
                  </a:lnTo>
                  <a:lnTo>
                    <a:pt x="105314" y="75952"/>
                  </a:lnTo>
                  <a:lnTo>
                    <a:pt x="108846" y="75929"/>
                  </a:lnTo>
                  <a:close/>
                  <a:moveTo>
                    <a:pt x="93041" y="68589"/>
                  </a:moveTo>
                  <a:lnTo>
                    <a:pt x="95037" y="72076"/>
                  </a:lnTo>
                  <a:lnTo>
                    <a:pt x="97079" y="75608"/>
                  </a:lnTo>
                  <a:lnTo>
                    <a:pt x="95060" y="79095"/>
                  </a:lnTo>
                  <a:lnTo>
                    <a:pt x="91527" y="79095"/>
                  </a:lnTo>
                  <a:lnTo>
                    <a:pt x="93546" y="75585"/>
                  </a:lnTo>
                  <a:lnTo>
                    <a:pt x="91252" y="71709"/>
                  </a:lnTo>
                  <a:lnTo>
                    <a:pt x="93041" y="68589"/>
                  </a:lnTo>
                  <a:close/>
                  <a:moveTo>
                    <a:pt x="106851" y="68153"/>
                  </a:moveTo>
                  <a:lnTo>
                    <a:pt x="100542" y="79095"/>
                  </a:lnTo>
                  <a:lnTo>
                    <a:pt x="97010" y="79095"/>
                  </a:lnTo>
                  <a:lnTo>
                    <a:pt x="103341" y="68153"/>
                  </a:lnTo>
                  <a:close/>
                  <a:moveTo>
                    <a:pt x="32344" y="74828"/>
                  </a:moveTo>
                  <a:lnTo>
                    <a:pt x="32574" y="74851"/>
                  </a:lnTo>
                  <a:lnTo>
                    <a:pt x="32803" y="74920"/>
                  </a:lnTo>
                  <a:lnTo>
                    <a:pt x="33032" y="74989"/>
                  </a:lnTo>
                  <a:lnTo>
                    <a:pt x="33262" y="75104"/>
                  </a:lnTo>
                  <a:lnTo>
                    <a:pt x="33468" y="75218"/>
                  </a:lnTo>
                  <a:lnTo>
                    <a:pt x="33675" y="75379"/>
                  </a:lnTo>
                  <a:lnTo>
                    <a:pt x="33881" y="75585"/>
                  </a:lnTo>
                  <a:lnTo>
                    <a:pt x="34065" y="75792"/>
                  </a:lnTo>
                  <a:lnTo>
                    <a:pt x="34225" y="76044"/>
                  </a:lnTo>
                  <a:lnTo>
                    <a:pt x="34363" y="76319"/>
                  </a:lnTo>
                  <a:lnTo>
                    <a:pt x="34478" y="76572"/>
                  </a:lnTo>
                  <a:lnTo>
                    <a:pt x="34546" y="76847"/>
                  </a:lnTo>
                  <a:lnTo>
                    <a:pt x="34592" y="77099"/>
                  </a:lnTo>
                  <a:lnTo>
                    <a:pt x="34615" y="77329"/>
                  </a:lnTo>
                  <a:lnTo>
                    <a:pt x="34592" y="77581"/>
                  </a:lnTo>
                  <a:lnTo>
                    <a:pt x="34569" y="77810"/>
                  </a:lnTo>
                  <a:lnTo>
                    <a:pt x="34501" y="78040"/>
                  </a:lnTo>
                  <a:lnTo>
                    <a:pt x="34409" y="78246"/>
                  </a:lnTo>
                  <a:lnTo>
                    <a:pt x="34317" y="78453"/>
                  </a:lnTo>
                  <a:lnTo>
                    <a:pt x="34202" y="78659"/>
                  </a:lnTo>
                  <a:lnTo>
                    <a:pt x="34065" y="78843"/>
                  </a:lnTo>
                  <a:lnTo>
                    <a:pt x="33904" y="79026"/>
                  </a:lnTo>
                  <a:lnTo>
                    <a:pt x="33744" y="79187"/>
                  </a:lnTo>
                  <a:lnTo>
                    <a:pt x="33560" y="79324"/>
                  </a:lnTo>
                  <a:lnTo>
                    <a:pt x="33377" y="79439"/>
                  </a:lnTo>
                  <a:lnTo>
                    <a:pt x="33170" y="79554"/>
                  </a:lnTo>
                  <a:lnTo>
                    <a:pt x="32964" y="79668"/>
                  </a:lnTo>
                  <a:lnTo>
                    <a:pt x="32734" y="79737"/>
                  </a:lnTo>
                  <a:lnTo>
                    <a:pt x="32505" y="79783"/>
                  </a:lnTo>
                  <a:lnTo>
                    <a:pt x="32298" y="79829"/>
                  </a:lnTo>
                  <a:lnTo>
                    <a:pt x="32069" y="79852"/>
                  </a:lnTo>
                  <a:lnTo>
                    <a:pt x="31840" y="79852"/>
                  </a:lnTo>
                  <a:lnTo>
                    <a:pt x="31587" y="79829"/>
                  </a:lnTo>
                  <a:lnTo>
                    <a:pt x="31381" y="79760"/>
                  </a:lnTo>
                  <a:lnTo>
                    <a:pt x="31151" y="79691"/>
                  </a:lnTo>
                  <a:lnTo>
                    <a:pt x="30922" y="79600"/>
                  </a:lnTo>
                  <a:lnTo>
                    <a:pt x="30716" y="79462"/>
                  </a:lnTo>
                  <a:lnTo>
                    <a:pt x="30509" y="79324"/>
                  </a:lnTo>
                  <a:lnTo>
                    <a:pt x="30303" y="79141"/>
                  </a:lnTo>
                  <a:lnTo>
                    <a:pt x="30119" y="78934"/>
                  </a:lnTo>
                  <a:lnTo>
                    <a:pt x="29936" y="78682"/>
                  </a:lnTo>
                  <a:lnTo>
                    <a:pt x="29798" y="78407"/>
                  </a:lnTo>
                  <a:lnTo>
                    <a:pt x="29683" y="78154"/>
                  </a:lnTo>
                  <a:lnTo>
                    <a:pt x="29615" y="77879"/>
                  </a:lnTo>
                  <a:lnTo>
                    <a:pt x="29569" y="77627"/>
                  </a:lnTo>
                  <a:lnTo>
                    <a:pt x="29546" y="77375"/>
                  </a:lnTo>
                  <a:lnTo>
                    <a:pt x="29546" y="77122"/>
                  </a:lnTo>
                  <a:lnTo>
                    <a:pt x="29569" y="76893"/>
                  </a:lnTo>
                  <a:lnTo>
                    <a:pt x="29637" y="76663"/>
                  </a:lnTo>
                  <a:lnTo>
                    <a:pt x="29706" y="76434"/>
                  </a:lnTo>
                  <a:lnTo>
                    <a:pt x="29821" y="76228"/>
                  </a:lnTo>
                  <a:lnTo>
                    <a:pt x="29936" y="76021"/>
                  </a:lnTo>
                  <a:lnTo>
                    <a:pt x="30073" y="75838"/>
                  </a:lnTo>
                  <a:lnTo>
                    <a:pt x="30234" y="75654"/>
                  </a:lnTo>
                  <a:lnTo>
                    <a:pt x="30394" y="75494"/>
                  </a:lnTo>
                  <a:lnTo>
                    <a:pt x="30578" y="75356"/>
                  </a:lnTo>
                  <a:lnTo>
                    <a:pt x="30784" y="75218"/>
                  </a:lnTo>
                  <a:lnTo>
                    <a:pt x="30991" y="75104"/>
                  </a:lnTo>
                  <a:lnTo>
                    <a:pt x="31197" y="75012"/>
                  </a:lnTo>
                  <a:lnTo>
                    <a:pt x="31427" y="74920"/>
                  </a:lnTo>
                  <a:lnTo>
                    <a:pt x="31656" y="74874"/>
                  </a:lnTo>
                  <a:lnTo>
                    <a:pt x="31885" y="74828"/>
                  </a:lnTo>
                  <a:close/>
                  <a:moveTo>
                    <a:pt x="52255" y="77650"/>
                  </a:moveTo>
                  <a:lnTo>
                    <a:pt x="54022" y="80701"/>
                  </a:lnTo>
                  <a:lnTo>
                    <a:pt x="50489" y="80701"/>
                  </a:lnTo>
                  <a:lnTo>
                    <a:pt x="48723" y="77673"/>
                  </a:lnTo>
                  <a:lnTo>
                    <a:pt x="52255" y="77650"/>
                  </a:lnTo>
                  <a:close/>
                  <a:moveTo>
                    <a:pt x="36405" y="70217"/>
                  </a:moveTo>
                  <a:lnTo>
                    <a:pt x="38400" y="73727"/>
                  </a:lnTo>
                  <a:lnTo>
                    <a:pt x="40442" y="77237"/>
                  </a:lnTo>
                  <a:lnTo>
                    <a:pt x="38423" y="80747"/>
                  </a:lnTo>
                  <a:lnTo>
                    <a:pt x="34891" y="80747"/>
                  </a:lnTo>
                  <a:lnTo>
                    <a:pt x="36909" y="77237"/>
                  </a:lnTo>
                  <a:lnTo>
                    <a:pt x="34615" y="73337"/>
                  </a:lnTo>
                  <a:lnTo>
                    <a:pt x="36405" y="70217"/>
                  </a:lnTo>
                  <a:close/>
                  <a:moveTo>
                    <a:pt x="50214" y="69782"/>
                  </a:moveTo>
                  <a:lnTo>
                    <a:pt x="43906" y="80724"/>
                  </a:lnTo>
                  <a:lnTo>
                    <a:pt x="40373" y="80747"/>
                  </a:lnTo>
                  <a:lnTo>
                    <a:pt x="46704" y="69782"/>
                  </a:lnTo>
                  <a:close/>
                  <a:moveTo>
                    <a:pt x="122977" y="76090"/>
                  </a:moveTo>
                  <a:lnTo>
                    <a:pt x="123229" y="76136"/>
                  </a:lnTo>
                  <a:lnTo>
                    <a:pt x="123459" y="76182"/>
                  </a:lnTo>
                  <a:lnTo>
                    <a:pt x="123688" y="76251"/>
                  </a:lnTo>
                  <a:lnTo>
                    <a:pt x="123895" y="76365"/>
                  </a:lnTo>
                  <a:lnTo>
                    <a:pt x="124124" y="76503"/>
                  </a:lnTo>
                  <a:lnTo>
                    <a:pt x="124330" y="76663"/>
                  </a:lnTo>
                  <a:lnTo>
                    <a:pt x="124514" y="76847"/>
                  </a:lnTo>
                  <a:lnTo>
                    <a:pt x="124697" y="77076"/>
                  </a:lnTo>
                  <a:lnTo>
                    <a:pt x="124881" y="77329"/>
                  </a:lnTo>
                  <a:lnTo>
                    <a:pt x="125019" y="77581"/>
                  </a:lnTo>
                  <a:lnTo>
                    <a:pt x="125110" y="77856"/>
                  </a:lnTo>
                  <a:lnTo>
                    <a:pt x="125179" y="78109"/>
                  </a:lnTo>
                  <a:lnTo>
                    <a:pt x="125225" y="78361"/>
                  </a:lnTo>
                  <a:lnTo>
                    <a:pt x="125248" y="78613"/>
                  </a:lnTo>
                  <a:lnTo>
                    <a:pt x="125225" y="78843"/>
                  </a:lnTo>
                  <a:lnTo>
                    <a:pt x="125202" y="79072"/>
                  </a:lnTo>
                  <a:lnTo>
                    <a:pt x="125133" y="79301"/>
                  </a:lnTo>
                  <a:lnTo>
                    <a:pt x="125064" y="79531"/>
                  </a:lnTo>
                  <a:lnTo>
                    <a:pt x="124950" y="79737"/>
                  </a:lnTo>
                  <a:lnTo>
                    <a:pt x="124835" y="79921"/>
                  </a:lnTo>
                  <a:lnTo>
                    <a:pt x="124697" y="80104"/>
                  </a:lnTo>
                  <a:lnTo>
                    <a:pt x="124560" y="80288"/>
                  </a:lnTo>
                  <a:lnTo>
                    <a:pt x="124376" y="80448"/>
                  </a:lnTo>
                  <a:lnTo>
                    <a:pt x="124193" y="80586"/>
                  </a:lnTo>
                  <a:lnTo>
                    <a:pt x="124009" y="80724"/>
                  </a:lnTo>
                  <a:lnTo>
                    <a:pt x="123803" y="80838"/>
                  </a:lnTo>
                  <a:lnTo>
                    <a:pt x="123596" y="80930"/>
                  </a:lnTo>
                  <a:lnTo>
                    <a:pt x="123390" y="80999"/>
                  </a:lnTo>
                  <a:lnTo>
                    <a:pt x="123161" y="81068"/>
                  </a:lnTo>
                  <a:lnTo>
                    <a:pt x="122931" y="81114"/>
                  </a:lnTo>
                  <a:lnTo>
                    <a:pt x="122472" y="81114"/>
                  </a:lnTo>
                  <a:lnTo>
                    <a:pt x="122243" y="81091"/>
                  </a:lnTo>
                  <a:lnTo>
                    <a:pt x="122014" y="81045"/>
                  </a:lnTo>
                  <a:lnTo>
                    <a:pt x="121784" y="80976"/>
                  </a:lnTo>
                  <a:lnTo>
                    <a:pt x="121555" y="80861"/>
                  </a:lnTo>
                  <a:lnTo>
                    <a:pt x="121348" y="80747"/>
                  </a:lnTo>
                  <a:lnTo>
                    <a:pt x="121142" y="80586"/>
                  </a:lnTo>
                  <a:lnTo>
                    <a:pt x="120958" y="80403"/>
                  </a:lnTo>
                  <a:lnTo>
                    <a:pt x="120752" y="80196"/>
                  </a:lnTo>
                  <a:lnTo>
                    <a:pt x="120591" y="79944"/>
                  </a:lnTo>
                  <a:lnTo>
                    <a:pt x="120431" y="79691"/>
                  </a:lnTo>
                  <a:lnTo>
                    <a:pt x="120339" y="79416"/>
                  </a:lnTo>
                  <a:lnTo>
                    <a:pt x="120247" y="79164"/>
                  </a:lnTo>
                  <a:lnTo>
                    <a:pt x="120201" y="78889"/>
                  </a:lnTo>
                  <a:lnTo>
                    <a:pt x="120178" y="78636"/>
                  </a:lnTo>
                  <a:lnTo>
                    <a:pt x="120178" y="78407"/>
                  </a:lnTo>
                  <a:lnTo>
                    <a:pt x="120224" y="78154"/>
                  </a:lnTo>
                  <a:lnTo>
                    <a:pt x="120270" y="77925"/>
                  </a:lnTo>
                  <a:lnTo>
                    <a:pt x="120362" y="77719"/>
                  </a:lnTo>
                  <a:lnTo>
                    <a:pt x="120454" y="77489"/>
                  </a:lnTo>
                  <a:lnTo>
                    <a:pt x="120568" y="77306"/>
                  </a:lnTo>
                  <a:lnTo>
                    <a:pt x="120706" y="77099"/>
                  </a:lnTo>
                  <a:lnTo>
                    <a:pt x="120867" y="76939"/>
                  </a:lnTo>
                  <a:lnTo>
                    <a:pt x="121050" y="76778"/>
                  </a:lnTo>
                  <a:lnTo>
                    <a:pt x="121234" y="76618"/>
                  </a:lnTo>
                  <a:lnTo>
                    <a:pt x="121417" y="76480"/>
                  </a:lnTo>
                  <a:lnTo>
                    <a:pt x="121624" y="76365"/>
                  </a:lnTo>
                  <a:lnTo>
                    <a:pt x="121830" y="76273"/>
                  </a:lnTo>
                  <a:lnTo>
                    <a:pt x="122059" y="76205"/>
                  </a:lnTo>
                  <a:lnTo>
                    <a:pt x="122289" y="76136"/>
                  </a:lnTo>
                  <a:lnTo>
                    <a:pt x="122518" y="76113"/>
                  </a:lnTo>
                  <a:lnTo>
                    <a:pt x="122748" y="76090"/>
                  </a:lnTo>
                  <a:close/>
                  <a:moveTo>
                    <a:pt x="142842" y="78843"/>
                  </a:moveTo>
                  <a:lnTo>
                    <a:pt x="144632" y="81894"/>
                  </a:lnTo>
                  <a:lnTo>
                    <a:pt x="141099" y="81894"/>
                  </a:lnTo>
                  <a:lnTo>
                    <a:pt x="139310" y="78843"/>
                  </a:lnTo>
                  <a:close/>
                  <a:moveTo>
                    <a:pt x="127037" y="71502"/>
                  </a:moveTo>
                  <a:lnTo>
                    <a:pt x="129033" y="74989"/>
                  </a:lnTo>
                  <a:lnTo>
                    <a:pt x="131075" y="78522"/>
                  </a:lnTo>
                  <a:lnTo>
                    <a:pt x="129056" y="82008"/>
                  </a:lnTo>
                  <a:lnTo>
                    <a:pt x="125523" y="82008"/>
                  </a:lnTo>
                  <a:lnTo>
                    <a:pt x="127565" y="78499"/>
                  </a:lnTo>
                  <a:lnTo>
                    <a:pt x="125248" y="74599"/>
                  </a:lnTo>
                  <a:lnTo>
                    <a:pt x="127037" y="71502"/>
                  </a:lnTo>
                  <a:close/>
                  <a:moveTo>
                    <a:pt x="140870" y="71043"/>
                  </a:moveTo>
                  <a:lnTo>
                    <a:pt x="134538" y="82008"/>
                  </a:lnTo>
                  <a:lnTo>
                    <a:pt x="131029" y="82008"/>
                  </a:lnTo>
                  <a:lnTo>
                    <a:pt x="137337" y="71043"/>
                  </a:lnTo>
                  <a:close/>
                  <a:moveTo>
                    <a:pt x="65790" y="77971"/>
                  </a:moveTo>
                  <a:lnTo>
                    <a:pt x="66019" y="77994"/>
                  </a:lnTo>
                  <a:lnTo>
                    <a:pt x="66248" y="78063"/>
                  </a:lnTo>
                  <a:lnTo>
                    <a:pt x="66478" y="78132"/>
                  </a:lnTo>
                  <a:lnTo>
                    <a:pt x="66707" y="78246"/>
                  </a:lnTo>
                  <a:lnTo>
                    <a:pt x="66914" y="78384"/>
                  </a:lnTo>
                  <a:lnTo>
                    <a:pt x="67120" y="78544"/>
                  </a:lnTo>
                  <a:lnTo>
                    <a:pt x="67327" y="78728"/>
                  </a:lnTo>
                  <a:lnTo>
                    <a:pt x="67510" y="78957"/>
                  </a:lnTo>
                  <a:lnTo>
                    <a:pt x="67694" y="79210"/>
                  </a:lnTo>
                  <a:lnTo>
                    <a:pt x="67831" y="79462"/>
                  </a:lnTo>
                  <a:lnTo>
                    <a:pt x="67923" y="79714"/>
                  </a:lnTo>
                  <a:lnTo>
                    <a:pt x="67992" y="79990"/>
                  </a:lnTo>
                  <a:lnTo>
                    <a:pt x="68038" y="80242"/>
                  </a:lnTo>
                  <a:lnTo>
                    <a:pt x="68061" y="80471"/>
                  </a:lnTo>
                  <a:lnTo>
                    <a:pt x="68038" y="80724"/>
                  </a:lnTo>
                  <a:lnTo>
                    <a:pt x="68015" y="80953"/>
                  </a:lnTo>
                  <a:lnTo>
                    <a:pt x="67946" y="81182"/>
                  </a:lnTo>
                  <a:lnTo>
                    <a:pt x="67877" y="81412"/>
                  </a:lnTo>
                  <a:lnTo>
                    <a:pt x="67762" y="81618"/>
                  </a:lnTo>
                  <a:lnTo>
                    <a:pt x="67648" y="81802"/>
                  </a:lnTo>
                  <a:lnTo>
                    <a:pt x="67510" y="81985"/>
                  </a:lnTo>
                  <a:lnTo>
                    <a:pt x="67349" y="82169"/>
                  </a:lnTo>
                  <a:lnTo>
                    <a:pt x="67189" y="82329"/>
                  </a:lnTo>
                  <a:lnTo>
                    <a:pt x="67005" y="82467"/>
                  </a:lnTo>
                  <a:lnTo>
                    <a:pt x="66822" y="82605"/>
                  </a:lnTo>
                  <a:lnTo>
                    <a:pt x="66615" y="82696"/>
                  </a:lnTo>
                  <a:lnTo>
                    <a:pt x="66409" y="82811"/>
                  </a:lnTo>
                  <a:lnTo>
                    <a:pt x="66180" y="82880"/>
                  </a:lnTo>
                  <a:lnTo>
                    <a:pt x="65973" y="82949"/>
                  </a:lnTo>
                  <a:lnTo>
                    <a:pt x="65744" y="82972"/>
                  </a:lnTo>
                  <a:lnTo>
                    <a:pt x="65514" y="82995"/>
                  </a:lnTo>
                  <a:lnTo>
                    <a:pt x="65285" y="82995"/>
                  </a:lnTo>
                  <a:lnTo>
                    <a:pt x="65056" y="82972"/>
                  </a:lnTo>
                  <a:lnTo>
                    <a:pt x="64826" y="82926"/>
                  </a:lnTo>
                  <a:lnTo>
                    <a:pt x="64597" y="82834"/>
                  </a:lnTo>
                  <a:lnTo>
                    <a:pt x="64367" y="82742"/>
                  </a:lnTo>
                  <a:lnTo>
                    <a:pt x="64161" y="82605"/>
                  </a:lnTo>
                  <a:lnTo>
                    <a:pt x="63954" y="82467"/>
                  </a:lnTo>
                  <a:lnTo>
                    <a:pt x="63748" y="82284"/>
                  </a:lnTo>
                  <a:lnTo>
                    <a:pt x="63565" y="82077"/>
                  </a:lnTo>
                  <a:lnTo>
                    <a:pt x="63404" y="81825"/>
                  </a:lnTo>
                  <a:lnTo>
                    <a:pt x="63243" y="81572"/>
                  </a:lnTo>
                  <a:lnTo>
                    <a:pt x="63129" y="81297"/>
                  </a:lnTo>
                  <a:lnTo>
                    <a:pt x="63060" y="81022"/>
                  </a:lnTo>
                  <a:lnTo>
                    <a:pt x="63014" y="80770"/>
                  </a:lnTo>
                  <a:lnTo>
                    <a:pt x="62991" y="80517"/>
                  </a:lnTo>
                  <a:lnTo>
                    <a:pt x="62991" y="80265"/>
                  </a:lnTo>
                  <a:lnTo>
                    <a:pt x="63037" y="80035"/>
                  </a:lnTo>
                  <a:lnTo>
                    <a:pt x="63083" y="79806"/>
                  </a:lnTo>
                  <a:lnTo>
                    <a:pt x="63175" y="79577"/>
                  </a:lnTo>
                  <a:lnTo>
                    <a:pt x="63266" y="79370"/>
                  </a:lnTo>
                  <a:lnTo>
                    <a:pt x="63381" y="79164"/>
                  </a:lnTo>
                  <a:lnTo>
                    <a:pt x="63519" y="78980"/>
                  </a:lnTo>
                  <a:lnTo>
                    <a:pt x="63679" y="78797"/>
                  </a:lnTo>
                  <a:lnTo>
                    <a:pt x="63840" y="78636"/>
                  </a:lnTo>
                  <a:lnTo>
                    <a:pt x="64023" y="78499"/>
                  </a:lnTo>
                  <a:lnTo>
                    <a:pt x="64230" y="78361"/>
                  </a:lnTo>
                  <a:lnTo>
                    <a:pt x="64436" y="78246"/>
                  </a:lnTo>
                  <a:lnTo>
                    <a:pt x="64643" y="78154"/>
                  </a:lnTo>
                  <a:lnTo>
                    <a:pt x="64872" y="78086"/>
                  </a:lnTo>
                  <a:lnTo>
                    <a:pt x="65101" y="78017"/>
                  </a:lnTo>
                  <a:lnTo>
                    <a:pt x="65331" y="77971"/>
                  </a:lnTo>
                  <a:close/>
                  <a:moveTo>
                    <a:pt x="85976" y="80747"/>
                  </a:moveTo>
                  <a:lnTo>
                    <a:pt x="87742" y="83798"/>
                  </a:lnTo>
                  <a:lnTo>
                    <a:pt x="84210" y="83798"/>
                  </a:lnTo>
                  <a:lnTo>
                    <a:pt x="82443" y="80747"/>
                  </a:lnTo>
                  <a:close/>
                  <a:moveTo>
                    <a:pt x="69850" y="73383"/>
                  </a:moveTo>
                  <a:lnTo>
                    <a:pt x="71846" y="76870"/>
                  </a:lnTo>
                  <a:lnTo>
                    <a:pt x="73887" y="80380"/>
                  </a:lnTo>
                  <a:lnTo>
                    <a:pt x="71868" y="83889"/>
                  </a:lnTo>
                  <a:lnTo>
                    <a:pt x="68336" y="83889"/>
                  </a:lnTo>
                  <a:lnTo>
                    <a:pt x="70355" y="80380"/>
                  </a:lnTo>
                  <a:lnTo>
                    <a:pt x="68061" y="76480"/>
                  </a:lnTo>
                  <a:lnTo>
                    <a:pt x="69850" y="73383"/>
                  </a:lnTo>
                  <a:close/>
                  <a:moveTo>
                    <a:pt x="83682" y="72924"/>
                  </a:moveTo>
                  <a:lnTo>
                    <a:pt x="77351" y="83889"/>
                  </a:lnTo>
                  <a:lnTo>
                    <a:pt x="73841" y="83889"/>
                  </a:lnTo>
                  <a:lnTo>
                    <a:pt x="80150" y="72924"/>
                  </a:lnTo>
                  <a:close/>
                  <a:moveTo>
                    <a:pt x="157317" y="78957"/>
                  </a:moveTo>
                  <a:lnTo>
                    <a:pt x="157569" y="78980"/>
                  </a:lnTo>
                  <a:lnTo>
                    <a:pt x="157799" y="79003"/>
                  </a:lnTo>
                  <a:lnTo>
                    <a:pt x="158028" y="79049"/>
                  </a:lnTo>
                  <a:lnTo>
                    <a:pt x="158257" y="79141"/>
                  </a:lnTo>
                  <a:lnTo>
                    <a:pt x="158464" y="79233"/>
                  </a:lnTo>
                  <a:lnTo>
                    <a:pt x="158693" y="79370"/>
                  </a:lnTo>
                  <a:lnTo>
                    <a:pt x="158900" y="79531"/>
                  </a:lnTo>
                  <a:lnTo>
                    <a:pt x="159083" y="79737"/>
                  </a:lnTo>
                  <a:lnTo>
                    <a:pt x="159290" y="79944"/>
                  </a:lnTo>
                  <a:lnTo>
                    <a:pt x="159450" y="80196"/>
                  </a:lnTo>
                  <a:lnTo>
                    <a:pt x="159588" y="80471"/>
                  </a:lnTo>
                  <a:lnTo>
                    <a:pt x="159680" y="80724"/>
                  </a:lnTo>
                  <a:lnTo>
                    <a:pt x="159771" y="80976"/>
                  </a:lnTo>
                  <a:lnTo>
                    <a:pt x="159794" y="81228"/>
                  </a:lnTo>
                  <a:lnTo>
                    <a:pt x="159817" y="81481"/>
                  </a:lnTo>
                  <a:lnTo>
                    <a:pt x="159817" y="81733"/>
                  </a:lnTo>
                  <a:lnTo>
                    <a:pt x="159771" y="81962"/>
                  </a:lnTo>
                  <a:lnTo>
                    <a:pt x="159726" y="82192"/>
                  </a:lnTo>
                  <a:lnTo>
                    <a:pt x="159634" y="82398"/>
                  </a:lnTo>
                  <a:lnTo>
                    <a:pt x="159542" y="82605"/>
                  </a:lnTo>
                  <a:lnTo>
                    <a:pt x="159404" y="82811"/>
                  </a:lnTo>
                  <a:lnTo>
                    <a:pt x="159267" y="82995"/>
                  </a:lnTo>
                  <a:lnTo>
                    <a:pt x="159129" y="83155"/>
                  </a:lnTo>
                  <a:lnTo>
                    <a:pt x="158946" y="83316"/>
                  </a:lnTo>
                  <a:lnTo>
                    <a:pt x="158785" y="83476"/>
                  </a:lnTo>
                  <a:lnTo>
                    <a:pt x="158579" y="83591"/>
                  </a:lnTo>
                  <a:lnTo>
                    <a:pt x="158372" y="83706"/>
                  </a:lnTo>
                  <a:lnTo>
                    <a:pt x="158166" y="83798"/>
                  </a:lnTo>
                  <a:lnTo>
                    <a:pt x="157959" y="83889"/>
                  </a:lnTo>
                  <a:lnTo>
                    <a:pt x="157730" y="83935"/>
                  </a:lnTo>
                  <a:lnTo>
                    <a:pt x="157501" y="83981"/>
                  </a:lnTo>
                  <a:lnTo>
                    <a:pt x="157271" y="84004"/>
                  </a:lnTo>
                  <a:lnTo>
                    <a:pt x="157042" y="84004"/>
                  </a:lnTo>
                  <a:lnTo>
                    <a:pt x="156812" y="83958"/>
                  </a:lnTo>
                  <a:lnTo>
                    <a:pt x="156583" y="83912"/>
                  </a:lnTo>
                  <a:lnTo>
                    <a:pt x="156354" y="83843"/>
                  </a:lnTo>
                  <a:lnTo>
                    <a:pt x="156147" y="83752"/>
                  </a:lnTo>
                  <a:lnTo>
                    <a:pt x="155918" y="83614"/>
                  </a:lnTo>
                  <a:lnTo>
                    <a:pt x="155711" y="83453"/>
                  </a:lnTo>
                  <a:lnTo>
                    <a:pt x="155528" y="83293"/>
                  </a:lnTo>
                  <a:lnTo>
                    <a:pt x="155344" y="83063"/>
                  </a:lnTo>
                  <a:lnTo>
                    <a:pt x="155161" y="82834"/>
                  </a:lnTo>
                  <a:lnTo>
                    <a:pt x="155023" y="82559"/>
                  </a:lnTo>
                  <a:lnTo>
                    <a:pt x="154908" y="82306"/>
                  </a:lnTo>
                  <a:lnTo>
                    <a:pt x="154817" y="82031"/>
                  </a:lnTo>
                  <a:lnTo>
                    <a:pt x="154771" y="81779"/>
                  </a:lnTo>
                  <a:lnTo>
                    <a:pt x="154748" y="81527"/>
                  </a:lnTo>
                  <a:lnTo>
                    <a:pt x="154771" y="81274"/>
                  </a:lnTo>
                  <a:lnTo>
                    <a:pt x="154794" y="81045"/>
                  </a:lnTo>
                  <a:lnTo>
                    <a:pt x="154840" y="80815"/>
                  </a:lnTo>
                  <a:lnTo>
                    <a:pt x="154931" y="80586"/>
                  </a:lnTo>
                  <a:lnTo>
                    <a:pt x="155023" y="80380"/>
                  </a:lnTo>
                  <a:lnTo>
                    <a:pt x="155161" y="80173"/>
                  </a:lnTo>
                  <a:lnTo>
                    <a:pt x="155298" y="79990"/>
                  </a:lnTo>
                  <a:lnTo>
                    <a:pt x="155436" y="79806"/>
                  </a:lnTo>
                  <a:lnTo>
                    <a:pt x="155619" y="79646"/>
                  </a:lnTo>
                  <a:lnTo>
                    <a:pt x="155803" y="79508"/>
                  </a:lnTo>
                  <a:lnTo>
                    <a:pt x="155987" y="79370"/>
                  </a:lnTo>
                  <a:lnTo>
                    <a:pt x="156193" y="79256"/>
                  </a:lnTo>
                  <a:lnTo>
                    <a:pt x="156422" y="79164"/>
                  </a:lnTo>
                  <a:lnTo>
                    <a:pt x="156629" y="79072"/>
                  </a:lnTo>
                  <a:lnTo>
                    <a:pt x="156858" y="79026"/>
                  </a:lnTo>
                  <a:lnTo>
                    <a:pt x="157088" y="78980"/>
                  </a:lnTo>
                  <a:lnTo>
                    <a:pt x="157317" y="78957"/>
                  </a:lnTo>
                  <a:close/>
                  <a:moveTo>
                    <a:pt x="9474" y="79623"/>
                  </a:moveTo>
                  <a:lnTo>
                    <a:pt x="9703" y="79668"/>
                  </a:lnTo>
                  <a:lnTo>
                    <a:pt x="9933" y="79714"/>
                  </a:lnTo>
                  <a:lnTo>
                    <a:pt x="10162" y="79783"/>
                  </a:lnTo>
                  <a:lnTo>
                    <a:pt x="10369" y="79898"/>
                  </a:lnTo>
                  <a:lnTo>
                    <a:pt x="10598" y="80035"/>
                  </a:lnTo>
                  <a:lnTo>
                    <a:pt x="10804" y="80196"/>
                  </a:lnTo>
                  <a:lnTo>
                    <a:pt x="10988" y="80380"/>
                  </a:lnTo>
                  <a:lnTo>
                    <a:pt x="11194" y="80609"/>
                  </a:lnTo>
                  <a:lnTo>
                    <a:pt x="11355" y="80861"/>
                  </a:lnTo>
                  <a:lnTo>
                    <a:pt x="11493" y="81114"/>
                  </a:lnTo>
                  <a:lnTo>
                    <a:pt x="11584" y="81389"/>
                  </a:lnTo>
                  <a:lnTo>
                    <a:pt x="11676" y="81641"/>
                  </a:lnTo>
                  <a:lnTo>
                    <a:pt x="11699" y="81894"/>
                  </a:lnTo>
                  <a:lnTo>
                    <a:pt x="11722" y="82146"/>
                  </a:lnTo>
                  <a:lnTo>
                    <a:pt x="11722" y="82375"/>
                  </a:lnTo>
                  <a:lnTo>
                    <a:pt x="11676" y="82628"/>
                  </a:lnTo>
                  <a:lnTo>
                    <a:pt x="11630" y="82834"/>
                  </a:lnTo>
                  <a:lnTo>
                    <a:pt x="11538" y="83063"/>
                  </a:lnTo>
                  <a:lnTo>
                    <a:pt x="11447" y="83270"/>
                  </a:lnTo>
                  <a:lnTo>
                    <a:pt x="11309" y="83476"/>
                  </a:lnTo>
                  <a:lnTo>
                    <a:pt x="11171" y="83660"/>
                  </a:lnTo>
                  <a:lnTo>
                    <a:pt x="11034" y="83820"/>
                  </a:lnTo>
                  <a:lnTo>
                    <a:pt x="10850" y="83981"/>
                  </a:lnTo>
                  <a:lnTo>
                    <a:pt x="10690" y="84119"/>
                  </a:lnTo>
                  <a:lnTo>
                    <a:pt x="10483" y="84256"/>
                  </a:lnTo>
                  <a:lnTo>
                    <a:pt x="10277" y="84371"/>
                  </a:lnTo>
                  <a:lnTo>
                    <a:pt x="10070" y="84463"/>
                  </a:lnTo>
                  <a:lnTo>
                    <a:pt x="9864" y="84532"/>
                  </a:lnTo>
                  <a:lnTo>
                    <a:pt x="9634" y="84600"/>
                  </a:lnTo>
                  <a:lnTo>
                    <a:pt x="9405" y="84646"/>
                  </a:lnTo>
                  <a:lnTo>
                    <a:pt x="8946" y="84646"/>
                  </a:lnTo>
                  <a:lnTo>
                    <a:pt x="8717" y="84623"/>
                  </a:lnTo>
                  <a:lnTo>
                    <a:pt x="8488" y="84577"/>
                  </a:lnTo>
                  <a:lnTo>
                    <a:pt x="8258" y="84509"/>
                  </a:lnTo>
                  <a:lnTo>
                    <a:pt x="8052" y="84394"/>
                  </a:lnTo>
                  <a:lnTo>
                    <a:pt x="7822" y="84279"/>
                  </a:lnTo>
                  <a:lnTo>
                    <a:pt x="7616" y="84119"/>
                  </a:lnTo>
                  <a:lnTo>
                    <a:pt x="7432" y="83935"/>
                  </a:lnTo>
                  <a:lnTo>
                    <a:pt x="7249" y="83729"/>
                  </a:lnTo>
                  <a:lnTo>
                    <a:pt x="7065" y="83499"/>
                  </a:lnTo>
                  <a:lnTo>
                    <a:pt x="6928" y="83224"/>
                  </a:lnTo>
                  <a:lnTo>
                    <a:pt x="6813" y="82949"/>
                  </a:lnTo>
                  <a:lnTo>
                    <a:pt x="6721" y="82696"/>
                  </a:lnTo>
                  <a:lnTo>
                    <a:pt x="6675" y="82444"/>
                  </a:lnTo>
                  <a:lnTo>
                    <a:pt x="6652" y="82192"/>
                  </a:lnTo>
                  <a:lnTo>
                    <a:pt x="6675" y="81939"/>
                  </a:lnTo>
                  <a:lnTo>
                    <a:pt x="6698" y="81687"/>
                  </a:lnTo>
                  <a:lnTo>
                    <a:pt x="6744" y="81458"/>
                  </a:lnTo>
                  <a:lnTo>
                    <a:pt x="6836" y="81251"/>
                  </a:lnTo>
                  <a:lnTo>
                    <a:pt x="6928" y="81022"/>
                  </a:lnTo>
                  <a:lnTo>
                    <a:pt x="7065" y="80838"/>
                  </a:lnTo>
                  <a:lnTo>
                    <a:pt x="7203" y="80632"/>
                  </a:lnTo>
                  <a:lnTo>
                    <a:pt x="7341" y="80471"/>
                  </a:lnTo>
                  <a:lnTo>
                    <a:pt x="7524" y="80311"/>
                  </a:lnTo>
                  <a:lnTo>
                    <a:pt x="7708" y="80150"/>
                  </a:lnTo>
                  <a:lnTo>
                    <a:pt x="7891" y="80035"/>
                  </a:lnTo>
                  <a:lnTo>
                    <a:pt x="8098" y="79921"/>
                  </a:lnTo>
                  <a:lnTo>
                    <a:pt x="8327" y="79806"/>
                  </a:lnTo>
                  <a:lnTo>
                    <a:pt x="8533" y="79737"/>
                  </a:lnTo>
                  <a:lnTo>
                    <a:pt x="8763" y="79668"/>
                  </a:lnTo>
                  <a:lnTo>
                    <a:pt x="8992" y="79646"/>
                  </a:lnTo>
                  <a:lnTo>
                    <a:pt x="9222" y="79623"/>
                  </a:lnTo>
                  <a:close/>
                  <a:moveTo>
                    <a:pt x="161607" y="74370"/>
                  </a:moveTo>
                  <a:lnTo>
                    <a:pt x="163625" y="77879"/>
                  </a:lnTo>
                  <a:lnTo>
                    <a:pt x="165644" y="81389"/>
                  </a:lnTo>
                  <a:lnTo>
                    <a:pt x="163625" y="84876"/>
                  </a:lnTo>
                  <a:lnTo>
                    <a:pt x="160093" y="84899"/>
                  </a:lnTo>
                  <a:lnTo>
                    <a:pt x="160093" y="84899"/>
                  </a:lnTo>
                  <a:lnTo>
                    <a:pt x="162134" y="81389"/>
                  </a:lnTo>
                  <a:lnTo>
                    <a:pt x="159817" y="77489"/>
                  </a:lnTo>
                  <a:lnTo>
                    <a:pt x="161607" y="74370"/>
                  </a:lnTo>
                  <a:close/>
                  <a:moveTo>
                    <a:pt x="175439" y="73934"/>
                  </a:moveTo>
                  <a:lnTo>
                    <a:pt x="169108" y="84876"/>
                  </a:lnTo>
                  <a:lnTo>
                    <a:pt x="165598" y="84899"/>
                  </a:lnTo>
                  <a:lnTo>
                    <a:pt x="171906" y="73934"/>
                  </a:lnTo>
                  <a:close/>
                  <a:moveTo>
                    <a:pt x="29339" y="82375"/>
                  </a:moveTo>
                  <a:lnTo>
                    <a:pt x="31106" y="85426"/>
                  </a:lnTo>
                  <a:lnTo>
                    <a:pt x="27573" y="85426"/>
                  </a:lnTo>
                  <a:lnTo>
                    <a:pt x="25807" y="82375"/>
                  </a:lnTo>
                  <a:close/>
                  <a:moveTo>
                    <a:pt x="13511" y="75035"/>
                  </a:moveTo>
                  <a:lnTo>
                    <a:pt x="15530" y="78522"/>
                  </a:lnTo>
                  <a:lnTo>
                    <a:pt x="17548" y="82054"/>
                  </a:lnTo>
                  <a:lnTo>
                    <a:pt x="15530" y="85541"/>
                  </a:lnTo>
                  <a:lnTo>
                    <a:pt x="11997" y="85541"/>
                  </a:lnTo>
                  <a:lnTo>
                    <a:pt x="14039" y="82031"/>
                  </a:lnTo>
                  <a:lnTo>
                    <a:pt x="11722" y="78132"/>
                  </a:lnTo>
                  <a:lnTo>
                    <a:pt x="13511" y="75035"/>
                  </a:lnTo>
                  <a:close/>
                  <a:moveTo>
                    <a:pt x="27344" y="74599"/>
                  </a:moveTo>
                  <a:lnTo>
                    <a:pt x="21012" y="85541"/>
                  </a:lnTo>
                  <a:lnTo>
                    <a:pt x="17503" y="85541"/>
                  </a:lnTo>
                  <a:lnTo>
                    <a:pt x="23811" y="74599"/>
                  </a:lnTo>
                  <a:close/>
                  <a:moveTo>
                    <a:pt x="99648" y="80724"/>
                  </a:moveTo>
                  <a:lnTo>
                    <a:pt x="99877" y="80747"/>
                  </a:lnTo>
                  <a:lnTo>
                    <a:pt x="100107" y="80770"/>
                  </a:lnTo>
                  <a:lnTo>
                    <a:pt x="100336" y="80815"/>
                  </a:lnTo>
                  <a:lnTo>
                    <a:pt x="100565" y="80907"/>
                  </a:lnTo>
                  <a:lnTo>
                    <a:pt x="100795" y="80999"/>
                  </a:lnTo>
                  <a:lnTo>
                    <a:pt x="101001" y="81137"/>
                  </a:lnTo>
                  <a:lnTo>
                    <a:pt x="101208" y="81297"/>
                  </a:lnTo>
                  <a:lnTo>
                    <a:pt x="101414" y="81504"/>
                  </a:lnTo>
                  <a:lnTo>
                    <a:pt x="101598" y="81710"/>
                  </a:lnTo>
                  <a:lnTo>
                    <a:pt x="101758" y="81962"/>
                  </a:lnTo>
                  <a:lnTo>
                    <a:pt x="101896" y="82238"/>
                  </a:lnTo>
                  <a:lnTo>
                    <a:pt x="102011" y="82490"/>
                  </a:lnTo>
                  <a:lnTo>
                    <a:pt x="102079" y="82742"/>
                  </a:lnTo>
                  <a:lnTo>
                    <a:pt x="102125" y="82995"/>
                  </a:lnTo>
                  <a:lnTo>
                    <a:pt x="102148" y="83247"/>
                  </a:lnTo>
                  <a:lnTo>
                    <a:pt x="102125" y="83499"/>
                  </a:lnTo>
                  <a:lnTo>
                    <a:pt x="102102" y="83729"/>
                  </a:lnTo>
                  <a:lnTo>
                    <a:pt x="102034" y="83958"/>
                  </a:lnTo>
                  <a:lnTo>
                    <a:pt x="101942" y="84165"/>
                  </a:lnTo>
                  <a:lnTo>
                    <a:pt x="101850" y="84371"/>
                  </a:lnTo>
                  <a:lnTo>
                    <a:pt x="101735" y="84577"/>
                  </a:lnTo>
                  <a:lnTo>
                    <a:pt x="101598" y="84761"/>
                  </a:lnTo>
                  <a:lnTo>
                    <a:pt x="101437" y="84922"/>
                  </a:lnTo>
                  <a:lnTo>
                    <a:pt x="101277" y="85082"/>
                  </a:lnTo>
                  <a:lnTo>
                    <a:pt x="101093" y="85243"/>
                  </a:lnTo>
                  <a:lnTo>
                    <a:pt x="100910" y="85357"/>
                  </a:lnTo>
                  <a:lnTo>
                    <a:pt x="100703" y="85472"/>
                  </a:lnTo>
                  <a:lnTo>
                    <a:pt x="100497" y="85564"/>
                  </a:lnTo>
                  <a:lnTo>
                    <a:pt x="100267" y="85656"/>
                  </a:lnTo>
                  <a:lnTo>
                    <a:pt x="100038" y="85701"/>
                  </a:lnTo>
                  <a:lnTo>
                    <a:pt x="99831" y="85747"/>
                  </a:lnTo>
                  <a:lnTo>
                    <a:pt x="99602" y="85770"/>
                  </a:lnTo>
                  <a:lnTo>
                    <a:pt x="99373" y="85770"/>
                  </a:lnTo>
                  <a:lnTo>
                    <a:pt x="99120" y="85724"/>
                  </a:lnTo>
                  <a:lnTo>
                    <a:pt x="98914" y="85679"/>
                  </a:lnTo>
                  <a:lnTo>
                    <a:pt x="98684" y="85610"/>
                  </a:lnTo>
                  <a:lnTo>
                    <a:pt x="98455" y="85518"/>
                  </a:lnTo>
                  <a:lnTo>
                    <a:pt x="98249" y="85380"/>
                  </a:lnTo>
                  <a:lnTo>
                    <a:pt x="98042" y="85220"/>
                  </a:lnTo>
                  <a:lnTo>
                    <a:pt x="97836" y="85059"/>
                  </a:lnTo>
                  <a:lnTo>
                    <a:pt x="97652" y="84830"/>
                  </a:lnTo>
                  <a:lnTo>
                    <a:pt x="97469" y="84600"/>
                  </a:lnTo>
                  <a:lnTo>
                    <a:pt x="97331" y="84325"/>
                  </a:lnTo>
                  <a:lnTo>
                    <a:pt x="97216" y="84073"/>
                  </a:lnTo>
                  <a:lnTo>
                    <a:pt x="97147" y="83798"/>
                  </a:lnTo>
                  <a:lnTo>
                    <a:pt x="97102" y="83545"/>
                  </a:lnTo>
                  <a:lnTo>
                    <a:pt x="97079" y="83293"/>
                  </a:lnTo>
                  <a:lnTo>
                    <a:pt x="97079" y="83041"/>
                  </a:lnTo>
                  <a:lnTo>
                    <a:pt x="97102" y="82811"/>
                  </a:lnTo>
                  <a:lnTo>
                    <a:pt x="97170" y="82582"/>
                  </a:lnTo>
                  <a:lnTo>
                    <a:pt x="97239" y="82352"/>
                  </a:lnTo>
                  <a:lnTo>
                    <a:pt x="97354" y="82146"/>
                  </a:lnTo>
                  <a:lnTo>
                    <a:pt x="97469" y="81939"/>
                  </a:lnTo>
                  <a:lnTo>
                    <a:pt x="97606" y="81756"/>
                  </a:lnTo>
                  <a:lnTo>
                    <a:pt x="97767" y="81572"/>
                  </a:lnTo>
                  <a:lnTo>
                    <a:pt x="97927" y="81412"/>
                  </a:lnTo>
                  <a:lnTo>
                    <a:pt x="98111" y="81274"/>
                  </a:lnTo>
                  <a:lnTo>
                    <a:pt x="98317" y="81137"/>
                  </a:lnTo>
                  <a:lnTo>
                    <a:pt x="98524" y="81022"/>
                  </a:lnTo>
                  <a:lnTo>
                    <a:pt x="98730" y="80930"/>
                  </a:lnTo>
                  <a:lnTo>
                    <a:pt x="98960" y="80838"/>
                  </a:lnTo>
                  <a:lnTo>
                    <a:pt x="99189" y="80792"/>
                  </a:lnTo>
                  <a:lnTo>
                    <a:pt x="99418" y="80747"/>
                  </a:lnTo>
                  <a:lnTo>
                    <a:pt x="99648" y="80724"/>
                  </a:lnTo>
                  <a:close/>
                  <a:moveTo>
                    <a:pt x="119743" y="83476"/>
                  </a:moveTo>
                  <a:lnTo>
                    <a:pt x="121509" y="86550"/>
                  </a:lnTo>
                  <a:lnTo>
                    <a:pt x="117976" y="86550"/>
                  </a:lnTo>
                  <a:lnTo>
                    <a:pt x="116210" y="83499"/>
                  </a:lnTo>
                  <a:lnTo>
                    <a:pt x="119743" y="83476"/>
                  </a:lnTo>
                  <a:close/>
                  <a:moveTo>
                    <a:pt x="103937" y="76136"/>
                  </a:moveTo>
                  <a:lnTo>
                    <a:pt x="105933" y="79646"/>
                  </a:lnTo>
                  <a:lnTo>
                    <a:pt x="107975" y="83155"/>
                  </a:lnTo>
                  <a:lnTo>
                    <a:pt x="105956" y="86642"/>
                  </a:lnTo>
                  <a:lnTo>
                    <a:pt x="102424" y="86665"/>
                  </a:lnTo>
                  <a:lnTo>
                    <a:pt x="102424" y="86665"/>
                  </a:lnTo>
                  <a:lnTo>
                    <a:pt x="104442" y="83155"/>
                  </a:lnTo>
                  <a:lnTo>
                    <a:pt x="102148" y="79256"/>
                  </a:lnTo>
                  <a:lnTo>
                    <a:pt x="103937" y="76136"/>
                  </a:lnTo>
                  <a:close/>
                  <a:moveTo>
                    <a:pt x="117747" y="75700"/>
                  </a:moveTo>
                  <a:lnTo>
                    <a:pt x="111439" y="86642"/>
                  </a:lnTo>
                  <a:lnTo>
                    <a:pt x="107906" y="86665"/>
                  </a:lnTo>
                  <a:lnTo>
                    <a:pt x="114237" y="75700"/>
                  </a:lnTo>
                  <a:close/>
                  <a:moveTo>
                    <a:pt x="43057" y="82444"/>
                  </a:moveTo>
                  <a:lnTo>
                    <a:pt x="43286" y="82467"/>
                  </a:lnTo>
                  <a:lnTo>
                    <a:pt x="43516" y="82490"/>
                  </a:lnTo>
                  <a:lnTo>
                    <a:pt x="43745" y="82536"/>
                  </a:lnTo>
                  <a:lnTo>
                    <a:pt x="43974" y="82628"/>
                  </a:lnTo>
                  <a:lnTo>
                    <a:pt x="44204" y="82719"/>
                  </a:lnTo>
                  <a:lnTo>
                    <a:pt x="44410" y="82857"/>
                  </a:lnTo>
                  <a:lnTo>
                    <a:pt x="44617" y="83018"/>
                  </a:lnTo>
                  <a:lnTo>
                    <a:pt x="44823" y="83201"/>
                  </a:lnTo>
                  <a:lnTo>
                    <a:pt x="45007" y="83431"/>
                  </a:lnTo>
                  <a:lnTo>
                    <a:pt x="45167" y="83683"/>
                  </a:lnTo>
                  <a:lnTo>
                    <a:pt x="45305" y="83958"/>
                  </a:lnTo>
                  <a:lnTo>
                    <a:pt x="45420" y="84210"/>
                  </a:lnTo>
                  <a:lnTo>
                    <a:pt x="45488" y="84463"/>
                  </a:lnTo>
                  <a:lnTo>
                    <a:pt x="45534" y="84715"/>
                  </a:lnTo>
                  <a:lnTo>
                    <a:pt x="45534" y="84967"/>
                  </a:lnTo>
                  <a:lnTo>
                    <a:pt x="45534" y="85220"/>
                  </a:lnTo>
                  <a:lnTo>
                    <a:pt x="45488" y="85449"/>
                  </a:lnTo>
                  <a:lnTo>
                    <a:pt x="45443" y="85679"/>
                  </a:lnTo>
                  <a:lnTo>
                    <a:pt x="45351" y="85885"/>
                  </a:lnTo>
                  <a:lnTo>
                    <a:pt x="45259" y="86091"/>
                  </a:lnTo>
                  <a:lnTo>
                    <a:pt x="45144" y="86298"/>
                  </a:lnTo>
                  <a:lnTo>
                    <a:pt x="45007" y="86481"/>
                  </a:lnTo>
                  <a:lnTo>
                    <a:pt x="44846" y="86642"/>
                  </a:lnTo>
                  <a:lnTo>
                    <a:pt x="44686" y="86803"/>
                  </a:lnTo>
                  <a:lnTo>
                    <a:pt x="44502" y="86963"/>
                  </a:lnTo>
                  <a:lnTo>
                    <a:pt x="44319" y="87078"/>
                  </a:lnTo>
                  <a:lnTo>
                    <a:pt x="44112" y="87193"/>
                  </a:lnTo>
                  <a:lnTo>
                    <a:pt x="43906" y="87284"/>
                  </a:lnTo>
                  <a:lnTo>
                    <a:pt x="43676" y="87376"/>
                  </a:lnTo>
                  <a:lnTo>
                    <a:pt x="43447" y="87422"/>
                  </a:lnTo>
                  <a:lnTo>
                    <a:pt x="43217" y="87468"/>
                  </a:lnTo>
                  <a:lnTo>
                    <a:pt x="42988" y="87491"/>
                  </a:lnTo>
                  <a:lnTo>
                    <a:pt x="42759" y="87468"/>
                  </a:lnTo>
                  <a:lnTo>
                    <a:pt x="42529" y="87445"/>
                  </a:lnTo>
                  <a:lnTo>
                    <a:pt x="42300" y="87399"/>
                  </a:lnTo>
                  <a:lnTo>
                    <a:pt x="42093" y="87330"/>
                  </a:lnTo>
                  <a:lnTo>
                    <a:pt x="41864" y="87238"/>
                  </a:lnTo>
                  <a:lnTo>
                    <a:pt x="41658" y="87101"/>
                  </a:lnTo>
                  <a:lnTo>
                    <a:pt x="41451" y="86940"/>
                  </a:lnTo>
                  <a:lnTo>
                    <a:pt x="41245" y="86757"/>
                  </a:lnTo>
                  <a:lnTo>
                    <a:pt x="41061" y="86550"/>
                  </a:lnTo>
                  <a:lnTo>
                    <a:pt x="40878" y="86321"/>
                  </a:lnTo>
                  <a:lnTo>
                    <a:pt x="40740" y="86046"/>
                  </a:lnTo>
                  <a:lnTo>
                    <a:pt x="40625" y="85793"/>
                  </a:lnTo>
                  <a:lnTo>
                    <a:pt x="40556" y="85518"/>
                  </a:lnTo>
                  <a:lnTo>
                    <a:pt x="40488" y="85266"/>
                  </a:lnTo>
                  <a:lnTo>
                    <a:pt x="40488" y="85013"/>
                  </a:lnTo>
                  <a:lnTo>
                    <a:pt x="40488" y="84761"/>
                  </a:lnTo>
                  <a:lnTo>
                    <a:pt x="40511" y="84532"/>
                  </a:lnTo>
                  <a:lnTo>
                    <a:pt x="40579" y="84302"/>
                  </a:lnTo>
                  <a:lnTo>
                    <a:pt x="40648" y="84073"/>
                  </a:lnTo>
                  <a:lnTo>
                    <a:pt x="40763" y="83866"/>
                  </a:lnTo>
                  <a:lnTo>
                    <a:pt x="40878" y="83660"/>
                  </a:lnTo>
                  <a:lnTo>
                    <a:pt x="41015" y="83476"/>
                  </a:lnTo>
                  <a:lnTo>
                    <a:pt x="41176" y="83293"/>
                  </a:lnTo>
                  <a:lnTo>
                    <a:pt x="41336" y="83132"/>
                  </a:lnTo>
                  <a:lnTo>
                    <a:pt x="41520" y="82995"/>
                  </a:lnTo>
                  <a:lnTo>
                    <a:pt x="41726" y="82857"/>
                  </a:lnTo>
                  <a:lnTo>
                    <a:pt x="41933" y="82742"/>
                  </a:lnTo>
                  <a:lnTo>
                    <a:pt x="42139" y="82651"/>
                  </a:lnTo>
                  <a:lnTo>
                    <a:pt x="42369" y="82559"/>
                  </a:lnTo>
                  <a:lnTo>
                    <a:pt x="42575" y="82513"/>
                  </a:lnTo>
                  <a:lnTo>
                    <a:pt x="42805" y="82467"/>
                  </a:lnTo>
                  <a:lnTo>
                    <a:pt x="43057" y="82444"/>
                  </a:lnTo>
                  <a:close/>
                  <a:moveTo>
                    <a:pt x="61156" y="77420"/>
                  </a:moveTo>
                  <a:lnTo>
                    <a:pt x="54848" y="88362"/>
                  </a:lnTo>
                  <a:lnTo>
                    <a:pt x="51315" y="88385"/>
                  </a:lnTo>
                  <a:lnTo>
                    <a:pt x="51315" y="88385"/>
                  </a:lnTo>
                  <a:lnTo>
                    <a:pt x="57646" y="77420"/>
                  </a:lnTo>
                  <a:close/>
                  <a:moveTo>
                    <a:pt x="47346" y="77856"/>
                  </a:moveTo>
                  <a:lnTo>
                    <a:pt x="49342" y="81366"/>
                  </a:lnTo>
                  <a:lnTo>
                    <a:pt x="51384" y="84876"/>
                  </a:lnTo>
                  <a:lnTo>
                    <a:pt x="49365" y="88362"/>
                  </a:lnTo>
                  <a:lnTo>
                    <a:pt x="45833" y="88385"/>
                  </a:lnTo>
                  <a:lnTo>
                    <a:pt x="47851" y="84876"/>
                  </a:lnTo>
                  <a:lnTo>
                    <a:pt x="45534" y="80976"/>
                  </a:lnTo>
                  <a:lnTo>
                    <a:pt x="47346" y="77856"/>
                  </a:lnTo>
                  <a:close/>
                  <a:moveTo>
                    <a:pt x="62853" y="85380"/>
                  </a:moveTo>
                  <a:lnTo>
                    <a:pt x="64620" y="88454"/>
                  </a:lnTo>
                  <a:lnTo>
                    <a:pt x="61087" y="88454"/>
                  </a:lnTo>
                  <a:lnTo>
                    <a:pt x="59321" y="85403"/>
                  </a:lnTo>
                  <a:lnTo>
                    <a:pt x="62853" y="85380"/>
                  </a:lnTo>
                  <a:close/>
                  <a:moveTo>
                    <a:pt x="133873" y="83637"/>
                  </a:moveTo>
                  <a:lnTo>
                    <a:pt x="134125" y="83683"/>
                  </a:lnTo>
                  <a:lnTo>
                    <a:pt x="134355" y="83729"/>
                  </a:lnTo>
                  <a:lnTo>
                    <a:pt x="134584" y="83820"/>
                  </a:lnTo>
                  <a:lnTo>
                    <a:pt x="134791" y="83912"/>
                  </a:lnTo>
                  <a:lnTo>
                    <a:pt x="135020" y="84050"/>
                  </a:lnTo>
                  <a:lnTo>
                    <a:pt x="135227" y="84210"/>
                  </a:lnTo>
                  <a:lnTo>
                    <a:pt x="135410" y="84394"/>
                  </a:lnTo>
                  <a:lnTo>
                    <a:pt x="135594" y="84623"/>
                  </a:lnTo>
                  <a:lnTo>
                    <a:pt x="135777" y="84876"/>
                  </a:lnTo>
                  <a:lnTo>
                    <a:pt x="135915" y="85128"/>
                  </a:lnTo>
                  <a:lnTo>
                    <a:pt x="136006" y="85403"/>
                  </a:lnTo>
                  <a:lnTo>
                    <a:pt x="136075" y="85656"/>
                  </a:lnTo>
                  <a:lnTo>
                    <a:pt x="136121" y="85908"/>
                  </a:lnTo>
                  <a:lnTo>
                    <a:pt x="136144" y="86160"/>
                  </a:lnTo>
                  <a:lnTo>
                    <a:pt x="136121" y="86390"/>
                  </a:lnTo>
                  <a:lnTo>
                    <a:pt x="136098" y="86642"/>
                  </a:lnTo>
                  <a:lnTo>
                    <a:pt x="136029" y="86871"/>
                  </a:lnTo>
                  <a:lnTo>
                    <a:pt x="135961" y="87078"/>
                  </a:lnTo>
                  <a:lnTo>
                    <a:pt x="135846" y="87284"/>
                  </a:lnTo>
                  <a:lnTo>
                    <a:pt x="135731" y="87491"/>
                  </a:lnTo>
                  <a:lnTo>
                    <a:pt x="135594" y="87674"/>
                  </a:lnTo>
                  <a:lnTo>
                    <a:pt x="135456" y="87835"/>
                  </a:lnTo>
                  <a:lnTo>
                    <a:pt x="135272" y="87995"/>
                  </a:lnTo>
                  <a:lnTo>
                    <a:pt x="135089" y="88133"/>
                  </a:lnTo>
                  <a:lnTo>
                    <a:pt x="134905" y="88271"/>
                  </a:lnTo>
                  <a:lnTo>
                    <a:pt x="134699" y="88385"/>
                  </a:lnTo>
                  <a:lnTo>
                    <a:pt x="134492" y="88477"/>
                  </a:lnTo>
                  <a:lnTo>
                    <a:pt x="134286" y="88546"/>
                  </a:lnTo>
                  <a:lnTo>
                    <a:pt x="134057" y="88615"/>
                  </a:lnTo>
                  <a:lnTo>
                    <a:pt x="133827" y="88661"/>
                  </a:lnTo>
                  <a:lnTo>
                    <a:pt x="133368" y="88661"/>
                  </a:lnTo>
                  <a:lnTo>
                    <a:pt x="133139" y="88638"/>
                  </a:lnTo>
                  <a:lnTo>
                    <a:pt x="132910" y="88592"/>
                  </a:lnTo>
                  <a:lnTo>
                    <a:pt x="132680" y="88523"/>
                  </a:lnTo>
                  <a:lnTo>
                    <a:pt x="132451" y="88408"/>
                  </a:lnTo>
                  <a:lnTo>
                    <a:pt x="132244" y="88294"/>
                  </a:lnTo>
                  <a:lnTo>
                    <a:pt x="132038" y="88133"/>
                  </a:lnTo>
                  <a:lnTo>
                    <a:pt x="131854" y="87950"/>
                  </a:lnTo>
                  <a:lnTo>
                    <a:pt x="131648" y="87743"/>
                  </a:lnTo>
                  <a:lnTo>
                    <a:pt x="131487" y="87514"/>
                  </a:lnTo>
                  <a:lnTo>
                    <a:pt x="131327" y="87238"/>
                  </a:lnTo>
                  <a:lnTo>
                    <a:pt x="131235" y="86963"/>
                  </a:lnTo>
                  <a:lnTo>
                    <a:pt x="131143" y="86711"/>
                  </a:lnTo>
                  <a:lnTo>
                    <a:pt x="131097" y="86458"/>
                  </a:lnTo>
                  <a:lnTo>
                    <a:pt x="131075" y="86206"/>
                  </a:lnTo>
                  <a:lnTo>
                    <a:pt x="131075" y="85954"/>
                  </a:lnTo>
                  <a:lnTo>
                    <a:pt x="131120" y="85701"/>
                  </a:lnTo>
                  <a:lnTo>
                    <a:pt x="131166" y="85472"/>
                  </a:lnTo>
                  <a:lnTo>
                    <a:pt x="131258" y="85266"/>
                  </a:lnTo>
                  <a:lnTo>
                    <a:pt x="131350" y="85036"/>
                  </a:lnTo>
                  <a:lnTo>
                    <a:pt x="131465" y="84853"/>
                  </a:lnTo>
                  <a:lnTo>
                    <a:pt x="131602" y="84669"/>
                  </a:lnTo>
                  <a:lnTo>
                    <a:pt x="131763" y="84486"/>
                  </a:lnTo>
                  <a:lnTo>
                    <a:pt x="131946" y="84325"/>
                  </a:lnTo>
                  <a:lnTo>
                    <a:pt x="132130" y="84165"/>
                  </a:lnTo>
                  <a:lnTo>
                    <a:pt x="132313" y="84050"/>
                  </a:lnTo>
                  <a:lnTo>
                    <a:pt x="132520" y="83935"/>
                  </a:lnTo>
                  <a:lnTo>
                    <a:pt x="132726" y="83820"/>
                  </a:lnTo>
                  <a:lnTo>
                    <a:pt x="132956" y="83752"/>
                  </a:lnTo>
                  <a:lnTo>
                    <a:pt x="133185" y="83683"/>
                  </a:lnTo>
                  <a:lnTo>
                    <a:pt x="133414" y="83660"/>
                  </a:lnTo>
                  <a:lnTo>
                    <a:pt x="133644" y="83637"/>
                  </a:lnTo>
                  <a:close/>
                  <a:moveTo>
                    <a:pt x="153693" y="86390"/>
                  </a:moveTo>
                  <a:lnTo>
                    <a:pt x="155459" y="89464"/>
                  </a:lnTo>
                  <a:lnTo>
                    <a:pt x="151926" y="89464"/>
                  </a:lnTo>
                  <a:lnTo>
                    <a:pt x="150160" y="86413"/>
                  </a:lnTo>
                  <a:lnTo>
                    <a:pt x="153693" y="86390"/>
                  </a:lnTo>
                  <a:close/>
                  <a:moveTo>
                    <a:pt x="137933" y="79049"/>
                  </a:moveTo>
                  <a:lnTo>
                    <a:pt x="139929" y="82536"/>
                  </a:lnTo>
                  <a:lnTo>
                    <a:pt x="141971" y="86069"/>
                  </a:lnTo>
                  <a:lnTo>
                    <a:pt x="139952" y="89555"/>
                  </a:lnTo>
                  <a:lnTo>
                    <a:pt x="136419" y="89555"/>
                  </a:lnTo>
                  <a:lnTo>
                    <a:pt x="138461" y="86046"/>
                  </a:lnTo>
                  <a:lnTo>
                    <a:pt x="136144" y="82146"/>
                  </a:lnTo>
                  <a:lnTo>
                    <a:pt x="137933" y="79049"/>
                  </a:lnTo>
                  <a:close/>
                  <a:moveTo>
                    <a:pt x="151766" y="78613"/>
                  </a:moveTo>
                  <a:lnTo>
                    <a:pt x="145434" y="89555"/>
                  </a:lnTo>
                  <a:lnTo>
                    <a:pt x="141925" y="89555"/>
                  </a:lnTo>
                  <a:lnTo>
                    <a:pt x="148233" y="78613"/>
                  </a:lnTo>
                  <a:close/>
                  <a:moveTo>
                    <a:pt x="6217" y="87032"/>
                  </a:moveTo>
                  <a:lnTo>
                    <a:pt x="7983" y="90083"/>
                  </a:lnTo>
                  <a:lnTo>
                    <a:pt x="4450" y="90083"/>
                  </a:lnTo>
                  <a:lnTo>
                    <a:pt x="2684" y="87032"/>
                  </a:lnTo>
                  <a:close/>
                  <a:moveTo>
                    <a:pt x="77007" y="85541"/>
                  </a:moveTo>
                  <a:lnTo>
                    <a:pt x="77236" y="85564"/>
                  </a:lnTo>
                  <a:lnTo>
                    <a:pt x="77466" y="85633"/>
                  </a:lnTo>
                  <a:lnTo>
                    <a:pt x="77695" y="85701"/>
                  </a:lnTo>
                  <a:lnTo>
                    <a:pt x="77902" y="85816"/>
                  </a:lnTo>
                  <a:lnTo>
                    <a:pt x="78131" y="85954"/>
                  </a:lnTo>
                  <a:lnTo>
                    <a:pt x="78337" y="86114"/>
                  </a:lnTo>
                  <a:lnTo>
                    <a:pt x="78521" y="86298"/>
                  </a:lnTo>
                  <a:lnTo>
                    <a:pt x="78727" y="86527"/>
                  </a:lnTo>
                  <a:lnTo>
                    <a:pt x="78888" y="86780"/>
                  </a:lnTo>
                  <a:lnTo>
                    <a:pt x="79026" y="87032"/>
                  </a:lnTo>
                  <a:lnTo>
                    <a:pt x="79117" y="87307"/>
                  </a:lnTo>
                  <a:lnTo>
                    <a:pt x="79209" y="87560"/>
                  </a:lnTo>
                  <a:lnTo>
                    <a:pt x="79232" y="87812"/>
                  </a:lnTo>
                  <a:lnTo>
                    <a:pt x="79255" y="88064"/>
                  </a:lnTo>
                  <a:lnTo>
                    <a:pt x="79255" y="88294"/>
                  </a:lnTo>
                  <a:lnTo>
                    <a:pt x="79209" y="88523"/>
                  </a:lnTo>
                  <a:lnTo>
                    <a:pt x="79163" y="88752"/>
                  </a:lnTo>
                  <a:lnTo>
                    <a:pt x="79071" y="88982"/>
                  </a:lnTo>
                  <a:lnTo>
                    <a:pt x="78980" y="89188"/>
                  </a:lnTo>
                  <a:lnTo>
                    <a:pt x="78842" y="89372"/>
                  </a:lnTo>
                  <a:lnTo>
                    <a:pt x="78704" y="89555"/>
                  </a:lnTo>
                  <a:lnTo>
                    <a:pt x="78567" y="89739"/>
                  </a:lnTo>
                  <a:lnTo>
                    <a:pt x="78383" y="89899"/>
                  </a:lnTo>
                  <a:lnTo>
                    <a:pt x="78223" y="90037"/>
                  </a:lnTo>
                  <a:lnTo>
                    <a:pt x="78016" y="90175"/>
                  </a:lnTo>
                  <a:lnTo>
                    <a:pt x="77810" y="90289"/>
                  </a:lnTo>
                  <a:lnTo>
                    <a:pt x="77603" y="90381"/>
                  </a:lnTo>
                  <a:lnTo>
                    <a:pt x="77397" y="90450"/>
                  </a:lnTo>
                  <a:lnTo>
                    <a:pt x="77167" y="90519"/>
                  </a:lnTo>
                  <a:lnTo>
                    <a:pt x="76938" y="90542"/>
                  </a:lnTo>
                  <a:lnTo>
                    <a:pt x="76709" y="90565"/>
                  </a:lnTo>
                  <a:lnTo>
                    <a:pt x="76479" y="90565"/>
                  </a:lnTo>
                  <a:lnTo>
                    <a:pt x="76250" y="90542"/>
                  </a:lnTo>
                  <a:lnTo>
                    <a:pt x="76020" y="90496"/>
                  </a:lnTo>
                  <a:lnTo>
                    <a:pt x="75791" y="90404"/>
                  </a:lnTo>
                  <a:lnTo>
                    <a:pt x="75585" y="90312"/>
                  </a:lnTo>
                  <a:lnTo>
                    <a:pt x="75355" y="90198"/>
                  </a:lnTo>
                  <a:lnTo>
                    <a:pt x="75149" y="90037"/>
                  </a:lnTo>
                  <a:lnTo>
                    <a:pt x="74965" y="89853"/>
                  </a:lnTo>
                  <a:lnTo>
                    <a:pt x="74782" y="89647"/>
                  </a:lnTo>
                  <a:lnTo>
                    <a:pt x="74598" y="89395"/>
                  </a:lnTo>
                  <a:lnTo>
                    <a:pt x="74461" y="89142"/>
                  </a:lnTo>
                  <a:lnTo>
                    <a:pt x="74346" y="88867"/>
                  </a:lnTo>
                  <a:lnTo>
                    <a:pt x="74254" y="88615"/>
                  </a:lnTo>
                  <a:lnTo>
                    <a:pt x="74208" y="88340"/>
                  </a:lnTo>
                  <a:lnTo>
                    <a:pt x="74185" y="88087"/>
                  </a:lnTo>
                  <a:lnTo>
                    <a:pt x="74208" y="87858"/>
                  </a:lnTo>
                  <a:lnTo>
                    <a:pt x="74231" y="87605"/>
                  </a:lnTo>
                  <a:lnTo>
                    <a:pt x="74277" y="87376"/>
                  </a:lnTo>
                  <a:lnTo>
                    <a:pt x="74369" y="87147"/>
                  </a:lnTo>
                  <a:lnTo>
                    <a:pt x="74461" y="86940"/>
                  </a:lnTo>
                  <a:lnTo>
                    <a:pt x="74598" y="86734"/>
                  </a:lnTo>
                  <a:lnTo>
                    <a:pt x="74736" y="86550"/>
                  </a:lnTo>
                  <a:lnTo>
                    <a:pt x="74874" y="86390"/>
                  </a:lnTo>
                  <a:lnTo>
                    <a:pt x="75057" y="86229"/>
                  </a:lnTo>
                  <a:lnTo>
                    <a:pt x="75241" y="86069"/>
                  </a:lnTo>
                  <a:lnTo>
                    <a:pt x="75424" y="85931"/>
                  </a:lnTo>
                  <a:lnTo>
                    <a:pt x="75631" y="85816"/>
                  </a:lnTo>
                  <a:lnTo>
                    <a:pt x="75860" y="85724"/>
                  </a:lnTo>
                  <a:lnTo>
                    <a:pt x="76066" y="85656"/>
                  </a:lnTo>
                  <a:lnTo>
                    <a:pt x="76296" y="85587"/>
                  </a:lnTo>
                  <a:lnTo>
                    <a:pt x="76525" y="85564"/>
                  </a:lnTo>
                  <a:lnTo>
                    <a:pt x="76755" y="85541"/>
                  </a:lnTo>
                  <a:close/>
                  <a:moveTo>
                    <a:pt x="96872" y="88294"/>
                  </a:moveTo>
                  <a:lnTo>
                    <a:pt x="98639" y="91345"/>
                  </a:lnTo>
                  <a:lnTo>
                    <a:pt x="95106" y="91345"/>
                  </a:lnTo>
                  <a:lnTo>
                    <a:pt x="93340" y="88294"/>
                  </a:lnTo>
                  <a:close/>
                  <a:moveTo>
                    <a:pt x="81044" y="80953"/>
                  </a:moveTo>
                  <a:lnTo>
                    <a:pt x="83063" y="84440"/>
                  </a:lnTo>
                  <a:lnTo>
                    <a:pt x="85081" y="87972"/>
                  </a:lnTo>
                  <a:lnTo>
                    <a:pt x="83063" y="91459"/>
                  </a:lnTo>
                  <a:lnTo>
                    <a:pt x="79530" y="91459"/>
                  </a:lnTo>
                  <a:lnTo>
                    <a:pt x="81572" y="87950"/>
                  </a:lnTo>
                  <a:lnTo>
                    <a:pt x="79255" y="84050"/>
                  </a:lnTo>
                  <a:lnTo>
                    <a:pt x="81044" y="80953"/>
                  </a:lnTo>
                  <a:close/>
                  <a:moveTo>
                    <a:pt x="94877" y="80494"/>
                  </a:moveTo>
                  <a:lnTo>
                    <a:pt x="88545" y="91459"/>
                  </a:lnTo>
                  <a:lnTo>
                    <a:pt x="85036" y="91459"/>
                  </a:lnTo>
                  <a:lnTo>
                    <a:pt x="91344" y="80494"/>
                  </a:lnTo>
                  <a:close/>
                  <a:moveTo>
                    <a:pt x="168465" y="86527"/>
                  </a:moveTo>
                  <a:lnTo>
                    <a:pt x="168695" y="86550"/>
                  </a:lnTo>
                  <a:lnTo>
                    <a:pt x="168924" y="86619"/>
                  </a:lnTo>
                  <a:lnTo>
                    <a:pt x="169154" y="86688"/>
                  </a:lnTo>
                  <a:lnTo>
                    <a:pt x="169360" y="86803"/>
                  </a:lnTo>
                  <a:lnTo>
                    <a:pt x="169589" y="86917"/>
                  </a:lnTo>
                  <a:lnTo>
                    <a:pt x="169796" y="87078"/>
                  </a:lnTo>
                  <a:lnTo>
                    <a:pt x="169979" y="87284"/>
                  </a:lnTo>
                  <a:lnTo>
                    <a:pt x="170186" y="87491"/>
                  </a:lnTo>
                  <a:lnTo>
                    <a:pt x="170346" y="87743"/>
                  </a:lnTo>
                  <a:lnTo>
                    <a:pt x="170484" y="88018"/>
                  </a:lnTo>
                  <a:lnTo>
                    <a:pt x="170576" y="88271"/>
                  </a:lnTo>
                  <a:lnTo>
                    <a:pt x="170668" y="88546"/>
                  </a:lnTo>
                  <a:lnTo>
                    <a:pt x="170691" y="88798"/>
                  </a:lnTo>
                  <a:lnTo>
                    <a:pt x="170713" y="89028"/>
                  </a:lnTo>
                  <a:lnTo>
                    <a:pt x="170713" y="89280"/>
                  </a:lnTo>
                  <a:lnTo>
                    <a:pt x="170668" y="89509"/>
                  </a:lnTo>
                  <a:lnTo>
                    <a:pt x="170622" y="89739"/>
                  </a:lnTo>
                  <a:lnTo>
                    <a:pt x="170530" y="89945"/>
                  </a:lnTo>
                  <a:lnTo>
                    <a:pt x="170438" y="90175"/>
                  </a:lnTo>
                  <a:lnTo>
                    <a:pt x="170301" y="90358"/>
                  </a:lnTo>
                  <a:lnTo>
                    <a:pt x="170163" y="90542"/>
                  </a:lnTo>
                  <a:lnTo>
                    <a:pt x="170025" y="90725"/>
                  </a:lnTo>
                  <a:lnTo>
                    <a:pt x="169842" y="90886"/>
                  </a:lnTo>
                  <a:lnTo>
                    <a:pt x="169681" y="91023"/>
                  </a:lnTo>
                  <a:lnTo>
                    <a:pt x="169475" y="91138"/>
                  </a:lnTo>
                  <a:lnTo>
                    <a:pt x="169268" y="91253"/>
                  </a:lnTo>
                  <a:lnTo>
                    <a:pt x="169062" y="91367"/>
                  </a:lnTo>
                  <a:lnTo>
                    <a:pt x="168855" y="91436"/>
                  </a:lnTo>
                  <a:lnTo>
                    <a:pt x="168626" y="91482"/>
                  </a:lnTo>
                  <a:lnTo>
                    <a:pt x="168397" y="91528"/>
                  </a:lnTo>
                  <a:lnTo>
                    <a:pt x="168167" y="91551"/>
                  </a:lnTo>
                  <a:lnTo>
                    <a:pt x="167938" y="91551"/>
                  </a:lnTo>
                  <a:lnTo>
                    <a:pt x="167708" y="91528"/>
                  </a:lnTo>
                  <a:lnTo>
                    <a:pt x="167479" y="91459"/>
                  </a:lnTo>
                  <a:lnTo>
                    <a:pt x="167250" y="91390"/>
                  </a:lnTo>
                  <a:lnTo>
                    <a:pt x="167043" y="91299"/>
                  </a:lnTo>
                  <a:lnTo>
                    <a:pt x="166814" y="91161"/>
                  </a:lnTo>
                  <a:lnTo>
                    <a:pt x="166607" y="91023"/>
                  </a:lnTo>
                  <a:lnTo>
                    <a:pt x="166424" y="90840"/>
                  </a:lnTo>
                  <a:lnTo>
                    <a:pt x="166240" y="90633"/>
                  </a:lnTo>
                  <a:lnTo>
                    <a:pt x="166057" y="90381"/>
                  </a:lnTo>
                  <a:lnTo>
                    <a:pt x="165919" y="90106"/>
                  </a:lnTo>
                  <a:lnTo>
                    <a:pt x="165804" y="89853"/>
                  </a:lnTo>
                  <a:lnTo>
                    <a:pt x="165713" y="89578"/>
                  </a:lnTo>
                  <a:lnTo>
                    <a:pt x="165667" y="89326"/>
                  </a:lnTo>
                  <a:lnTo>
                    <a:pt x="165644" y="89074"/>
                  </a:lnTo>
                  <a:lnTo>
                    <a:pt x="165667" y="88821"/>
                  </a:lnTo>
                  <a:lnTo>
                    <a:pt x="165690" y="88592"/>
                  </a:lnTo>
                  <a:lnTo>
                    <a:pt x="165736" y="88362"/>
                  </a:lnTo>
                  <a:lnTo>
                    <a:pt x="165827" y="88133"/>
                  </a:lnTo>
                  <a:lnTo>
                    <a:pt x="165919" y="87927"/>
                  </a:lnTo>
                  <a:lnTo>
                    <a:pt x="166057" y="87720"/>
                  </a:lnTo>
                  <a:lnTo>
                    <a:pt x="166194" y="87537"/>
                  </a:lnTo>
                  <a:lnTo>
                    <a:pt x="166332" y="87353"/>
                  </a:lnTo>
                  <a:lnTo>
                    <a:pt x="166516" y="87193"/>
                  </a:lnTo>
                  <a:lnTo>
                    <a:pt x="166699" y="87055"/>
                  </a:lnTo>
                  <a:lnTo>
                    <a:pt x="166883" y="86917"/>
                  </a:lnTo>
                  <a:lnTo>
                    <a:pt x="167089" y="86803"/>
                  </a:lnTo>
                  <a:lnTo>
                    <a:pt x="167318" y="86711"/>
                  </a:lnTo>
                  <a:lnTo>
                    <a:pt x="167525" y="86619"/>
                  </a:lnTo>
                  <a:lnTo>
                    <a:pt x="167754" y="86573"/>
                  </a:lnTo>
                  <a:lnTo>
                    <a:pt x="167984" y="86527"/>
                  </a:lnTo>
                  <a:close/>
                  <a:moveTo>
                    <a:pt x="20118" y="87170"/>
                  </a:moveTo>
                  <a:lnTo>
                    <a:pt x="20370" y="87193"/>
                  </a:lnTo>
                  <a:lnTo>
                    <a:pt x="20599" y="87215"/>
                  </a:lnTo>
                  <a:lnTo>
                    <a:pt x="20829" y="87261"/>
                  </a:lnTo>
                  <a:lnTo>
                    <a:pt x="21058" y="87353"/>
                  </a:lnTo>
                  <a:lnTo>
                    <a:pt x="21265" y="87445"/>
                  </a:lnTo>
                  <a:lnTo>
                    <a:pt x="21494" y="87583"/>
                  </a:lnTo>
                  <a:lnTo>
                    <a:pt x="21700" y="87743"/>
                  </a:lnTo>
                  <a:lnTo>
                    <a:pt x="21884" y="87927"/>
                  </a:lnTo>
                  <a:lnTo>
                    <a:pt x="22090" y="88156"/>
                  </a:lnTo>
                  <a:lnTo>
                    <a:pt x="22251" y="88408"/>
                  </a:lnTo>
                  <a:lnTo>
                    <a:pt x="22389" y="88684"/>
                  </a:lnTo>
                  <a:lnTo>
                    <a:pt x="22480" y="88936"/>
                  </a:lnTo>
                  <a:lnTo>
                    <a:pt x="22572" y="89188"/>
                  </a:lnTo>
                  <a:lnTo>
                    <a:pt x="22595" y="89441"/>
                  </a:lnTo>
                  <a:lnTo>
                    <a:pt x="22618" y="89693"/>
                  </a:lnTo>
                  <a:lnTo>
                    <a:pt x="22618" y="89945"/>
                  </a:lnTo>
                  <a:lnTo>
                    <a:pt x="22572" y="90175"/>
                  </a:lnTo>
                  <a:lnTo>
                    <a:pt x="22526" y="90404"/>
                  </a:lnTo>
                  <a:lnTo>
                    <a:pt x="22435" y="90610"/>
                  </a:lnTo>
                  <a:lnTo>
                    <a:pt x="22343" y="90817"/>
                  </a:lnTo>
                  <a:lnTo>
                    <a:pt x="22205" y="91023"/>
                  </a:lnTo>
                  <a:lnTo>
                    <a:pt x="22068" y="91207"/>
                  </a:lnTo>
                  <a:lnTo>
                    <a:pt x="21930" y="91367"/>
                  </a:lnTo>
                  <a:lnTo>
                    <a:pt x="21746" y="91528"/>
                  </a:lnTo>
                  <a:lnTo>
                    <a:pt x="21586" y="91689"/>
                  </a:lnTo>
                  <a:lnTo>
                    <a:pt x="21379" y="91803"/>
                  </a:lnTo>
                  <a:lnTo>
                    <a:pt x="21173" y="91918"/>
                  </a:lnTo>
                  <a:lnTo>
                    <a:pt x="20966" y="92010"/>
                  </a:lnTo>
                  <a:lnTo>
                    <a:pt x="20760" y="92102"/>
                  </a:lnTo>
                  <a:lnTo>
                    <a:pt x="20531" y="92147"/>
                  </a:lnTo>
                  <a:lnTo>
                    <a:pt x="20301" y="92193"/>
                  </a:lnTo>
                  <a:lnTo>
                    <a:pt x="20072" y="92216"/>
                  </a:lnTo>
                  <a:lnTo>
                    <a:pt x="19842" y="92193"/>
                  </a:lnTo>
                  <a:lnTo>
                    <a:pt x="19613" y="92170"/>
                  </a:lnTo>
                  <a:lnTo>
                    <a:pt x="19384" y="92124"/>
                  </a:lnTo>
                  <a:lnTo>
                    <a:pt x="19154" y="92056"/>
                  </a:lnTo>
                  <a:lnTo>
                    <a:pt x="18948" y="91964"/>
                  </a:lnTo>
                  <a:lnTo>
                    <a:pt x="18718" y="91826"/>
                  </a:lnTo>
                  <a:lnTo>
                    <a:pt x="18512" y="91666"/>
                  </a:lnTo>
                  <a:lnTo>
                    <a:pt x="18328" y="91482"/>
                  </a:lnTo>
                  <a:lnTo>
                    <a:pt x="18145" y="91276"/>
                  </a:lnTo>
                  <a:lnTo>
                    <a:pt x="17961" y="91046"/>
                  </a:lnTo>
                  <a:lnTo>
                    <a:pt x="17824" y="90771"/>
                  </a:lnTo>
                  <a:lnTo>
                    <a:pt x="17709" y="90496"/>
                  </a:lnTo>
                  <a:lnTo>
                    <a:pt x="17617" y="90243"/>
                  </a:lnTo>
                  <a:lnTo>
                    <a:pt x="17571" y="89991"/>
                  </a:lnTo>
                  <a:lnTo>
                    <a:pt x="17548" y="89739"/>
                  </a:lnTo>
                  <a:lnTo>
                    <a:pt x="17571" y="89486"/>
                  </a:lnTo>
                  <a:lnTo>
                    <a:pt x="17594" y="89257"/>
                  </a:lnTo>
                  <a:lnTo>
                    <a:pt x="17640" y="89028"/>
                  </a:lnTo>
                  <a:lnTo>
                    <a:pt x="17732" y="88798"/>
                  </a:lnTo>
                  <a:lnTo>
                    <a:pt x="17824" y="88592"/>
                  </a:lnTo>
                  <a:lnTo>
                    <a:pt x="17961" y="88385"/>
                  </a:lnTo>
                  <a:lnTo>
                    <a:pt x="18099" y="88202"/>
                  </a:lnTo>
                  <a:lnTo>
                    <a:pt x="18237" y="88018"/>
                  </a:lnTo>
                  <a:lnTo>
                    <a:pt x="18420" y="87858"/>
                  </a:lnTo>
                  <a:lnTo>
                    <a:pt x="18604" y="87697"/>
                  </a:lnTo>
                  <a:lnTo>
                    <a:pt x="18787" y="87583"/>
                  </a:lnTo>
                  <a:lnTo>
                    <a:pt x="18994" y="87468"/>
                  </a:lnTo>
                  <a:lnTo>
                    <a:pt x="19223" y="87376"/>
                  </a:lnTo>
                  <a:lnTo>
                    <a:pt x="19430" y="87284"/>
                  </a:lnTo>
                  <a:lnTo>
                    <a:pt x="19659" y="87238"/>
                  </a:lnTo>
                  <a:lnTo>
                    <a:pt x="19888" y="87193"/>
                  </a:lnTo>
                  <a:lnTo>
                    <a:pt x="20118" y="87170"/>
                  </a:lnTo>
                  <a:close/>
                  <a:moveTo>
                    <a:pt x="40235" y="89922"/>
                  </a:moveTo>
                  <a:lnTo>
                    <a:pt x="42002" y="92996"/>
                  </a:lnTo>
                  <a:lnTo>
                    <a:pt x="38469" y="92996"/>
                  </a:lnTo>
                  <a:lnTo>
                    <a:pt x="36703" y="89945"/>
                  </a:lnTo>
                  <a:lnTo>
                    <a:pt x="40235" y="89922"/>
                  </a:lnTo>
                  <a:close/>
                  <a:moveTo>
                    <a:pt x="24407" y="82582"/>
                  </a:moveTo>
                  <a:lnTo>
                    <a:pt x="26426" y="86091"/>
                  </a:lnTo>
                  <a:lnTo>
                    <a:pt x="28445" y="89601"/>
                  </a:lnTo>
                  <a:lnTo>
                    <a:pt x="26426" y="93088"/>
                  </a:lnTo>
                  <a:lnTo>
                    <a:pt x="22893" y="93088"/>
                  </a:lnTo>
                  <a:lnTo>
                    <a:pt x="24935" y="89601"/>
                  </a:lnTo>
                  <a:lnTo>
                    <a:pt x="22618" y="85701"/>
                  </a:lnTo>
                  <a:lnTo>
                    <a:pt x="24407" y="82582"/>
                  </a:lnTo>
                  <a:close/>
                  <a:moveTo>
                    <a:pt x="38240" y="82146"/>
                  </a:moveTo>
                  <a:lnTo>
                    <a:pt x="31908" y="93088"/>
                  </a:lnTo>
                  <a:lnTo>
                    <a:pt x="28399" y="93088"/>
                  </a:lnTo>
                  <a:lnTo>
                    <a:pt x="34707" y="82146"/>
                  </a:lnTo>
                  <a:close/>
                  <a:moveTo>
                    <a:pt x="110773" y="88294"/>
                  </a:moveTo>
                  <a:lnTo>
                    <a:pt x="111003" y="88317"/>
                  </a:lnTo>
                  <a:lnTo>
                    <a:pt x="111232" y="88385"/>
                  </a:lnTo>
                  <a:lnTo>
                    <a:pt x="111462" y="88454"/>
                  </a:lnTo>
                  <a:lnTo>
                    <a:pt x="111691" y="88569"/>
                  </a:lnTo>
                  <a:lnTo>
                    <a:pt x="111897" y="88684"/>
                  </a:lnTo>
                  <a:lnTo>
                    <a:pt x="112104" y="88867"/>
                  </a:lnTo>
                  <a:lnTo>
                    <a:pt x="112310" y="89051"/>
                  </a:lnTo>
                  <a:lnTo>
                    <a:pt x="112494" y="89257"/>
                  </a:lnTo>
                  <a:lnTo>
                    <a:pt x="112654" y="89509"/>
                  </a:lnTo>
                  <a:lnTo>
                    <a:pt x="112792" y="89785"/>
                  </a:lnTo>
                  <a:lnTo>
                    <a:pt x="112907" y="90037"/>
                  </a:lnTo>
                  <a:lnTo>
                    <a:pt x="112976" y="90312"/>
                  </a:lnTo>
                  <a:lnTo>
                    <a:pt x="113021" y="90565"/>
                  </a:lnTo>
                  <a:lnTo>
                    <a:pt x="113044" y="90794"/>
                  </a:lnTo>
                  <a:lnTo>
                    <a:pt x="113021" y="91046"/>
                  </a:lnTo>
                  <a:lnTo>
                    <a:pt x="112998" y="91276"/>
                  </a:lnTo>
                  <a:lnTo>
                    <a:pt x="112930" y="91505"/>
                  </a:lnTo>
                  <a:lnTo>
                    <a:pt x="112838" y="91712"/>
                  </a:lnTo>
                  <a:lnTo>
                    <a:pt x="112746" y="91941"/>
                  </a:lnTo>
                  <a:lnTo>
                    <a:pt x="112631" y="92124"/>
                  </a:lnTo>
                  <a:lnTo>
                    <a:pt x="112494" y="92308"/>
                  </a:lnTo>
                  <a:lnTo>
                    <a:pt x="112333" y="92492"/>
                  </a:lnTo>
                  <a:lnTo>
                    <a:pt x="112173" y="92652"/>
                  </a:lnTo>
                  <a:lnTo>
                    <a:pt x="111989" y="92790"/>
                  </a:lnTo>
                  <a:lnTo>
                    <a:pt x="111806" y="92927"/>
                  </a:lnTo>
                  <a:lnTo>
                    <a:pt x="111599" y="93019"/>
                  </a:lnTo>
                  <a:lnTo>
                    <a:pt x="111393" y="93134"/>
                  </a:lnTo>
                  <a:lnTo>
                    <a:pt x="111163" y="93203"/>
                  </a:lnTo>
                  <a:lnTo>
                    <a:pt x="110934" y="93271"/>
                  </a:lnTo>
                  <a:lnTo>
                    <a:pt x="110727" y="93294"/>
                  </a:lnTo>
                  <a:lnTo>
                    <a:pt x="110498" y="93317"/>
                  </a:lnTo>
                  <a:lnTo>
                    <a:pt x="110269" y="93317"/>
                  </a:lnTo>
                  <a:lnTo>
                    <a:pt x="110016" y="93294"/>
                  </a:lnTo>
                  <a:lnTo>
                    <a:pt x="109810" y="93226"/>
                  </a:lnTo>
                  <a:lnTo>
                    <a:pt x="109581" y="93157"/>
                  </a:lnTo>
                  <a:lnTo>
                    <a:pt x="109351" y="93065"/>
                  </a:lnTo>
                  <a:lnTo>
                    <a:pt x="109145" y="92927"/>
                  </a:lnTo>
                  <a:lnTo>
                    <a:pt x="108938" y="92790"/>
                  </a:lnTo>
                  <a:lnTo>
                    <a:pt x="108732" y="92606"/>
                  </a:lnTo>
                  <a:lnTo>
                    <a:pt x="108548" y="92400"/>
                  </a:lnTo>
                  <a:lnTo>
                    <a:pt x="108365" y="92147"/>
                  </a:lnTo>
                  <a:lnTo>
                    <a:pt x="108227" y="91872"/>
                  </a:lnTo>
                  <a:lnTo>
                    <a:pt x="108112" y="91620"/>
                  </a:lnTo>
                  <a:lnTo>
                    <a:pt x="108044" y="91345"/>
                  </a:lnTo>
                  <a:lnTo>
                    <a:pt x="107998" y="91092"/>
                  </a:lnTo>
                  <a:lnTo>
                    <a:pt x="107975" y="90840"/>
                  </a:lnTo>
                  <a:lnTo>
                    <a:pt x="107975" y="90588"/>
                  </a:lnTo>
                  <a:lnTo>
                    <a:pt x="107998" y="90358"/>
                  </a:lnTo>
                  <a:lnTo>
                    <a:pt x="108067" y="90129"/>
                  </a:lnTo>
                  <a:lnTo>
                    <a:pt x="108135" y="89899"/>
                  </a:lnTo>
                  <a:lnTo>
                    <a:pt x="108250" y="89693"/>
                  </a:lnTo>
                  <a:lnTo>
                    <a:pt x="108365" y="89486"/>
                  </a:lnTo>
                  <a:lnTo>
                    <a:pt x="108502" y="89303"/>
                  </a:lnTo>
                  <a:lnTo>
                    <a:pt x="108663" y="89119"/>
                  </a:lnTo>
                  <a:lnTo>
                    <a:pt x="108824" y="88959"/>
                  </a:lnTo>
                  <a:lnTo>
                    <a:pt x="109007" y="88821"/>
                  </a:lnTo>
                  <a:lnTo>
                    <a:pt x="109214" y="88684"/>
                  </a:lnTo>
                  <a:lnTo>
                    <a:pt x="109420" y="88569"/>
                  </a:lnTo>
                  <a:lnTo>
                    <a:pt x="109626" y="88477"/>
                  </a:lnTo>
                  <a:lnTo>
                    <a:pt x="109856" y="88408"/>
                  </a:lnTo>
                  <a:lnTo>
                    <a:pt x="110085" y="88340"/>
                  </a:lnTo>
                  <a:lnTo>
                    <a:pt x="110315" y="88294"/>
                  </a:lnTo>
                  <a:close/>
                  <a:moveTo>
                    <a:pt x="130593" y="91046"/>
                  </a:moveTo>
                  <a:lnTo>
                    <a:pt x="132359" y="94097"/>
                  </a:lnTo>
                  <a:lnTo>
                    <a:pt x="128827" y="94097"/>
                  </a:lnTo>
                  <a:lnTo>
                    <a:pt x="127060" y="91046"/>
                  </a:lnTo>
                  <a:close/>
                  <a:moveTo>
                    <a:pt x="114834" y="83683"/>
                  </a:moveTo>
                  <a:lnTo>
                    <a:pt x="116829" y="87193"/>
                  </a:lnTo>
                  <a:lnTo>
                    <a:pt x="118871" y="90702"/>
                  </a:lnTo>
                  <a:lnTo>
                    <a:pt x="116852" y="94212"/>
                  </a:lnTo>
                  <a:lnTo>
                    <a:pt x="113320" y="94212"/>
                  </a:lnTo>
                  <a:lnTo>
                    <a:pt x="115338" y="90702"/>
                  </a:lnTo>
                  <a:lnTo>
                    <a:pt x="113044" y="86803"/>
                  </a:lnTo>
                  <a:lnTo>
                    <a:pt x="114834" y="83683"/>
                  </a:lnTo>
                  <a:close/>
                  <a:moveTo>
                    <a:pt x="128643" y="83247"/>
                  </a:moveTo>
                  <a:lnTo>
                    <a:pt x="122335" y="94189"/>
                  </a:lnTo>
                  <a:lnTo>
                    <a:pt x="118802" y="94212"/>
                  </a:lnTo>
                  <a:lnTo>
                    <a:pt x="125133" y="83247"/>
                  </a:lnTo>
                  <a:close/>
                  <a:moveTo>
                    <a:pt x="53655" y="90175"/>
                  </a:moveTo>
                  <a:lnTo>
                    <a:pt x="53884" y="90198"/>
                  </a:lnTo>
                  <a:lnTo>
                    <a:pt x="54114" y="90221"/>
                  </a:lnTo>
                  <a:lnTo>
                    <a:pt x="54343" y="90266"/>
                  </a:lnTo>
                  <a:lnTo>
                    <a:pt x="54572" y="90358"/>
                  </a:lnTo>
                  <a:lnTo>
                    <a:pt x="54802" y="90450"/>
                  </a:lnTo>
                  <a:lnTo>
                    <a:pt x="55008" y="90588"/>
                  </a:lnTo>
                  <a:lnTo>
                    <a:pt x="55238" y="90748"/>
                  </a:lnTo>
                  <a:lnTo>
                    <a:pt x="55421" y="90955"/>
                  </a:lnTo>
                  <a:lnTo>
                    <a:pt x="55605" y="91161"/>
                  </a:lnTo>
                  <a:lnTo>
                    <a:pt x="55788" y="91413"/>
                  </a:lnTo>
                  <a:lnTo>
                    <a:pt x="55926" y="91689"/>
                  </a:lnTo>
                  <a:lnTo>
                    <a:pt x="56018" y="91941"/>
                  </a:lnTo>
                  <a:lnTo>
                    <a:pt x="56086" y="92193"/>
                  </a:lnTo>
                  <a:lnTo>
                    <a:pt x="56132" y="92446"/>
                  </a:lnTo>
                  <a:lnTo>
                    <a:pt x="56155" y="92698"/>
                  </a:lnTo>
                  <a:lnTo>
                    <a:pt x="56132" y="92950"/>
                  </a:lnTo>
                  <a:lnTo>
                    <a:pt x="56109" y="93180"/>
                  </a:lnTo>
                  <a:lnTo>
                    <a:pt x="56040" y="93409"/>
                  </a:lnTo>
                  <a:lnTo>
                    <a:pt x="55972" y="93616"/>
                  </a:lnTo>
                  <a:lnTo>
                    <a:pt x="55857" y="93822"/>
                  </a:lnTo>
                  <a:lnTo>
                    <a:pt x="55742" y="94028"/>
                  </a:lnTo>
                  <a:lnTo>
                    <a:pt x="55605" y="94212"/>
                  </a:lnTo>
                  <a:lnTo>
                    <a:pt x="55444" y="94373"/>
                  </a:lnTo>
                  <a:lnTo>
                    <a:pt x="55283" y="94533"/>
                  </a:lnTo>
                  <a:lnTo>
                    <a:pt x="55100" y="94694"/>
                  </a:lnTo>
                  <a:lnTo>
                    <a:pt x="54916" y="94808"/>
                  </a:lnTo>
                  <a:lnTo>
                    <a:pt x="54710" y="94923"/>
                  </a:lnTo>
                  <a:lnTo>
                    <a:pt x="54504" y="95015"/>
                  </a:lnTo>
                  <a:lnTo>
                    <a:pt x="54274" y="95107"/>
                  </a:lnTo>
                  <a:lnTo>
                    <a:pt x="54068" y="95152"/>
                  </a:lnTo>
                  <a:lnTo>
                    <a:pt x="53838" y="95198"/>
                  </a:lnTo>
                  <a:lnTo>
                    <a:pt x="53609" y="95221"/>
                  </a:lnTo>
                  <a:lnTo>
                    <a:pt x="53380" y="95221"/>
                  </a:lnTo>
                  <a:lnTo>
                    <a:pt x="53150" y="95175"/>
                  </a:lnTo>
                  <a:lnTo>
                    <a:pt x="52921" y="95130"/>
                  </a:lnTo>
                  <a:lnTo>
                    <a:pt x="52691" y="95061"/>
                  </a:lnTo>
                  <a:lnTo>
                    <a:pt x="52462" y="94969"/>
                  </a:lnTo>
                  <a:lnTo>
                    <a:pt x="52255" y="94831"/>
                  </a:lnTo>
                  <a:lnTo>
                    <a:pt x="52049" y="94671"/>
                  </a:lnTo>
                  <a:lnTo>
                    <a:pt x="51843" y="94510"/>
                  </a:lnTo>
                  <a:lnTo>
                    <a:pt x="51659" y="94281"/>
                  </a:lnTo>
                  <a:lnTo>
                    <a:pt x="51498" y="94051"/>
                  </a:lnTo>
                  <a:lnTo>
                    <a:pt x="51338" y="93776"/>
                  </a:lnTo>
                  <a:lnTo>
                    <a:pt x="51223" y="93524"/>
                  </a:lnTo>
                  <a:lnTo>
                    <a:pt x="51154" y="93249"/>
                  </a:lnTo>
                  <a:lnTo>
                    <a:pt x="51109" y="92996"/>
                  </a:lnTo>
                  <a:lnTo>
                    <a:pt x="51086" y="92744"/>
                  </a:lnTo>
                  <a:lnTo>
                    <a:pt x="51086" y="92492"/>
                  </a:lnTo>
                  <a:lnTo>
                    <a:pt x="51131" y="92262"/>
                  </a:lnTo>
                  <a:lnTo>
                    <a:pt x="51177" y="92033"/>
                  </a:lnTo>
                  <a:lnTo>
                    <a:pt x="51269" y="91803"/>
                  </a:lnTo>
                  <a:lnTo>
                    <a:pt x="51361" y="91597"/>
                  </a:lnTo>
                  <a:lnTo>
                    <a:pt x="51476" y="91390"/>
                  </a:lnTo>
                  <a:lnTo>
                    <a:pt x="51613" y="91207"/>
                  </a:lnTo>
                  <a:lnTo>
                    <a:pt x="51774" y="91023"/>
                  </a:lnTo>
                  <a:lnTo>
                    <a:pt x="51934" y="90863"/>
                  </a:lnTo>
                  <a:lnTo>
                    <a:pt x="52118" y="90725"/>
                  </a:lnTo>
                  <a:lnTo>
                    <a:pt x="52324" y="90588"/>
                  </a:lnTo>
                  <a:lnTo>
                    <a:pt x="52531" y="90473"/>
                  </a:lnTo>
                  <a:lnTo>
                    <a:pt x="52737" y="90381"/>
                  </a:lnTo>
                  <a:lnTo>
                    <a:pt x="52967" y="90289"/>
                  </a:lnTo>
                  <a:lnTo>
                    <a:pt x="53196" y="90243"/>
                  </a:lnTo>
                  <a:lnTo>
                    <a:pt x="53425" y="90198"/>
                  </a:lnTo>
                  <a:lnTo>
                    <a:pt x="53655" y="90175"/>
                  </a:lnTo>
                  <a:close/>
                  <a:moveTo>
                    <a:pt x="73750" y="92927"/>
                  </a:moveTo>
                  <a:lnTo>
                    <a:pt x="75516" y="96001"/>
                  </a:lnTo>
                  <a:lnTo>
                    <a:pt x="71983" y="96001"/>
                  </a:lnTo>
                  <a:lnTo>
                    <a:pt x="70217" y="92950"/>
                  </a:lnTo>
                  <a:lnTo>
                    <a:pt x="73750" y="92927"/>
                  </a:lnTo>
                  <a:close/>
                  <a:moveTo>
                    <a:pt x="57944" y="85587"/>
                  </a:moveTo>
                  <a:lnTo>
                    <a:pt x="59940" y="89096"/>
                  </a:lnTo>
                  <a:lnTo>
                    <a:pt x="61982" y="92606"/>
                  </a:lnTo>
                  <a:lnTo>
                    <a:pt x="59963" y="96093"/>
                  </a:lnTo>
                  <a:lnTo>
                    <a:pt x="56430" y="96116"/>
                  </a:lnTo>
                  <a:lnTo>
                    <a:pt x="58449" y="92606"/>
                  </a:lnTo>
                  <a:lnTo>
                    <a:pt x="56155" y="88707"/>
                  </a:lnTo>
                  <a:lnTo>
                    <a:pt x="57944" y="85587"/>
                  </a:lnTo>
                  <a:close/>
                  <a:moveTo>
                    <a:pt x="71777" y="85151"/>
                  </a:moveTo>
                  <a:lnTo>
                    <a:pt x="65446" y="96093"/>
                  </a:lnTo>
                  <a:lnTo>
                    <a:pt x="61936" y="96116"/>
                  </a:lnTo>
                  <a:lnTo>
                    <a:pt x="68244" y="85151"/>
                  </a:lnTo>
                  <a:close/>
                  <a:moveTo>
                    <a:pt x="144058" y="91299"/>
                  </a:moveTo>
                  <a:lnTo>
                    <a:pt x="144310" y="91345"/>
                  </a:lnTo>
                  <a:lnTo>
                    <a:pt x="144540" y="91390"/>
                  </a:lnTo>
                  <a:lnTo>
                    <a:pt x="144769" y="91459"/>
                  </a:lnTo>
                  <a:lnTo>
                    <a:pt x="144976" y="91574"/>
                  </a:lnTo>
                  <a:lnTo>
                    <a:pt x="145205" y="91712"/>
                  </a:lnTo>
                  <a:lnTo>
                    <a:pt x="145412" y="91872"/>
                  </a:lnTo>
                  <a:lnTo>
                    <a:pt x="145595" y="92056"/>
                  </a:lnTo>
                  <a:lnTo>
                    <a:pt x="145779" y="92285"/>
                  </a:lnTo>
                  <a:lnTo>
                    <a:pt x="145962" y="92537"/>
                  </a:lnTo>
                  <a:lnTo>
                    <a:pt x="146100" y="92790"/>
                  </a:lnTo>
                  <a:lnTo>
                    <a:pt x="146191" y="93065"/>
                  </a:lnTo>
                  <a:lnTo>
                    <a:pt x="146260" y="93317"/>
                  </a:lnTo>
                  <a:lnTo>
                    <a:pt x="146306" y="93570"/>
                  </a:lnTo>
                  <a:lnTo>
                    <a:pt x="146329" y="93822"/>
                  </a:lnTo>
                  <a:lnTo>
                    <a:pt x="146329" y="94051"/>
                  </a:lnTo>
                  <a:lnTo>
                    <a:pt x="146283" y="94304"/>
                  </a:lnTo>
                  <a:lnTo>
                    <a:pt x="146214" y="94510"/>
                  </a:lnTo>
                  <a:lnTo>
                    <a:pt x="146146" y="94740"/>
                  </a:lnTo>
                  <a:lnTo>
                    <a:pt x="146054" y="94946"/>
                  </a:lnTo>
                  <a:lnTo>
                    <a:pt x="145916" y="95152"/>
                  </a:lnTo>
                  <a:lnTo>
                    <a:pt x="145779" y="95336"/>
                  </a:lnTo>
                  <a:lnTo>
                    <a:pt x="145641" y="95497"/>
                  </a:lnTo>
                  <a:lnTo>
                    <a:pt x="145457" y="95657"/>
                  </a:lnTo>
                  <a:lnTo>
                    <a:pt x="145274" y="95795"/>
                  </a:lnTo>
                  <a:lnTo>
                    <a:pt x="145090" y="95932"/>
                  </a:lnTo>
                  <a:lnTo>
                    <a:pt x="144884" y="96047"/>
                  </a:lnTo>
                  <a:lnTo>
                    <a:pt x="144677" y="96139"/>
                  </a:lnTo>
                  <a:lnTo>
                    <a:pt x="144471" y="96208"/>
                  </a:lnTo>
                  <a:lnTo>
                    <a:pt x="144242" y="96276"/>
                  </a:lnTo>
                  <a:lnTo>
                    <a:pt x="144012" y="96322"/>
                  </a:lnTo>
                  <a:lnTo>
                    <a:pt x="143553" y="96322"/>
                  </a:lnTo>
                  <a:lnTo>
                    <a:pt x="143324" y="96299"/>
                  </a:lnTo>
                  <a:lnTo>
                    <a:pt x="143095" y="96254"/>
                  </a:lnTo>
                  <a:lnTo>
                    <a:pt x="142865" y="96185"/>
                  </a:lnTo>
                  <a:lnTo>
                    <a:pt x="142659" y="96070"/>
                  </a:lnTo>
                  <a:lnTo>
                    <a:pt x="142429" y="95955"/>
                  </a:lnTo>
                  <a:lnTo>
                    <a:pt x="142223" y="95795"/>
                  </a:lnTo>
                  <a:lnTo>
                    <a:pt x="142039" y="95611"/>
                  </a:lnTo>
                  <a:lnTo>
                    <a:pt x="141833" y="95405"/>
                  </a:lnTo>
                  <a:lnTo>
                    <a:pt x="141672" y="95175"/>
                  </a:lnTo>
                  <a:lnTo>
                    <a:pt x="141535" y="94900"/>
                  </a:lnTo>
                  <a:lnTo>
                    <a:pt x="141420" y="94625"/>
                  </a:lnTo>
                  <a:lnTo>
                    <a:pt x="141328" y="94373"/>
                  </a:lnTo>
                  <a:lnTo>
                    <a:pt x="141282" y="94120"/>
                  </a:lnTo>
                  <a:lnTo>
                    <a:pt x="141260" y="93868"/>
                  </a:lnTo>
                  <a:lnTo>
                    <a:pt x="141260" y="93616"/>
                  </a:lnTo>
                  <a:lnTo>
                    <a:pt x="141305" y="93363"/>
                  </a:lnTo>
                  <a:lnTo>
                    <a:pt x="141351" y="93134"/>
                  </a:lnTo>
                  <a:lnTo>
                    <a:pt x="141443" y="92927"/>
                  </a:lnTo>
                  <a:lnTo>
                    <a:pt x="141535" y="92698"/>
                  </a:lnTo>
                  <a:lnTo>
                    <a:pt x="141650" y="92514"/>
                  </a:lnTo>
                  <a:lnTo>
                    <a:pt x="141810" y="92308"/>
                  </a:lnTo>
                  <a:lnTo>
                    <a:pt x="141948" y="92147"/>
                  </a:lnTo>
                  <a:lnTo>
                    <a:pt x="142131" y="91987"/>
                  </a:lnTo>
                  <a:lnTo>
                    <a:pt x="142315" y="91826"/>
                  </a:lnTo>
                  <a:lnTo>
                    <a:pt x="142498" y="91712"/>
                  </a:lnTo>
                  <a:lnTo>
                    <a:pt x="142705" y="91597"/>
                  </a:lnTo>
                  <a:lnTo>
                    <a:pt x="142911" y="91482"/>
                  </a:lnTo>
                  <a:lnTo>
                    <a:pt x="143141" y="91413"/>
                  </a:lnTo>
                  <a:lnTo>
                    <a:pt x="143370" y="91345"/>
                  </a:lnTo>
                  <a:lnTo>
                    <a:pt x="143599" y="91322"/>
                  </a:lnTo>
                  <a:lnTo>
                    <a:pt x="143829" y="91299"/>
                  </a:lnTo>
                  <a:close/>
                  <a:moveTo>
                    <a:pt x="164589" y="93937"/>
                  </a:moveTo>
                  <a:lnTo>
                    <a:pt x="166355" y="97011"/>
                  </a:lnTo>
                  <a:lnTo>
                    <a:pt x="162822" y="97011"/>
                  </a:lnTo>
                  <a:lnTo>
                    <a:pt x="161056" y="93960"/>
                  </a:lnTo>
                  <a:lnTo>
                    <a:pt x="164589" y="93937"/>
                  </a:lnTo>
                  <a:close/>
                  <a:moveTo>
                    <a:pt x="148784" y="86596"/>
                  </a:moveTo>
                  <a:lnTo>
                    <a:pt x="150779" y="90106"/>
                  </a:lnTo>
                  <a:lnTo>
                    <a:pt x="152821" y="93616"/>
                  </a:lnTo>
                  <a:lnTo>
                    <a:pt x="150802" y="97102"/>
                  </a:lnTo>
                  <a:lnTo>
                    <a:pt x="147270" y="97125"/>
                  </a:lnTo>
                  <a:lnTo>
                    <a:pt x="149288" y="93616"/>
                  </a:lnTo>
                  <a:lnTo>
                    <a:pt x="146994" y="89716"/>
                  </a:lnTo>
                  <a:lnTo>
                    <a:pt x="148784" y="86596"/>
                  </a:lnTo>
                  <a:close/>
                  <a:moveTo>
                    <a:pt x="162593" y="86160"/>
                  </a:moveTo>
                  <a:lnTo>
                    <a:pt x="156285" y="97102"/>
                  </a:lnTo>
                  <a:lnTo>
                    <a:pt x="152775" y="97125"/>
                  </a:lnTo>
                  <a:lnTo>
                    <a:pt x="159083" y="86160"/>
                  </a:lnTo>
                  <a:close/>
                  <a:moveTo>
                    <a:pt x="17113" y="94579"/>
                  </a:moveTo>
                  <a:lnTo>
                    <a:pt x="18879" y="97630"/>
                  </a:lnTo>
                  <a:lnTo>
                    <a:pt x="15346" y="97630"/>
                  </a:lnTo>
                  <a:lnTo>
                    <a:pt x="13580" y="94579"/>
                  </a:lnTo>
                  <a:close/>
                  <a:moveTo>
                    <a:pt x="15140" y="86780"/>
                  </a:moveTo>
                  <a:lnTo>
                    <a:pt x="8809" y="97745"/>
                  </a:lnTo>
                  <a:lnTo>
                    <a:pt x="5299" y="97745"/>
                  </a:lnTo>
                  <a:lnTo>
                    <a:pt x="11607" y="86780"/>
                  </a:lnTo>
                  <a:close/>
                  <a:moveTo>
                    <a:pt x="87903" y="93088"/>
                  </a:moveTo>
                  <a:lnTo>
                    <a:pt x="88132" y="93134"/>
                  </a:lnTo>
                  <a:lnTo>
                    <a:pt x="88362" y="93180"/>
                  </a:lnTo>
                  <a:lnTo>
                    <a:pt x="88591" y="93271"/>
                  </a:lnTo>
                  <a:lnTo>
                    <a:pt x="88798" y="93363"/>
                  </a:lnTo>
                  <a:lnTo>
                    <a:pt x="89027" y="93501"/>
                  </a:lnTo>
                  <a:lnTo>
                    <a:pt x="89233" y="93661"/>
                  </a:lnTo>
                  <a:lnTo>
                    <a:pt x="89417" y="93845"/>
                  </a:lnTo>
                  <a:lnTo>
                    <a:pt x="89623" y="94074"/>
                  </a:lnTo>
                  <a:lnTo>
                    <a:pt x="89784" y="94327"/>
                  </a:lnTo>
                  <a:lnTo>
                    <a:pt x="89922" y="94579"/>
                  </a:lnTo>
                  <a:lnTo>
                    <a:pt x="90013" y="94854"/>
                  </a:lnTo>
                  <a:lnTo>
                    <a:pt x="90105" y="95107"/>
                  </a:lnTo>
                  <a:lnTo>
                    <a:pt x="90128" y="95359"/>
                  </a:lnTo>
                  <a:lnTo>
                    <a:pt x="90151" y="95611"/>
                  </a:lnTo>
                  <a:lnTo>
                    <a:pt x="90151" y="95841"/>
                  </a:lnTo>
                  <a:lnTo>
                    <a:pt x="90105" y="96093"/>
                  </a:lnTo>
                  <a:lnTo>
                    <a:pt x="90059" y="96299"/>
                  </a:lnTo>
                  <a:lnTo>
                    <a:pt x="89968" y="96529"/>
                  </a:lnTo>
                  <a:lnTo>
                    <a:pt x="89876" y="96735"/>
                  </a:lnTo>
                  <a:lnTo>
                    <a:pt x="89738" y="96942"/>
                  </a:lnTo>
                  <a:lnTo>
                    <a:pt x="89600" y="97125"/>
                  </a:lnTo>
                  <a:lnTo>
                    <a:pt x="89463" y="97286"/>
                  </a:lnTo>
                  <a:lnTo>
                    <a:pt x="89279" y="97446"/>
                  </a:lnTo>
                  <a:lnTo>
                    <a:pt x="89119" y="97584"/>
                  </a:lnTo>
                  <a:lnTo>
                    <a:pt x="88912" y="97722"/>
                  </a:lnTo>
                  <a:lnTo>
                    <a:pt x="88706" y="97836"/>
                  </a:lnTo>
                  <a:lnTo>
                    <a:pt x="88499" y="97928"/>
                  </a:lnTo>
                  <a:lnTo>
                    <a:pt x="88293" y="97997"/>
                  </a:lnTo>
                  <a:lnTo>
                    <a:pt x="88064" y="98066"/>
                  </a:lnTo>
                  <a:lnTo>
                    <a:pt x="87834" y="98112"/>
                  </a:lnTo>
                  <a:lnTo>
                    <a:pt x="87375" y="98112"/>
                  </a:lnTo>
                  <a:lnTo>
                    <a:pt x="87146" y="98089"/>
                  </a:lnTo>
                  <a:lnTo>
                    <a:pt x="86917" y="98043"/>
                  </a:lnTo>
                  <a:lnTo>
                    <a:pt x="86687" y="97974"/>
                  </a:lnTo>
                  <a:lnTo>
                    <a:pt x="86481" y="97859"/>
                  </a:lnTo>
                  <a:lnTo>
                    <a:pt x="86251" y="97745"/>
                  </a:lnTo>
                  <a:lnTo>
                    <a:pt x="86045" y="97584"/>
                  </a:lnTo>
                  <a:lnTo>
                    <a:pt x="85861" y="97401"/>
                  </a:lnTo>
                  <a:lnTo>
                    <a:pt x="85678" y="97194"/>
                  </a:lnTo>
                  <a:lnTo>
                    <a:pt x="85494" y="96965"/>
                  </a:lnTo>
                  <a:lnTo>
                    <a:pt x="85357" y="96689"/>
                  </a:lnTo>
                  <a:lnTo>
                    <a:pt x="85242" y="96414"/>
                  </a:lnTo>
                  <a:lnTo>
                    <a:pt x="85150" y="96162"/>
                  </a:lnTo>
                  <a:lnTo>
                    <a:pt x="85104" y="95909"/>
                  </a:lnTo>
                  <a:lnTo>
                    <a:pt x="85081" y="95657"/>
                  </a:lnTo>
                  <a:lnTo>
                    <a:pt x="85104" y="95405"/>
                  </a:lnTo>
                  <a:lnTo>
                    <a:pt x="85127" y="95152"/>
                  </a:lnTo>
                  <a:lnTo>
                    <a:pt x="85173" y="94923"/>
                  </a:lnTo>
                  <a:lnTo>
                    <a:pt x="85265" y="94717"/>
                  </a:lnTo>
                  <a:lnTo>
                    <a:pt x="85357" y="94487"/>
                  </a:lnTo>
                  <a:lnTo>
                    <a:pt x="85494" y="94304"/>
                  </a:lnTo>
                  <a:lnTo>
                    <a:pt x="85632" y="94097"/>
                  </a:lnTo>
                  <a:lnTo>
                    <a:pt x="85770" y="93937"/>
                  </a:lnTo>
                  <a:lnTo>
                    <a:pt x="85953" y="93776"/>
                  </a:lnTo>
                  <a:lnTo>
                    <a:pt x="86137" y="93616"/>
                  </a:lnTo>
                  <a:lnTo>
                    <a:pt x="86320" y="93501"/>
                  </a:lnTo>
                  <a:lnTo>
                    <a:pt x="86527" y="93386"/>
                  </a:lnTo>
                  <a:lnTo>
                    <a:pt x="86756" y="93271"/>
                  </a:lnTo>
                  <a:lnTo>
                    <a:pt x="86962" y="93203"/>
                  </a:lnTo>
                  <a:lnTo>
                    <a:pt x="87192" y="93134"/>
                  </a:lnTo>
                  <a:lnTo>
                    <a:pt x="87421" y="93111"/>
                  </a:lnTo>
                  <a:lnTo>
                    <a:pt x="87651" y="93088"/>
                  </a:lnTo>
                  <a:close/>
                  <a:moveTo>
                    <a:pt x="107768" y="95841"/>
                  </a:moveTo>
                  <a:lnTo>
                    <a:pt x="109535" y="98892"/>
                  </a:lnTo>
                  <a:lnTo>
                    <a:pt x="106002" y="98892"/>
                  </a:lnTo>
                  <a:lnTo>
                    <a:pt x="104236" y="95864"/>
                  </a:lnTo>
                  <a:lnTo>
                    <a:pt x="107768" y="95841"/>
                  </a:lnTo>
                  <a:close/>
                  <a:moveTo>
                    <a:pt x="91940" y="88500"/>
                  </a:moveTo>
                  <a:lnTo>
                    <a:pt x="93959" y="91987"/>
                  </a:lnTo>
                  <a:lnTo>
                    <a:pt x="95978" y="95519"/>
                  </a:lnTo>
                  <a:lnTo>
                    <a:pt x="93959" y="99006"/>
                  </a:lnTo>
                  <a:lnTo>
                    <a:pt x="90426" y="99006"/>
                  </a:lnTo>
                  <a:lnTo>
                    <a:pt x="92468" y="95497"/>
                  </a:lnTo>
                  <a:lnTo>
                    <a:pt x="90151" y="91597"/>
                  </a:lnTo>
                  <a:lnTo>
                    <a:pt x="91940" y="88500"/>
                  </a:lnTo>
                  <a:close/>
                  <a:moveTo>
                    <a:pt x="105773" y="88064"/>
                  </a:moveTo>
                  <a:lnTo>
                    <a:pt x="99441" y="99006"/>
                  </a:lnTo>
                  <a:lnTo>
                    <a:pt x="95932" y="99006"/>
                  </a:lnTo>
                  <a:lnTo>
                    <a:pt x="102240" y="88064"/>
                  </a:lnTo>
                  <a:close/>
                  <a:moveTo>
                    <a:pt x="9038" y="0"/>
                  </a:moveTo>
                  <a:lnTo>
                    <a:pt x="2776" y="10874"/>
                  </a:lnTo>
                  <a:lnTo>
                    <a:pt x="0" y="10874"/>
                  </a:lnTo>
                  <a:lnTo>
                    <a:pt x="0" y="13351"/>
                  </a:lnTo>
                  <a:lnTo>
                    <a:pt x="206" y="13145"/>
                  </a:lnTo>
                  <a:lnTo>
                    <a:pt x="436" y="12984"/>
                  </a:lnTo>
                  <a:lnTo>
                    <a:pt x="665" y="12846"/>
                  </a:lnTo>
                  <a:lnTo>
                    <a:pt x="918" y="12709"/>
                  </a:lnTo>
                  <a:lnTo>
                    <a:pt x="1170" y="12617"/>
                  </a:lnTo>
                  <a:lnTo>
                    <a:pt x="1445" y="12548"/>
                  </a:lnTo>
                  <a:lnTo>
                    <a:pt x="1720" y="12525"/>
                  </a:lnTo>
                  <a:lnTo>
                    <a:pt x="1996" y="12502"/>
                  </a:lnTo>
                  <a:lnTo>
                    <a:pt x="2271" y="12525"/>
                  </a:lnTo>
                  <a:lnTo>
                    <a:pt x="2546" y="12594"/>
                  </a:lnTo>
                  <a:lnTo>
                    <a:pt x="2822" y="12686"/>
                  </a:lnTo>
                  <a:lnTo>
                    <a:pt x="3074" y="12824"/>
                  </a:lnTo>
                  <a:lnTo>
                    <a:pt x="3326" y="12984"/>
                  </a:lnTo>
                  <a:lnTo>
                    <a:pt x="3579" y="13191"/>
                  </a:lnTo>
                  <a:lnTo>
                    <a:pt x="3808" y="13443"/>
                  </a:lnTo>
                  <a:lnTo>
                    <a:pt x="4014" y="13741"/>
                  </a:lnTo>
                  <a:lnTo>
                    <a:pt x="4129" y="13993"/>
                  </a:lnTo>
                  <a:lnTo>
                    <a:pt x="4221" y="14246"/>
                  </a:lnTo>
                  <a:lnTo>
                    <a:pt x="4313" y="14475"/>
                  </a:lnTo>
                  <a:lnTo>
                    <a:pt x="4358" y="14727"/>
                  </a:lnTo>
                  <a:lnTo>
                    <a:pt x="4381" y="14957"/>
                  </a:lnTo>
                  <a:lnTo>
                    <a:pt x="4358" y="15186"/>
                  </a:lnTo>
                  <a:lnTo>
                    <a:pt x="4336" y="15416"/>
                  </a:lnTo>
                  <a:lnTo>
                    <a:pt x="4290" y="15645"/>
                  </a:lnTo>
                  <a:lnTo>
                    <a:pt x="4221" y="15851"/>
                  </a:lnTo>
                  <a:lnTo>
                    <a:pt x="4129" y="16058"/>
                  </a:lnTo>
                  <a:lnTo>
                    <a:pt x="4037" y="16241"/>
                  </a:lnTo>
                  <a:lnTo>
                    <a:pt x="3923" y="16425"/>
                  </a:lnTo>
                  <a:lnTo>
                    <a:pt x="3785" y="16586"/>
                  </a:lnTo>
                  <a:lnTo>
                    <a:pt x="3624" y="16746"/>
                  </a:lnTo>
                  <a:lnTo>
                    <a:pt x="3464" y="16907"/>
                  </a:lnTo>
                  <a:lnTo>
                    <a:pt x="3280" y="17044"/>
                  </a:lnTo>
                  <a:lnTo>
                    <a:pt x="3097" y="17159"/>
                  </a:lnTo>
                  <a:lnTo>
                    <a:pt x="2913" y="17251"/>
                  </a:lnTo>
                  <a:lnTo>
                    <a:pt x="2707" y="17343"/>
                  </a:lnTo>
                  <a:lnTo>
                    <a:pt x="2500" y="17434"/>
                  </a:lnTo>
                  <a:lnTo>
                    <a:pt x="2294" y="17480"/>
                  </a:lnTo>
                  <a:lnTo>
                    <a:pt x="2087" y="17526"/>
                  </a:lnTo>
                  <a:lnTo>
                    <a:pt x="1422" y="17526"/>
                  </a:lnTo>
                  <a:lnTo>
                    <a:pt x="1216" y="17480"/>
                  </a:lnTo>
                  <a:lnTo>
                    <a:pt x="986" y="17411"/>
                  </a:lnTo>
                  <a:lnTo>
                    <a:pt x="780" y="17320"/>
                  </a:lnTo>
                  <a:lnTo>
                    <a:pt x="573" y="17228"/>
                  </a:lnTo>
                  <a:lnTo>
                    <a:pt x="367" y="17090"/>
                  </a:lnTo>
                  <a:lnTo>
                    <a:pt x="184" y="16930"/>
                  </a:lnTo>
                  <a:lnTo>
                    <a:pt x="0" y="16746"/>
                  </a:lnTo>
                  <a:lnTo>
                    <a:pt x="0" y="21632"/>
                  </a:lnTo>
                  <a:lnTo>
                    <a:pt x="872" y="23123"/>
                  </a:lnTo>
                  <a:lnTo>
                    <a:pt x="0" y="23123"/>
                  </a:lnTo>
                  <a:lnTo>
                    <a:pt x="0" y="27596"/>
                  </a:lnTo>
                  <a:lnTo>
                    <a:pt x="4473" y="19820"/>
                  </a:lnTo>
                  <a:lnTo>
                    <a:pt x="8006" y="19820"/>
                  </a:lnTo>
                  <a:lnTo>
                    <a:pt x="1675" y="30785"/>
                  </a:lnTo>
                  <a:lnTo>
                    <a:pt x="0" y="30785"/>
                  </a:lnTo>
                  <a:lnTo>
                    <a:pt x="0" y="32574"/>
                  </a:lnTo>
                  <a:lnTo>
                    <a:pt x="367" y="32505"/>
                  </a:lnTo>
                  <a:lnTo>
                    <a:pt x="551" y="32482"/>
                  </a:lnTo>
                  <a:lnTo>
                    <a:pt x="734" y="32482"/>
                  </a:lnTo>
                  <a:lnTo>
                    <a:pt x="918" y="32505"/>
                  </a:lnTo>
                  <a:lnTo>
                    <a:pt x="1124" y="32528"/>
                  </a:lnTo>
                  <a:lnTo>
                    <a:pt x="1308" y="32551"/>
                  </a:lnTo>
                  <a:lnTo>
                    <a:pt x="1491" y="32620"/>
                  </a:lnTo>
                  <a:lnTo>
                    <a:pt x="1675" y="32689"/>
                  </a:lnTo>
                  <a:lnTo>
                    <a:pt x="1835" y="32781"/>
                  </a:lnTo>
                  <a:lnTo>
                    <a:pt x="2019" y="32895"/>
                  </a:lnTo>
                  <a:lnTo>
                    <a:pt x="2179" y="33010"/>
                  </a:lnTo>
                  <a:lnTo>
                    <a:pt x="2340" y="33171"/>
                  </a:lnTo>
                  <a:lnTo>
                    <a:pt x="2500" y="33331"/>
                  </a:lnTo>
                  <a:lnTo>
                    <a:pt x="2638" y="33515"/>
                  </a:lnTo>
                  <a:lnTo>
                    <a:pt x="2776" y="33721"/>
                  </a:lnTo>
                  <a:lnTo>
                    <a:pt x="2890" y="33928"/>
                  </a:lnTo>
                  <a:lnTo>
                    <a:pt x="2959" y="34134"/>
                  </a:lnTo>
                  <a:lnTo>
                    <a:pt x="3028" y="34318"/>
                  </a:lnTo>
                  <a:lnTo>
                    <a:pt x="3097" y="34524"/>
                  </a:lnTo>
                  <a:lnTo>
                    <a:pt x="3120" y="34708"/>
                  </a:lnTo>
                  <a:lnTo>
                    <a:pt x="3143" y="34914"/>
                  </a:lnTo>
                  <a:lnTo>
                    <a:pt x="3143" y="35098"/>
                  </a:lnTo>
                  <a:lnTo>
                    <a:pt x="3120" y="35281"/>
                  </a:lnTo>
                  <a:lnTo>
                    <a:pt x="3097" y="35465"/>
                  </a:lnTo>
                  <a:lnTo>
                    <a:pt x="3051" y="35625"/>
                  </a:lnTo>
                  <a:lnTo>
                    <a:pt x="3005" y="35809"/>
                  </a:lnTo>
                  <a:lnTo>
                    <a:pt x="2936" y="35969"/>
                  </a:lnTo>
                  <a:lnTo>
                    <a:pt x="2776" y="36290"/>
                  </a:lnTo>
                  <a:lnTo>
                    <a:pt x="2546" y="36566"/>
                  </a:lnTo>
                  <a:lnTo>
                    <a:pt x="2317" y="36818"/>
                  </a:lnTo>
                  <a:lnTo>
                    <a:pt x="2019" y="37047"/>
                  </a:lnTo>
                  <a:lnTo>
                    <a:pt x="1720" y="37208"/>
                  </a:lnTo>
                  <a:lnTo>
                    <a:pt x="1399" y="37369"/>
                  </a:lnTo>
                  <a:lnTo>
                    <a:pt x="1055" y="37460"/>
                  </a:lnTo>
                  <a:lnTo>
                    <a:pt x="711" y="37506"/>
                  </a:lnTo>
                  <a:lnTo>
                    <a:pt x="344" y="37506"/>
                  </a:lnTo>
                  <a:lnTo>
                    <a:pt x="184" y="37483"/>
                  </a:lnTo>
                  <a:lnTo>
                    <a:pt x="0" y="37460"/>
                  </a:lnTo>
                  <a:lnTo>
                    <a:pt x="0" y="45076"/>
                  </a:lnTo>
                  <a:lnTo>
                    <a:pt x="3166" y="39571"/>
                  </a:lnTo>
                  <a:lnTo>
                    <a:pt x="6698" y="39571"/>
                  </a:lnTo>
                  <a:lnTo>
                    <a:pt x="367" y="50536"/>
                  </a:lnTo>
                  <a:lnTo>
                    <a:pt x="0" y="50536"/>
                  </a:lnTo>
                  <a:lnTo>
                    <a:pt x="0" y="52233"/>
                  </a:lnTo>
                  <a:lnTo>
                    <a:pt x="206" y="52279"/>
                  </a:lnTo>
                  <a:lnTo>
                    <a:pt x="436" y="52371"/>
                  </a:lnTo>
                  <a:lnTo>
                    <a:pt x="642" y="52485"/>
                  </a:lnTo>
                  <a:lnTo>
                    <a:pt x="826" y="52600"/>
                  </a:lnTo>
                  <a:lnTo>
                    <a:pt x="1032" y="52761"/>
                  </a:lnTo>
                  <a:lnTo>
                    <a:pt x="1216" y="52944"/>
                  </a:lnTo>
                  <a:lnTo>
                    <a:pt x="1376" y="53151"/>
                  </a:lnTo>
                  <a:lnTo>
                    <a:pt x="1537" y="53403"/>
                  </a:lnTo>
                  <a:lnTo>
                    <a:pt x="1698" y="53724"/>
                  </a:lnTo>
                  <a:lnTo>
                    <a:pt x="1812" y="54022"/>
                  </a:lnTo>
                  <a:lnTo>
                    <a:pt x="1881" y="54344"/>
                  </a:lnTo>
                  <a:lnTo>
                    <a:pt x="1927" y="54642"/>
                  </a:lnTo>
                  <a:lnTo>
                    <a:pt x="1904" y="54917"/>
                  </a:lnTo>
                  <a:lnTo>
                    <a:pt x="1858" y="55215"/>
                  </a:lnTo>
                  <a:lnTo>
                    <a:pt x="1789" y="55468"/>
                  </a:lnTo>
                  <a:lnTo>
                    <a:pt x="1675" y="55720"/>
                  </a:lnTo>
                  <a:lnTo>
                    <a:pt x="1537" y="55972"/>
                  </a:lnTo>
                  <a:lnTo>
                    <a:pt x="1376" y="56202"/>
                  </a:lnTo>
                  <a:lnTo>
                    <a:pt x="1193" y="56408"/>
                  </a:lnTo>
                  <a:lnTo>
                    <a:pt x="986" y="56592"/>
                  </a:lnTo>
                  <a:lnTo>
                    <a:pt x="757" y="56752"/>
                  </a:lnTo>
                  <a:lnTo>
                    <a:pt x="505" y="56890"/>
                  </a:lnTo>
                  <a:lnTo>
                    <a:pt x="252" y="57004"/>
                  </a:lnTo>
                  <a:lnTo>
                    <a:pt x="0" y="57096"/>
                  </a:lnTo>
                  <a:lnTo>
                    <a:pt x="0" y="63083"/>
                  </a:lnTo>
                  <a:lnTo>
                    <a:pt x="2065" y="59482"/>
                  </a:lnTo>
                  <a:lnTo>
                    <a:pt x="5597" y="59482"/>
                  </a:lnTo>
                  <a:lnTo>
                    <a:pt x="0" y="69185"/>
                  </a:lnTo>
                  <a:lnTo>
                    <a:pt x="0" y="72741"/>
                  </a:lnTo>
                  <a:lnTo>
                    <a:pt x="229" y="72993"/>
                  </a:lnTo>
                  <a:lnTo>
                    <a:pt x="459" y="73314"/>
                  </a:lnTo>
                  <a:lnTo>
                    <a:pt x="573" y="73544"/>
                  </a:lnTo>
                  <a:lnTo>
                    <a:pt x="665" y="73750"/>
                  </a:lnTo>
                  <a:lnTo>
                    <a:pt x="734" y="73980"/>
                  </a:lnTo>
                  <a:lnTo>
                    <a:pt x="803" y="74209"/>
                  </a:lnTo>
                  <a:lnTo>
                    <a:pt x="826" y="74415"/>
                  </a:lnTo>
                  <a:lnTo>
                    <a:pt x="826" y="74622"/>
                  </a:lnTo>
                  <a:lnTo>
                    <a:pt x="826" y="74851"/>
                  </a:lnTo>
                  <a:lnTo>
                    <a:pt x="780" y="75035"/>
                  </a:lnTo>
                  <a:lnTo>
                    <a:pt x="734" y="75241"/>
                  </a:lnTo>
                  <a:lnTo>
                    <a:pt x="665" y="75425"/>
                  </a:lnTo>
                  <a:lnTo>
                    <a:pt x="596" y="75608"/>
                  </a:lnTo>
                  <a:lnTo>
                    <a:pt x="505" y="75792"/>
                  </a:lnTo>
                  <a:lnTo>
                    <a:pt x="390" y="75952"/>
                  </a:lnTo>
                  <a:lnTo>
                    <a:pt x="275" y="76113"/>
                  </a:lnTo>
                  <a:lnTo>
                    <a:pt x="138" y="76251"/>
                  </a:lnTo>
                  <a:lnTo>
                    <a:pt x="0" y="76388"/>
                  </a:lnTo>
                  <a:lnTo>
                    <a:pt x="0" y="80471"/>
                  </a:lnTo>
                  <a:lnTo>
                    <a:pt x="711" y="79233"/>
                  </a:lnTo>
                  <a:lnTo>
                    <a:pt x="4244" y="79233"/>
                  </a:lnTo>
                  <a:lnTo>
                    <a:pt x="0" y="86573"/>
                  </a:lnTo>
                  <a:lnTo>
                    <a:pt x="0" y="89486"/>
                  </a:lnTo>
                  <a:lnTo>
                    <a:pt x="1308" y="87238"/>
                  </a:lnTo>
                  <a:lnTo>
                    <a:pt x="3303" y="90725"/>
                  </a:lnTo>
                  <a:lnTo>
                    <a:pt x="5345" y="94235"/>
                  </a:lnTo>
                  <a:lnTo>
                    <a:pt x="3326" y="97745"/>
                  </a:lnTo>
                  <a:lnTo>
                    <a:pt x="0" y="97745"/>
                  </a:lnTo>
                  <a:lnTo>
                    <a:pt x="0" y="99098"/>
                  </a:lnTo>
                  <a:lnTo>
                    <a:pt x="11126" y="99098"/>
                  </a:lnTo>
                  <a:lnTo>
                    <a:pt x="10414" y="97882"/>
                  </a:lnTo>
                  <a:lnTo>
                    <a:pt x="12204" y="94785"/>
                  </a:lnTo>
                  <a:lnTo>
                    <a:pt x="14681" y="99098"/>
                  </a:lnTo>
                  <a:lnTo>
                    <a:pt x="19751" y="99098"/>
                  </a:lnTo>
                  <a:lnTo>
                    <a:pt x="22503" y="94327"/>
                  </a:lnTo>
                  <a:lnTo>
                    <a:pt x="26036" y="94327"/>
                  </a:lnTo>
                  <a:lnTo>
                    <a:pt x="23283" y="99098"/>
                  </a:lnTo>
                  <a:lnTo>
                    <a:pt x="29270" y="99098"/>
                  </a:lnTo>
                  <a:lnTo>
                    <a:pt x="29064" y="98869"/>
                  </a:lnTo>
                  <a:lnTo>
                    <a:pt x="28858" y="98593"/>
                  </a:lnTo>
                  <a:lnTo>
                    <a:pt x="28720" y="98318"/>
                  </a:lnTo>
                  <a:lnTo>
                    <a:pt x="28605" y="98066"/>
                  </a:lnTo>
                  <a:lnTo>
                    <a:pt x="28513" y="97790"/>
                  </a:lnTo>
                  <a:lnTo>
                    <a:pt x="28468" y="97538"/>
                  </a:lnTo>
                  <a:lnTo>
                    <a:pt x="28445" y="97286"/>
                  </a:lnTo>
                  <a:lnTo>
                    <a:pt x="28468" y="97033"/>
                  </a:lnTo>
                  <a:lnTo>
                    <a:pt x="28490" y="96804"/>
                  </a:lnTo>
                  <a:lnTo>
                    <a:pt x="28536" y="96575"/>
                  </a:lnTo>
                  <a:lnTo>
                    <a:pt x="28628" y="96345"/>
                  </a:lnTo>
                  <a:lnTo>
                    <a:pt x="28720" y="96139"/>
                  </a:lnTo>
                  <a:lnTo>
                    <a:pt x="28858" y="95932"/>
                  </a:lnTo>
                  <a:lnTo>
                    <a:pt x="28995" y="95749"/>
                  </a:lnTo>
                  <a:lnTo>
                    <a:pt x="29133" y="95565"/>
                  </a:lnTo>
                  <a:lnTo>
                    <a:pt x="29316" y="95405"/>
                  </a:lnTo>
                  <a:lnTo>
                    <a:pt x="29500" y="95267"/>
                  </a:lnTo>
                  <a:lnTo>
                    <a:pt x="29683" y="95130"/>
                  </a:lnTo>
                  <a:lnTo>
                    <a:pt x="29890" y="95015"/>
                  </a:lnTo>
                  <a:lnTo>
                    <a:pt x="30119" y="94923"/>
                  </a:lnTo>
                  <a:lnTo>
                    <a:pt x="30326" y="94831"/>
                  </a:lnTo>
                  <a:lnTo>
                    <a:pt x="30555" y="94785"/>
                  </a:lnTo>
                  <a:lnTo>
                    <a:pt x="30784" y="94740"/>
                  </a:lnTo>
                  <a:lnTo>
                    <a:pt x="31014" y="94717"/>
                  </a:lnTo>
                  <a:lnTo>
                    <a:pt x="31266" y="94740"/>
                  </a:lnTo>
                  <a:lnTo>
                    <a:pt x="31496" y="94762"/>
                  </a:lnTo>
                  <a:lnTo>
                    <a:pt x="31725" y="94808"/>
                  </a:lnTo>
                  <a:lnTo>
                    <a:pt x="31954" y="94900"/>
                  </a:lnTo>
                  <a:lnTo>
                    <a:pt x="32161" y="94992"/>
                  </a:lnTo>
                  <a:lnTo>
                    <a:pt x="32390" y="95130"/>
                  </a:lnTo>
                  <a:lnTo>
                    <a:pt x="32597" y="95290"/>
                  </a:lnTo>
                  <a:lnTo>
                    <a:pt x="32780" y="95497"/>
                  </a:lnTo>
                  <a:lnTo>
                    <a:pt x="32964" y="95703"/>
                  </a:lnTo>
                  <a:lnTo>
                    <a:pt x="33147" y="95955"/>
                  </a:lnTo>
                  <a:lnTo>
                    <a:pt x="33262" y="96185"/>
                  </a:lnTo>
                  <a:lnTo>
                    <a:pt x="33354" y="96414"/>
                  </a:lnTo>
                  <a:lnTo>
                    <a:pt x="33445" y="96644"/>
                  </a:lnTo>
                  <a:lnTo>
                    <a:pt x="33491" y="96873"/>
                  </a:lnTo>
                  <a:lnTo>
                    <a:pt x="33514" y="97102"/>
                  </a:lnTo>
                  <a:lnTo>
                    <a:pt x="33514" y="97309"/>
                  </a:lnTo>
                  <a:lnTo>
                    <a:pt x="33491" y="97515"/>
                  </a:lnTo>
                  <a:lnTo>
                    <a:pt x="33468" y="97722"/>
                  </a:lnTo>
                  <a:lnTo>
                    <a:pt x="33422" y="97928"/>
                  </a:lnTo>
                  <a:lnTo>
                    <a:pt x="33354" y="98135"/>
                  </a:lnTo>
                  <a:lnTo>
                    <a:pt x="33262" y="98318"/>
                  </a:lnTo>
                  <a:lnTo>
                    <a:pt x="33170" y="98479"/>
                  </a:lnTo>
                  <a:lnTo>
                    <a:pt x="33055" y="98662"/>
                  </a:lnTo>
                  <a:lnTo>
                    <a:pt x="32918" y="98823"/>
                  </a:lnTo>
                  <a:lnTo>
                    <a:pt x="32780" y="98960"/>
                  </a:lnTo>
                  <a:lnTo>
                    <a:pt x="32642" y="99098"/>
                  </a:lnTo>
                  <a:lnTo>
                    <a:pt x="34684" y="99098"/>
                  </a:lnTo>
                  <a:lnTo>
                    <a:pt x="35831" y="97148"/>
                  </a:lnTo>
                  <a:lnTo>
                    <a:pt x="33514" y="93249"/>
                  </a:lnTo>
                  <a:lnTo>
                    <a:pt x="35303" y="90129"/>
                  </a:lnTo>
                  <a:lnTo>
                    <a:pt x="37322" y="93638"/>
                  </a:lnTo>
                  <a:lnTo>
                    <a:pt x="39341" y="97148"/>
                  </a:lnTo>
                  <a:lnTo>
                    <a:pt x="38217" y="99098"/>
                  </a:lnTo>
                  <a:lnTo>
                    <a:pt x="40189" y="99098"/>
                  </a:lnTo>
                  <a:lnTo>
                    <a:pt x="45603" y="89693"/>
                  </a:lnTo>
                  <a:lnTo>
                    <a:pt x="49136" y="89693"/>
                  </a:lnTo>
                  <a:lnTo>
                    <a:pt x="43699" y="99098"/>
                  </a:lnTo>
                  <a:lnTo>
                    <a:pt x="44984" y="99098"/>
                  </a:lnTo>
                  <a:lnTo>
                    <a:pt x="45741" y="97790"/>
                  </a:lnTo>
                  <a:lnTo>
                    <a:pt x="46475" y="99098"/>
                  </a:lnTo>
                  <a:lnTo>
                    <a:pt x="47989" y="99098"/>
                  </a:lnTo>
                  <a:lnTo>
                    <a:pt x="47117" y="97607"/>
                  </a:lnTo>
                  <a:lnTo>
                    <a:pt x="50650" y="97584"/>
                  </a:lnTo>
                  <a:lnTo>
                    <a:pt x="51521" y="99098"/>
                  </a:lnTo>
                  <a:lnTo>
                    <a:pt x="55031" y="99098"/>
                  </a:lnTo>
                  <a:lnTo>
                    <a:pt x="56040" y="97355"/>
                  </a:lnTo>
                  <a:lnTo>
                    <a:pt x="59573" y="97355"/>
                  </a:lnTo>
                  <a:lnTo>
                    <a:pt x="58564" y="99098"/>
                  </a:lnTo>
                  <a:lnTo>
                    <a:pt x="62280" y="99098"/>
                  </a:lnTo>
                  <a:lnTo>
                    <a:pt x="62463" y="98823"/>
                  </a:lnTo>
                  <a:lnTo>
                    <a:pt x="62670" y="98593"/>
                  </a:lnTo>
                  <a:lnTo>
                    <a:pt x="62899" y="98364"/>
                  </a:lnTo>
                  <a:lnTo>
                    <a:pt x="63152" y="98180"/>
                  </a:lnTo>
                  <a:lnTo>
                    <a:pt x="63427" y="98020"/>
                  </a:lnTo>
                  <a:lnTo>
                    <a:pt x="63725" y="97882"/>
                  </a:lnTo>
                  <a:lnTo>
                    <a:pt x="64023" y="97790"/>
                  </a:lnTo>
                  <a:lnTo>
                    <a:pt x="64344" y="97745"/>
                  </a:lnTo>
                  <a:lnTo>
                    <a:pt x="64666" y="97745"/>
                  </a:lnTo>
                  <a:lnTo>
                    <a:pt x="64987" y="97768"/>
                  </a:lnTo>
                  <a:lnTo>
                    <a:pt x="65285" y="97836"/>
                  </a:lnTo>
                  <a:lnTo>
                    <a:pt x="65606" y="97951"/>
                  </a:lnTo>
                  <a:lnTo>
                    <a:pt x="65904" y="98135"/>
                  </a:lnTo>
                  <a:lnTo>
                    <a:pt x="66180" y="98364"/>
                  </a:lnTo>
                  <a:lnTo>
                    <a:pt x="66432" y="98639"/>
                  </a:lnTo>
                  <a:lnTo>
                    <a:pt x="66684" y="98960"/>
                  </a:lnTo>
                  <a:lnTo>
                    <a:pt x="66753" y="99098"/>
                  </a:lnTo>
                  <a:lnTo>
                    <a:pt x="68726" y="99098"/>
                  </a:lnTo>
                  <a:lnTo>
                    <a:pt x="67051" y="96254"/>
                  </a:lnTo>
                  <a:lnTo>
                    <a:pt x="68841" y="93134"/>
                  </a:lnTo>
                  <a:lnTo>
                    <a:pt x="70446" y="95932"/>
                  </a:lnTo>
                  <a:lnTo>
                    <a:pt x="72258" y="99098"/>
                  </a:lnTo>
                  <a:lnTo>
                    <a:pt x="75447" y="99098"/>
                  </a:lnTo>
                  <a:lnTo>
                    <a:pt x="79140" y="92698"/>
                  </a:lnTo>
                  <a:lnTo>
                    <a:pt x="82673" y="92698"/>
                  </a:lnTo>
                  <a:lnTo>
                    <a:pt x="78980" y="99098"/>
                  </a:lnTo>
                  <a:lnTo>
                    <a:pt x="101093" y="99098"/>
                  </a:lnTo>
                  <a:lnTo>
                    <a:pt x="102836" y="96047"/>
                  </a:lnTo>
                  <a:lnTo>
                    <a:pt x="104580" y="99098"/>
                  </a:lnTo>
                  <a:lnTo>
                    <a:pt x="111140" y="99098"/>
                  </a:lnTo>
                  <a:lnTo>
                    <a:pt x="113136" y="95611"/>
                  </a:lnTo>
                  <a:lnTo>
                    <a:pt x="116669" y="95611"/>
                  </a:lnTo>
                  <a:lnTo>
                    <a:pt x="114650" y="99098"/>
                  </a:lnTo>
                  <a:lnTo>
                    <a:pt x="118252" y="99098"/>
                  </a:lnTo>
                  <a:lnTo>
                    <a:pt x="118183" y="98869"/>
                  </a:lnTo>
                  <a:lnTo>
                    <a:pt x="118160" y="98616"/>
                  </a:lnTo>
                  <a:lnTo>
                    <a:pt x="118160" y="98387"/>
                  </a:lnTo>
                  <a:lnTo>
                    <a:pt x="118160" y="98180"/>
                  </a:lnTo>
                  <a:lnTo>
                    <a:pt x="118206" y="97951"/>
                  </a:lnTo>
                  <a:lnTo>
                    <a:pt x="118274" y="97745"/>
                  </a:lnTo>
                  <a:lnTo>
                    <a:pt x="118343" y="97538"/>
                  </a:lnTo>
                  <a:lnTo>
                    <a:pt x="118435" y="97355"/>
                  </a:lnTo>
                  <a:lnTo>
                    <a:pt x="118550" y="97171"/>
                  </a:lnTo>
                  <a:lnTo>
                    <a:pt x="118664" y="96988"/>
                  </a:lnTo>
                  <a:lnTo>
                    <a:pt x="118802" y="96827"/>
                  </a:lnTo>
                  <a:lnTo>
                    <a:pt x="118963" y="96666"/>
                  </a:lnTo>
                  <a:lnTo>
                    <a:pt x="119123" y="96529"/>
                  </a:lnTo>
                  <a:lnTo>
                    <a:pt x="119307" y="96414"/>
                  </a:lnTo>
                  <a:lnTo>
                    <a:pt x="119490" y="96299"/>
                  </a:lnTo>
                  <a:lnTo>
                    <a:pt x="119674" y="96208"/>
                  </a:lnTo>
                  <a:lnTo>
                    <a:pt x="119880" y="96116"/>
                  </a:lnTo>
                  <a:lnTo>
                    <a:pt x="120064" y="96047"/>
                  </a:lnTo>
                  <a:lnTo>
                    <a:pt x="120293" y="96001"/>
                  </a:lnTo>
                  <a:lnTo>
                    <a:pt x="120500" y="95955"/>
                  </a:lnTo>
                  <a:lnTo>
                    <a:pt x="120912" y="95955"/>
                  </a:lnTo>
                  <a:lnTo>
                    <a:pt x="121142" y="95978"/>
                  </a:lnTo>
                  <a:lnTo>
                    <a:pt x="121348" y="96024"/>
                  </a:lnTo>
                  <a:lnTo>
                    <a:pt x="121555" y="96070"/>
                  </a:lnTo>
                  <a:lnTo>
                    <a:pt x="121761" y="96162"/>
                  </a:lnTo>
                  <a:lnTo>
                    <a:pt x="121968" y="96276"/>
                  </a:lnTo>
                  <a:lnTo>
                    <a:pt x="122151" y="96414"/>
                  </a:lnTo>
                  <a:lnTo>
                    <a:pt x="122358" y="96552"/>
                  </a:lnTo>
                  <a:lnTo>
                    <a:pt x="122518" y="96735"/>
                  </a:lnTo>
                  <a:lnTo>
                    <a:pt x="122702" y="96942"/>
                  </a:lnTo>
                  <a:lnTo>
                    <a:pt x="122862" y="97171"/>
                  </a:lnTo>
                  <a:lnTo>
                    <a:pt x="122977" y="97423"/>
                  </a:lnTo>
                  <a:lnTo>
                    <a:pt x="123092" y="97676"/>
                  </a:lnTo>
                  <a:lnTo>
                    <a:pt x="123161" y="97928"/>
                  </a:lnTo>
                  <a:lnTo>
                    <a:pt x="123206" y="98180"/>
                  </a:lnTo>
                  <a:lnTo>
                    <a:pt x="123229" y="98410"/>
                  </a:lnTo>
                  <a:lnTo>
                    <a:pt x="123206" y="98639"/>
                  </a:lnTo>
                  <a:lnTo>
                    <a:pt x="123183" y="98869"/>
                  </a:lnTo>
                  <a:lnTo>
                    <a:pt x="123138" y="99098"/>
                  </a:lnTo>
                  <a:lnTo>
                    <a:pt x="125707" y="99098"/>
                  </a:lnTo>
                  <a:lnTo>
                    <a:pt x="126189" y="98249"/>
                  </a:lnTo>
                  <a:lnTo>
                    <a:pt x="123872" y="94350"/>
                  </a:lnTo>
                  <a:lnTo>
                    <a:pt x="125661" y="91253"/>
                  </a:lnTo>
                  <a:lnTo>
                    <a:pt x="127680" y="94740"/>
                  </a:lnTo>
                  <a:lnTo>
                    <a:pt x="129698" y="98249"/>
                  </a:lnTo>
                  <a:lnTo>
                    <a:pt x="129216" y="99098"/>
                  </a:lnTo>
                  <a:lnTo>
                    <a:pt x="131189" y="99098"/>
                  </a:lnTo>
                  <a:lnTo>
                    <a:pt x="135961" y="90794"/>
                  </a:lnTo>
                  <a:lnTo>
                    <a:pt x="139493" y="90794"/>
                  </a:lnTo>
                  <a:lnTo>
                    <a:pt x="134699" y="99098"/>
                  </a:lnTo>
                  <a:lnTo>
                    <a:pt x="138232" y="99098"/>
                  </a:lnTo>
                  <a:lnTo>
                    <a:pt x="137956" y="98593"/>
                  </a:lnTo>
                  <a:lnTo>
                    <a:pt x="141489" y="98593"/>
                  </a:lnTo>
                  <a:lnTo>
                    <a:pt x="141787" y="99098"/>
                  </a:lnTo>
                  <a:lnTo>
                    <a:pt x="146444" y="99098"/>
                  </a:lnTo>
                  <a:lnTo>
                    <a:pt x="146857" y="98364"/>
                  </a:lnTo>
                  <a:lnTo>
                    <a:pt x="150389" y="98364"/>
                  </a:lnTo>
                  <a:lnTo>
                    <a:pt x="149954" y="99098"/>
                  </a:lnTo>
                  <a:lnTo>
                    <a:pt x="154128" y="99098"/>
                  </a:lnTo>
                  <a:lnTo>
                    <a:pt x="154427" y="98960"/>
                  </a:lnTo>
                  <a:lnTo>
                    <a:pt x="154748" y="98846"/>
                  </a:lnTo>
                  <a:lnTo>
                    <a:pt x="155069" y="98777"/>
                  </a:lnTo>
                  <a:lnTo>
                    <a:pt x="155390" y="98754"/>
                  </a:lnTo>
                  <a:lnTo>
                    <a:pt x="155711" y="98754"/>
                  </a:lnTo>
                  <a:lnTo>
                    <a:pt x="156032" y="98823"/>
                  </a:lnTo>
                  <a:lnTo>
                    <a:pt x="156354" y="98937"/>
                  </a:lnTo>
                  <a:lnTo>
                    <a:pt x="156675" y="99098"/>
                  </a:lnTo>
                  <a:lnTo>
                    <a:pt x="158969" y="99098"/>
                  </a:lnTo>
                  <a:lnTo>
                    <a:pt x="157890" y="97263"/>
                  </a:lnTo>
                  <a:lnTo>
                    <a:pt x="159680" y="94143"/>
                  </a:lnTo>
                  <a:lnTo>
                    <a:pt x="160964" y="96414"/>
                  </a:lnTo>
                  <a:lnTo>
                    <a:pt x="162524" y="99098"/>
                  </a:lnTo>
                  <a:lnTo>
                    <a:pt x="166860" y="99098"/>
                  </a:lnTo>
                  <a:lnTo>
                    <a:pt x="169979" y="93707"/>
                  </a:lnTo>
                  <a:lnTo>
                    <a:pt x="173489" y="93707"/>
                  </a:lnTo>
                  <a:lnTo>
                    <a:pt x="170392" y="99098"/>
                  </a:lnTo>
                  <a:lnTo>
                    <a:pt x="176173" y="99098"/>
                  </a:lnTo>
                  <a:lnTo>
                    <a:pt x="176173" y="89578"/>
                  </a:lnTo>
                  <a:lnTo>
                    <a:pt x="174521" y="92446"/>
                  </a:lnTo>
                  <a:lnTo>
                    <a:pt x="170989" y="92446"/>
                  </a:lnTo>
                  <a:lnTo>
                    <a:pt x="173030" y="88936"/>
                  </a:lnTo>
                  <a:lnTo>
                    <a:pt x="170713" y="85036"/>
                  </a:lnTo>
                  <a:lnTo>
                    <a:pt x="172503" y="81917"/>
                  </a:lnTo>
                  <a:lnTo>
                    <a:pt x="174246" y="84967"/>
                  </a:lnTo>
                  <a:lnTo>
                    <a:pt x="176173" y="88294"/>
                  </a:lnTo>
                  <a:lnTo>
                    <a:pt x="176173" y="84784"/>
                  </a:lnTo>
                  <a:lnTo>
                    <a:pt x="175668" y="84784"/>
                  </a:lnTo>
                  <a:lnTo>
                    <a:pt x="173902" y="81733"/>
                  </a:lnTo>
                  <a:lnTo>
                    <a:pt x="176173" y="81733"/>
                  </a:lnTo>
                  <a:lnTo>
                    <a:pt x="176173" y="72121"/>
                  </a:lnTo>
                  <a:lnTo>
                    <a:pt x="175852" y="72695"/>
                  </a:lnTo>
                  <a:lnTo>
                    <a:pt x="172319" y="72695"/>
                  </a:lnTo>
                  <a:lnTo>
                    <a:pt x="174338" y="69185"/>
                  </a:lnTo>
                  <a:lnTo>
                    <a:pt x="172021" y="65286"/>
                  </a:lnTo>
                  <a:lnTo>
                    <a:pt x="173833" y="62189"/>
                  </a:lnTo>
                  <a:lnTo>
                    <a:pt x="176173" y="66272"/>
                  </a:lnTo>
                  <a:lnTo>
                    <a:pt x="176173" y="63634"/>
                  </a:lnTo>
                  <a:lnTo>
                    <a:pt x="175210" y="61982"/>
                  </a:lnTo>
                  <a:lnTo>
                    <a:pt x="176173" y="61982"/>
                  </a:lnTo>
                  <a:lnTo>
                    <a:pt x="176173" y="55284"/>
                  </a:lnTo>
                  <a:lnTo>
                    <a:pt x="170484" y="65125"/>
                  </a:lnTo>
                  <a:lnTo>
                    <a:pt x="166974" y="65148"/>
                  </a:lnTo>
                  <a:lnTo>
                    <a:pt x="173283" y="54183"/>
                  </a:lnTo>
                  <a:lnTo>
                    <a:pt x="176173" y="54183"/>
                  </a:lnTo>
                  <a:lnTo>
                    <a:pt x="176173" y="52784"/>
                  </a:lnTo>
                  <a:lnTo>
                    <a:pt x="173397" y="52784"/>
                  </a:lnTo>
                  <a:lnTo>
                    <a:pt x="175439" y="49274"/>
                  </a:lnTo>
                  <a:lnTo>
                    <a:pt x="173122" y="45374"/>
                  </a:lnTo>
                  <a:lnTo>
                    <a:pt x="174911" y="42277"/>
                  </a:lnTo>
                  <a:lnTo>
                    <a:pt x="176173" y="44480"/>
                  </a:lnTo>
                  <a:lnTo>
                    <a:pt x="176173" y="37254"/>
                  </a:lnTo>
                  <a:lnTo>
                    <a:pt x="171562" y="45214"/>
                  </a:lnTo>
                  <a:lnTo>
                    <a:pt x="168053" y="45237"/>
                  </a:lnTo>
                  <a:lnTo>
                    <a:pt x="174361" y="34272"/>
                  </a:lnTo>
                  <a:lnTo>
                    <a:pt x="176173" y="34272"/>
                  </a:lnTo>
                  <a:lnTo>
                    <a:pt x="176173" y="33033"/>
                  </a:lnTo>
                  <a:lnTo>
                    <a:pt x="174774" y="33033"/>
                  </a:lnTo>
                  <a:lnTo>
                    <a:pt x="176173" y="30601"/>
                  </a:lnTo>
                  <a:lnTo>
                    <a:pt x="176173" y="28468"/>
                  </a:lnTo>
                  <a:lnTo>
                    <a:pt x="174498" y="25624"/>
                  </a:lnTo>
                  <a:lnTo>
                    <a:pt x="176173" y="22710"/>
                  </a:lnTo>
                  <a:lnTo>
                    <a:pt x="176173" y="19774"/>
                  </a:lnTo>
                  <a:lnTo>
                    <a:pt x="172893" y="25486"/>
                  </a:lnTo>
                  <a:lnTo>
                    <a:pt x="169360" y="25486"/>
                  </a:lnTo>
                  <a:lnTo>
                    <a:pt x="175691" y="14521"/>
                  </a:lnTo>
                  <a:lnTo>
                    <a:pt x="176173" y="14521"/>
                  </a:lnTo>
                  <a:lnTo>
                    <a:pt x="176173" y="13902"/>
                  </a:lnTo>
                  <a:lnTo>
                    <a:pt x="176173" y="13122"/>
                  </a:lnTo>
                  <a:lnTo>
                    <a:pt x="176173" y="12571"/>
                  </a:lnTo>
                  <a:lnTo>
                    <a:pt x="176173" y="12456"/>
                  </a:lnTo>
                  <a:lnTo>
                    <a:pt x="176173" y="6722"/>
                  </a:lnTo>
                  <a:lnTo>
                    <a:pt x="175577" y="5712"/>
                  </a:lnTo>
                  <a:lnTo>
                    <a:pt x="176173" y="4680"/>
                  </a:lnTo>
                  <a:lnTo>
                    <a:pt x="176173" y="1767"/>
                  </a:lnTo>
                  <a:lnTo>
                    <a:pt x="173971" y="5575"/>
                  </a:lnTo>
                  <a:lnTo>
                    <a:pt x="170461" y="5575"/>
                  </a:lnTo>
                  <a:lnTo>
                    <a:pt x="173673" y="0"/>
                  </a:lnTo>
                  <a:lnTo>
                    <a:pt x="169314" y="0"/>
                  </a:lnTo>
                  <a:lnTo>
                    <a:pt x="170507" y="2065"/>
                  </a:lnTo>
                  <a:lnTo>
                    <a:pt x="168488" y="5575"/>
                  </a:lnTo>
                  <a:lnTo>
                    <a:pt x="164956" y="5575"/>
                  </a:lnTo>
                  <a:lnTo>
                    <a:pt x="166997" y="2065"/>
                  </a:lnTo>
                  <a:lnTo>
                    <a:pt x="165759" y="0"/>
                  </a:lnTo>
                  <a:lnTo>
                    <a:pt x="163465" y="0"/>
                  </a:lnTo>
                  <a:lnTo>
                    <a:pt x="163694" y="161"/>
                  </a:lnTo>
                  <a:lnTo>
                    <a:pt x="163901" y="367"/>
                  </a:lnTo>
                  <a:lnTo>
                    <a:pt x="164130" y="620"/>
                  </a:lnTo>
                  <a:lnTo>
                    <a:pt x="164313" y="895"/>
                  </a:lnTo>
                  <a:lnTo>
                    <a:pt x="164451" y="1147"/>
                  </a:lnTo>
                  <a:lnTo>
                    <a:pt x="164543" y="1423"/>
                  </a:lnTo>
                  <a:lnTo>
                    <a:pt x="164612" y="1675"/>
                  </a:lnTo>
                  <a:lnTo>
                    <a:pt x="164658" y="1927"/>
                  </a:lnTo>
                  <a:lnTo>
                    <a:pt x="164680" y="2180"/>
                  </a:lnTo>
                  <a:lnTo>
                    <a:pt x="164680" y="2409"/>
                  </a:lnTo>
                  <a:lnTo>
                    <a:pt x="164635" y="2638"/>
                  </a:lnTo>
                  <a:lnTo>
                    <a:pt x="164566" y="2868"/>
                  </a:lnTo>
                  <a:lnTo>
                    <a:pt x="164497" y="3097"/>
                  </a:lnTo>
                  <a:lnTo>
                    <a:pt x="164382" y="3304"/>
                  </a:lnTo>
                  <a:lnTo>
                    <a:pt x="164268" y="3487"/>
                  </a:lnTo>
                  <a:lnTo>
                    <a:pt x="164130" y="3671"/>
                  </a:lnTo>
                  <a:lnTo>
                    <a:pt x="163992" y="3854"/>
                  </a:lnTo>
                  <a:lnTo>
                    <a:pt x="163809" y="4015"/>
                  </a:lnTo>
                  <a:lnTo>
                    <a:pt x="163625" y="4152"/>
                  </a:lnTo>
                  <a:lnTo>
                    <a:pt x="163442" y="4290"/>
                  </a:lnTo>
                  <a:lnTo>
                    <a:pt x="163235" y="4405"/>
                  </a:lnTo>
                  <a:lnTo>
                    <a:pt x="163029" y="4497"/>
                  </a:lnTo>
                  <a:lnTo>
                    <a:pt x="162822" y="4565"/>
                  </a:lnTo>
                  <a:lnTo>
                    <a:pt x="162593" y="4634"/>
                  </a:lnTo>
                  <a:lnTo>
                    <a:pt x="162364" y="4657"/>
                  </a:lnTo>
                  <a:lnTo>
                    <a:pt x="162134" y="4680"/>
                  </a:lnTo>
                  <a:lnTo>
                    <a:pt x="161905" y="4680"/>
                  </a:lnTo>
                  <a:lnTo>
                    <a:pt x="161675" y="4657"/>
                  </a:lnTo>
                  <a:lnTo>
                    <a:pt x="161446" y="4611"/>
                  </a:lnTo>
                  <a:lnTo>
                    <a:pt x="161217" y="4519"/>
                  </a:lnTo>
                  <a:lnTo>
                    <a:pt x="161010" y="4428"/>
                  </a:lnTo>
                  <a:lnTo>
                    <a:pt x="160781" y="4313"/>
                  </a:lnTo>
                  <a:lnTo>
                    <a:pt x="160574" y="4152"/>
                  </a:lnTo>
                  <a:lnTo>
                    <a:pt x="160391" y="3969"/>
                  </a:lnTo>
                  <a:lnTo>
                    <a:pt x="160184" y="3763"/>
                  </a:lnTo>
                  <a:lnTo>
                    <a:pt x="160024" y="3510"/>
                  </a:lnTo>
                  <a:lnTo>
                    <a:pt x="159863" y="3235"/>
                  </a:lnTo>
                  <a:lnTo>
                    <a:pt x="159749" y="2960"/>
                  </a:lnTo>
                  <a:lnTo>
                    <a:pt x="159680" y="2707"/>
                  </a:lnTo>
                  <a:lnTo>
                    <a:pt x="159634" y="2432"/>
                  </a:lnTo>
                  <a:lnTo>
                    <a:pt x="159611" y="2180"/>
                  </a:lnTo>
                  <a:lnTo>
                    <a:pt x="159634" y="1927"/>
                  </a:lnTo>
                  <a:lnTo>
                    <a:pt x="159657" y="1675"/>
                  </a:lnTo>
                  <a:lnTo>
                    <a:pt x="159726" y="1446"/>
                  </a:lnTo>
                  <a:lnTo>
                    <a:pt x="159817" y="1216"/>
                  </a:lnTo>
                  <a:lnTo>
                    <a:pt x="159932" y="1010"/>
                  </a:lnTo>
                  <a:lnTo>
                    <a:pt x="160047" y="803"/>
                  </a:lnTo>
                  <a:lnTo>
                    <a:pt x="160207" y="620"/>
                  </a:lnTo>
                  <a:lnTo>
                    <a:pt x="160368" y="436"/>
                  </a:lnTo>
                  <a:lnTo>
                    <a:pt x="160551" y="276"/>
                  </a:lnTo>
                  <a:lnTo>
                    <a:pt x="160735" y="138"/>
                  </a:lnTo>
                  <a:lnTo>
                    <a:pt x="160941" y="0"/>
                  </a:lnTo>
                  <a:lnTo>
                    <a:pt x="156766" y="0"/>
                  </a:lnTo>
                  <a:lnTo>
                    <a:pt x="150871" y="10231"/>
                  </a:lnTo>
                  <a:lnTo>
                    <a:pt x="147361" y="10231"/>
                  </a:lnTo>
                  <a:lnTo>
                    <a:pt x="153257" y="0"/>
                  </a:lnTo>
                  <a:lnTo>
                    <a:pt x="148577" y="0"/>
                  </a:lnTo>
                  <a:lnTo>
                    <a:pt x="150068" y="2570"/>
                  </a:lnTo>
                  <a:lnTo>
                    <a:pt x="146536" y="2570"/>
                  </a:lnTo>
                  <a:lnTo>
                    <a:pt x="145045" y="0"/>
                  </a:lnTo>
                  <a:lnTo>
                    <a:pt x="143531" y="0"/>
                  </a:lnTo>
                  <a:lnTo>
                    <a:pt x="145503" y="3418"/>
                  </a:lnTo>
                  <a:lnTo>
                    <a:pt x="147407" y="6722"/>
                  </a:lnTo>
                  <a:lnTo>
                    <a:pt x="145389" y="10231"/>
                  </a:lnTo>
                  <a:lnTo>
                    <a:pt x="141856" y="10231"/>
                  </a:lnTo>
                  <a:lnTo>
                    <a:pt x="143898" y="6722"/>
                  </a:lnTo>
                  <a:lnTo>
                    <a:pt x="141581" y="2822"/>
                  </a:lnTo>
                  <a:lnTo>
                    <a:pt x="143209" y="0"/>
                  </a:lnTo>
                  <a:lnTo>
                    <a:pt x="141925" y="0"/>
                  </a:lnTo>
                  <a:lnTo>
                    <a:pt x="140457" y="2570"/>
                  </a:lnTo>
                  <a:lnTo>
                    <a:pt x="136924" y="2570"/>
                  </a:lnTo>
                  <a:lnTo>
                    <a:pt x="138415" y="0"/>
                  </a:lnTo>
                  <a:lnTo>
                    <a:pt x="136442" y="0"/>
                  </a:lnTo>
                  <a:lnTo>
                    <a:pt x="134974" y="2570"/>
                  </a:lnTo>
                  <a:lnTo>
                    <a:pt x="131442" y="2570"/>
                  </a:lnTo>
                  <a:lnTo>
                    <a:pt x="132910" y="0"/>
                  </a:lnTo>
                  <a:lnTo>
                    <a:pt x="131006" y="0"/>
                  </a:lnTo>
                  <a:lnTo>
                    <a:pt x="130845" y="299"/>
                  </a:lnTo>
                  <a:lnTo>
                    <a:pt x="130662" y="597"/>
                  </a:lnTo>
                  <a:lnTo>
                    <a:pt x="130455" y="849"/>
                  </a:lnTo>
                  <a:lnTo>
                    <a:pt x="130203" y="1079"/>
                  </a:lnTo>
                  <a:lnTo>
                    <a:pt x="129928" y="1262"/>
                  </a:lnTo>
                  <a:lnTo>
                    <a:pt x="129629" y="1423"/>
                  </a:lnTo>
                  <a:lnTo>
                    <a:pt x="129308" y="1560"/>
                  </a:lnTo>
                  <a:lnTo>
                    <a:pt x="128987" y="1629"/>
                  </a:lnTo>
                  <a:lnTo>
                    <a:pt x="128666" y="1675"/>
                  </a:lnTo>
                  <a:lnTo>
                    <a:pt x="128322" y="1675"/>
                  </a:lnTo>
                  <a:lnTo>
                    <a:pt x="127978" y="1606"/>
                  </a:lnTo>
                  <a:lnTo>
                    <a:pt x="127657" y="1514"/>
                  </a:lnTo>
                  <a:lnTo>
                    <a:pt x="127496" y="1446"/>
                  </a:lnTo>
                  <a:lnTo>
                    <a:pt x="127335" y="1354"/>
                  </a:lnTo>
                  <a:lnTo>
                    <a:pt x="127175" y="1239"/>
                  </a:lnTo>
                  <a:lnTo>
                    <a:pt x="127037" y="1124"/>
                  </a:lnTo>
                  <a:lnTo>
                    <a:pt x="126900" y="1010"/>
                  </a:lnTo>
                  <a:lnTo>
                    <a:pt x="126739" y="849"/>
                  </a:lnTo>
                  <a:lnTo>
                    <a:pt x="126624" y="689"/>
                  </a:lnTo>
                  <a:lnTo>
                    <a:pt x="126487" y="505"/>
                  </a:lnTo>
                  <a:lnTo>
                    <a:pt x="126349" y="253"/>
                  </a:lnTo>
                  <a:lnTo>
                    <a:pt x="126234" y="0"/>
                  </a:lnTo>
                  <a:lnTo>
                    <a:pt x="121486" y="0"/>
                  </a:lnTo>
                  <a:lnTo>
                    <a:pt x="117334" y="7203"/>
                  </a:lnTo>
                  <a:lnTo>
                    <a:pt x="113824" y="7203"/>
                  </a:lnTo>
                  <a:lnTo>
                    <a:pt x="117976" y="0"/>
                  </a:lnTo>
                  <a:lnTo>
                    <a:pt x="111737" y="0"/>
                  </a:lnTo>
                  <a:lnTo>
                    <a:pt x="113870" y="3717"/>
                  </a:lnTo>
                  <a:lnTo>
                    <a:pt x="111852" y="7203"/>
                  </a:lnTo>
                  <a:lnTo>
                    <a:pt x="108319" y="7203"/>
                  </a:lnTo>
                  <a:lnTo>
                    <a:pt x="110360" y="3694"/>
                  </a:lnTo>
                  <a:lnTo>
                    <a:pt x="108158" y="0"/>
                  </a:lnTo>
                  <a:lnTo>
                    <a:pt x="86137" y="0"/>
                  </a:lnTo>
                  <a:lnTo>
                    <a:pt x="83567" y="4451"/>
                  </a:lnTo>
                  <a:lnTo>
                    <a:pt x="80035" y="4474"/>
                  </a:lnTo>
                  <a:lnTo>
                    <a:pt x="82627" y="0"/>
                  </a:lnTo>
                  <a:lnTo>
                    <a:pt x="79530" y="0"/>
                  </a:lnTo>
                  <a:lnTo>
                    <a:pt x="80104" y="964"/>
                  </a:lnTo>
                  <a:lnTo>
                    <a:pt x="78085" y="4451"/>
                  </a:lnTo>
                  <a:lnTo>
                    <a:pt x="74552" y="4474"/>
                  </a:lnTo>
                  <a:lnTo>
                    <a:pt x="76571" y="964"/>
                  </a:lnTo>
                  <a:lnTo>
                    <a:pt x="75998" y="0"/>
                  </a:lnTo>
                  <a:lnTo>
                    <a:pt x="74002" y="0"/>
                  </a:lnTo>
                  <a:lnTo>
                    <a:pt x="74117" y="253"/>
                  </a:lnTo>
                  <a:lnTo>
                    <a:pt x="74185" y="505"/>
                  </a:lnTo>
                  <a:lnTo>
                    <a:pt x="74231" y="757"/>
                  </a:lnTo>
                  <a:lnTo>
                    <a:pt x="74254" y="987"/>
                  </a:lnTo>
                  <a:lnTo>
                    <a:pt x="74254" y="1239"/>
                  </a:lnTo>
                  <a:lnTo>
                    <a:pt x="74231" y="1469"/>
                  </a:lnTo>
                  <a:lnTo>
                    <a:pt x="74185" y="1698"/>
                  </a:lnTo>
                  <a:lnTo>
                    <a:pt x="74117" y="1904"/>
                  </a:lnTo>
                  <a:lnTo>
                    <a:pt x="74025" y="2111"/>
                  </a:lnTo>
                  <a:lnTo>
                    <a:pt x="73910" y="2294"/>
                  </a:lnTo>
                  <a:lnTo>
                    <a:pt x="73795" y="2478"/>
                  </a:lnTo>
                  <a:lnTo>
                    <a:pt x="73635" y="2661"/>
                  </a:lnTo>
                  <a:lnTo>
                    <a:pt x="73497" y="2822"/>
                  </a:lnTo>
                  <a:lnTo>
                    <a:pt x="73314" y="2983"/>
                  </a:lnTo>
                  <a:lnTo>
                    <a:pt x="73130" y="3097"/>
                  </a:lnTo>
                  <a:lnTo>
                    <a:pt x="72947" y="3235"/>
                  </a:lnTo>
                  <a:lnTo>
                    <a:pt x="72740" y="3327"/>
                  </a:lnTo>
                  <a:lnTo>
                    <a:pt x="72534" y="3418"/>
                  </a:lnTo>
                  <a:lnTo>
                    <a:pt x="72327" y="3487"/>
                  </a:lnTo>
                  <a:lnTo>
                    <a:pt x="72098" y="3533"/>
                  </a:lnTo>
                  <a:lnTo>
                    <a:pt x="71891" y="3556"/>
                  </a:lnTo>
                  <a:lnTo>
                    <a:pt x="71662" y="3579"/>
                  </a:lnTo>
                  <a:lnTo>
                    <a:pt x="71433" y="3556"/>
                  </a:lnTo>
                  <a:lnTo>
                    <a:pt x="71203" y="3533"/>
                  </a:lnTo>
                  <a:lnTo>
                    <a:pt x="70997" y="3487"/>
                  </a:lnTo>
                  <a:lnTo>
                    <a:pt x="70767" y="3395"/>
                  </a:lnTo>
                  <a:lnTo>
                    <a:pt x="70561" y="3304"/>
                  </a:lnTo>
                  <a:lnTo>
                    <a:pt x="70355" y="3189"/>
                  </a:lnTo>
                  <a:lnTo>
                    <a:pt x="70148" y="3028"/>
                  </a:lnTo>
                  <a:lnTo>
                    <a:pt x="69965" y="2845"/>
                  </a:lnTo>
                  <a:lnTo>
                    <a:pt x="69781" y="2638"/>
                  </a:lnTo>
                  <a:lnTo>
                    <a:pt x="69598" y="2409"/>
                  </a:lnTo>
                  <a:lnTo>
                    <a:pt x="69437" y="2088"/>
                  </a:lnTo>
                  <a:lnTo>
                    <a:pt x="69299" y="1767"/>
                  </a:lnTo>
                  <a:lnTo>
                    <a:pt x="69230" y="1446"/>
                  </a:lnTo>
                  <a:lnTo>
                    <a:pt x="69208" y="1124"/>
                  </a:lnTo>
                  <a:lnTo>
                    <a:pt x="69208" y="826"/>
                  </a:lnTo>
                  <a:lnTo>
                    <a:pt x="69253" y="551"/>
                  </a:lnTo>
                  <a:lnTo>
                    <a:pt x="69345" y="253"/>
                  </a:lnTo>
                  <a:lnTo>
                    <a:pt x="69460" y="0"/>
                  </a:lnTo>
                  <a:lnTo>
                    <a:pt x="65698" y="0"/>
                  </a:lnTo>
                  <a:lnTo>
                    <a:pt x="60445" y="9107"/>
                  </a:lnTo>
                  <a:lnTo>
                    <a:pt x="56935" y="9107"/>
                  </a:lnTo>
                  <a:lnTo>
                    <a:pt x="62188" y="0"/>
                  </a:lnTo>
                  <a:lnTo>
                    <a:pt x="58793" y="0"/>
                  </a:lnTo>
                  <a:lnTo>
                    <a:pt x="59642" y="1446"/>
                  </a:lnTo>
                  <a:lnTo>
                    <a:pt x="56109" y="1446"/>
                  </a:lnTo>
                  <a:lnTo>
                    <a:pt x="55261" y="0"/>
                  </a:lnTo>
                  <a:lnTo>
                    <a:pt x="53747" y="0"/>
                  </a:lnTo>
                  <a:lnTo>
                    <a:pt x="56981" y="5621"/>
                  </a:lnTo>
                  <a:lnTo>
                    <a:pt x="54962" y="9107"/>
                  </a:lnTo>
                  <a:lnTo>
                    <a:pt x="51430" y="9107"/>
                  </a:lnTo>
                  <a:lnTo>
                    <a:pt x="53471" y="5598"/>
                  </a:lnTo>
                  <a:lnTo>
                    <a:pt x="51154" y="1698"/>
                  </a:lnTo>
                  <a:lnTo>
                    <a:pt x="52141" y="0"/>
                  </a:lnTo>
                  <a:lnTo>
                    <a:pt x="50512" y="0"/>
                  </a:lnTo>
                  <a:lnTo>
                    <a:pt x="49617" y="1560"/>
                  </a:lnTo>
                  <a:lnTo>
                    <a:pt x="46085" y="1560"/>
                  </a:lnTo>
                  <a:lnTo>
                    <a:pt x="46979" y="0"/>
                  </a:lnTo>
                  <a:lnTo>
                    <a:pt x="45030" y="0"/>
                  </a:lnTo>
                  <a:lnTo>
                    <a:pt x="44135" y="1560"/>
                  </a:lnTo>
                  <a:lnTo>
                    <a:pt x="40602" y="1560"/>
                  </a:lnTo>
                  <a:lnTo>
                    <a:pt x="41497" y="0"/>
                  </a:lnTo>
                  <a:lnTo>
                    <a:pt x="39432" y="0"/>
                  </a:lnTo>
                  <a:lnTo>
                    <a:pt x="39272" y="138"/>
                  </a:lnTo>
                  <a:lnTo>
                    <a:pt x="39065" y="276"/>
                  </a:lnTo>
                  <a:lnTo>
                    <a:pt x="38882" y="367"/>
                  </a:lnTo>
                  <a:lnTo>
                    <a:pt x="38675" y="482"/>
                  </a:lnTo>
                  <a:lnTo>
                    <a:pt x="38469" y="551"/>
                  </a:lnTo>
                  <a:lnTo>
                    <a:pt x="38240" y="597"/>
                  </a:lnTo>
                  <a:lnTo>
                    <a:pt x="38010" y="643"/>
                  </a:lnTo>
                  <a:lnTo>
                    <a:pt x="37781" y="666"/>
                  </a:lnTo>
                  <a:lnTo>
                    <a:pt x="37574" y="666"/>
                  </a:lnTo>
                  <a:lnTo>
                    <a:pt x="37345" y="643"/>
                  </a:lnTo>
                  <a:lnTo>
                    <a:pt x="37116" y="597"/>
                  </a:lnTo>
                  <a:lnTo>
                    <a:pt x="36886" y="528"/>
                  </a:lnTo>
                  <a:lnTo>
                    <a:pt x="36680" y="436"/>
                  </a:lnTo>
                  <a:lnTo>
                    <a:pt x="36473" y="322"/>
                  </a:lnTo>
                  <a:lnTo>
                    <a:pt x="36267" y="161"/>
                  </a:lnTo>
                  <a:lnTo>
                    <a:pt x="36060" y="0"/>
                  </a:lnTo>
                  <a:lnTo>
                    <a:pt x="29477" y="0"/>
                  </a:lnTo>
                  <a:lnTo>
                    <a:pt x="25875" y="6217"/>
                  </a:lnTo>
                  <a:lnTo>
                    <a:pt x="22366" y="6240"/>
                  </a:lnTo>
                  <a:lnTo>
                    <a:pt x="25944" y="0"/>
                  </a:lnTo>
                  <a:lnTo>
                    <a:pt x="20829" y="0"/>
                  </a:lnTo>
                  <a:lnTo>
                    <a:pt x="22412" y="2730"/>
                  </a:lnTo>
                  <a:lnTo>
                    <a:pt x="20393" y="6240"/>
                  </a:lnTo>
                  <a:lnTo>
                    <a:pt x="16860" y="6240"/>
                  </a:lnTo>
                  <a:lnTo>
                    <a:pt x="18902" y="2730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1607825" y="2999425"/>
              <a:ext cx="138225" cy="239750"/>
            </a:xfrm>
            <a:custGeom>
              <a:rect b="b" l="l" r="r" t="t"/>
              <a:pathLst>
                <a:path extrusionOk="0" h="9590" w="5529">
                  <a:moveTo>
                    <a:pt x="0" y="0"/>
                  </a:moveTo>
                  <a:lnTo>
                    <a:pt x="0" y="161"/>
                  </a:lnTo>
                  <a:lnTo>
                    <a:pt x="184" y="161"/>
                  </a:lnTo>
                  <a:lnTo>
                    <a:pt x="1950" y="3212"/>
                  </a:lnTo>
                  <a:lnTo>
                    <a:pt x="0" y="3212"/>
                  </a:lnTo>
                  <a:lnTo>
                    <a:pt x="0" y="9589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4" name="Google Shape;1414;p22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5" name="Google Shape;1415;p22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6" name="Google Shape;1416;p22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7" name="Google Shape;1417;p22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9">
  <p:cSld name="TITLE_1_1_1_1_1_1_1_1_1">
    <p:bg>
      <p:bgPr>
        <a:solidFill>
          <a:schemeClr val="dk1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3"/>
          <p:cNvGrpSpPr/>
          <p:nvPr/>
        </p:nvGrpSpPr>
        <p:grpSpPr>
          <a:xfrm>
            <a:off x="149705" y="505504"/>
            <a:ext cx="7946708" cy="4343394"/>
            <a:chOff x="238125" y="905225"/>
            <a:chExt cx="7143750" cy="3904525"/>
          </a:xfrm>
        </p:grpSpPr>
        <p:sp>
          <p:nvSpPr>
            <p:cNvPr id="1420" name="Google Shape;1420;p23"/>
            <p:cNvSpPr/>
            <p:nvPr/>
          </p:nvSpPr>
          <p:spPr>
            <a:xfrm>
              <a:off x="238125" y="905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45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45"/>
                  </a:lnTo>
                  <a:close/>
                  <a:moveTo>
                    <a:pt x="7860" y="2840"/>
                  </a:moveTo>
                  <a:lnTo>
                    <a:pt x="4163" y="9221"/>
                  </a:lnTo>
                  <a:lnTo>
                    <a:pt x="2101" y="9221"/>
                  </a:lnTo>
                  <a:lnTo>
                    <a:pt x="5797" y="2840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7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3"/>
            <p:cNvSpPr/>
            <p:nvPr/>
          </p:nvSpPr>
          <p:spPr>
            <a:xfrm>
              <a:off x="7711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90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273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3"/>
            <p:cNvSpPr/>
            <p:nvPr/>
          </p:nvSpPr>
          <p:spPr>
            <a:xfrm>
              <a:off x="13042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45"/>
                  </a:lnTo>
                  <a:close/>
                  <a:moveTo>
                    <a:pt x="7821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25" y="0"/>
                  </a:moveTo>
                  <a:lnTo>
                    <a:pt x="1" y="7159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5642" y="7704"/>
                  </a:lnTo>
                  <a:lnTo>
                    <a:pt x="7238" y="4903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1836325" y="905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78" y="7432"/>
                  </a:lnTo>
                  <a:close/>
                  <a:moveTo>
                    <a:pt x="4163" y="0"/>
                  </a:moveTo>
                  <a:lnTo>
                    <a:pt x="2957" y="2062"/>
                  </a:lnTo>
                  <a:lnTo>
                    <a:pt x="1362" y="4825"/>
                  </a:lnTo>
                  <a:lnTo>
                    <a:pt x="311" y="6653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75" y="9727"/>
                  </a:lnTo>
                  <a:lnTo>
                    <a:pt x="8638" y="2568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23693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40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29024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3" y="9183"/>
                  </a:lnTo>
                  <a:lnTo>
                    <a:pt x="1790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8" y="2062"/>
                  </a:lnTo>
                  <a:lnTo>
                    <a:pt x="1324" y="4825"/>
                  </a:lnTo>
                  <a:lnTo>
                    <a:pt x="312" y="6653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600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34354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45"/>
                  </a:lnTo>
                  <a:close/>
                  <a:moveTo>
                    <a:pt x="7861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704"/>
                  </a:lnTo>
                  <a:lnTo>
                    <a:pt x="7238" y="4903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3968550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51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273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3"/>
            <p:cNvSpPr/>
            <p:nvPr/>
          </p:nvSpPr>
          <p:spPr>
            <a:xfrm>
              <a:off x="3968550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1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3"/>
            <p:cNvSpPr/>
            <p:nvPr/>
          </p:nvSpPr>
          <p:spPr>
            <a:xfrm>
              <a:off x="34354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1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6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83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64"/>
                  </a:lnTo>
                  <a:lnTo>
                    <a:pt x="5643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3"/>
            <p:cNvSpPr/>
            <p:nvPr/>
          </p:nvSpPr>
          <p:spPr>
            <a:xfrm>
              <a:off x="29024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312" y="3113"/>
                  </a:lnTo>
                  <a:lnTo>
                    <a:pt x="1324" y="4903"/>
                  </a:lnTo>
                  <a:lnTo>
                    <a:pt x="2958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3"/>
            <p:cNvSpPr/>
            <p:nvPr/>
          </p:nvSpPr>
          <p:spPr>
            <a:xfrm>
              <a:off x="23693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1836325" y="14217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3852" y="545"/>
                  </a:moveTo>
                  <a:lnTo>
                    <a:pt x="2840" y="2335"/>
                  </a:lnTo>
                  <a:lnTo>
                    <a:pt x="778" y="2335"/>
                  </a:lnTo>
                  <a:lnTo>
                    <a:pt x="1790" y="545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113"/>
                  </a:lnTo>
                  <a:lnTo>
                    <a:pt x="1362" y="4903"/>
                  </a:lnTo>
                  <a:lnTo>
                    <a:pt x="2957" y="7705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99"/>
                  </a:lnTo>
                  <a:lnTo>
                    <a:pt x="4475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13042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21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2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479" y="1"/>
                  </a:moveTo>
                  <a:lnTo>
                    <a:pt x="1" y="2569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64"/>
                  </a:lnTo>
                  <a:lnTo>
                    <a:pt x="5642" y="2063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7711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238125" y="14217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45"/>
                  </a:moveTo>
                  <a:lnTo>
                    <a:pt x="7860" y="6927"/>
                  </a:lnTo>
                  <a:lnTo>
                    <a:pt x="5797" y="6927"/>
                  </a:lnTo>
                  <a:lnTo>
                    <a:pt x="2101" y="545"/>
                  </a:lnTo>
                  <a:close/>
                  <a:moveTo>
                    <a:pt x="7860" y="7432"/>
                  </a:moveTo>
                  <a:lnTo>
                    <a:pt x="6809" y="9222"/>
                  </a:lnTo>
                  <a:lnTo>
                    <a:pt x="4747" y="9222"/>
                  </a:lnTo>
                  <a:lnTo>
                    <a:pt x="5797" y="7432"/>
                  </a:lnTo>
                  <a:close/>
                  <a:moveTo>
                    <a:pt x="1517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238125" y="1939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02"/>
                  </a:moveTo>
                  <a:lnTo>
                    <a:pt x="4163" y="9183"/>
                  </a:lnTo>
                  <a:lnTo>
                    <a:pt x="2101" y="9183"/>
                  </a:lnTo>
                  <a:lnTo>
                    <a:pt x="5797" y="2802"/>
                  </a:lnTo>
                  <a:close/>
                  <a:moveTo>
                    <a:pt x="4163" y="0"/>
                  </a:moveTo>
                  <a:lnTo>
                    <a:pt x="0" y="7160"/>
                  </a:lnTo>
                  <a:lnTo>
                    <a:pt x="1517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7711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13042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25" y="0"/>
                  </a:moveTo>
                  <a:lnTo>
                    <a:pt x="1" y="7160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5642" y="7665"/>
                  </a:lnTo>
                  <a:lnTo>
                    <a:pt x="7238" y="4864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1836325" y="1939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393"/>
                  </a:lnTo>
                  <a:close/>
                  <a:moveTo>
                    <a:pt x="4163" y="0"/>
                  </a:moveTo>
                  <a:lnTo>
                    <a:pt x="2957" y="2024"/>
                  </a:lnTo>
                  <a:lnTo>
                    <a:pt x="1362" y="4825"/>
                  </a:lnTo>
                  <a:lnTo>
                    <a:pt x="311" y="6615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75" y="9689"/>
                  </a:lnTo>
                  <a:lnTo>
                    <a:pt x="8638" y="2529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23693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40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29024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312" y="6615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34354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5"/>
                  </a:lnTo>
                  <a:lnTo>
                    <a:pt x="7238" y="4864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3968550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3968550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51" y="507"/>
                  </a:lnTo>
                  <a:close/>
                  <a:moveTo>
                    <a:pt x="2802" y="2802"/>
                  </a:moveTo>
                  <a:lnTo>
                    <a:pt x="6459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34354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1" y="7394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1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1" y="8444"/>
                  </a:lnTo>
                  <a:lnTo>
                    <a:pt x="8600" y="7160"/>
                  </a:lnTo>
                  <a:lnTo>
                    <a:pt x="8289" y="6615"/>
                  </a:lnTo>
                  <a:lnTo>
                    <a:pt x="7238" y="4826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29024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5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1" y="2569"/>
                  </a:lnTo>
                  <a:lnTo>
                    <a:pt x="312" y="3075"/>
                  </a:lnTo>
                  <a:lnTo>
                    <a:pt x="1324" y="4864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23693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0" y="507"/>
                  </a:lnTo>
                  <a:close/>
                  <a:moveTo>
                    <a:pt x="7860" y="7394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327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1836325" y="2469350"/>
              <a:ext cx="215950" cy="243225"/>
            </a:xfrm>
            <a:custGeom>
              <a:rect b="b" l="l" r="r" t="t"/>
              <a:pathLst>
                <a:path extrusionOk="0" h="9729" w="8638">
                  <a:moveTo>
                    <a:pt x="3852" y="507"/>
                  </a:moveTo>
                  <a:lnTo>
                    <a:pt x="2840" y="2296"/>
                  </a:lnTo>
                  <a:lnTo>
                    <a:pt x="778" y="2296"/>
                  </a:lnTo>
                  <a:lnTo>
                    <a:pt x="1790" y="507"/>
                  </a:lnTo>
                  <a:close/>
                  <a:moveTo>
                    <a:pt x="2801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78" y="2802"/>
                  </a:lnTo>
                  <a:close/>
                  <a:moveTo>
                    <a:pt x="1479" y="1"/>
                  </a:moveTo>
                  <a:lnTo>
                    <a:pt x="739" y="1246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62" y="4864"/>
                  </a:lnTo>
                  <a:lnTo>
                    <a:pt x="2957" y="7666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13042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2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21" y="7394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394"/>
                  </a:lnTo>
                  <a:close/>
                  <a:moveTo>
                    <a:pt x="1479" y="1"/>
                  </a:moveTo>
                  <a:lnTo>
                    <a:pt x="1" y="2530"/>
                  </a:lnTo>
                  <a:lnTo>
                    <a:pt x="4125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288" y="6615"/>
                  </a:lnTo>
                  <a:lnTo>
                    <a:pt x="7238" y="4826"/>
                  </a:lnTo>
                  <a:lnTo>
                    <a:pt x="5642" y="2024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7711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59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238125" y="2469350"/>
              <a:ext cx="214975" cy="243225"/>
            </a:xfrm>
            <a:custGeom>
              <a:rect b="b" l="l" r="r" t="t"/>
              <a:pathLst>
                <a:path extrusionOk="0" h="9729" w="8599">
                  <a:moveTo>
                    <a:pt x="4163" y="507"/>
                  </a:moveTo>
                  <a:lnTo>
                    <a:pt x="7860" y="6888"/>
                  </a:lnTo>
                  <a:lnTo>
                    <a:pt x="5797" y="6888"/>
                  </a:lnTo>
                  <a:lnTo>
                    <a:pt x="2101" y="507"/>
                  </a:lnTo>
                  <a:close/>
                  <a:moveTo>
                    <a:pt x="7860" y="7394"/>
                  </a:moveTo>
                  <a:lnTo>
                    <a:pt x="6809" y="9183"/>
                  </a:lnTo>
                  <a:lnTo>
                    <a:pt x="4747" y="9183"/>
                  </a:lnTo>
                  <a:lnTo>
                    <a:pt x="5797" y="7394"/>
                  </a:lnTo>
                  <a:close/>
                  <a:moveTo>
                    <a:pt x="1517" y="1"/>
                  </a:moveTo>
                  <a:lnTo>
                    <a:pt x="0" y="2530"/>
                  </a:lnTo>
                  <a:lnTo>
                    <a:pt x="4163" y="9689"/>
                  </a:lnTo>
                  <a:lnTo>
                    <a:pt x="7120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238125" y="298587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41"/>
                  </a:moveTo>
                  <a:lnTo>
                    <a:pt x="4163" y="9222"/>
                  </a:lnTo>
                  <a:lnTo>
                    <a:pt x="2101" y="9222"/>
                  </a:lnTo>
                  <a:lnTo>
                    <a:pt x="5797" y="2841"/>
                  </a:lnTo>
                  <a:close/>
                  <a:moveTo>
                    <a:pt x="4163" y="1"/>
                  </a:moveTo>
                  <a:lnTo>
                    <a:pt x="0" y="7160"/>
                  </a:lnTo>
                  <a:lnTo>
                    <a:pt x="1517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7711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13042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25" y="1"/>
                  </a:moveTo>
                  <a:lnTo>
                    <a:pt x="1" y="7160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5642" y="7666"/>
                  </a:lnTo>
                  <a:lnTo>
                    <a:pt x="7238" y="4903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1836325" y="298587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432"/>
                  </a:lnTo>
                  <a:close/>
                  <a:moveTo>
                    <a:pt x="4163" y="1"/>
                  </a:moveTo>
                  <a:lnTo>
                    <a:pt x="2957" y="2024"/>
                  </a:lnTo>
                  <a:lnTo>
                    <a:pt x="1362" y="4825"/>
                  </a:lnTo>
                  <a:lnTo>
                    <a:pt x="311" y="6654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75" y="9728"/>
                  </a:lnTo>
                  <a:lnTo>
                    <a:pt x="8638" y="2568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23693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40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29024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312" y="6654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600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34354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6"/>
                  </a:lnTo>
                  <a:lnTo>
                    <a:pt x="7238" y="4903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3968550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3968550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1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34354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1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6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1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83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64"/>
                  </a:lnTo>
                  <a:lnTo>
                    <a:pt x="5643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29024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1" y="2568"/>
                  </a:lnTo>
                  <a:lnTo>
                    <a:pt x="312" y="3113"/>
                  </a:lnTo>
                  <a:lnTo>
                    <a:pt x="1324" y="4903"/>
                  </a:lnTo>
                  <a:lnTo>
                    <a:pt x="2958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23693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1836325" y="3532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3852" y="545"/>
                  </a:moveTo>
                  <a:lnTo>
                    <a:pt x="2840" y="2335"/>
                  </a:lnTo>
                  <a:lnTo>
                    <a:pt x="778" y="2335"/>
                  </a:lnTo>
                  <a:lnTo>
                    <a:pt x="1790" y="545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0"/>
                  </a:moveTo>
                  <a:lnTo>
                    <a:pt x="739" y="1284"/>
                  </a:lnTo>
                  <a:lnTo>
                    <a:pt x="0" y="2568"/>
                  </a:lnTo>
                  <a:lnTo>
                    <a:pt x="311" y="3113"/>
                  </a:lnTo>
                  <a:lnTo>
                    <a:pt x="1362" y="4903"/>
                  </a:lnTo>
                  <a:lnTo>
                    <a:pt x="2957" y="7704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99"/>
                  </a:lnTo>
                  <a:lnTo>
                    <a:pt x="4475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13042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21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2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479" y="0"/>
                  </a:moveTo>
                  <a:lnTo>
                    <a:pt x="1" y="2568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64"/>
                  </a:lnTo>
                  <a:lnTo>
                    <a:pt x="5642" y="2063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7711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238125" y="3532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45"/>
                  </a:moveTo>
                  <a:lnTo>
                    <a:pt x="7860" y="6926"/>
                  </a:lnTo>
                  <a:lnTo>
                    <a:pt x="5797" y="6926"/>
                  </a:lnTo>
                  <a:lnTo>
                    <a:pt x="2101" y="545"/>
                  </a:lnTo>
                  <a:close/>
                  <a:moveTo>
                    <a:pt x="7860" y="7432"/>
                  </a:moveTo>
                  <a:lnTo>
                    <a:pt x="6809" y="9222"/>
                  </a:lnTo>
                  <a:lnTo>
                    <a:pt x="4747" y="9222"/>
                  </a:lnTo>
                  <a:lnTo>
                    <a:pt x="5797" y="7432"/>
                  </a:lnTo>
                  <a:close/>
                  <a:moveTo>
                    <a:pt x="1517" y="0"/>
                  </a:moveTo>
                  <a:lnTo>
                    <a:pt x="0" y="2568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238125" y="40500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01"/>
                  </a:moveTo>
                  <a:lnTo>
                    <a:pt x="4163" y="9183"/>
                  </a:lnTo>
                  <a:lnTo>
                    <a:pt x="2101" y="9183"/>
                  </a:lnTo>
                  <a:lnTo>
                    <a:pt x="5797" y="2801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7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7711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13042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25" y="0"/>
                  </a:moveTo>
                  <a:lnTo>
                    <a:pt x="1" y="7159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5642" y="7665"/>
                  </a:lnTo>
                  <a:lnTo>
                    <a:pt x="7238" y="4864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1836325" y="40500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393"/>
                  </a:lnTo>
                  <a:close/>
                  <a:moveTo>
                    <a:pt x="4163" y="0"/>
                  </a:moveTo>
                  <a:lnTo>
                    <a:pt x="2957" y="2023"/>
                  </a:lnTo>
                  <a:lnTo>
                    <a:pt x="1362" y="4825"/>
                  </a:lnTo>
                  <a:lnTo>
                    <a:pt x="311" y="6615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75" y="9688"/>
                  </a:lnTo>
                  <a:lnTo>
                    <a:pt x="8638" y="2529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23693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40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29024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3"/>
                  </a:lnTo>
                  <a:lnTo>
                    <a:pt x="1324" y="4825"/>
                  </a:lnTo>
                  <a:lnTo>
                    <a:pt x="312" y="6615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34354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665"/>
                  </a:lnTo>
                  <a:lnTo>
                    <a:pt x="7238" y="4864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3968550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3968550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51" y="507"/>
                  </a:moveTo>
                  <a:lnTo>
                    <a:pt x="381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51" y="507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34354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1" y="7432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44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25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29024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5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312" y="3075"/>
                  </a:lnTo>
                  <a:lnTo>
                    <a:pt x="1324" y="4903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23693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0" y="507"/>
                  </a:lnTo>
                  <a:close/>
                  <a:moveTo>
                    <a:pt x="7860" y="7432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1836325" y="4566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1790" y="507"/>
                  </a:moveTo>
                  <a:lnTo>
                    <a:pt x="3852" y="545"/>
                  </a:lnTo>
                  <a:lnTo>
                    <a:pt x="2840" y="2296"/>
                  </a:lnTo>
                  <a:lnTo>
                    <a:pt x="778" y="2296"/>
                  </a:lnTo>
                  <a:lnTo>
                    <a:pt x="1790" y="507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62" y="4903"/>
                  </a:lnTo>
                  <a:lnTo>
                    <a:pt x="2957" y="7666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13042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2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21" y="7432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432"/>
                  </a:lnTo>
                  <a:close/>
                  <a:moveTo>
                    <a:pt x="1479" y="1"/>
                  </a:moveTo>
                  <a:lnTo>
                    <a:pt x="1" y="2569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25"/>
                  </a:lnTo>
                  <a:lnTo>
                    <a:pt x="5642" y="2024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7711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1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238125" y="4566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07"/>
                  </a:moveTo>
                  <a:lnTo>
                    <a:pt x="7860" y="6888"/>
                  </a:lnTo>
                  <a:lnTo>
                    <a:pt x="5797" y="6888"/>
                  </a:lnTo>
                  <a:lnTo>
                    <a:pt x="2101" y="507"/>
                  </a:lnTo>
                  <a:close/>
                  <a:moveTo>
                    <a:pt x="7860" y="7432"/>
                  </a:moveTo>
                  <a:lnTo>
                    <a:pt x="6809" y="9183"/>
                  </a:lnTo>
                  <a:lnTo>
                    <a:pt x="4747" y="9183"/>
                  </a:lnTo>
                  <a:lnTo>
                    <a:pt x="5797" y="7432"/>
                  </a:lnTo>
                  <a:close/>
                  <a:moveTo>
                    <a:pt x="1517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45025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50356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4" y="9183"/>
                  </a:lnTo>
                  <a:lnTo>
                    <a:pt x="1752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8" y="2062"/>
                  </a:lnTo>
                  <a:lnTo>
                    <a:pt x="1324" y="4825"/>
                  </a:lnTo>
                  <a:lnTo>
                    <a:pt x="273" y="6653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600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5567725" y="905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45"/>
                  </a:lnTo>
                  <a:close/>
                  <a:moveTo>
                    <a:pt x="7860" y="2840"/>
                  </a:moveTo>
                  <a:lnTo>
                    <a:pt x="4202" y="9221"/>
                  </a:lnTo>
                  <a:lnTo>
                    <a:pt x="2140" y="9221"/>
                  </a:lnTo>
                  <a:lnTo>
                    <a:pt x="5837" y="2840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81" y="7704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84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61007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79" y="7432"/>
                  </a:lnTo>
                  <a:close/>
                  <a:moveTo>
                    <a:pt x="4164" y="0"/>
                  </a:moveTo>
                  <a:lnTo>
                    <a:pt x="2958" y="2062"/>
                  </a:lnTo>
                  <a:lnTo>
                    <a:pt x="1362" y="4825"/>
                  </a:lnTo>
                  <a:lnTo>
                    <a:pt x="312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75" y="9727"/>
                  </a:lnTo>
                  <a:lnTo>
                    <a:pt x="8599" y="2568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66338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41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704"/>
                  </a:lnTo>
                  <a:lnTo>
                    <a:pt x="7277" y="4903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7166900" y="905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39" y="7432"/>
                  </a:lnTo>
                  <a:close/>
                  <a:moveTo>
                    <a:pt x="4124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311" y="6653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7166900" y="14217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3852" y="545"/>
                  </a:moveTo>
                  <a:lnTo>
                    <a:pt x="2802" y="2335"/>
                  </a:lnTo>
                  <a:lnTo>
                    <a:pt x="73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66338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41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87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64"/>
                  </a:lnTo>
                  <a:lnTo>
                    <a:pt x="5643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61007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2" y="545"/>
                  </a:moveTo>
                  <a:lnTo>
                    <a:pt x="2802" y="2335"/>
                  </a:lnTo>
                  <a:lnTo>
                    <a:pt x="77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312" y="3113"/>
                  </a:lnTo>
                  <a:lnTo>
                    <a:pt x="1362" y="4903"/>
                  </a:lnTo>
                  <a:lnTo>
                    <a:pt x="2958" y="7705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99"/>
                  </a:lnTo>
                  <a:lnTo>
                    <a:pt x="4475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5567725" y="14217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45"/>
                  </a:moveTo>
                  <a:lnTo>
                    <a:pt x="7860" y="6927"/>
                  </a:lnTo>
                  <a:lnTo>
                    <a:pt x="5837" y="6927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83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81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50356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4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2" y="545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273" y="3113"/>
                  </a:lnTo>
                  <a:lnTo>
                    <a:pt x="1324" y="4903"/>
                  </a:lnTo>
                  <a:lnTo>
                    <a:pt x="2958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45025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47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45025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50356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273" y="6615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5567725" y="1939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2"/>
                  </a:moveTo>
                  <a:lnTo>
                    <a:pt x="4202" y="9183"/>
                  </a:lnTo>
                  <a:lnTo>
                    <a:pt x="2140" y="9183"/>
                  </a:lnTo>
                  <a:lnTo>
                    <a:pt x="5837" y="2802"/>
                  </a:lnTo>
                  <a:close/>
                  <a:moveTo>
                    <a:pt x="4163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81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45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61007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393"/>
                  </a:lnTo>
                  <a:close/>
                  <a:moveTo>
                    <a:pt x="4164" y="0"/>
                  </a:moveTo>
                  <a:lnTo>
                    <a:pt x="2958" y="2024"/>
                  </a:lnTo>
                  <a:lnTo>
                    <a:pt x="1362" y="4825"/>
                  </a:lnTo>
                  <a:lnTo>
                    <a:pt x="312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75" y="9689"/>
                  </a:lnTo>
                  <a:lnTo>
                    <a:pt x="8599" y="2529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66338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41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5"/>
                  </a:lnTo>
                  <a:lnTo>
                    <a:pt x="7277" y="4864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7166900" y="1939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393"/>
                  </a:lnTo>
                  <a:close/>
                  <a:moveTo>
                    <a:pt x="4124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311" y="6615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7166900" y="2469350"/>
              <a:ext cx="214975" cy="243225"/>
            </a:xfrm>
            <a:custGeom>
              <a:rect b="b" l="l" r="r" t="t"/>
              <a:pathLst>
                <a:path extrusionOk="0" h="9729" w="8599">
                  <a:moveTo>
                    <a:pt x="3852" y="507"/>
                  </a:moveTo>
                  <a:lnTo>
                    <a:pt x="2802" y="2296"/>
                  </a:lnTo>
                  <a:lnTo>
                    <a:pt x="739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39" y="2802"/>
                  </a:lnTo>
                  <a:close/>
                  <a:moveTo>
                    <a:pt x="1479" y="1"/>
                  </a:moveTo>
                  <a:lnTo>
                    <a:pt x="739" y="1246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66338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1" y="507"/>
                  </a:lnTo>
                  <a:close/>
                  <a:moveTo>
                    <a:pt x="7860" y="7394"/>
                  </a:moveTo>
                  <a:lnTo>
                    <a:pt x="6810" y="9183"/>
                  </a:lnTo>
                  <a:lnTo>
                    <a:pt x="4787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1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327" y="6615"/>
                  </a:lnTo>
                  <a:lnTo>
                    <a:pt x="7277" y="4826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61007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52" y="507"/>
                  </a:moveTo>
                  <a:lnTo>
                    <a:pt x="2802" y="2296"/>
                  </a:lnTo>
                  <a:lnTo>
                    <a:pt x="779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79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312" y="3075"/>
                  </a:lnTo>
                  <a:lnTo>
                    <a:pt x="1362" y="4864"/>
                  </a:lnTo>
                  <a:lnTo>
                    <a:pt x="2958" y="7666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5567725" y="2469350"/>
              <a:ext cx="215950" cy="243225"/>
            </a:xfrm>
            <a:custGeom>
              <a:rect b="b" l="l" r="r" t="t"/>
              <a:pathLst>
                <a:path extrusionOk="0" h="9729" w="8638">
                  <a:moveTo>
                    <a:pt x="4202" y="507"/>
                  </a:moveTo>
                  <a:lnTo>
                    <a:pt x="7860" y="6888"/>
                  </a:lnTo>
                  <a:lnTo>
                    <a:pt x="5837" y="6888"/>
                  </a:lnTo>
                  <a:lnTo>
                    <a:pt x="2140" y="507"/>
                  </a:lnTo>
                  <a:close/>
                  <a:moveTo>
                    <a:pt x="7860" y="7394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3" y="9689"/>
                  </a:lnTo>
                  <a:lnTo>
                    <a:pt x="7159" y="9728"/>
                  </a:lnTo>
                  <a:lnTo>
                    <a:pt x="7899" y="8444"/>
                  </a:lnTo>
                  <a:lnTo>
                    <a:pt x="8638" y="7160"/>
                  </a:lnTo>
                  <a:lnTo>
                    <a:pt x="8327" y="6615"/>
                  </a:lnTo>
                  <a:lnTo>
                    <a:pt x="7276" y="4826"/>
                  </a:lnTo>
                  <a:lnTo>
                    <a:pt x="5681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50356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4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52" y="507"/>
                  </a:lnTo>
                  <a:close/>
                  <a:moveTo>
                    <a:pt x="2802" y="2802"/>
                  </a:moveTo>
                  <a:lnTo>
                    <a:pt x="6460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1" y="2569"/>
                  </a:lnTo>
                  <a:lnTo>
                    <a:pt x="273" y="3075"/>
                  </a:lnTo>
                  <a:lnTo>
                    <a:pt x="1324" y="4864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45025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0" y="7394"/>
                  </a:moveTo>
                  <a:lnTo>
                    <a:pt x="6810" y="9183"/>
                  </a:lnTo>
                  <a:lnTo>
                    <a:pt x="4747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45025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50356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273" y="6654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600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5567725" y="298587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41"/>
                  </a:moveTo>
                  <a:lnTo>
                    <a:pt x="4202" y="9222"/>
                  </a:lnTo>
                  <a:lnTo>
                    <a:pt x="2140" y="9222"/>
                  </a:lnTo>
                  <a:lnTo>
                    <a:pt x="5837" y="2841"/>
                  </a:lnTo>
                  <a:close/>
                  <a:moveTo>
                    <a:pt x="4163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81" y="7666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85"/>
                  </a:lnTo>
                  <a:lnTo>
                    <a:pt x="7159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61007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432"/>
                  </a:lnTo>
                  <a:close/>
                  <a:moveTo>
                    <a:pt x="4164" y="1"/>
                  </a:moveTo>
                  <a:lnTo>
                    <a:pt x="2958" y="2024"/>
                  </a:lnTo>
                  <a:lnTo>
                    <a:pt x="1362" y="4825"/>
                  </a:lnTo>
                  <a:lnTo>
                    <a:pt x="312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75" y="9728"/>
                  </a:lnTo>
                  <a:lnTo>
                    <a:pt x="8599" y="2568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66338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41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6"/>
                  </a:lnTo>
                  <a:lnTo>
                    <a:pt x="7277" y="4903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7166900" y="298587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432"/>
                  </a:lnTo>
                  <a:close/>
                  <a:moveTo>
                    <a:pt x="4124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311" y="6654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7166900" y="3532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3852" y="545"/>
                  </a:moveTo>
                  <a:lnTo>
                    <a:pt x="2802" y="2335"/>
                  </a:lnTo>
                  <a:lnTo>
                    <a:pt x="73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0"/>
                  </a:moveTo>
                  <a:lnTo>
                    <a:pt x="739" y="1284"/>
                  </a:lnTo>
                  <a:lnTo>
                    <a:pt x="0" y="2568"/>
                  </a:lnTo>
                  <a:lnTo>
                    <a:pt x="311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66338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41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87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1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64"/>
                  </a:lnTo>
                  <a:lnTo>
                    <a:pt x="5643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61007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2" y="545"/>
                  </a:moveTo>
                  <a:lnTo>
                    <a:pt x="2802" y="2335"/>
                  </a:lnTo>
                  <a:lnTo>
                    <a:pt x="77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312" y="3113"/>
                  </a:lnTo>
                  <a:lnTo>
                    <a:pt x="1362" y="4903"/>
                  </a:lnTo>
                  <a:lnTo>
                    <a:pt x="2958" y="7704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99"/>
                  </a:lnTo>
                  <a:lnTo>
                    <a:pt x="4475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5567725" y="3532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45"/>
                  </a:moveTo>
                  <a:lnTo>
                    <a:pt x="7860" y="6926"/>
                  </a:lnTo>
                  <a:lnTo>
                    <a:pt x="5837" y="6926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83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81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50356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4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2" y="545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1" y="2568"/>
                  </a:lnTo>
                  <a:lnTo>
                    <a:pt x="273" y="3113"/>
                  </a:lnTo>
                  <a:lnTo>
                    <a:pt x="1324" y="4903"/>
                  </a:lnTo>
                  <a:lnTo>
                    <a:pt x="2958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45025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47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45025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50356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3"/>
                  </a:lnTo>
                  <a:lnTo>
                    <a:pt x="1324" y="4825"/>
                  </a:lnTo>
                  <a:lnTo>
                    <a:pt x="273" y="6615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5567725" y="40500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1"/>
                  </a:moveTo>
                  <a:lnTo>
                    <a:pt x="4202" y="9183"/>
                  </a:lnTo>
                  <a:lnTo>
                    <a:pt x="2140" y="9183"/>
                  </a:lnTo>
                  <a:lnTo>
                    <a:pt x="5837" y="2801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81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45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61007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393"/>
                  </a:lnTo>
                  <a:close/>
                  <a:moveTo>
                    <a:pt x="4164" y="0"/>
                  </a:moveTo>
                  <a:lnTo>
                    <a:pt x="2958" y="2023"/>
                  </a:lnTo>
                  <a:lnTo>
                    <a:pt x="1362" y="4825"/>
                  </a:lnTo>
                  <a:lnTo>
                    <a:pt x="312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75" y="9688"/>
                  </a:lnTo>
                  <a:lnTo>
                    <a:pt x="8599" y="2529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66338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41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665"/>
                  </a:lnTo>
                  <a:lnTo>
                    <a:pt x="7277" y="4864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7166900" y="40500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393"/>
                  </a:lnTo>
                  <a:close/>
                  <a:moveTo>
                    <a:pt x="4124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311" y="6615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7166900" y="4566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1790" y="507"/>
                  </a:moveTo>
                  <a:lnTo>
                    <a:pt x="3852" y="545"/>
                  </a:lnTo>
                  <a:lnTo>
                    <a:pt x="2802" y="2296"/>
                  </a:lnTo>
                  <a:lnTo>
                    <a:pt x="739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66338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1" y="507"/>
                  </a:lnTo>
                  <a:close/>
                  <a:moveTo>
                    <a:pt x="7860" y="7432"/>
                  </a:moveTo>
                  <a:lnTo>
                    <a:pt x="6810" y="9183"/>
                  </a:lnTo>
                  <a:lnTo>
                    <a:pt x="4787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25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61007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52" y="545"/>
                  </a:lnTo>
                  <a:lnTo>
                    <a:pt x="2802" y="2296"/>
                  </a:lnTo>
                  <a:lnTo>
                    <a:pt x="779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312" y="3075"/>
                  </a:lnTo>
                  <a:lnTo>
                    <a:pt x="1362" y="4903"/>
                  </a:lnTo>
                  <a:lnTo>
                    <a:pt x="2958" y="7666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5567725" y="4566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07"/>
                  </a:moveTo>
                  <a:lnTo>
                    <a:pt x="7860" y="6888"/>
                  </a:lnTo>
                  <a:lnTo>
                    <a:pt x="5837" y="6888"/>
                  </a:lnTo>
                  <a:lnTo>
                    <a:pt x="2140" y="507"/>
                  </a:lnTo>
                  <a:close/>
                  <a:moveTo>
                    <a:pt x="7860" y="7432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44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25"/>
                  </a:lnTo>
                  <a:lnTo>
                    <a:pt x="5681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50356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52" y="507"/>
                  </a:moveTo>
                  <a:lnTo>
                    <a:pt x="3814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52" y="507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273" y="3075"/>
                  </a:lnTo>
                  <a:lnTo>
                    <a:pt x="1324" y="4903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45025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0" y="7432"/>
                  </a:moveTo>
                  <a:lnTo>
                    <a:pt x="6810" y="9183"/>
                  </a:lnTo>
                  <a:lnTo>
                    <a:pt x="4747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rgbClr val="00D9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2" name="Google Shape;1532;p23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3" name="Google Shape;1533;p23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4" name="Google Shape;1534;p23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5" name="Google Shape;1535;p23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10">
  <p:cSld name="TITLE_1_1_1_1_1_1_1_1_1_1">
    <p:bg>
      <p:bgPr>
        <a:solidFill>
          <a:schemeClr val="dk1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7" name="Google Shape;1537;p24"/>
          <p:cNvGrpSpPr/>
          <p:nvPr/>
        </p:nvGrpSpPr>
        <p:grpSpPr>
          <a:xfrm>
            <a:off x="149705" y="505504"/>
            <a:ext cx="7946708" cy="4343394"/>
            <a:chOff x="238125" y="905225"/>
            <a:chExt cx="7143750" cy="3904525"/>
          </a:xfrm>
        </p:grpSpPr>
        <p:sp>
          <p:nvSpPr>
            <p:cNvPr id="1538" name="Google Shape;1538;p24"/>
            <p:cNvSpPr/>
            <p:nvPr/>
          </p:nvSpPr>
          <p:spPr>
            <a:xfrm>
              <a:off x="238125" y="905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45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45"/>
                  </a:lnTo>
                  <a:close/>
                  <a:moveTo>
                    <a:pt x="7860" y="2840"/>
                  </a:moveTo>
                  <a:lnTo>
                    <a:pt x="4163" y="9221"/>
                  </a:lnTo>
                  <a:lnTo>
                    <a:pt x="2101" y="9221"/>
                  </a:lnTo>
                  <a:lnTo>
                    <a:pt x="5797" y="2840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7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>
              <a:off x="7711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90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273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13042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45"/>
                  </a:lnTo>
                  <a:close/>
                  <a:moveTo>
                    <a:pt x="7821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25" y="0"/>
                  </a:moveTo>
                  <a:lnTo>
                    <a:pt x="1" y="7159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5642" y="7704"/>
                  </a:lnTo>
                  <a:lnTo>
                    <a:pt x="7238" y="4903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1836325" y="905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78" y="7432"/>
                  </a:lnTo>
                  <a:close/>
                  <a:moveTo>
                    <a:pt x="4163" y="0"/>
                  </a:moveTo>
                  <a:lnTo>
                    <a:pt x="2957" y="2062"/>
                  </a:lnTo>
                  <a:lnTo>
                    <a:pt x="1362" y="4825"/>
                  </a:lnTo>
                  <a:lnTo>
                    <a:pt x="311" y="6653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75" y="9727"/>
                  </a:lnTo>
                  <a:lnTo>
                    <a:pt x="8638" y="2568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23693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40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29024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3" y="9183"/>
                  </a:lnTo>
                  <a:lnTo>
                    <a:pt x="1790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8" y="2062"/>
                  </a:lnTo>
                  <a:lnTo>
                    <a:pt x="1324" y="4825"/>
                  </a:lnTo>
                  <a:lnTo>
                    <a:pt x="312" y="6653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600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>
              <a:off x="34354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45"/>
                  </a:lnTo>
                  <a:close/>
                  <a:moveTo>
                    <a:pt x="7861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704"/>
                  </a:lnTo>
                  <a:lnTo>
                    <a:pt x="7238" y="4903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>
              <a:off x="3968550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51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273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3968550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1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>
              <a:off x="34354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1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6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83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64"/>
                  </a:lnTo>
                  <a:lnTo>
                    <a:pt x="5643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>
              <a:off x="29024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312" y="3113"/>
                  </a:lnTo>
                  <a:lnTo>
                    <a:pt x="1324" y="4903"/>
                  </a:lnTo>
                  <a:lnTo>
                    <a:pt x="2958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23693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>
              <a:off x="1836325" y="14217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3852" y="545"/>
                  </a:moveTo>
                  <a:lnTo>
                    <a:pt x="2840" y="2335"/>
                  </a:lnTo>
                  <a:lnTo>
                    <a:pt x="778" y="2335"/>
                  </a:lnTo>
                  <a:lnTo>
                    <a:pt x="1790" y="545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113"/>
                  </a:lnTo>
                  <a:lnTo>
                    <a:pt x="1362" y="4903"/>
                  </a:lnTo>
                  <a:lnTo>
                    <a:pt x="2957" y="7705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99"/>
                  </a:lnTo>
                  <a:lnTo>
                    <a:pt x="4475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>
              <a:off x="13042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21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2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479" y="1"/>
                  </a:moveTo>
                  <a:lnTo>
                    <a:pt x="1" y="2569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64"/>
                  </a:lnTo>
                  <a:lnTo>
                    <a:pt x="5642" y="2063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7711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>
              <a:off x="238125" y="14217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45"/>
                  </a:moveTo>
                  <a:lnTo>
                    <a:pt x="7860" y="6927"/>
                  </a:lnTo>
                  <a:lnTo>
                    <a:pt x="5797" y="6927"/>
                  </a:lnTo>
                  <a:lnTo>
                    <a:pt x="2101" y="545"/>
                  </a:lnTo>
                  <a:close/>
                  <a:moveTo>
                    <a:pt x="7860" y="7432"/>
                  </a:moveTo>
                  <a:lnTo>
                    <a:pt x="6809" y="9222"/>
                  </a:lnTo>
                  <a:lnTo>
                    <a:pt x="4747" y="9222"/>
                  </a:lnTo>
                  <a:lnTo>
                    <a:pt x="5797" y="7432"/>
                  </a:lnTo>
                  <a:close/>
                  <a:moveTo>
                    <a:pt x="1517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4"/>
            <p:cNvSpPr/>
            <p:nvPr/>
          </p:nvSpPr>
          <p:spPr>
            <a:xfrm>
              <a:off x="238125" y="1939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02"/>
                  </a:moveTo>
                  <a:lnTo>
                    <a:pt x="4163" y="9183"/>
                  </a:lnTo>
                  <a:lnTo>
                    <a:pt x="2101" y="9183"/>
                  </a:lnTo>
                  <a:lnTo>
                    <a:pt x="5797" y="2802"/>
                  </a:lnTo>
                  <a:close/>
                  <a:moveTo>
                    <a:pt x="4163" y="0"/>
                  </a:moveTo>
                  <a:lnTo>
                    <a:pt x="0" y="7160"/>
                  </a:lnTo>
                  <a:lnTo>
                    <a:pt x="1517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4"/>
            <p:cNvSpPr/>
            <p:nvPr/>
          </p:nvSpPr>
          <p:spPr>
            <a:xfrm>
              <a:off x="7711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13042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25" y="0"/>
                  </a:moveTo>
                  <a:lnTo>
                    <a:pt x="1" y="7160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5642" y="7665"/>
                  </a:lnTo>
                  <a:lnTo>
                    <a:pt x="7238" y="4864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1836325" y="1939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393"/>
                  </a:lnTo>
                  <a:close/>
                  <a:moveTo>
                    <a:pt x="4163" y="0"/>
                  </a:moveTo>
                  <a:lnTo>
                    <a:pt x="2957" y="2024"/>
                  </a:lnTo>
                  <a:lnTo>
                    <a:pt x="1362" y="4825"/>
                  </a:lnTo>
                  <a:lnTo>
                    <a:pt x="311" y="6615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75" y="9689"/>
                  </a:lnTo>
                  <a:lnTo>
                    <a:pt x="8638" y="2529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23693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40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29024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312" y="6615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>
              <a:off x="34354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5"/>
                  </a:lnTo>
                  <a:lnTo>
                    <a:pt x="7238" y="4864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>
              <a:off x="3968550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3968550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51" y="507"/>
                  </a:lnTo>
                  <a:close/>
                  <a:moveTo>
                    <a:pt x="2802" y="2802"/>
                  </a:moveTo>
                  <a:lnTo>
                    <a:pt x="6459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34354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1" y="7394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1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1" y="8444"/>
                  </a:lnTo>
                  <a:lnTo>
                    <a:pt x="8600" y="7160"/>
                  </a:lnTo>
                  <a:lnTo>
                    <a:pt x="8289" y="6615"/>
                  </a:lnTo>
                  <a:lnTo>
                    <a:pt x="7238" y="4826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29024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5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1" y="2569"/>
                  </a:lnTo>
                  <a:lnTo>
                    <a:pt x="312" y="3075"/>
                  </a:lnTo>
                  <a:lnTo>
                    <a:pt x="1324" y="4864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23693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0" y="507"/>
                  </a:lnTo>
                  <a:close/>
                  <a:moveTo>
                    <a:pt x="7860" y="7394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327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1836325" y="2469350"/>
              <a:ext cx="215950" cy="243225"/>
            </a:xfrm>
            <a:custGeom>
              <a:rect b="b" l="l" r="r" t="t"/>
              <a:pathLst>
                <a:path extrusionOk="0" h="9729" w="8638">
                  <a:moveTo>
                    <a:pt x="3852" y="507"/>
                  </a:moveTo>
                  <a:lnTo>
                    <a:pt x="2840" y="2296"/>
                  </a:lnTo>
                  <a:lnTo>
                    <a:pt x="778" y="2296"/>
                  </a:lnTo>
                  <a:lnTo>
                    <a:pt x="1790" y="507"/>
                  </a:lnTo>
                  <a:close/>
                  <a:moveTo>
                    <a:pt x="2801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78" y="2802"/>
                  </a:lnTo>
                  <a:close/>
                  <a:moveTo>
                    <a:pt x="1479" y="1"/>
                  </a:moveTo>
                  <a:lnTo>
                    <a:pt x="739" y="1246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62" y="4864"/>
                  </a:lnTo>
                  <a:lnTo>
                    <a:pt x="2957" y="7666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13042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2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21" y="7394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394"/>
                  </a:lnTo>
                  <a:close/>
                  <a:moveTo>
                    <a:pt x="1479" y="1"/>
                  </a:moveTo>
                  <a:lnTo>
                    <a:pt x="1" y="2530"/>
                  </a:lnTo>
                  <a:lnTo>
                    <a:pt x="4125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288" y="6615"/>
                  </a:lnTo>
                  <a:lnTo>
                    <a:pt x="7238" y="4826"/>
                  </a:lnTo>
                  <a:lnTo>
                    <a:pt x="5642" y="2024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7711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3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59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>
              <a:off x="238125" y="2469350"/>
              <a:ext cx="214975" cy="243225"/>
            </a:xfrm>
            <a:custGeom>
              <a:rect b="b" l="l" r="r" t="t"/>
              <a:pathLst>
                <a:path extrusionOk="0" h="9729" w="8599">
                  <a:moveTo>
                    <a:pt x="4163" y="507"/>
                  </a:moveTo>
                  <a:lnTo>
                    <a:pt x="7860" y="6888"/>
                  </a:lnTo>
                  <a:lnTo>
                    <a:pt x="5797" y="6888"/>
                  </a:lnTo>
                  <a:lnTo>
                    <a:pt x="2101" y="507"/>
                  </a:lnTo>
                  <a:close/>
                  <a:moveTo>
                    <a:pt x="7860" y="7394"/>
                  </a:moveTo>
                  <a:lnTo>
                    <a:pt x="6809" y="9183"/>
                  </a:lnTo>
                  <a:lnTo>
                    <a:pt x="4747" y="9183"/>
                  </a:lnTo>
                  <a:lnTo>
                    <a:pt x="5797" y="7394"/>
                  </a:lnTo>
                  <a:close/>
                  <a:moveTo>
                    <a:pt x="1517" y="1"/>
                  </a:moveTo>
                  <a:lnTo>
                    <a:pt x="0" y="2530"/>
                  </a:lnTo>
                  <a:lnTo>
                    <a:pt x="4163" y="9689"/>
                  </a:lnTo>
                  <a:lnTo>
                    <a:pt x="7120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>
              <a:off x="238125" y="298587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41"/>
                  </a:moveTo>
                  <a:lnTo>
                    <a:pt x="4163" y="9222"/>
                  </a:lnTo>
                  <a:lnTo>
                    <a:pt x="2101" y="9222"/>
                  </a:lnTo>
                  <a:lnTo>
                    <a:pt x="5797" y="2841"/>
                  </a:lnTo>
                  <a:close/>
                  <a:moveTo>
                    <a:pt x="4163" y="1"/>
                  </a:moveTo>
                  <a:lnTo>
                    <a:pt x="0" y="7160"/>
                  </a:lnTo>
                  <a:lnTo>
                    <a:pt x="1517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7711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13042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25" y="1"/>
                  </a:moveTo>
                  <a:lnTo>
                    <a:pt x="1" y="7160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5642" y="7666"/>
                  </a:lnTo>
                  <a:lnTo>
                    <a:pt x="7238" y="4903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1836325" y="298587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432"/>
                  </a:lnTo>
                  <a:close/>
                  <a:moveTo>
                    <a:pt x="4163" y="1"/>
                  </a:moveTo>
                  <a:lnTo>
                    <a:pt x="2957" y="2024"/>
                  </a:lnTo>
                  <a:lnTo>
                    <a:pt x="1362" y="4825"/>
                  </a:lnTo>
                  <a:lnTo>
                    <a:pt x="311" y="6654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75" y="9728"/>
                  </a:lnTo>
                  <a:lnTo>
                    <a:pt x="8638" y="2568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23693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40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29024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312" y="6654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600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34354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6"/>
                  </a:lnTo>
                  <a:lnTo>
                    <a:pt x="7238" y="4903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3968550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273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3968550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1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34354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1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6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1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83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64"/>
                  </a:lnTo>
                  <a:lnTo>
                    <a:pt x="5643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29024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1" y="2568"/>
                  </a:lnTo>
                  <a:lnTo>
                    <a:pt x="312" y="3113"/>
                  </a:lnTo>
                  <a:lnTo>
                    <a:pt x="1324" y="4903"/>
                  </a:lnTo>
                  <a:lnTo>
                    <a:pt x="2958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23693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1836325" y="3532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3852" y="545"/>
                  </a:moveTo>
                  <a:lnTo>
                    <a:pt x="2840" y="2335"/>
                  </a:lnTo>
                  <a:lnTo>
                    <a:pt x="778" y="2335"/>
                  </a:lnTo>
                  <a:lnTo>
                    <a:pt x="1790" y="545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0"/>
                  </a:moveTo>
                  <a:lnTo>
                    <a:pt x="739" y="1284"/>
                  </a:lnTo>
                  <a:lnTo>
                    <a:pt x="0" y="2568"/>
                  </a:lnTo>
                  <a:lnTo>
                    <a:pt x="311" y="3113"/>
                  </a:lnTo>
                  <a:lnTo>
                    <a:pt x="1362" y="4903"/>
                  </a:lnTo>
                  <a:lnTo>
                    <a:pt x="2957" y="7704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99"/>
                  </a:lnTo>
                  <a:lnTo>
                    <a:pt x="4475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13042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21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21" y="7432"/>
                  </a:moveTo>
                  <a:lnTo>
                    <a:pt x="6810" y="9222"/>
                  </a:lnTo>
                  <a:lnTo>
                    <a:pt x="4748" y="9222"/>
                  </a:lnTo>
                  <a:lnTo>
                    <a:pt x="5798" y="7432"/>
                  </a:lnTo>
                  <a:close/>
                  <a:moveTo>
                    <a:pt x="1479" y="0"/>
                  </a:moveTo>
                  <a:lnTo>
                    <a:pt x="1" y="2568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64"/>
                  </a:lnTo>
                  <a:lnTo>
                    <a:pt x="5642" y="2063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7711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3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273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238125" y="3532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45"/>
                  </a:moveTo>
                  <a:lnTo>
                    <a:pt x="7860" y="6926"/>
                  </a:lnTo>
                  <a:lnTo>
                    <a:pt x="5797" y="6926"/>
                  </a:lnTo>
                  <a:lnTo>
                    <a:pt x="2101" y="545"/>
                  </a:lnTo>
                  <a:close/>
                  <a:moveTo>
                    <a:pt x="7860" y="7432"/>
                  </a:moveTo>
                  <a:lnTo>
                    <a:pt x="6809" y="9222"/>
                  </a:lnTo>
                  <a:lnTo>
                    <a:pt x="4747" y="9222"/>
                  </a:lnTo>
                  <a:lnTo>
                    <a:pt x="5797" y="7432"/>
                  </a:lnTo>
                  <a:close/>
                  <a:moveTo>
                    <a:pt x="1517" y="0"/>
                  </a:moveTo>
                  <a:lnTo>
                    <a:pt x="0" y="2568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238125" y="40500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809" y="506"/>
                  </a:moveTo>
                  <a:lnTo>
                    <a:pt x="7860" y="2296"/>
                  </a:lnTo>
                  <a:lnTo>
                    <a:pt x="5797" y="2296"/>
                  </a:lnTo>
                  <a:lnTo>
                    <a:pt x="4747" y="506"/>
                  </a:lnTo>
                  <a:close/>
                  <a:moveTo>
                    <a:pt x="7860" y="2801"/>
                  </a:moveTo>
                  <a:lnTo>
                    <a:pt x="4163" y="9183"/>
                  </a:lnTo>
                  <a:lnTo>
                    <a:pt x="2101" y="9183"/>
                  </a:lnTo>
                  <a:lnTo>
                    <a:pt x="5797" y="2801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7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7711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13042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2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21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25" y="0"/>
                  </a:moveTo>
                  <a:lnTo>
                    <a:pt x="1" y="7159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5642" y="7665"/>
                  </a:lnTo>
                  <a:lnTo>
                    <a:pt x="7238" y="4864"/>
                  </a:lnTo>
                  <a:lnTo>
                    <a:pt x="8288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1836325" y="40500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498" y="506"/>
                  </a:moveTo>
                  <a:lnTo>
                    <a:pt x="2801" y="6887"/>
                  </a:lnTo>
                  <a:lnTo>
                    <a:pt x="778" y="6887"/>
                  </a:lnTo>
                  <a:lnTo>
                    <a:pt x="4436" y="506"/>
                  </a:lnTo>
                  <a:close/>
                  <a:moveTo>
                    <a:pt x="2840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8" y="7393"/>
                  </a:lnTo>
                  <a:close/>
                  <a:moveTo>
                    <a:pt x="4163" y="0"/>
                  </a:moveTo>
                  <a:lnTo>
                    <a:pt x="2957" y="2023"/>
                  </a:lnTo>
                  <a:lnTo>
                    <a:pt x="1362" y="4825"/>
                  </a:lnTo>
                  <a:lnTo>
                    <a:pt x="311" y="6615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75" y="9688"/>
                  </a:lnTo>
                  <a:lnTo>
                    <a:pt x="8638" y="2529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23693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40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29024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3" y="9183"/>
                  </a:lnTo>
                  <a:lnTo>
                    <a:pt x="1790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3"/>
                  </a:lnTo>
                  <a:lnTo>
                    <a:pt x="1324" y="4825"/>
                  </a:lnTo>
                  <a:lnTo>
                    <a:pt x="312" y="6615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34354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1" y="2296"/>
                  </a:lnTo>
                  <a:lnTo>
                    <a:pt x="5798" y="2296"/>
                  </a:lnTo>
                  <a:lnTo>
                    <a:pt x="4748" y="506"/>
                  </a:lnTo>
                  <a:close/>
                  <a:moveTo>
                    <a:pt x="7861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665"/>
                  </a:lnTo>
                  <a:lnTo>
                    <a:pt x="7238" y="4864"/>
                  </a:lnTo>
                  <a:lnTo>
                    <a:pt x="8289" y="3074"/>
                  </a:lnTo>
                  <a:lnTo>
                    <a:pt x="8600" y="2568"/>
                  </a:lnTo>
                  <a:lnTo>
                    <a:pt x="7861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3968550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59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3" y="9183"/>
                  </a:lnTo>
                  <a:lnTo>
                    <a:pt x="1751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273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3968550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51" y="507"/>
                  </a:moveTo>
                  <a:lnTo>
                    <a:pt x="381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51" y="507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34354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1" y="7432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1" y="8444"/>
                  </a:lnTo>
                  <a:lnTo>
                    <a:pt x="8600" y="7160"/>
                  </a:lnTo>
                  <a:lnTo>
                    <a:pt x="8289" y="6654"/>
                  </a:lnTo>
                  <a:lnTo>
                    <a:pt x="7238" y="4825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4"/>
            <p:cNvSpPr/>
            <p:nvPr/>
          </p:nvSpPr>
          <p:spPr>
            <a:xfrm>
              <a:off x="29024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5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312" y="3075"/>
                  </a:lnTo>
                  <a:lnTo>
                    <a:pt x="1324" y="4903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4"/>
            <p:cNvSpPr/>
            <p:nvPr/>
          </p:nvSpPr>
          <p:spPr>
            <a:xfrm>
              <a:off x="23693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0" y="507"/>
                  </a:lnTo>
                  <a:close/>
                  <a:moveTo>
                    <a:pt x="7860" y="7432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327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1836325" y="4566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1790" y="507"/>
                  </a:moveTo>
                  <a:lnTo>
                    <a:pt x="3852" y="545"/>
                  </a:lnTo>
                  <a:lnTo>
                    <a:pt x="2840" y="2296"/>
                  </a:lnTo>
                  <a:lnTo>
                    <a:pt x="778" y="2296"/>
                  </a:lnTo>
                  <a:lnTo>
                    <a:pt x="1790" y="507"/>
                  </a:lnTo>
                  <a:close/>
                  <a:moveTo>
                    <a:pt x="2801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8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62" y="4903"/>
                  </a:lnTo>
                  <a:lnTo>
                    <a:pt x="2957" y="7666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8638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13042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21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21" y="7432"/>
                  </a:moveTo>
                  <a:lnTo>
                    <a:pt x="6810" y="9183"/>
                  </a:lnTo>
                  <a:lnTo>
                    <a:pt x="4748" y="9183"/>
                  </a:lnTo>
                  <a:lnTo>
                    <a:pt x="5798" y="7432"/>
                  </a:lnTo>
                  <a:close/>
                  <a:moveTo>
                    <a:pt x="1479" y="1"/>
                  </a:moveTo>
                  <a:lnTo>
                    <a:pt x="1" y="2569"/>
                  </a:lnTo>
                  <a:lnTo>
                    <a:pt x="4125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288" y="6654"/>
                  </a:lnTo>
                  <a:lnTo>
                    <a:pt x="7238" y="4825"/>
                  </a:lnTo>
                  <a:lnTo>
                    <a:pt x="5642" y="2024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7711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13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59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273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238125" y="4566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4163" y="507"/>
                  </a:moveTo>
                  <a:lnTo>
                    <a:pt x="7860" y="6888"/>
                  </a:lnTo>
                  <a:lnTo>
                    <a:pt x="5797" y="6888"/>
                  </a:lnTo>
                  <a:lnTo>
                    <a:pt x="2101" y="507"/>
                  </a:lnTo>
                  <a:close/>
                  <a:moveTo>
                    <a:pt x="7860" y="7432"/>
                  </a:moveTo>
                  <a:lnTo>
                    <a:pt x="6809" y="9183"/>
                  </a:lnTo>
                  <a:lnTo>
                    <a:pt x="4747" y="9183"/>
                  </a:lnTo>
                  <a:lnTo>
                    <a:pt x="5797" y="7432"/>
                  </a:lnTo>
                  <a:close/>
                  <a:moveTo>
                    <a:pt x="1517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20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45025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02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704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50356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4" y="9183"/>
                  </a:lnTo>
                  <a:lnTo>
                    <a:pt x="1752" y="9221"/>
                  </a:lnTo>
                  <a:lnTo>
                    <a:pt x="740" y="7432"/>
                  </a:lnTo>
                  <a:close/>
                  <a:moveTo>
                    <a:pt x="4125" y="0"/>
                  </a:moveTo>
                  <a:lnTo>
                    <a:pt x="2958" y="2062"/>
                  </a:lnTo>
                  <a:lnTo>
                    <a:pt x="1324" y="4825"/>
                  </a:lnTo>
                  <a:lnTo>
                    <a:pt x="273" y="6653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600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5567725" y="905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45"/>
                  </a:lnTo>
                  <a:close/>
                  <a:moveTo>
                    <a:pt x="7860" y="2840"/>
                  </a:moveTo>
                  <a:lnTo>
                    <a:pt x="4202" y="9221"/>
                  </a:lnTo>
                  <a:lnTo>
                    <a:pt x="2140" y="9221"/>
                  </a:lnTo>
                  <a:lnTo>
                    <a:pt x="5837" y="2840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81" y="7704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84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610077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79" y="7432"/>
                  </a:lnTo>
                  <a:close/>
                  <a:moveTo>
                    <a:pt x="4164" y="0"/>
                  </a:moveTo>
                  <a:lnTo>
                    <a:pt x="2958" y="2062"/>
                  </a:lnTo>
                  <a:lnTo>
                    <a:pt x="1362" y="4825"/>
                  </a:lnTo>
                  <a:lnTo>
                    <a:pt x="312" y="6653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75" y="9727"/>
                  </a:lnTo>
                  <a:lnTo>
                    <a:pt x="8599" y="2568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4"/>
            <p:cNvSpPr/>
            <p:nvPr/>
          </p:nvSpPr>
          <p:spPr>
            <a:xfrm>
              <a:off x="6633825" y="905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45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45"/>
                  </a:lnTo>
                  <a:close/>
                  <a:moveTo>
                    <a:pt x="7860" y="2840"/>
                  </a:moveTo>
                  <a:lnTo>
                    <a:pt x="4164" y="9221"/>
                  </a:lnTo>
                  <a:lnTo>
                    <a:pt x="2141" y="9221"/>
                  </a:lnTo>
                  <a:lnTo>
                    <a:pt x="5798" y="2840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704"/>
                  </a:lnTo>
                  <a:lnTo>
                    <a:pt x="7277" y="4903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84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4"/>
            <p:cNvSpPr/>
            <p:nvPr/>
          </p:nvSpPr>
          <p:spPr>
            <a:xfrm>
              <a:off x="7166900" y="905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221"/>
                  </a:lnTo>
                  <a:lnTo>
                    <a:pt x="739" y="7432"/>
                  </a:lnTo>
                  <a:close/>
                  <a:moveTo>
                    <a:pt x="4124" y="0"/>
                  </a:moveTo>
                  <a:lnTo>
                    <a:pt x="2957" y="2062"/>
                  </a:lnTo>
                  <a:lnTo>
                    <a:pt x="1323" y="4825"/>
                  </a:lnTo>
                  <a:lnTo>
                    <a:pt x="311" y="6653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36" y="9727"/>
                  </a:lnTo>
                  <a:lnTo>
                    <a:pt x="8599" y="256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4"/>
            <p:cNvSpPr/>
            <p:nvPr/>
          </p:nvSpPr>
          <p:spPr>
            <a:xfrm>
              <a:off x="7166900" y="14217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3852" y="545"/>
                  </a:moveTo>
                  <a:lnTo>
                    <a:pt x="2802" y="2335"/>
                  </a:lnTo>
                  <a:lnTo>
                    <a:pt x="73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113"/>
                  </a:lnTo>
                  <a:lnTo>
                    <a:pt x="1323" y="4903"/>
                  </a:lnTo>
                  <a:lnTo>
                    <a:pt x="2957" y="7705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4"/>
            <p:cNvSpPr/>
            <p:nvPr/>
          </p:nvSpPr>
          <p:spPr>
            <a:xfrm>
              <a:off x="66338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41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87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64"/>
                  </a:lnTo>
                  <a:lnTo>
                    <a:pt x="5643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4"/>
            <p:cNvSpPr/>
            <p:nvPr/>
          </p:nvSpPr>
          <p:spPr>
            <a:xfrm>
              <a:off x="61007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2" y="545"/>
                  </a:moveTo>
                  <a:lnTo>
                    <a:pt x="2802" y="2335"/>
                  </a:lnTo>
                  <a:lnTo>
                    <a:pt x="77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312" y="3113"/>
                  </a:lnTo>
                  <a:lnTo>
                    <a:pt x="1362" y="4903"/>
                  </a:lnTo>
                  <a:lnTo>
                    <a:pt x="2958" y="7705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99"/>
                  </a:lnTo>
                  <a:lnTo>
                    <a:pt x="4475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5567725" y="14217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45"/>
                  </a:moveTo>
                  <a:lnTo>
                    <a:pt x="7860" y="6927"/>
                  </a:lnTo>
                  <a:lnTo>
                    <a:pt x="5837" y="6927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83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81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4"/>
            <p:cNvSpPr/>
            <p:nvPr/>
          </p:nvSpPr>
          <p:spPr>
            <a:xfrm>
              <a:off x="503562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4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2" y="545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273" y="3113"/>
                  </a:lnTo>
                  <a:lnTo>
                    <a:pt x="1324" y="4903"/>
                  </a:lnTo>
                  <a:lnTo>
                    <a:pt x="2958" y="7705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40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4"/>
            <p:cNvSpPr/>
            <p:nvPr/>
          </p:nvSpPr>
          <p:spPr>
            <a:xfrm>
              <a:off x="4502575" y="14217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7"/>
                  </a:lnTo>
                  <a:lnTo>
                    <a:pt x="5798" y="6927"/>
                  </a:lnTo>
                  <a:lnTo>
                    <a:pt x="2102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47" y="9222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4"/>
            <p:cNvSpPr/>
            <p:nvPr/>
          </p:nvSpPr>
          <p:spPr>
            <a:xfrm>
              <a:off x="45025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4"/>
            <p:cNvSpPr/>
            <p:nvPr/>
          </p:nvSpPr>
          <p:spPr>
            <a:xfrm>
              <a:off x="50356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273" y="6615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>
              <a:off x="5567725" y="193922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2"/>
                  </a:moveTo>
                  <a:lnTo>
                    <a:pt x="4202" y="9183"/>
                  </a:lnTo>
                  <a:lnTo>
                    <a:pt x="2140" y="9183"/>
                  </a:lnTo>
                  <a:lnTo>
                    <a:pt x="5837" y="2802"/>
                  </a:lnTo>
                  <a:close/>
                  <a:moveTo>
                    <a:pt x="4163" y="0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81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45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>
              <a:off x="610077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393"/>
                  </a:lnTo>
                  <a:close/>
                  <a:moveTo>
                    <a:pt x="4164" y="0"/>
                  </a:moveTo>
                  <a:lnTo>
                    <a:pt x="2958" y="2024"/>
                  </a:lnTo>
                  <a:lnTo>
                    <a:pt x="1362" y="4825"/>
                  </a:lnTo>
                  <a:lnTo>
                    <a:pt x="312" y="6615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75" y="9689"/>
                  </a:lnTo>
                  <a:lnTo>
                    <a:pt x="8599" y="2529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4"/>
            <p:cNvSpPr/>
            <p:nvPr/>
          </p:nvSpPr>
          <p:spPr>
            <a:xfrm>
              <a:off x="6633825" y="193922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02"/>
                  </a:moveTo>
                  <a:lnTo>
                    <a:pt x="4164" y="9183"/>
                  </a:lnTo>
                  <a:lnTo>
                    <a:pt x="2141" y="9183"/>
                  </a:lnTo>
                  <a:lnTo>
                    <a:pt x="5798" y="2802"/>
                  </a:lnTo>
                  <a:close/>
                  <a:moveTo>
                    <a:pt x="4164" y="0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5"/>
                  </a:lnTo>
                  <a:lnTo>
                    <a:pt x="7277" y="4864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4"/>
            <p:cNvSpPr/>
            <p:nvPr/>
          </p:nvSpPr>
          <p:spPr>
            <a:xfrm>
              <a:off x="7166900" y="193922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393"/>
                  </a:lnTo>
                  <a:close/>
                  <a:moveTo>
                    <a:pt x="4124" y="0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311" y="6615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36" y="9689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>
              <a:off x="7166900" y="2469350"/>
              <a:ext cx="214975" cy="243225"/>
            </a:xfrm>
            <a:custGeom>
              <a:rect b="b" l="l" r="r" t="t"/>
              <a:pathLst>
                <a:path extrusionOk="0" h="9729" w="8599">
                  <a:moveTo>
                    <a:pt x="3852" y="507"/>
                  </a:moveTo>
                  <a:lnTo>
                    <a:pt x="2802" y="2296"/>
                  </a:lnTo>
                  <a:lnTo>
                    <a:pt x="739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39" y="2802"/>
                  </a:lnTo>
                  <a:close/>
                  <a:moveTo>
                    <a:pt x="1479" y="1"/>
                  </a:moveTo>
                  <a:lnTo>
                    <a:pt x="739" y="1246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23" y="4864"/>
                  </a:lnTo>
                  <a:lnTo>
                    <a:pt x="2957" y="7666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4"/>
            <p:cNvSpPr/>
            <p:nvPr/>
          </p:nvSpPr>
          <p:spPr>
            <a:xfrm>
              <a:off x="66338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1" y="507"/>
                  </a:lnTo>
                  <a:close/>
                  <a:moveTo>
                    <a:pt x="7860" y="7394"/>
                  </a:moveTo>
                  <a:lnTo>
                    <a:pt x="6810" y="9183"/>
                  </a:lnTo>
                  <a:lnTo>
                    <a:pt x="4787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1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327" y="6615"/>
                  </a:lnTo>
                  <a:lnTo>
                    <a:pt x="7277" y="4826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4"/>
            <p:cNvSpPr/>
            <p:nvPr/>
          </p:nvSpPr>
          <p:spPr>
            <a:xfrm>
              <a:off x="61007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52" y="507"/>
                  </a:moveTo>
                  <a:lnTo>
                    <a:pt x="2802" y="2296"/>
                  </a:lnTo>
                  <a:lnTo>
                    <a:pt x="779" y="2296"/>
                  </a:lnTo>
                  <a:lnTo>
                    <a:pt x="1790" y="507"/>
                  </a:lnTo>
                  <a:close/>
                  <a:moveTo>
                    <a:pt x="2802" y="2802"/>
                  </a:moveTo>
                  <a:lnTo>
                    <a:pt x="6498" y="9183"/>
                  </a:lnTo>
                  <a:lnTo>
                    <a:pt x="4436" y="9183"/>
                  </a:lnTo>
                  <a:lnTo>
                    <a:pt x="779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0" y="2569"/>
                  </a:lnTo>
                  <a:lnTo>
                    <a:pt x="312" y="3075"/>
                  </a:lnTo>
                  <a:lnTo>
                    <a:pt x="1362" y="4864"/>
                  </a:lnTo>
                  <a:lnTo>
                    <a:pt x="2958" y="7666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4"/>
            <p:cNvSpPr/>
            <p:nvPr/>
          </p:nvSpPr>
          <p:spPr>
            <a:xfrm>
              <a:off x="5567725" y="2469350"/>
              <a:ext cx="215950" cy="243225"/>
            </a:xfrm>
            <a:custGeom>
              <a:rect b="b" l="l" r="r" t="t"/>
              <a:pathLst>
                <a:path extrusionOk="0" h="9729" w="8638">
                  <a:moveTo>
                    <a:pt x="4202" y="507"/>
                  </a:moveTo>
                  <a:lnTo>
                    <a:pt x="7860" y="6888"/>
                  </a:lnTo>
                  <a:lnTo>
                    <a:pt x="5837" y="6888"/>
                  </a:lnTo>
                  <a:lnTo>
                    <a:pt x="2140" y="507"/>
                  </a:lnTo>
                  <a:close/>
                  <a:moveTo>
                    <a:pt x="7860" y="7394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3" y="9689"/>
                  </a:lnTo>
                  <a:lnTo>
                    <a:pt x="7159" y="9728"/>
                  </a:lnTo>
                  <a:lnTo>
                    <a:pt x="7899" y="8444"/>
                  </a:lnTo>
                  <a:lnTo>
                    <a:pt x="8638" y="7160"/>
                  </a:lnTo>
                  <a:lnTo>
                    <a:pt x="8327" y="6615"/>
                  </a:lnTo>
                  <a:lnTo>
                    <a:pt x="7276" y="4826"/>
                  </a:lnTo>
                  <a:lnTo>
                    <a:pt x="5681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4"/>
            <p:cNvSpPr/>
            <p:nvPr/>
          </p:nvSpPr>
          <p:spPr>
            <a:xfrm>
              <a:off x="503562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3814" y="507"/>
                  </a:moveTo>
                  <a:lnTo>
                    <a:pt x="2802" y="2296"/>
                  </a:lnTo>
                  <a:lnTo>
                    <a:pt x="740" y="2296"/>
                  </a:lnTo>
                  <a:lnTo>
                    <a:pt x="1752" y="507"/>
                  </a:lnTo>
                  <a:close/>
                  <a:moveTo>
                    <a:pt x="2802" y="2802"/>
                  </a:moveTo>
                  <a:lnTo>
                    <a:pt x="6460" y="9183"/>
                  </a:lnTo>
                  <a:lnTo>
                    <a:pt x="4436" y="9183"/>
                  </a:lnTo>
                  <a:lnTo>
                    <a:pt x="740" y="2802"/>
                  </a:lnTo>
                  <a:close/>
                  <a:moveTo>
                    <a:pt x="1479" y="1"/>
                  </a:moveTo>
                  <a:lnTo>
                    <a:pt x="740" y="1246"/>
                  </a:lnTo>
                  <a:lnTo>
                    <a:pt x="1" y="2569"/>
                  </a:lnTo>
                  <a:lnTo>
                    <a:pt x="273" y="3075"/>
                  </a:lnTo>
                  <a:lnTo>
                    <a:pt x="1324" y="4864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4"/>
            <p:cNvSpPr/>
            <p:nvPr/>
          </p:nvSpPr>
          <p:spPr>
            <a:xfrm>
              <a:off x="4502575" y="2469350"/>
              <a:ext cx="215000" cy="243225"/>
            </a:xfrm>
            <a:custGeom>
              <a:rect b="b" l="l" r="r" t="t"/>
              <a:pathLst>
                <a:path extrusionOk="0" h="9729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0" y="7394"/>
                  </a:moveTo>
                  <a:lnTo>
                    <a:pt x="6810" y="9183"/>
                  </a:lnTo>
                  <a:lnTo>
                    <a:pt x="4747" y="9183"/>
                  </a:lnTo>
                  <a:lnTo>
                    <a:pt x="5798" y="7394"/>
                  </a:lnTo>
                  <a:close/>
                  <a:moveTo>
                    <a:pt x="1518" y="1"/>
                  </a:moveTo>
                  <a:lnTo>
                    <a:pt x="0" y="2530"/>
                  </a:lnTo>
                  <a:lnTo>
                    <a:pt x="4164" y="9689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15"/>
                  </a:lnTo>
                  <a:lnTo>
                    <a:pt x="7276" y="4826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4"/>
            <p:cNvSpPr/>
            <p:nvPr/>
          </p:nvSpPr>
          <p:spPr>
            <a:xfrm>
              <a:off x="45025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02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2" y="7666"/>
                  </a:lnTo>
                  <a:lnTo>
                    <a:pt x="7276" y="4903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50356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432"/>
                  </a:lnTo>
                  <a:close/>
                  <a:moveTo>
                    <a:pt x="4125" y="1"/>
                  </a:moveTo>
                  <a:lnTo>
                    <a:pt x="2958" y="2024"/>
                  </a:lnTo>
                  <a:lnTo>
                    <a:pt x="1324" y="4825"/>
                  </a:lnTo>
                  <a:lnTo>
                    <a:pt x="273" y="6654"/>
                  </a:lnTo>
                  <a:lnTo>
                    <a:pt x="1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600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5567725" y="2985875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41"/>
                  </a:moveTo>
                  <a:lnTo>
                    <a:pt x="4202" y="9222"/>
                  </a:lnTo>
                  <a:lnTo>
                    <a:pt x="2140" y="9222"/>
                  </a:lnTo>
                  <a:lnTo>
                    <a:pt x="5837" y="2841"/>
                  </a:lnTo>
                  <a:close/>
                  <a:moveTo>
                    <a:pt x="4163" y="1"/>
                  </a:moveTo>
                  <a:lnTo>
                    <a:pt x="0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81" y="7666"/>
                  </a:lnTo>
                  <a:lnTo>
                    <a:pt x="7276" y="4903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85"/>
                  </a:lnTo>
                  <a:lnTo>
                    <a:pt x="71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610077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432"/>
                  </a:lnTo>
                  <a:close/>
                  <a:moveTo>
                    <a:pt x="4164" y="1"/>
                  </a:moveTo>
                  <a:lnTo>
                    <a:pt x="2958" y="2024"/>
                  </a:lnTo>
                  <a:lnTo>
                    <a:pt x="1362" y="4825"/>
                  </a:lnTo>
                  <a:lnTo>
                    <a:pt x="312" y="6654"/>
                  </a:lnTo>
                  <a:lnTo>
                    <a:pt x="0" y="7160"/>
                  </a:lnTo>
                  <a:lnTo>
                    <a:pt x="740" y="8444"/>
                  </a:lnTo>
                  <a:lnTo>
                    <a:pt x="1479" y="9728"/>
                  </a:lnTo>
                  <a:lnTo>
                    <a:pt x="4475" y="9728"/>
                  </a:lnTo>
                  <a:lnTo>
                    <a:pt x="8599" y="2568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6633825" y="2985875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41"/>
                  </a:moveTo>
                  <a:lnTo>
                    <a:pt x="4164" y="9222"/>
                  </a:lnTo>
                  <a:lnTo>
                    <a:pt x="2141" y="9222"/>
                  </a:lnTo>
                  <a:lnTo>
                    <a:pt x="5798" y="2841"/>
                  </a:lnTo>
                  <a:close/>
                  <a:moveTo>
                    <a:pt x="4164" y="1"/>
                  </a:moveTo>
                  <a:lnTo>
                    <a:pt x="1" y="7160"/>
                  </a:lnTo>
                  <a:lnTo>
                    <a:pt x="1518" y="9728"/>
                  </a:lnTo>
                  <a:lnTo>
                    <a:pt x="4475" y="9728"/>
                  </a:lnTo>
                  <a:lnTo>
                    <a:pt x="5643" y="7666"/>
                  </a:lnTo>
                  <a:lnTo>
                    <a:pt x="7277" y="4903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85"/>
                  </a:lnTo>
                  <a:lnTo>
                    <a:pt x="71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7166900" y="2985875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432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432"/>
                  </a:lnTo>
                  <a:close/>
                  <a:moveTo>
                    <a:pt x="4124" y="1"/>
                  </a:moveTo>
                  <a:lnTo>
                    <a:pt x="2957" y="2024"/>
                  </a:lnTo>
                  <a:lnTo>
                    <a:pt x="1323" y="4825"/>
                  </a:lnTo>
                  <a:lnTo>
                    <a:pt x="311" y="6654"/>
                  </a:lnTo>
                  <a:lnTo>
                    <a:pt x="0" y="7160"/>
                  </a:lnTo>
                  <a:lnTo>
                    <a:pt x="739" y="8444"/>
                  </a:lnTo>
                  <a:lnTo>
                    <a:pt x="1479" y="9728"/>
                  </a:lnTo>
                  <a:lnTo>
                    <a:pt x="4436" y="9728"/>
                  </a:lnTo>
                  <a:lnTo>
                    <a:pt x="8599" y="2568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7166900" y="3532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3852" y="545"/>
                  </a:moveTo>
                  <a:lnTo>
                    <a:pt x="2802" y="2335"/>
                  </a:lnTo>
                  <a:lnTo>
                    <a:pt x="73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0"/>
                  </a:moveTo>
                  <a:lnTo>
                    <a:pt x="739" y="1284"/>
                  </a:lnTo>
                  <a:lnTo>
                    <a:pt x="0" y="2568"/>
                  </a:lnTo>
                  <a:lnTo>
                    <a:pt x="311" y="3113"/>
                  </a:lnTo>
                  <a:lnTo>
                    <a:pt x="1323" y="4903"/>
                  </a:lnTo>
                  <a:lnTo>
                    <a:pt x="2957" y="7704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66338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41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87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1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64"/>
                  </a:lnTo>
                  <a:lnTo>
                    <a:pt x="5643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61007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52" y="545"/>
                  </a:moveTo>
                  <a:lnTo>
                    <a:pt x="2802" y="2335"/>
                  </a:lnTo>
                  <a:lnTo>
                    <a:pt x="779" y="2335"/>
                  </a:lnTo>
                  <a:lnTo>
                    <a:pt x="1790" y="545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0" y="2568"/>
                  </a:lnTo>
                  <a:lnTo>
                    <a:pt x="312" y="3113"/>
                  </a:lnTo>
                  <a:lnTo>
                    <a:pt x="1362" y="4903"/>
                  </a:lnTo>
                  <a:lnTo>
                    <a:pt x="2958" y="7704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99"/>
                  </a:lnTo>
                  <a:lnTo>
                    <a:pt x="4475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5567725" y="3532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45"/>
                  </a:moveTo>
                  <a:lnTo>
                    <a:pt x="7860" y="6926"/>
                  </a:lnTo>
                  <a:lnTo>
                    <a:pt x="5837" y="6926"/>
                  </a:lnTo>
                  <a:lnTo>
                    <a:pt x="2140" y="545"/>
                  </a:lnTo>
                  <a:close/>
                  <a:moveTo>
                    <a:pt x="7860" y="7432"/>
                  </a:moveTo>
                  <a:lnTo>
                    <a:pt x="6848" y="9222"/>
                  </a:lnTo>
                  <a:lnTo>
                    <a:pt x="4786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83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64"/>
                  </a:lnTo>
                  <a:lnTo>
                    <a:pt x="5681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4"/>
            <p:cNvSpPr/>
            <p:nvPr/>
          </p:nvSpPr>
          <p:spPr>
            <a:xfrm>
              <a:off x="503562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3814" y="545"/>
                  </a:moveTo>
                  <a:lnTo>
                    <a:pt x="2802" y="2335"/>
                  </a:lnTo>
                  <a:lnTo>
                    <a:pt x="740" y="2335"/>
                  </a:lnTo>
                  <a:lnTo>
                    <a:pt x="1752" y="545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0"/>
                  </a:moveTo>
                  <a:lnTo>
                    <a:pt x="740" y="1284"/>
                  </a:lnTo>
                  <a:lnTo>
                    <a:pt x="1" y="2568"/>
                  </a:lnTo>
                  <a:lnTo>
                    <a:pt x="273" y="3113"/>
                  </a:lnTo>
                  <a:lnTo>
                    <a:pt x="1324" y="4903"/>
                  </a:lnTo>
                  <a:lnTo>
                    <a:pt x="2958" y="7704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99"/>
                  </a:lnTo>
                  <a:lnTo>
                    <a:pt x="4436" y="39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4"/>
            <p:cNvSpPr/>
            <p:nvPr/>
          </p:nvSpPr>
          <p:spPr>
            <a:xfrm>
              <a:off x="4502575" y="3532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45"/>
                  </a:moveTo>
                  <a:lnTo>
                    <a:pt x="7860" y="6926"/>
                  </a:lnTo>
                  <a:lnTo>
                    <a:pt x="5798" y="6926"/>
                  </a:lnTo>
                  <a:lnTo>
                    <a:pt x="2102" y="545"/>
                  </a:lnTo>
                  <a:close/>
                  <a:moveTo>
                    <a:pt x="7860" y="7432"/>
                  </a:moveTo>
                  <a:lnTo>
                    <a:pt x="6810" y="9222"/>
                  </a:lnTo>
                  <a:lnTo>
                    <a:pt x="4747" y="9222"/>
                  </a:lnTo>
                  <a:lnTo>
                    <a:pt x="5798" y="7432"/>
                  </a:lnTo>
                  <a:close/>
                  <a:moveTo>
                    <a:pt x="1518" y="0"/>
                  </a:moveTo>
                  <a:lnTo>
                    <a:pt x="0" y="2568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83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64"/>
                  </a:lnTo>
                  <a:lnTo>
                    <a:pt x="5642" y="2063"/>
                  </a:lnTo>
                  <a:lnTo>
                    <a:pt x="4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4"/>
            <p:cNvSpPr/>
            <p:nvPr/>
          </p:nvSpPr>
          <p:spPr>
            <a:xfrm>
              <a:off x="45025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47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02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2" y="7665"/>
                  </a:lnTo>
                  <a:lnTo>
                    <a:pt x="7276" y="4864"/>
                  </a:lnTo>
                  <a:lnTo>
                    <a:pt x="8288" y="3074"/>
                  </a:lnTo>
                  <a:lnTo>
                    <a:pt x="8599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4"/>
            <p:cNvSpPr/>
            <p:nvPr/>
          </p:nvSpPr>
          <p:spPr>
            <a:xfrm>
              <a:off x="50356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60" y="506"/>
                  </a:moveTo>
                  <a:lnTo>
                    <a:pt x="2802" y="6887"/>
                  </a:lnTo>
                  <a:lnTo>
                    <a:pt x="740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14" y="9183"/>
                  </a:lnTo>
                  <a:lnTo>
                    <a:pt x="1752" y="9183"/>
                  </a:lnTo>
                  <a:lnTo>
                    <a:pt x="740" y="7393"/>
                  </a:lnTo>
                  <a:close/>
                  <a:moveTo>
                    <a:pt x="4125" y="0"/>
                  </a:moveTo>
                  <a:lnTo>
                    <a:pt x="2958" y="2023"/>
                  </a:lnTo>
                  <a:lnTo>
                    <a:pt x="1324" y="4825"/>
                  </a:lnTo>
                  <a:lnTo>
                    <a:pt x="273" y="6615"/>
                  </a:lnTo>
                  <a:lnTo>
                    <a:pt x="1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600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4"/>
            <p:cNvSpPr/>
            <p:nvPr/>
          </p:nvSpPr>
          <p:spPr>
            <a:xfrm>
              <a:off x="5567725" y="40500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6848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6" y="506"/>
                  </a:lnTo>
                  <a:close/>
                  <a:moveTo>
                    <a:pt x="7860" y="2801"/>
                  </a:moveTo>
                  <a:lnTo>
                    <a:pt x="4202" y="9183"/>
                  </a:lnTo>
                  <a:lnTo>
                    <a:pt x="2140" y="9183"/>
                  </a:lnTo>
                  <a:lnTo>
                    <a:pt x="5837" y="2801"/>
                  </a:lnTo>
                  <a:close/>
                  <a:moveTo>
                    <a:pt x="4163" y="0"/>
                  </a:moveTo>
                  <a:lnTo>
                    <a:pt x="0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81" y="7665"/>
                  </a:lnTo>
                  <a:lnTo>
                    <a:pt x="7276" y="4864"/>
                  </a:lnTo>
                  <a:lnTo>
                    <a:pt x="8327" y="3074"/>
                  </a:lnTo>
                  <a:lnTo>
                    <a:pt x="8638" y="2568"/>
                  </a:lnTo>
                  <a:lnTo>
                    <a:pt x="7899" y="1245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4"/>
            <p:cNvSpPr/>
            <p:nvPr/>
          </p:nvSpPr>
          <p:spPr>
            <a:xfrm>
              <a:off x="610077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498" y="506"/>
                  </a:moveTo>
                  <a:lnTo>
                    <a:pt x="2802" y="6887"/>
                  </a:lnTo>
                  <a:lnTo>
                    <a:pt x="77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79" y="7393"/>
                  </a:lnTo>
                  <a:close/>
                  <a:moveTo>
                    <a:pt x="4164" y="0"/>
                  </a:moveTo>
                  <a:lnTo>
                    <a:pt x="2958" y="2023"/>
                  </a:lnTo>
                  <a:lnTo>
                    <a:pt x="1362" y="4825"/>
                  </a:lnTo>
                  <a:lnTo>
                    <a:pt x="312" y="6615"/>
                  </a:lnTo>
                  <a:lnTo>
                    <a:pt x="0" y="7159"/>
                  </a:lnTo>
                  <a:lnTo>
                    <a:pt x="740" y="8443"/>
                  </a:lnTo>
                  <a:lnTo>
                    <a:pt x="1479" y="9727"/>
                  </a:lnTo>
                  <a:lnTo>
                    <a:pt x="4475" y="9688"/>
                  </a:lnTo>
                  <a:lnTo>
                    <a:pt x="8599" y="2529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4"/>
            <p:cNvSpPr/>
            <p:nvPr/>
          </p:nvSpPr>
          <p:spPr>
            <a:xfrm>
              <a:off x="6633825" y="40500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6810" y="506"/>
                  </a:moveTo>
                  <a:lnTo>
                    <a:pt x="7860" y="2296"/>
                  </a:lnTo>
                  <a:lnTo>
                    <a:pt x="5798" y="2296"/>
                  </a:lnTo>
                  <a:lnTo>
                    <a:pt x="4787" y="506"/>
                  </a:lnTo>
                  <a:close/>
                  <a:moveTo>
                    <a:pt x="7860" y="2801"/>
                  </a:moveTo>
                  <a:lnTo>
                    <a:pt x="4164" y="9183"/>
                  </a:lnTo>
                  <a:lnTo>
                    <a:pt x="2141" y="9183"/>
                  </a:lnTo>
                  <a:lnTo>
                    <a:pt x="5798" y="2801"/>
                  </a:lnTo>
                  <a:close/>
                  <a:moveTo>
                    <a:pt x="4164" y="0"/>
                  </a:moveTo>
                  <a:lnTo>
                    <a:pt x="1" y="7159"/>
                  </a:lnTo>
                  <a:lnTo>
                    <a:pt x="1518" y="9727"/>
                  </a:lnTo>
                  <a:lnTo>
                    <a:pt x="4475" y="9727"/>
                  </a:lnTo>
                  <a:lnTo>
                    <a:pt x="5643" y="7665"/>
                  </a:lnTo>
                  <a:lnTo>
                    <a:pt x="7277" y="4864"/>
                  </a:lnTo>
                  <a:lnTo>
                    <a:pt x="8327" y="3074"/>
                  </a:lnTo>
                  <a:lnTo>
                    <a:pt x="8600" y="2568"/>
                  </a:lnTo>
                  <a:lnTo>
                    <a:pt x="7860" y="1245"/>
                  </a:lnTo>
                  <a:lnTo>
                    <a:pt x="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4"/>
            <p:cNvSpPr/>
            <p:nvPr/>
          </p:nvSpPr>
          <p:spPr>
            <a:xfrm>
              <a:off x="7166900" y="40500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6498" y="506"/>
                  </a:moveTo>
                  <a:lnTo>
                    <a:pt x="2802" y="6887"/>
                  </a:lnTo>
                  <a:lnTo>
                    <a:pt x="739" y="6887"/>
                  </a:lnTo>
                  <a:lnTo>
                    <a:pt x="4436" y="506"/>
                  </a:lnTo>
                  <a:close/>
                  <a:moveTo>
                    <a:pt x="2802" y="7393"/>
                  </a:moveTo>
                  <a:lnTo>
                    <a:pt x="3852" y="9183"/>
                  </a:lnTo>
                  <a:lnTo>
                    <a:pt x="1790" y="9183"/>
                  </a:lnTo>
                  <a:lnTo>
                    <a:pt x="739" y="7393"/>
                  </a:lnTo>
                  <a:close/>
                  <a:moveTo>
                    <a:pt x="4124" y="0"/>
                  </a:moveTo>
                  <a:lnTo>
                    <a:pt x="2957" y="2023"/>
                  </a:lnTo>
                  <a:lnTo>
                    <a:pt x="1323" y="4825"/>
                  </a:lnTo>
                  <a:lnTo>
                    <a:pt x="311" y="6615"/>
                  </a:lnTo>
                  <a:lnTo>
                    <a:pt x="0" y="7159"/>
                  </a:lnTo>
                  <a:lnTo>
                    <a:pt x="739" y="8443"/>
                  </a:lnTo>
                  <a:lnTo>
                    <a:pt x="1479" y="9727"/>
                  </a:lnTo>
                  <a:lnTo>
                    <a:pt x="4436" y="9688"/>
                  </a:lnTo>
                  <a:lnTo>
                    <a:pt x="8599" y="2529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4"/>
            <p:cNvSpPr/>
            <p:nvPr/>
          </p:nvSpPr>
          <p:spPr>
            <a:xfrm>
              <a:off x="7166900" y="4566550"/>
              <a:ext cx="214975" cy="243200"/>
            </a:xfrm>
            <a:custGeom>
              <a:rect b="b" l="l" r="r" t="t"/>
              <a:pathLst>
                <a:path extrusionOk="0" h="9728" w="8599">
                  <a:moveTo>
                    <a:pt x="1790" y="507"/>
                  </a:moveTo>
                  <a:lnTo>
                    <a:pt x="3852" y="545"/>
                  </a:lnTo>
                  <a:lnTo>
                    <a:pt x="2802" y="2296"/>
                  </a:lnTo>
                  <a:lnTo>
                    <a:pt x="739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39" y="2841"/>
                  </a:lnTo>
                  <a:close/>
                  <a:moveTo>
                    <a:pt x="1479" y="1"/>
                  </a:moveTo>
                  <a:lnTo>
                    <a:pt x="739" y="1285"/>
                  </a:lnTo>
                  <a:lnTo>
                    <a:pt x="0" y="2569"/>
                  </a:lnTo>
                  <a:lnTo>
                    <a:pt x="311" y="3075"/>
                  </a:lnTo>
                  <a:lnTo>
                    <a:pt x="1323" y="4903"/>
                  </a:lnTo>
                  <a:lnTo>
                    <a:pt x="2957" y="7666"/>
                  </a:lnTo>
                  <a:lnTo>
                    <a:pt x="4124" y="9728"/>
                  </a:lnTo>
                  <a:lnTo>
                    <a:pt x="7082" y="9728"/>
                  </a:lnTo>
                  <a:lnTo>
                    <a:pt x="8599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4"/>
            <p:cNvSpPr/>
            <p:nvPr/>
          </p:nvSpPr>
          <p:spPr>
            <a:xfrm>
              <a:off x="66338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41" y="507"/>
                  </a:lnTo>
                  <a:close/>
                  <a:moveTo>
                    <a:pt x="7860" y="7432"/>
                  </a:moveTo>
                  <a:lnTo>
                    <a:pt x="6810" y="9183"/>
                  </a:lnTo>
                  <a:lnTo>
                    <a:pt x="4787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1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600" y="7160"/>
                  </a:lnTo>
                  <a:lnTo>
                    <a:pt x="8327" y="6654"/>
                  </a:lnTo>
                  <a:lnTo>
                    <a:pt x="7277" y="4825"/>
                  </a:lnTo>
                  <a:lnTo>
                    <a:pt x="5643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4"/>
            <p:cNvSpPr/>
            <p:nvPr/>
          </p:nvSpPr>
          <p:spPr>
            <a:xfrm>
              <a:off x="61007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90" y="507"/>
                  </a:moveTo>
                  <a:lnTo>
                    <a:pt x="3852" y="545"/>
                  </a:lnTo>
                  <a:lnTo>
                    <a:pt x="2802" y="2296"/>
                  </a:lnTo>
                  <a:lnTo>
                    <a:pt x="779" y="2296"/>
                  </a:lnTo>
                  <a:lnTo>
                    <a:pt x="1790" y="507"/>
                  </a:lnTo>
                  <a:close/>
                  <a:moveTo>
                    <a:pt x="2802" y="2841"/>
                  </a:moveTo>
                  <a:lnTo>
                    <a:pt x="6498" y="9222"/>
                  </a:lnTo>
                  <a:lnTo>
                    <a:pt x="4436" y="9222"/>
                  </a:lnTo>
                  <a:lnTo>
                    <a:pt x="779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0" y="2569"/>
                  </a:lnTo>
                  <a:lnTo>
                    <a:pt x="312" y="3075"/>
                  </a:lnTo>
                  <a:lnTo>
                    <a:pt x="1362" y="4903"/>
                  </a:lnTo>
                  <a:lnTo>
                    <a:pt x="2958" y="7666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8599" y="7160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4"/>
            <p:cNvSpPr/>
            <p:nvPr/>
          </p:nvSpPr>
          <p:spPr>
            <a:xfrm>
              <a:off x="5567725" y="4566550"/>
              <a:ext cx="215950" cy="243200"/>
            </a:xfrm>
            <a:custGeom>
              <a:rect b="b" l="l" r="r" t="t"/>
              <a:pathLst>
                <a:path extrusionOk="0" h="9728" w="8638">
                  <a:moveTo>
                    <a:pt x="4202" y="507"/>
                  </a:moveTo>
                  <a:lnTo>
                    <a:pt x="7860" y="6888"/>
                  </a:lnTo>
                  <a:lnTo>
                    <a:pt x="5837" y="6888"/>
                  </a:lnTo>
                  <a:lnTo>
                    <a:pt x="2140" y="507"/>
                  </a:lnTo>
                  <a:close/>
                  <a:moveTo>
                    <a:pt x="7860" y="7432"/>
                  </a:moveTo>
                  <a:lnTo>
                    <a:pt x="6848" y="9183"/>
                  </a:lnTo>
                  <a:lnTo>
                    <a:pt x="4786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3" y="9728"/>
                  </a:lnTo>
                  <a:lnTo>
                    <a:pt x="7159" y="9728"/>
                  </a:lnTo>
                  <a:lnTo>
                    <a:pt x="7899" y="8444"/>
                  </a:lnTo>
                  <a:lnTo>
                    <a:pt x="8638" y="7160"/>
                  </a:lnTo>
                  <a:lnTo>
                    <a:pt x="8327" y="6654"/>
                  </a:lnTo>
                  <a:lnTo>
                    <a:pt x="7276" y="4825"/>
                  </a:lnTo>
                  <a:lnTo>
                    <a:pt x="5681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4"/>
            <p:cNvSpPr/>
            <p:nvPr/>
          </p:nvSpPr>
          <p:spPr>
            <a:xfrm>
              <a:off x="503562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1752" y="507"/>
                  </a:moveTo>
                  <a:lnTo>
                    <a:pt x="3814" y="545"/>
                  </a:lnTo>
                  <a:lnTo>
                    <a:pt x="2802" y="2296"/>
                  </a:lnTo>
                  <a:lnTo>
                    <a:pt x="740" y="2296"/>
                  </a:lnTo>
                  <a:lnTo>
                    <a:pt x="1752" y="507"/>
                  </a:lnTo>
                  <a:close/>
                  <a:moveTo>
                    <a:pt x="2802" y="2841"/>
                  </a:moveTo>
                  <a:lnTo>
                    <a:pt x="6460" y="9222"/>
                  </a:lnTo>
                  <a:lnTo>
                    <a:pt x="4436" y="9222"/>
                  </a:lnTo>
                  <a:lnTo>
                    <a:pt x="740" y="2841"/>
                  </a:lnTo>
                  <a:close/>
                  <a:moveTo>
                    <a:pt x="1479" y="1"/>
                  </a:moveTo>
                  <a:lnTo>
                    <a:pt x="740" y="1285"/>
                  </a:lnTo>
                  <a:lnTo>
                    <a:pt x="1" y="2569"/>
                  </a:lnTo>
                  <a:lnTo>
                    <a:pt x="273" y="3075"/>
                  </a:lnTo>
                  <a:lnTo>
                    <a:pt x="1324" y="4903"/>
                  </a:lnTo>
                  <a:lnTo>
                    <a:pt x="2958" y="7666"/>
                  </a:lnTo>
                  <a:lnTo>
                    <a:pt x="4125" y="9728"/>
                  </a:lnTo>
                  <a:lnTo>
                    <a:pt x="7082" y="9728"/>
                  </a:lnTo>
                  <a:lnTo>
                    <a:pt x="8600" y="7160"/>
                  </a:lnTo>
                  <a:lnTo>
                    <a:pt x="4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4"/>
            <p:cNvSpPr/>
            <p:nvPr/>
          </p:nvSpPr>
          <p:spPr>
            <a:xfrm>
              <a:off x="4502575" y="4566550"/>
              <a:ext cx="215000" cy="243200"/>
            </a:xfrm>
            <a:custGeom>
              <a:rect b="b" l="l" r="r" t="t"/>
              <a:pathLst>
                <a:path extrusionOk="0" h="9728" w="8600">
                  <a:moveTo>
                    <a:pt x="4164" y="507"/>
                  </a:moveTo>
                  <a:lnTo>
                    <a:pt x="7860" y="6888"/>
                  </a:lnTo>
                  <a:lnTo>
                    <a:pt x="5798" y="6888"/>
                  </a:lnTo>
                  <a:lnTo>
                    <a:pt x="2102" y="507"/>
                  </a:lnTo>
                  <a:close/>
                  <a:moveTo>
                    <a:pt x="7860" y="7432"/>
                  </a:moveTo>
                  <a:lnTo>
                    <a:pt x="6810" y="9183"/>
                  </a:lnTo>
                  <a:lnTo>
                    <a:pt x="4747" y="9183"/>
                  </a:lnTo>
                  <a:lnTo>
                    <a:pt x="5798" y="7432"/>
                  </a:lnTo>
                  <a:close/>
                  <a:moveTo>
                    <a:pt x="1518" y="1"/>
                  </a:moveTo>
                  <a:lnTo>
                    <a:pt x="0" y="2569"/>
                  </a:lnTo>
                  <a:lnTo>
                    <a:pt x="4164" y="9728"/>
                  </a:lnTo>
                  <a:lnTo>
                    <a:pt x="7121" y="9728"/>
                  </a:lnTo>
                  <a:lnTo>
                    <a:pt x="7860" y="8444"/>
                  </a:lnTo>
                  <a:lnTo>
                    <a:pt x="8599" y="7160"/>
                  </a:lnTo>
                  <a:lnTo>
                    <a:pt x="8288" y="6654"/>
                  </a:lnTo>
                  <a:lnTo>
                    <a:pt x="7276" y="4825"/>
                  </a:lnTo>
                  <a:lnTo>
                    <a:pt x="5642" y="2024"/>
                  </a:lnTo>
                  <a:lnTo>
                    <a:pt x="44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0" name="Google Shape;1650;p24"/>
          <p:cNvSpPr/>
          <p:nvPr/>
        </p:nvSpPr>
        <p:spPr>
          <a:xfrm>
            <a:off x="1737350" y="0"/>
            <a:ext cx="7406700" cy="51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1" name="Google Shape;1651;p24"/>
          <p:cNvSpPr txBox="1"/>
          <p:nvPr>
            <p:ph idx="1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2" name="Google Shape;1652;p24"/>
          <p:cNvSpPr txBox="1"/>
          <p:nvPr>
            <p:ph idx="2" type="sldNum"/>
          </p:nvPr>
        </p:nvSpPr>
        <p:spPr>
          <a:xfrm>
            <a:off x="8793175" y="4846325"/>
            <a:ext cx="153000" cy="7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b="1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3" name="Google Shape;1653;p24"/>
          <p:cNvSpPr/>
          <p:nvPr/>
        </p:nvSpPr>
        <p:spPr>
          <a:xfrm>
            <a:off x="0" y="0"/>
            <a:ext cx="1740732" cy="1385318"/>
          </a:xfrm>
          <a:custGeom>
            <a:rect b="b" l="l" r="r" t="t"/>
            <a:pathLst>
              <a:path extrusionOk="0" h="11308715" w="4869180">
                <a:moveTo>
                  <a:pt x="0" y="11308556"/>
                </a:moveTo>
                <a:lnTo>
                  <a:pt x="4868595" y="11308556"/>
                </a:lnTo>
                <a:lnTo>
                  <a:pt x="4868595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74325" y="274325"/>
            <a:ext cx="859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737350" y="1097275"/>
            <a:ext cx="71322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>
            <a:lvl1pPr indent="-3302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302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302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■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302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302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■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302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302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302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■"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3">
          <p15:clr>
            <a:schemeClr val="lt2"/>
          </p15:clr>
        </p15:guide>
        <p15:guide id="2" pos="518">
          <p15:clr>
            <a:srgbClr val="B7B7B7"/>
          </p15:clr>
        </p15:guide>
        <p15:guide id="3" pos="634">
          <p15:clr>
            <a:srgbClr val="B7B7B7"/>
          </p15:clr>
        </p15:guide>
        <p15:guide id="4" pos="979">
          <p15:clr>
            <a:srgbClr val="B7B7B7"/>
          </p15:clr>
        </p15:guide>
        <p15:guide id="5" pos="1094">
          <p15:clr>
            <a:schemeClr val="lt2"/>
          </p15:clr>
        </p15:guide>
        <p15:guide id="6" pos="1440">
          <p15:clr>
            <a:srgbClr val="B7B7B7"/>
          </p15:clr>
        </p15:guide>
        <p15:guide id="7" pos="1555">
          <p15:clr>
            <a:srgbClr val="B7B7B7"/>
          </p15:clr>
        </p15:guide>
        <p15:guide id="8" pos="1901">
          <p15:clr>
            <a:srgbClr val="B7B7B7"/>
          </p15:clr>
        </p15:guide>
        <p15:guide id="9" pos="2016">
          <p15:clr>
            <a:srgbClr val="B7B7B7"/>
          </p15:clr>
        </p15:guide>
        <p15:guide id="10" pos="2362">
          <p15:clr>
            <a:srgbClr val="B7B7B7"/>
          </p15:clr>
        </p15:guide>
        <p15:guide id="11" pos="2477">
          <p15:clr>
            <a:srgbClr val="B7B7B7"/>
          </p15:clr>
        </p15:guide>
        <p15:guide id="12" pos="2822">
          <p15:clr>
            <a:srgbClr val="B7B7B7"/>
          </p15:clr>
        </p15:guide>
        <p15:guide id="13" pos="2938">
          <p15:clr>
            <a:srgbClr val="B7B7B7"/>
          </p15:clr>
        </p15:guide>
        <p15:guide id="14" pos="3283">
          <p15:clr>
            <a:srgbClr val="B7B7B7"/>
          </p15:clr>
        </p15:guide>
        <p15:guide id="15" pos="3398">
          <p15:clr>
            <a:srgbClr val="B7B7B7"/>
          </p15:clr>
        </p15:guide>
        <p15:guide id="16" pos="3744">
          <p15:clr>
            <a:srgbClr val="B7B7B7"/>
          </p15:clr>
        </p15:guide>
        <p15:guide id="17" pos="3859">
          <p15:clr>
            <a:srgbClr val="B7B7B7"/>
          </p15:clr>
        </p15:guide>
        <p15:guide id="18" pos="4205">
          <p15:clr>
            <a:srgbClr val="B7B7B7"/>
          </p15:clr>
        </p15:guide>
        <p15:guide id="19" pos="4320">
          <p15:clr>
            <a:srgbClr val="B7B7B7"/>
          </p15:clr>
        </p15:guide>
        <p15:guide id="20" pos="4666">
          <p15:clr>
            <a:srgbClr val="B7B7B7"/>
          </p15:clr>
        </p15:guide>
        <p15:guide id="21" pos="4781">
          <p15:clr>
            <a:srgbClr val="B7B7B7"/>
          </p15:clr>
        </p15:guide>
        <p15:guide id="22" pos="5126">
          <p15:clr>
            <a:srgbClr val="B7B7B7"/>
          </p15:clr>
        </p15:guide>
        <p15:guide id="23" pos="5242">
          <p15:clr>
            <a:srgbClr val="B7B7B7"/>
          </p15:clr>
        </p15:guide>
        <p15:guide id="24" pos="5587">
          <p15:clr>
            <a:schemeClr val="lt2"/>
          </p15:clr>
        </p15:guide>
        <p15:guide id="25" orient="horz" pos="173">
          <p15:clr>
            <a:schemeClr val="lt2"/>
          </p15:clr>
        </p15:guide>
        <p15:guide id="26" orient="horz" pos="518">
          <p15:clr>
            <a:schemeClr val="lt2"/>
          </p15:clr>
        </p15:guide>
        <p15:guide id="27" orient="horz" pos="691">
          <p15:clr>
            <a:srgbClr val="B7B7B7"/>
          </p15:clr>
        </p15:guide>
        <p15:guide id="28" orient="horz" pos="864">
          <p15:clr>
            <a:srgbClr val="B7B7B7"/>
          </p15:clr>
        </p15:guide>
        <p15:guide id="29" orient="horz" pos="1037">
          <p15:clr>
            <a:srgbClr val="B7B7B7"/>
          </p15:clr>
        </p15:guide>
        <p15:guide id="30" orient="horz" pos="1210">
          <p15:clr>
            <a:srgbClr val="B7B7B7"/>
          </p15:clr>
        </p15:guide>
        <p15:guide id="31" orient="horz" pos="1555">
          <p15:clr>
            <a:srgbClr val="B7B7B7"/>
          </p15:clr>
        </p15:guide>
        <p15:guide id="32" orient="horz" pos="2592">
          <p15:clr>
            <a:srgbClr val="B7B7B7"/>
          </p15:clr>
        </p15:guide>
        <p15:guide id="33" orient="horz" pos="2822">
          <p15:clr>
            <a:srgbClr val="B7B7B7"/>
          </p15:clr>
        </p15:guide>
        <p15:guide id="34" orient="horz" pos="3053">
          <p15:clr>
            <a:schemeClr val="lt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25"/>
          <p:cNvSpPr txBox="1"/>
          <p:nvPr/>
        </p:nvSpPr>
        <p:spPr>
          <a:xfrm>
            <a:off x="960100" y="274325"/>
            <a:ext cx="7406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AI Access Cards introduce students to the concept of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unequal AI access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by giving different levels of assistance during the puzzle-solving activity.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9" name="Google Shape;1659;p25"/>
          <p:cNvSpPr txBox="1"/>
          <p:nvPr/>
        </p:nvSpPr>
        <p:spPr>
          <a:xfrm>
            <a:off x="567775" y="1054150"/>
            <a:ext cx="47508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🔍 Card Types: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Helpful Cards (6 Cards):</a:t>
            </a:r>
            <a:br>
              <a:rPr b="1"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These cards provide accurate, timely information that makes it easier for students to solve the puzzle.</a:t>
            </a:r>
            <a:br>
              <a:rPr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🧠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The Martinez family owns the white pet.”</a:t>
            </a:r>
            <a:br>
              <a:rPr i="1" lang="en" sz="1100">
                <a:latin typeface="Poppins"/>
                <a:ea typeface="Poppins"/>
                <a:cs typeface="Poppins"/>
                <a:sym typeface="Poppins"/>
              </a:rPr>
            </a:b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❌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Barrier Cards (4 Cards):</a:t>
            </a:r>
            <a:br>
              <a:rPr b="1"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These cards slow down or confuse students by providing irrelevant, vague, or incorrect information.</a:t>
            </a:r>
            <a:br>
              <a:rPr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⚠️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Sorry, something went wrong. Please try again later.”</a:t>
            </a:r>
            <a:br>
              <a:rPr i="1" lang="en" sz="1100">
                <a:latin typeface="Poppins"/>
                <a:ea typeface="Poppins"/>
                <a:cs typeface="Poppins"/>
                <a:sym typeface="Poppins"/>
              </a:rPr>
            </a:b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🚧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Misleading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Cards (2 Cards):</a:t>
            </a:r>
            <a:br>
              <a:rPr b="1"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These cards appear helpful but provide incorrect information.</a:t>
            </a:r>
            <a:br>
              <a:rPr lang="en" sz="1100"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🔍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 The Crane family owns the black pet, and it was last seen at the school.”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●"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0" name="Google Shape;1660;p25"/>
          <p:cNvSpPr txBox="1"/>
          <p:nvPr/>
        </p:nvSpPr>
        <p:spPr>
          <a:xfrm>
            <a:off x="5550525" y="1054150"/>
            <a:ext cx="3000000" cy="2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🎯 Facilitation Tips: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Encourage students to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compare clues critically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and discuss which information is reliable.</a:t>
            </a:r>
            <a:br>
              <a:rPr lang="en" sz="1100">
                <a:latin typeface="Poppins"/>
                <a:ea typeface="Poppins"/>
                <a:cs typeface="Poppins"/>
                <a:sym typeface="Poppins"/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Prompt groups to 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reflect on fairness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and discuss how unequal AI access impacted their puzzle-solving experience.</a:t>
            </a:r>
            <a:br>
              <a:rPr lang="en" sz="1100">
                <a:latin typeface="Poppins"/>
                <a:ea typeface="Poppins"/>
                <a:cs typeface="Poppins"/>
                <a:sym typeface="Poppins"/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5" name="Google Shape;1665;p26"/>
          <p:cNvGraphicFramePr/>
          <p:nvPr/>
        </p:nvGraphicFramePr>
        <p:xfrm>
          <a:off x="507038" y="53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{59174D08-7B19-422F-B018-6DEF478507AA}</a:tableStyleId>
              </a:tblPr>
              <a:tblGrid>
                <a:gridCol w="4035075"/>
                <a:gridCol w="4035075"/>
              </a:tblGrid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6" name="Google Shape;1666;p26"/>
          <p:cNvSpPr/>
          <p:nvPr/>
        </p:nvSpPr>
        <p:spPr>
          <a:xfrm>
            <a:off x="2196575" y="935600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Who owns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567375" y="1646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The Martinez family owns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8" name="Google Shape;1668;p26"/>
          <p:cNvSpPr/>
          <p:nvPr/>
        </p:nvSpPr>
        <p:spPr>
          <a:xfrm>
            <a:off x="6234825" y="935600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Can you solve one full row of the puzzle?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4605625" y="1646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Try this: 🐱 Cat | 🧑‍🌾 Martinez | 🟡 W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hite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| 🏬 Store.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0" name="Google Shape;1670;p26"/>
          <p:cNvSpPr/>
          <p:nvPr/>
        </p:nvSpPr>
        <p:spPr>
          <a:xfrm>
            <a:off x="2205925" y="29291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Can you help me cross off bad matches?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1" name="Google Shape;1671;p26"/>
          <p:cNvSpPr txBox="1"/>
          <p:nvPr/>
        </p:nvSpPr>
        <p:spPr>
          <a:xfrm>
            <a:off x="576725" y="36396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Yes! Cross off: 🐰 Rabbit at the school, 🐶 Dog with the Chens.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2" name="Google Shape;1672;p26"/>
          <p:cNvSpPr/>
          <p:nvPr/>
        </p:nvSpPr>
        <p:spPr>
          <a:xfrm>
            <a:off x="6210550" y="29291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Who might own the rabbit?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3" name="Google Shape;1673;p26"/>
          <p:cNvSpPr txBox="1"/>
          <p:nvPr/>
        </p:nvSpPr>
        <p:spPr>
          <a:xfrm>
            <a:off x="4581350" y="3639675"/>
            <a:ext cx="403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The rabbit was last seen in the backyard. Try to match that clue with a family and color.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8" name="Google Shape;1678;p27"/>
          <p:cNvGraphicFramePr/>
          <p:nvPr/>
        </p:nvGraphicFramePr>
        <p:xfrm>
          <a:off x="507038" y="53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{59174D08-7B19-422F-B018-6DEF478507AA}</a:tableStyleId>
              </a:tblPr>
              <a:tblGrid>
                <a:gridCol w="4035075"/>
                <a:gridCol w="4035075"/>
              </a:tblGrid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9" name="Google Shape;1679;p27"/>
          <p:cNvSpPr/>
          <p:nvPr/>
        </p:nvSpPr>
        <p:spPr>
          <a:xfrm>
            <a:off x="2297375" y="8883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Can you organize the colors and pets for me?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0" name="Google Shape;1680;p27"/>
          <p:cNvSpPr txBox="1"/>
          <p:nvPr/>
        </p:nvSpPr>
        <p:spPr>
          <a:xfrm>
            <a:off x="668191" y="1598875"/>
            <a:ext cx="372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Here’s a tip: Only one pet can be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brown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, and it was seen at the store. Try pairing that first.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1" name="Google Shape;1681;p27"/>
          <p:cNvSpPr/>
          <p:nvPr/>
        </p:nvSpPr>
        <p:spPr>
          <a:xfrm>
            <a:off x="6302000" y="8883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Which pet is not with the Ahmeds?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2" name="Google Shape;1682;p27"/>
          <p:cNvSpPr txBox="1"/>
          <p:nvPr/>
        </p:nvSpPr>
        <p:spPr>
          <a:xfrm>
            <a:off x="4672815" y="1598875"/>
            <a:ext cx="370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🧠 The Ahmed family does not have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orange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pet. Start by removing that option.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3" name="Google Shape;1683;p27"/>
          <p:cNvSpPr/>
          <p:nvPr/>
        </p:nvSpPr>
        <p:spPr>
          <a:xfrm>
            <a:off x="2236438" y="294907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Who owns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black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 and where was it seen?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4" name="Google Shape;1684;p27"/>
          <p:cNvSpPr txBox="1"/>
          <p:nvPr/>
        </p:nvSpPr>
        <p:spPr>
          <a:xfrm>
            <a:off x="607253" y="3659625"/>
            <a:ext cx="372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🔍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Crane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family owns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black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pet, and it was last seen at the school.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5" name="Google Shape;1685;p27"/>
          <p:cNvSpPr/>
          <p:nvPr/>
        </p:nvSpPr>
        <p:spPr>
          <a:xfrm>
            <a:off x="6241063" y="294907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Which pet was last seen at the store?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6" name="Google Shape;1686;p27"/>
          <p:cNvSpPr txBox="1"/>
          <p:nvPr/>
        </p:nvSpPr>
        <p:spPr>
          <a:xfrm>
            <a:off x="4611878" y="3659625"/>
            <a:ext cx="370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🔍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The bird was last seen at the store, and it was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1" name="Google Shape;1691;p28"/>
          <p:cNvGraphicFramePr/>
          <p:nvPr/>
        </p:nvGraphicFramePr>
        <p:xfrm>
          <a:off x="507038" y="53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{59174D08-7B19-422F-B018-6DEF478507AA}</a:tableStyleId>
              </a:tblPr>
              <a:tblGrid>
                <a:gridCol w="4035075"/>
                <a:gridCol w="4035075"/>
              </a:tblGrid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2" name="Google Shape;1692;p28"/>
          <p:cNvSpPr/>
          <p:nvPr/>
        </p:nvSpPr>
        <p:spPr>
          <a:xfrm>
            <a:off x="2196575" y="922150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Who owns the dog?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3" name="Google Shape;1693;p28"/>
          <p:cNvSpPr txBox="1"/>
          <p:nvPr/>
        </p:nvSpPr>
        <p:spPr>
          <a:xfrm>
            <a:off x="567375" y="16327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⚠️ Sorry, something went wrong. Please try again later.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4" name="Google Shape;1694;p28"/>
          <p:cNvSpPr/>
          <p:nvPr/>
        </p:nvSpPr>
        <p:spPr>
          <a:xfrm>
            <a:off x="6201200" y="922150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What pet belongs to the Chens?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5" name="Google Shape;1695;p28"/>
          <p:cNvSpPr txBox="1"/>
          <p:nvPr/>
        </p:nvSpPr>
        <p:spPr>
          <a:xfrm>
            <a:off x="4572000" y="1632700"/>
            <a:ext cx="380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⚠️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Yarndings 12 Charted"/>
                <a:ea typeface="Yarndings 12 Charted"/>
                <a:cs typeface="Yarndings 12 Charted"/>
                <a:sym typeface="Yarndings 12 Charted"/>
              </a:rPr>
              <a:t>The Chens do not own the dog. You might try matching them with </a:t>
            </a:r>
            <a:endParaRPr sz="1200">
              <a:latin typeface="Yarndings 12 Charted"/>
              <a:ea typeface="Yarndings 12 Charted"/>
              <a:cs typeface="Yarndings 12 Charted"/>
              <a:sym typeface="Yarndings 12 Chart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(Message is distorted)</a:t>
            </a:r>
            <a:endParaRPr sz="1200">
              <a:latin typeface="Yarndings 12 Charted"/>
              <a:ea typeface="Yarndings 12 Charted"/>
              <a:cs typeface="Yarndings 12 Charted"/>
              <a:sym typeface="Yarndings 12 Charted"/>
            </a:endParaRPr>
          </a:p>
        </p:txBody>
      </p:sp>
      <p:sp>
        <p:nvSpPr>
          <p:cNvPr id="1696" name="Google Shape;1696;p28"/>
          <p:cNvSpPr/>
          <p:nvPr/>
        </p:nvSpPr>
        <p:spPr>
          <a:xfrm>
            <a:off x="2205925" y="29291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Can you solve part of the puzzle?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7" name="Google Shape;1697;p28"/>
          <p:cNvSpPr txBox="1"/>
          <p:nvPr/>
        </p:nvSpPr>
        <p:spPr>
          <a:xfrm>
            <a:off x="576725" y="36396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⌛ Thinking…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⌛ Still generating…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⚠️Please try again later.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8" name="Google Shape;1698;p28"/>
          <p:cNvSpPr/>
          <p:nvPr/>
        </p:nvSpPr>
        <p:spPr>
          <a:xfrm>
            <a:off x="6210550" y="2929125"/>
            <a:ext cx="2173800" cy="532200"/>
          </a:xfrm>
          <a:prstGeom prst="roundRect">
            <a:avLst>
              <a:gd fmla="val 45270" name="adj"/>
            </a:avLst>
          </a:prstGeom>
          <a:solidFill>
            <a:srgbClr val="EAEAE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Where was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brown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 seen?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9" name="Google Shape;1699;p28"/>
          <p:cNvSpPr txBox="1"/>
          <p:nvPr/>
        </p:nvSpPr>
        <p:spPr>
          <a:xfrm>
            <a:off x="4581350" y="3639675"/>
            <a:ext cx="403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⚠️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brown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pet was last seen at the—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(Message stops mid-sentence)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22244"/>
      </a:dk1>
      <a:lt1>
        <a:srgbClr val="FFFFFF"/>
      </a:lt1>
      <a:dk2>
        <a:srgbClr val="EAEAEA"/>
      </a:dk2>
      <a:lt2>
        <a:srgbClr val="00D9D3"/>
      </a:lt2>
      <a:accent1>
        <a:srgbClr val="F5501C"/>
      </a:accent1>
      <a:accent2>
        <a:srgbClr val="007064"/>
      </a:accent2>
      <a:accent3>
        <a:srgbClr val="DC28C0"/>
      </a:accent3>
      <a:accent4>
        <a:srgbClr val="005AF2"/>
      </a:accent4>
      <a:accent5>
        <a:srgbClr val="5815AA"/>
      </a:accent5>
      <a:accent6>
        <a:srgbClr val="DBFF00"/>
      </a:accent6>
      <a:hlink>
        <a:srgbClr val="005AF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