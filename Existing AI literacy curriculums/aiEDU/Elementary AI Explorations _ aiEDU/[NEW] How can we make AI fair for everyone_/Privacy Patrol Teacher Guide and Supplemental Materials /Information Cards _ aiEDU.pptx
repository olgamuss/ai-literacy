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Poppi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D879F4-9B26-4EC6-A2E3-EAEF2C04ACE8}">
  <a:tblStyle styleId="{1AD879F4-9B26-4EC6-A2E3-EAEF2C04AC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Poppins-italic.fntdata"/><Relationship Id="rId10" Type="http://schemas.openxmlformats.org/officeDocument/2006/relationships/font" Target="fonts/Poppins-bold.fntdata"/><Relationship Id="rId12" Type="http://schemas.openxmlformats.org/officeDocument/2006/relationships/font" Target="fonts/Poppins-boldItalic.fntdata"/><Relationship Id="rId9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39e76a15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39e76a15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488250" y="92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{1AD879F4-9B26-4EC6-A2E3-EAEF2C04ACE8}</a:tableStyleId>
              </a:tblPr>
              <a:tblGrid>
                <a:gridCol w="2006550"/>
                <a:gridCol w="2006550"/>
                <a:gridCol w="2006550"/>
                <a:gridCol w="2006550"/>
              </a:tblGrid>
              <a:tr h="123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📸 A photo of your face</a:t>
                      </a:r>
                      <a:b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</a:b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🏠 Your home address</a:t>
                      </a:r>
                      <a:b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</a:b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🎮 Your favorite video game</a:t>
                      </a:r>
                      <a:b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</a:b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🎥 A video of you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🤒 Your recent health symptoms</a:t>
                      </a:r>
                      <a:b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</a:b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🏫 The name of your school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📚 Your favorite book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📱 Your phone number</a:t>
                      </a:r>
                      <a:endParaRPr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🗣 A recording of your voice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👨‍👩‍👧‍👦 Your family’s names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🎨 A drawing you made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🎉 Your birthday 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27371" l="0" r="0" t="31050"/>
          <a:stretch/>
        </p:blipFill>
        <p:spPr>
          <a:xfrm>
            <a:off x="152400" y="152400"/>
            <a:ext cx="13811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696350" y="1167175"/>
            <a:ext cx="2373600" cy="695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Okay to Share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6067706" y="1167175"/>
            <a:ext cx="2373600" cy="6957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It Depends…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371961" y="1167175"/>
            <a:ext cx="2373600" cy="6957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Not Okay to Share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3210875" y="1202450"/>
            <a:ext cx="0" cy="3330300"/>
          </a:xfrm>
          <a:prstGeom prst="straightConnector1">
            <a:avLst/>
          </a:prstGeom>
          <a:noFill/>
          <a:ln cap="flat" cmpd="sng" w="28575">
            <a:solidFill>
              <a:srgbClr val="22224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4"/>
          <p:cNvCxnSpPr/>
          <p:nvPr/>
        </p:nvCxnSpPr>
        <p:spPr>
          <a:xfrm>
            <a:off x="5906625" y="1202450"/>
            <a:ext cx="0" cy="3330300"/>
          </a:xfrm>
          <a:prstGeom prst="straightConnector1">
            <a:avLst/>
          </a:prstGeom>
          <a:noFill/>
          <a:ln cap="flat" cmpd="sng" w="28575">
            <a:solidFill>
              <a:srgbClr val="22224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27371" l="0" r="0" t="31050"/>
          <a:stretch/>
        </p:blipFill>
        <p:spPr>
          <a:xfrm>
            <a:off x="152400" y="152400"/>
            <a:ext cx="13811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