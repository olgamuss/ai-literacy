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embeddedFontLst>
    <p:embeddedFont>
      <p:font typeface="Open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  <p15:guide id="3" pos="514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37632E-6D11-4E2C-AAF2-AB1254F245F2}">
  <a:tblStyle styleId="{BD37632E-6D11-4E2C-AAF2-AB1254F245F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51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enSans-regular.fntdata"/><Relationship Id="rId10" Type="http://schemas.openxmlformats.org/officeDocument/2006/relationships/slide" Target="slides/slide4.xml"/><Relationship Id="rId13" Type="http://schemas.openxmlformats.org/officeDocument/2006/relationships/font" Target="fonts/OpenSans-italic.fntdata"/><Relationship Id="rId12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font" Target="fonts/Open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fa1b00ad9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fa1b00ad9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099d6b438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099d6b438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099d6b438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099d6b438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099d6b438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099d6b438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gif"/><Relationship Id="rId4" Type="http://schemas.openxmlformats.org/officeDocument/2006/relationships/hyperlink" Target="https://www.indeed.com/career-advice/career-development/copy-and-past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BFBFB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BFBFB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BFBFB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BFBFB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0" name="Google Shape;70;p16"/>
          <p:cNvGraphicFramePr/>
          <p:nvPr/>
        </p:nvGraphicFramePr>
        <p:xfrm>
          <a:off x="1941375" y="4501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{BD37632E-6D11-4E2C-AAF2-AB1254F245F2}</a:tableStyleId>
              </a:tblPr>
              <a:tblGrid>
                <a:gridCol w="4267200"/>
              </a:tblGrid>
              <a:tr h="26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🔗 </a:t>
                      </a:r>
                      <a:r>
                        <a:rPr b="1" lang="en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Helpful Hint: </a:t>
                      </a:r>
                      <a:r>
                        <a:rPr lang="en" sz="1100" u="sng">
                          <a:solidFill>
                            <a:srgbClr val="1155CC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How to copy (ctrl+c) and paste (ctrl+v)</a:t>
                      </a:r>
                      <a:endParaRPr b="1"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3100" marB="63100" marR="63100" marL="63100" anchor="ctr">
                    <a:lnL cap="flat" cmpd="sng">
                      <a:solidFill>
                        <a:srgbClr val="E6FE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FE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FE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6FE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