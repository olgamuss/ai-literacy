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Open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pos="51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C311C2-B315-4F89-BB47-71E06646DC39}">
  <a:tblStyle styleId="{F7C311C2-B315-4F89-BB47-71E06646DC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51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OpenSans-bold.fntdata"/><Relationship Id="rId14" Type="http://schemas.openxmlformats.org/officeDocument/2006/relationships/font" Target="fonts/OpenSans-regular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fa1b00ad9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fa1b00ad9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fa1b00ad9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fa1b00ad9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a1b00ad9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a1b00ad9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28d06911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28d06911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fa1b00ad9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fa1b00ad9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fa1b00ad9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fa1b00ad9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fa1b00ad9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fa1b00ad9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6.xml"/><Relationship Id="rId10" Type="http://schemas.openxmlformats.org/officeDocument/2006/relationships/slide" Target="/ppt/slides/slide6.xml"/><Relationship Id="rId13" Type="http://schemas.openxmlformats.org/officeDocument/2006/relationships/image" Target="../media/image2.gif"/><Relationship Id="rId12" Type="http://schemas.openxmlformats.org/officeDocument/2006/relationships/slide" Target="/ppt/slides/slide7.xm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slide" Target="/ppt/slides/slide3.xml"/><Relationship Id="rId9" Type="http://schemas.openxmlformats.org/officeDocument/2006/relationships/slide" Target="/ppt/slides/slide5.xml"/><Relationship Id="rId5" Type="http://schemas.openxmlformats.org/officeDocument/2006/relationships/slide" Target="/ppt/slides/slide3.xml"/><Relationship Id="rId6" Type="http://schemas.openxmlformats.org/officeDocument/2006/relationships/slide" Target="/ppt/slides/slide4.xml"/><Relationship Id="rId7" Type="http://schemas.openxmlformats.org/officeDocument/2006/relationships/slide" Target="/ppt/slides/slide4.xml"/><Relationship Id="rId8" Type="http://schemas.openxmlformats.org/officeDocument/2006/relationships/slide" Target="/ppt/slides/slide5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952500" y="9220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{F7C311C2-B315-4F89-BB47-71E06646DC39}</a:tableStyleId>
              </a:tblPr>
              <a:tblGrid>
                <a:gridCol w="3700975"/>
                <a:gridCol w="3538025"/>
              </a:tblGrid>
              <a:tr h="6003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Prototyping with Canva.com</a:t>
                      </a:r>
                      <a:endParaRPr b="1" sz="2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29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Canva.com provides an easy-to-use, drag-and-drop interface for creating your mobile app design. </a:t>
                      </a:r>
                      <a:endParaRPr sz="18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There are hundreds of templates which make it easy to get started on your design!</a:t>
                      </a:r>
                      <a:endParaRPr b="1" sz="2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0" l="0" r="1545" t="0"/>
          <a:stretch/>
        </p:blipFill>
        <p:spPr>
          <a:xfrm>
            <a:off x="5105800" y="1689025"/>
            <a:ext cx="3085699" cy="176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Google Shape;60;p14"/>
          <p:cNvGraphicFramePr/>
          <p:nvPr/>
        </p:nvGraphicFramePr>
        <p:xfrm>
          <a:off x="952500" y="645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{F7C311C2-B315-4F89-BB47-71E06646DC39}</a:tableStyleId>
              </a:tblPr>
              <a:tblGrid>
                <a:gridCol w="1977975"/>
                <a:gridCol w="5241975"/>
              </a:tblGrid>
              <a:tr h="385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Design Goals</a:t>
                      </a:r>
                      <a:endParaRPr b="1" sz="2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You final app design should include at least </a:t>
                      </a:r>
                      <a:r>
                        <a:rPr b="1" lang="en" sz="1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four screens</a:t>
                      </a:r>
                      <a:r>
                        <a:rPr lang="en" sz="1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:</a:t>
                      </a:r>
                      <a:endParaRPr sz="18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 u="sng">
                          <a:solidFill>
                            <a:schemeClr val="hlink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  <a:hlinkClick action="ppaction://hlinksldjump" r:id="rId4"/>
                        </a:rPr>
                        <a:t>Screen #1: </a:t>
                      </a:r>
                      <a:r>
                        <a:rPr lang="en" sz="1800" u="sng">
                          <a:solidFill>
                            <a:schemeClr val="hlink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  <a:hlinkClick action="ppaction://hlinksldjump" r:id="rId5"/>
                        </a:rPr>
                        <a:t>Onboarding</a:t>
                      </a:r>
                      <a:endParaRPr sz="18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 u="sng">
                          <a:solidFill>
                            <a:schemeClr val="hlink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  <a:hlinkClick action="ppaction://hlinksldjump" r:id="rId6"/>
                        </a:rPr>
                        <a:t>Screen #2:</a:t>
                      </a:r>
                      <a:r>
                        <a:rPr lang="en" sz="1800" u="sng">
                          <a:solidFill>
                            <a:schemeClr val="hlink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  <a:hlinkClick action="ppaction://hlinksldjump" r:id="rId7"/>
                        </a:rPr>
                        <a:t> Sign Up</a:t>
                      </a:r>
                      <a:endParaRPr sz="18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 u="sng">
                          <a:solidFill>
                            <a:schemeClr val="hlink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  <a:hlinkClick action="ppaction://hlinksldjump" r:id="rId8"/>
                        </a:rPr>
                        <a:t>Screen #3: </a:t>
                      </a:r>
                      <a:r>
                        <a:rPr lang="en" sz="1800" u="sng">
                          <a:solidFill>
                            <a:schemeClr val="hlink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  <a:hlinkClick action="ppaction://hlinksldjump" r:id="rId9"/>
                        </a:rPr>
                        <a:t>Dashboard</a:t>
                      </a:r>
                      <a:r>
                        <a:rPr lang="en" sz="1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endParaRPr sz="18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 u="sng">
                          <a:solidFill>
                            <a:schemeClr val="hlink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  <a:hlinkClick action="ppaction://hlinksldjump" r:id="rId10"/>
                        </a:rPr>
                        <a:t>Screen #4: </a:t>
                      </a:r>
                      <a:r>
                        <a:rPr lang="en" sz="1800" u="sng">
                          <a:solidFill>
                            <a:schemeClr val="hlink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  <a:hlinkClick action="ppaction://hlinksldjump" r:id="rId11"/>
                        </a:rPr>
                        <a:t>Feature</a:t>
                      </a:r>
                      <a:r>
                        <a:rPr lang="en" sz="1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endParaRPr sz="18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 u="sng">
                          <a:solidFill>
                            <a:schemeClr val="hlink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  <a:hlinkClick action="ppaction://hlinksldjump" r:id="rId12"/>
                        </a:rPr>
                        <a:t>Need more screens?</a:t>
                      </a:r>
                      <a:r>
                        <a:rPr lang="en" sz="1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Add as many as you need to demonstrate your idea!</a:t>
                      </a:r>
                      <a:endParaRPr sz="18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1" name="Google Shape;61;p14"/>
          <p:cNvPicPr preferRelativeResize="0"/>
          <p:nvPr/>
        </p:nvPicPr>
        <p:blipFill rotWithShape="1">
          <a:blip r:embed="rId13">
            <a:alphaModFix/>
          </a:blip>
          <a:srcRect b="0" l="30087" r="30087" t="0"/>
          <a:stretch/>
        </p:blipFill>
        <p:spPr>
          <a:xfrm>
            <a:off x="952500" y="1169125"/>
            <a:ext cx="1983176" cy="28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