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3" d="100"/>
          <a:sy n="73" d="100"/>
        </p:scale>
        <p:origin x="816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9277" y="1092170"/>
            <a:ext cx="9014460" cy="1357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00" b="1" i="0">
                <a:solidFill>
                  <a:srgbClr val="FFF200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1" i="0">
                <a:solidFill>
                  <a:srgbClr val="FFF200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bg1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1" i="0">
                <a:solidFill>
                  <a:srgbClr val="FFF200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1" i="0">
                <a:solidFill>
                  <a:srgbClr val="FFF200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16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277" y="1092170"/>
            <a:ext cx="7501255" cy="1357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00" b="1" i="0">
                <a:solidFill>
                  <a:srgbClr val="FFF200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950" y="3278895"/>
            <a:ext cx="16314419" cy="429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e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emf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140"/>
          <p:cNvSpPr txBox="1"/>
          <p:nvPr/>
        </p:nvSpPr>
        <p:spPr>
          <a:xfrm>
            <a:off x="1012127" y="4945382"/>
            <a:ext cx="11301095" cy="27400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-30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Lesson</a:t>
            </a:r>
            <a:r>
              <a:rPr sz="5900" b="1" spc="-335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b="1" spc="-50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>
              <a:lnSpc>
                <a:spcPct val="100600"/>
              </a:lnSpc>
            </a:pP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unethical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undesirable </a:t>
            </a:r>
            <a:r>
              <a:rPr sz="5900" spc="-10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sz="5900" spc="-1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facilitated</a:t>
            </a:r>
            <a:r>
              <a:rPr sz="5900" spc="-1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z="5900" spc="-1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96786198-653D-8F47-A87F-06E0476A8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27" y="9822345"/>
            <a:ext cx="12587877" cy="1318730"/>
          </a:xfrm>
          <a:prstGeom prst="rect">
            <a:avLst/>
          </a:prstGeom>
        </p:spPr>
      </p:pic>
      <p:grpSp>
        <p:nvGrpSpPr>
          <p:cNvPr id="117" name="object 109">
            <a:extLst>
              <a:ext uri="{FF2B5EF4-FFF2-40B4-BE49-F238E27FC236}">
                <a16:creationId xmlns:a16="http://schemas.microsoft.com/office/drawing/2014/main" id="{768D8273-5D0D-15E0-7165-E85D8B08D3A0}"/>
              </a:ext>
            </a:extLst>
          </p:cNvPr>
          <p:cNvGrpSpPr/>
          <p:nvPr/>
        </p:nvGrpSpPr>
        <p:grpSpPr>
          <a:xfrm>
            <a:off x="16324315" y="675639"/>
            <a:ext cx="3679825" cy="1321436"/>
            <a:chOff x="16387807" y="44523"/>
            <a:chExt cx="3679825" cy="1321435"/>
          </a:xfrm>
        </p:grpSpPr>
        <p:sp>
          <p:nvSpPr>
            <p:cNvPr id="118" name="object 110">
              <a:extLst>
                <a:ext uri="{FF2B5EF4-FFF2-40B4-BE49-F238E27FC236}">
                  <a16:creationId xmlns:a16="http://schemas.microsoft.com/office/drawing/2014/main" id="{488ADED7-6929-86CF-7B01-F3B968703255}"/>
                </a:ext>
              </a:extLst>
            </p:cNvPr>
            <p:cNvSpPr/>
            <p:nvPr/>
          </p:nvSpPr>
          <p:spPr>
            <a:xfrm>
              <a:off x="16391974" y="430557"/>
              <a:ext cx="2068195" cy="931544"/>
            </a:xfrm>
            <a:custGeom>
              <a:avLst/>
              <a:gdLst/>
              <a:ahLst/>
              <a:cxnLst/>
              <a:rect l="l" t="t" r="r" b="b"/>
              <a:pathLst>
                <a:path w="2068194" h="931544">
                  <a:moveTo>
                    <a:pt x="2068083" y="0"/>
                  </a:moveTo>
                  <a:lnTo>
                    <a:pt x="56239" y="125"/>
                  </a:lnTo>
                  <a:lnTo>
                    <a:pt x="56239" y="712"/>
                  </a:lnTo>
                  <a:lnTo>
                    <a:pt x="33925" y="5165"/>
                  </a:lnTo>
                  <a:lnTo>
                    <a:pt x="16096" y="17362"/>
                  </a:lnTo>
                  <a:lnTo>
                    <a:pt x="4278" y="35552"/>
                  </a:lnTo>
                  <a:lnTo>
                    <a:pt x="0" y="57987"/>
                  </a:lnTo>
                  <a:lnTo>
                    <a:pt x="0" y="870182"/>
                  </a:lnTo>
                  <a:lnTo>
                    <a:pt x="16526" y="914820"/>
                  </a:lnTo>
                  <a:lnTo>
                    <a:pt x="58961" y="930558"/>
                  </a:lnTo>
                  <a:lnTo>
                    <a:pt x="2068083" y="931186"/>
                  </a:lnTo>
                  <a:lnTo>
                    <a:pt x="2068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1">
              <a:extLst>
                <a:ext uri="{FF2B5EF4-FFF2-40B4-BE49-F238E27FC236}">
                  <a16:creationId xmlns:a16="http://schemas.microsoft.com/office/drawing/2014/main" id="{A8458B18-1381-A7F5-ADB8-7FFD6CCA1570}"/>
                </a:ext>
              </a:extLst>
            </p:cNvPr>
            <p:cNvSpPr/>
            <p:nvPr/>
          </p:nvSpPr>
          <p:spPr>
            <a:xfrm>
              <a:off x="16387807" y="426391"/>
              <a:ext cx="2076450" cy="939800"/>
            </a:xfrm>
            <a:custGeom>
              <a:avLst/>
              <a:gdLst/>
              <a:ahLst/>
              <a:cxnLst/>
              <a:rect l="l" t="t" r="r" b="b"/>
              <a:pathLst>
                <a:path w="2076450" h="939800">
                  <a:moveTo>
                    <a:pt x="60406" y="712"/>
                  </a:moveTo>
                  <a:lnTo>
                    <a:pt x="17276" y="18627"/>
                  </a:lnTo>
                  <a:lnTo>
                    <a:pt x="0" y="62155"/>
                  </a:lnTo>
                  <a:lnTo>
                    <a:pt x="0" y="874350"/>
                  </a:lnTo>
                  <a:lnTo>
                    <a:pt x="10210" y="912638"/>
                  </a:lnTo>
                  <a:lnTo>
                    <a:pt x="49980" y="937819"/>
                  </a:lnTo>
                  <a:lnTo>
                    <a:pt x="2076418" y="939521"/>
                  </a:lnTo>
                  <a:lnTo>
                    <a:pt x="2076418" y="931186"/>
                  </a:lnTo>
                  <a:lnTo>
                    <a:pt x="63128" y="930558"/>
                  </a:lnTo>
                  <a:lnTo>
                    <a:pt x="51369" y="929602"/>
                  </a:lnTo>
                  <a:lnTo>
                    <a:pt x="17221" y="908130"/>
                  </a:lnTo>
                  <a:lnTo>
                    <a:pt x="8334" y="874350"/>
                  </a:lnTo>
                  <a:lnTo>
                    <a:pt x="8334" y="62155"/>
                  </a:lnTo>
                  <a:lnTo>
                    <a:pt x="12317" y="41279"/>
                  </a:lnTo>
                  <a:lnTo>
                    <a:pt x="23238" y="24433"/>
                  </a:lnTo>
                  <a:lnTo>
                    <a:pt x="39726" y="13172"/>
                  </a:lnTo>
                  <a:lnTo>
                    <a:pt x="60406" y="9046"/>
                  </a:lnTo>
                  <a:lnTo>
                    <a:pt x="60406" y="712"/>
                  </a:lnTo>
                  <a:close/>
                </a:path>
                <a:path w="2076450" h="939800">
                  <a:moveTo>
                    <a:pt x="2076418" y="8324"/>
                  </a:moveTo>
                  <a:lnTo>
                    <a:pt x="2068083" y="8324"/>
                  </a:lnTo>
                  <a:lnTo>
                    <a:pt x="2068083" y="931186"/>
                  </a:lnTo>
                  <a:lnTo>
                    <a:pt x="2076418" y="931186"/>
                  </a:lnTo>
                  <a:lnTo>
                    <a:pt x="2076418" y="8324"/>
                  </a:lnTo>
                  <a:close/>
                </a:path>
                <a:path w="2076450" h="939800">
                  <a:moveTo>
                    <a:pt x="2076418" y="0"/>
                  </a:moveTo>
                  <a:lnTo>
                    <a:pt x="60406" y="125"/>
                  </a:lnTo>
                  <a:lnTo>
                    <a:pt x="60406" y="8460"/>
                  </a:lnTo>
                  <a:lnTo>
                    <a:pt x="2076418" y="8324"/>
                  </a:lnTo>
                  <a:lnTo>
                    <a:pt x="2076418" y="0"/>
                  </a:lnTo>
                  <a:close/>
                </a:path>
              </a:pathLst>
            </a:custGeom>
            <a:solidFill>
              <a:srgbClr val="1F1D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12">
              <a:extLst>
                <a:ext uri="{FF2B5EF4-FFF2-40B4-BE49-F238E27FC236}">
                  <a16:creationId xmlns:a16="http://schemas.microsoft.com/office/drawing/2014/main" id="{2F6A0C80-F123-0C28-8CD4-553805EEFFF8}"/>
                </a:ext>
              </a:extLst>
            </p:cNvPr>
            <p:cNvSpPr/>
            <p:nvPr/>
          </p:nvSpPr>
          <p:spPr>
            <a:xfrm>
              <a:off x="17418126" y="434006"/>
              <a:ext cx="1039494" cy="925194"/>
            </a:xfrm>
            <a:custGeom>
              <a:avLst/>
              <a:gdLst/>
              <a:ahLst/>
              <a:cxnLst/>
              <a:rect l="l" t="t" r="r" b="b"/>
              <a:pathLst>
                <a:path w="1039494" h="925194">
                  <a:moveTo>
                    <a:pt x="54281" y="0"/>
                  </a:moveTo>
                  <a:lnTo>
                    <a:pt x="0" y="0"/>
                  </a:lnTo>
                  <a:lnTo>
                    <a:pt x="51380" y="775075"/>
                  </a:lnTo>
                  <a:lnTo>
                    <a:pt x="1038952" y="924673"/>
                  </a:lnTo>
                  <a:lnTo>
                    <a:pt x="1038952" y="770290"/>
                  </a:lnTo>
                  <a:lnTo>
                    <a:pt x="54354" y="771746"/>
                  </a:lnTo>
                  <a:lnTo>
                    <a:pt x="54281" y="0"/>
                  </a:lnTo>
                  <a:close/>
                </a:path>
              </a:pathLst>
            </a:custGeom>
            <a:solidFill>
              <a:srgbClr val="808A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13">
              <a:extLst>
                <a:ext uri="{FF2B5EF4-FFF2-40B4-BE49-F238E27FC236}">
                  <a16:creationId xmlns:a16="http://schemas.microsoft.com/office/drawing/2014/main" id="{5FE64469-BDBD-F6A1-F57E-65BBC52EB9F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68237" y="44523"/>
              <a:ext cx="2599355" cy="1165399"/>
            </a:xfrm>
            <a:prstGeom prst="rect">
              <a:avLst/>
            </a:prstGeom>
          </p:spPr>
        </p:pic>
        <p:pic>
          <p:nvPicPr>
            <p:cNvPr id="122" name="object 114">
              <a:extLst>
                <a:ext uri="{FF2B5EF4-FFF2-40B4-BE49-F238E27FC236}">
                  <a16:creationId xmlns:a16="http://schemas.microsoft.com/office/drawing/2014/main" id="{59EC43ED-ABA7-8FCE-EDF5-34815F72004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1239" y="594659"/>
              <a:ext cx="764955" cy="617217"/>
            </a:xfrm>
            <a:prstGeom prst="rect">
              <a:avLst/>
            </a:prstGeom>
          </p:spPr>
        </p:pic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EDE5B11F-8E67-D5B8-D313-052CEF9C3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404" y="625475"/>
            <a:ext cx="13241845" cy="1747188"/>
          </a:xfrm>
          <a:prstGeom prst="rect">
            <a:avLst/>
          </a:prstGeom>
        </p:spPr>
      </p:pic>
      <p:grpSp>
        <p:nvGrpSpPr>
          <p:cNvPr id="124" name="object 2">
            <a:extLst>
              <a:ext uri="{FF2B5EF4-FFF2-40B4-BE49-F238E27FC236}">
                <a16:creationId xmlns:a16="http://schemas.microsoft.com/office/drawing/2014/main" id="{E12BBDE6-8725-2FC8-6850-F8DA87D47830}"/>
              </a:ext>
            </a:extLst>
          </p:cNvPr>
          <p:cNvGrpSpPr/>
          <p:nvPr/>
        </p:nvGrpSpPr>
        <p:grpSpPr>
          <a:xfrm>
            <a:off x="13447354" y="2987674"/>
            <a:ext cx="4310537" cy="7928761"/>
            <a:chOff x="13447354" y="1564156"/>
            <a:chExt cx="5084445" cy="9352280"/>
          </a:xfrm>
        </p:grpSpPr>
        <p:sp>
          <p:nvSpPr>
            <p:cNvPr id="125" name="object 3">
              <a:extLst>
                <a:ext uri="{FF2B5EF4-FFF2-40B4-BE49-F238E27FC236}">
                  <a16:creationId xmlns:a16="http://schemas.microsoft.com/office/drawing/2014/main" id="{57B27D5B-AF5C-198B-B8CE-C109837B2815}"/>
                </a:ext>
              </a:extLst>
            </p:cNvPr>
            <p:cNvSpPr/>
            <p:nvPr/>
          </p:nvSpPr>
          <p:spPr>
            <a:xfrm>
              <a:off x="13735690" y="9060731"/>
              <a:ext cx="495300" cy="487680"/>
            </a:xfrm>
            <a:custGeom>
              <a:avLst/>
              <a:gdLst/>
              <a:ahLst/>
              <a:cxnLst/>
              <a:rect l="l" t="t" r="r" b="b"/>
              <a:pathLst>
                <a:path w="495300" h="487679">
                  <a:moveTo>
                    <a:pt x="340450" y="0"/>
                  </a:moveTo>
                  <a:lnTo>
                    <a:pt x="0" y="132529"/>
                  </a:lnTo>
                  <a:lnTo>
                    <a:pt x="30648" y="211239"/>
                  </a:lnTo>
                  <a:lnTo>
                    <a:pt x="58930" y="211239"/>
                  </a:lnTo>
                  <a:lnTo>
                    <a:pt x="35726" y="151639"/>
                  </a:lnTo>
                  <a:lnTo>
                    <a:pt x="35758" y="149932"/>
                  </a:lnTo>
                  <a:lnTo>
                    <a:pt x="37087" y="146906"/>
                  </a:lnTo>
                  <a:lnTo>
                    <a:pt x="38333" y="145723"/>
                  </a:lnTo>
                  <a:lnTo>
                    <a:pt x="322796" y="34983"/>
                  </a:lnTo>
                  <a:lnTo>
                    <a:pt x="326398" y="36564"/>
                  </a:lnTo>
                  <a:lnTo>
                    <a:pt x="433463" y="311592"/>
                  </a:lnTo>
                  <a:lnTo>
                    <a:pt x="433431" y="313309"/>
                  </a:lnTo>
                  <a:lnTo>
                    <a:pt x="432102" y="316325"/>
                  </a:lnTo>
                  <a:lnTo>
                    <a:pt x="430866" y="317519"/>
                  </a:lnTo>
                  <a:lnTo>
                    <a:pt x="262316" y="383129"/>
                  </a:lnTo>
                  <a:lnTo>
                    <a:pt x="262316" y="487241"/>
                  </a:lnTo>
                  <a:lnTo>
                    <a:pt x="494874" y="396699"/>
                  </a:lnTo>
                  <a:lnTo>
                    <a:pt x="34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4">
              <a:extLst>
                <a:ext uri="{FF2B5EF4-FFF2-40B4-BE49-F238E27FC236}">
                  <a16:creationId xmlns:a16="http://schemas.microsoft.com/office/drawing/2014/main" id="{E145D834-0637-11E9-28BC-D1A21CFD45B6}"/>
                </a:ext>
              </a:extLst>
            </p:cNvPr>
            <p:cNvSpPr/>
            <p:nvPr/>
          </p:nvSpPr>
          <p:spPr>
            <a:xfrm>
              <a:off x="13785868" y="9110820"/>
              <a:ext cx="368935" cy="320040"/>
            </a:xfrm>
            <a:custGeom>
              <a:avLst/>
              <a:gdLst/>
              <a:ahLst/>
              <a:cxnLst/>
              <a:rect l="l" t="t" r="r" b="b"/>
              <a:pathLst>
                <a:path w="368934" h="320040">
                  <a:moveTo>
                    <a:pt x="268127" y="0"/>
                  </a:moveTo>
                  <a:lnTo>
                    <a:pt x="0" y="104373"/>
                  </a:lnTo>
                  <a:lnTo>
                    <a:pt x="22104" y="161146"/>
                  </a:lnTo>
                  <a:lnTo>
                    <a:pt x="209354" y="161146"/>
                  </a:lnTo>
                  <a:lnTo>
                    <a:pt x="212140" y="163942"/>
                  </a:lnTo>
                  <a:lnTo>
                    <a:pt x="212140" y="319686"/>
                  </a:lnTo>
                  <a:lnTo>
                    <a:pt x="368826" y="258683"/>
                  </a:lnTo>
                  <a:lnTo>
                    <a:pt x="268127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5">
              <a:extLst>
                <a:ext uri="{FF2B5EF4-FFF2-40B4-BE49-F238E27FC236}">
                  <a16:creationId xmlns:a16="http://schemas.microsoft.com/office/drawing/2014/main" id="{C6B77A32-30B0-26B5-0C32-A67C5C22625B}"/>
                </a:ext>
              </a:extLst>
            </p:cNvPr>
            <p:cNvSpPr/>
            <p:nvPr/>
          </p:nvSpPr>
          <p:spPr>
            <a:xfrm>
              <a:off x="13620217" y="9284430"/>
              <a:ext cx="365760" cy="426084"/>
            </a:xfrm>
            <a:custGeom>
              <a:avLst/>
              <a:gdLst/>
              <a:ahLst/>
              <a:cxnLst/>
              <a:rect l="l" t="t" r="r" b="b"/>
              <a:pathLst>
                <a:path w="365759" h="426084">
                  <a:moveTo>
                    <a:pt x="326529" y="38646"/>
                  </a:moveTo>
                  <a:lnTo>
                    <a:pt x="162064" y="38646"/>
                  </a:lnTo>
                  <a:lnTo>
                    <a:pt x="162064" y="109855"/>
                  </a:lnTo>
                  <a:lnTo>
                    <a:pt x="158496" y="127457"/>
                  </a:lnTo>
                  <a:lnTo>
                    <a:pt x="148780" y="141846"/>
                  </a:lnTo>
                  <a:lnTo>
                    <a:pt x="134391" y="151561"/>
                  </a:lnTo>
                  <a:lnTo>
                    <a:pt x="116789" y="155117"/>
                  </a:lnTo>
                  <a:lnTo>
                    <a:pt x="99187" y="151561"/>
                  </a:lnTo>
                  <a:lnTo>
                    <a:pt x="84797" y="141846"/>
                  </a:lnTo>
                  <a:lnTo>
                    <a:pt x="75095" y="127457"/>
                  </a:lnTo>
                  <a:lnTo>
                    <a:pt x="71526" y="109855"/>
                  </a:lnTo>
                  <a:lnTo>
                    <a:pt x="75095" y="92252"/>
                  </a:lnTo>
                  <a:lnTo>
                    <a:pt x="84797" y="77863"/>
                  </a:lnTo>
                  <a:lnTo>
                    <a:pt x="99187" y="68148"/>
                  </a:lnTo>
                  <a:lnTo>
                    <a:pt x="116789" y="64592"/>
                  </a:lnTo>
                  <a:lnTo>
                    <a:pt x="134391" y="68148"/>
                  </a:lnTo>
                  <a:lnTo>
                    <a:pt x="148780" y="77863"/>
                  </a:lnTo>
                  <a:lnTo>
                    <a:pt x="158496" y="92252"/>
                  </a:lnTo>
                  <a:lnTo>
                    <a:pt x="162064" y="109855"/>
                  </a:lnTo>
                  <a:lnTo>
                    <a:pt x="162064" y="38646"/>
                  </a:lnTo>
                  <a:lnTo>
                    <a:pt x="38811" y="38646"/>
                  </a:lnTo>
                  <a:lnTo>
                    <a:pt x="38811" y="296176"/>
                  </a:lnTo>
                  <a:lnTo>
                    <a:pt x="44665" y="285242"/>
                  </a:lnTo>
                  <a:lnTo>
                    <a:pt x="51384" y="273100"/>
                  </a:lnTo>
                  <a:lnTo>
                    <a:pt x="89052" y="213779"/>
                  </a:lnTo>
                  <a:lnTo>
                    <a:pt x="126466" y="176276"/>
                  </a:lnTo>
                  <a:lnTo>
                    <a:pt x="141909" y="171640"/>
                  </a:lnTo>
                  <a:lnTo>
                    <a:pt x="153365" y="174282"/>
                  </a:lnTo>
                  <a:lnTo>
                    <a:pt x="166014" y="182232"/>
                  </a:lnTo>
                  <a:lnTo>
                    <a:pt x="179920" y="195541"/>
                  </a:lnTo>
                  <a:lnTo>
                    <a:pt x="195135" y="214274"/>
                  </a:lnTo>
                  <a:lnTo>
                    <a:pt x="218059" y="179133"/>
                  </a:lnTo>
                  <a:lnTo>
                    <a:pt x="224231" y="171640"/>
                  </a:lnTo>
                  <a:lnTo>
                    <a:pt x="237858" y="155117"/>
                  </a:lnTo>
                  <a:lnTo>
                    <a:pt x="238620" y="154190"/>
                  </a:lnTo>
                  <a:lnTo>
                    <a:pt x="256959" y="139319"/>
                  </a:lnTo>
                  <a:lnTo>
                    <a:pt x="273189" y="134391"/>
                  </a:lnTo>
                  <a:lnTo>
                    <a:pt x="284835" y="137007"/>
                  </a:lnTo>
                  <a:lnTo>
                    <a:pt x="297561" y="144881"/>
                  </a:lnTo>
                  <a:lnTo>
                    <a:pt x="311429" y="158102"/>
                  </a:lnTo>
                  <a:lnTo>
                    <a:pt x="326529" y="176707"/>
                  </a:lnTo>
                  <a:lnTo>
                    <a:pt x="326529" y="134391"/>
                  </a:lnTo>
                  <a:lnTo>
                    <a:pt x="326529" y="64592"/>
                  </a:lnTo>
                  <a:lnTo>
                    <a:pt x="326529" y="38646"/>
                  </a:lnTo>
                  <a:close/>
                </a:path>
                <a:path w="365759" h="426084">
                  <a:moveTo>
                    <a:pt x="365328" y="0"/>
                  </a:moveTo>
                  <a:lnTo>
                    <a:pt x="338975" y="0"/>
                  </a:lnTo>
                  <a:lnTo>
                    <a:pt x="338975" y="28981"/>
                  </a:lnTo>
                  <a:lnTo>
                    <a:pt x="338975" y="325894"/>
                  </a:lnTo>
                  <a:lnTo>
                    <a:pt x="336194" y="328676"/>
                  </a:lnTo>
                  <a:lnTo>
                    <a:pt x="30302" y="328676"/>
                  </a:lnTo>
                  <a:lnTo>
                    <a:pt x="28308" y="327596"/>
                  </a:lnTo>
                  <a:lnTo>
                    <a:pt x="26289" y="324370"/>
                  </a:lnTo>
                  <a:lnTo>
                    <a:pt x="26009" y="322707"/>
                  </a:lnTo>
                  <a:lnTo>
                    <a:pt x="26365" y="321132"/>
                  </a:lnTo>
                  <a:lnTo>
                    <a:pt x="26365" y="28981"/>
                  </a:lnTo>
                  <a:lnTo>
                    <a:pt x="29146" y="26200"/>
                  </a:lnTo>
                  <a:lnTo>
                    <a:pt x="336194" y="26200"/>
                  </a:lnTo>
                  <a:lnTo>
                    <a:pt x="338975" y="28981"/>
                  </a:lnTo>
                  <a:lnTo>
                    <a:pt x="338975" y="0"/>
                  </a:lnTo>
                  <a:lnTo>
                    <a:pt x="0" y="0"/>
                  </a:lnTo>
                  <a:lnTo>
                    <a:pt x="127" y="328676"/>
                  </a:lnTo>
                  <a:lnTo>
                    <a:pt x="40436" y="360070"/>
                  </a:lnTo>
                  <a:lnTo>
                    <a:pt x="84899" y="386041"/>
                  </a:lnTo>
                  <a:lnTo>
                    <a:pt x="132892" y="405980"/>
                  </a:lnTo>
                  <a:lnTo>
                    <a:pt x="183896" y="419366"/>
                  </a:lnTo>
                  <a:lnTo>
                    <a:pt x="237413" y="425704"/>
                  </a:lnTo>
                  <a:lnTo>
                    <a:pt x="275183" y="425704"/>
                  </a:lnTo>
                  <a:lnTo>
                    <a:pt x="298361" y="423887"/>
                  </a:lnTo>
                  <a:lnTo>
                    <a:pt x="321144" y="420712"/>
                  </a:lnTo>
                  <a:lnTo>
                    <a:pt x="343484" y="416242"/>
                  </a:lnTo>
                  <a:lnTo>
                    <a:pt x="365328" y="410502"/>
                  </a:lnTo>
                  <a:lnTo>
                    <a:pt x="365328" y="328676"/>
                  </a:lnTo>
                  <a:lnTo>
                    <a:pt x="365328" y="26200"/>
                  </a:lnTo>
                  <a:lnTo>
                    <a:pt x="365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6">
              <a:extLst>
                <a:ext uri="{FF2B5EF4-FFF2-40B4-BE49-F238E27FC236}">
                  <a16:creationId xmlns:a16="http://schemas.microsoft.com/office/drawing/2014/main" id="{951FE523-7B9D-D3D2-AC3F-32939DBACB6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62626" y="9361463"/>
              <a:ext cx="284123" cy="239196"/>
            </a:xfrm>
            <a:prstGeom prst="rect">
              <a:avLst/>
            </a:prstGeom>
          </p:spPr>
        </p:pic>
        <p:sp>
          <p:nvSpPr>
            <p:cNvPr id="129" name="object 7">
              <a:extLst>
                <a:ext uri="{FF2B5EF4-FFF2-40B4-BE49-F238E27FC236}">
                  <a16:creationId xmlns:a16="http://schemas.microsoft.com/office/drawing/2014/main" id="{1D2EB11C-CEE6-B976-26FC-611C5C8D450D}"/>
                </a:ext>
              </a:extLst>
            </p:cNvPr>
            <p:cNvSpPr/>
            <p:nvPr/>
          </p:nvSpPr>
          <p:spPr>
            <a:xfrm>
              <a:off x="13607771" y="9046279"/>
              <a:ext cx="633730" cy="648970"/>
            </a:xfrm>
            <a:custGeom>
              <a:avLst/>
              <a:gdLst/>
              <a:ahLst/>
              <a:cxnLst/>
              <a:rect l="l" t="t" r="r" b="b"/>
              <a:pathLst>
                <a:path w="633730" h="648970">
                  <a:moveTo>
                    <a:pt x="351421" y="267131"/>
                  </a:moveTo>
                  <a:lnTo>
                    <a:pt x="348640" y="264337"/>
                  </a:lnTo>
                  <a:lnTo>
                    <a:pt x="41592" y="264337"/>
                  </a:lnTo>
                  <a:lnTo>
                    <a:pt x="38798" y="267131"/>
                  </a:lnTo>
                  <a:lnTo>
                    <a:pt x="38798" y="559282"/>
                  </a:lnTo>
                  <a:lnTo>
                    <a:pt x="39268" y="557923"/>
                  </a:lnTo>
                  <a:lnTo>
                    <a:pt x="51257" y="534327"/>
                  </a:lnTo>
                  <a:lnTo>
                    <a:pt x="51257" y="276796"/>
                  </a:lnTo>
                  <a:lnTo>
                    <a:pt x="338975" y="276796"/>
                  </a:lnTo>
                  <a:lnTo>
                    <a:pt x="338975" y="414858"/>
                  </a:lnTo>
                  <a:lnTo>
                    <a:pt x="346468" y="425323"/>
                  </a:lnTo>
                  <a:lnTo>
                    <a:pt x="350380" y="431253"/>
                  </a:lnTo>
                  <a:lnTo>
                    <a:pt x="351421" y="434682"/>
                  </a:lnTo>
                  <a:lnTo>
                    <a:pt x="351421" y="267131"/>
                  </a:lnTo>
                  <a:close/>
                </a:path>
                <a:path w="633730" h="648970">
                  <a:moveTo>
                    <a:pt x="633387" y="404063"/>
                  </a:moveTo>
                  <a:lnTo>
                    <a:pt x="622795" y="376859"/>
                  </a:lnTo>
                  <a:lnTo>
                    <a:pt x="622795" y="411162"/>
                  </a:lnTo>
                  <a:lnTo>
                    <a:pt x="390232" y="501688"/>
                  </a:lnTo>
                  <a:lnTo>
                    <a:pt x="390232" y="397586"/>
                  </a:lnTo>
                  <a:lnTo>
                    <a:pt x="558774" y="331978"/>
                  </a:lnTo>
                  <a:lnTo>
                    <a:pt x="560019" y="330784"/>
                  </a:lnTo>
                  <a:lnTo>
                    <a:pt x="560679" y="329272"/>
                  </a:lnTo>
                  <a:lnTo>
                    <a:pt x="561340" y="327774"/>
                  </a:lnTo>
                  <a:lnTo>
                    <a:pt x="561378" y="326047"/>
                  </a:lnTo>
                  <a:lnTo>
                    <a:pt x="546925" y="288925"/>
                  </a:lnTo>
                  <a:lnTo>
                    <a:pt x="546925" y="323227"/>
                  </a:lnTo>
                  <a:lnTo>
                    <a:pt x="390232" y="384225"/>
                  </a:lnTo>
                  <a:lnTo>
                    <a:pt x="390232" y="228485"/>
                  </a:lnTo>
                  <a:lnTo>
                    <a:pt x="387438" y="225691"/>
                  </a:lnTo>
                  <a:lnTo>
                    <a:pt x="200190" y="225691"/>
                  </a:lnTo>
                  <a:lnTo>
                    <a:pt x="178092" y="168922"/>
                  </a:lnTo>
                  <a:lnTo>
                    <a:pt x="446227" y="64554"/>
                  </a:lnTo>
                  <a:lnTo>
                    <a:pt x="546925" y="323227"/>
                  </a:lnTo>
                  <a:lnTo>
                    <a:pt x="546925" y="288925"/>
                  </a:lnTo>
                  <a:lnTo>
                    <a:pt x="454317" y="51028"/>
                  </a:lnTo>
                  <a:lnTo>
                    <a:pt x="450697" y="49441"/>
                  </a:lnTo>
                  <a:lnTo>
                    <a:pt x="166243" y="160185"/>
                  </a:lnTo>
                  <a:lnTo>
                    <a:pt x="165011" y="161366"/>
                  </a:lnTo>
                  <a:lnTo>
                    <a:pt x="163677" y="164388"/>
                  </a:lnTo>
                  <a:lnTo>
                    <a:pt x="163639" y="166103"/>
                  </a:lnTo>
                  <a:lnTo>
                    <a:pt x="186829" y="225691"/>
                  </a:lnTo>
                  <a:lnTo>
                    <a:pt x="158546" y="225691"/>
                  </a:lnTo>
                  <a:lnTo>
                    <a:pt x="127914" y="146989"/>
                  </a:lnTo>
                  <a:lnTo>
                    <a:pt x="468363" y="14465"/>
                  </a:lnTo>
                  <a:lnTo>
                    <a:pt x="622795" y="411162"/>
                  </a:lnTo>
                  <a:lnTo>
                    <a:pt x="622795" y="376859"/>
                  </a:lnTo>
                  <a:lnTo>
                    <a:pt x="477113" y="2603"/>
                  </a:lnTo>
                  <a:lnTo>
                    <a:pt x="475919" y="1358"/>
                  </a:lnTo>
                  <a:lnTo>
                    <a:pt x="474408" y="698"/>
                  </a:lnTo>
                  <a:lnTo>
                    <a:pt x="472897" y="25"/>
                  </a:lnTo>
                  <a:lnTo>
                    <a:pt x="471182" y="0"/>
                  </a:lnTo>
                  <a:lnTo>
                    <a:pt x="114401" y="138887"/>
                  </a:lnTo>
                  <a:lnTo>
                    <a:pt x="112801" y="142494"/>
                  </a:lnTo>
                  <a:lnTo>
                    <a:pt x="145186" y="225691"/>
                  </a:lnTo>
                  <a:lnTo>
                    <a:pt x="2781" y="225691"/>
                  </a:lnTo>
                  <a:lnTo>
                    <a:pt x="0" y="228485"/>
                  </a:lnTo>
                  <a:lnTo>
                    <a:pt x="0" y="555142"/>
                  </a:lnTo>
                  <a:lnTo>
                    <a:pt x="8204" y="562965"/>
                  </a:lnTo>
                  <a:lnTo>
                    <a:pt x="12446" y="566737"/>
                  </a:lnTo>
                  <a:lnTo>
                    <a:pt x="12446" y="238150"/>
                  </a:lnTo>
                  <a:lnTo>
                    <a:pt x="377774" y="238150"/>
                  </a:lnTo>
                  <a:lnTo>
                    <a:pt x="377774" y="648639"/>
                  </a:lnTo>
                  <a:lnTo>
                    <a:pt x="390232" y="644766"/>
                  </a:lnTo>
                  <a:lnTo>
                    <a:pt x="390232" y="515048"/>
                  </a:lnTo>
                  <a:lnTo>
                    <a:pt x="626237" y="423176"/>
                  </a:lnTo>
                  <a:lnTo>
                    <a:pt x="631164" y="410514"/>
                  </a:lnTo>
                  <a:lnTo>
                    <a:pt x="633387" y="404063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8">
              <a:extLst>
                <a:ext uri="{FF2B5EF4-FFF2-40B4-BE49-F238E27FC236}">
                  <a16:creationId xmlns:a16="http://schemas.microsoft.com/office/drawing/2014/main" id="{F7A96D75-F2C5-9683-EFB1-2696444307F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46233" y="9349017"/>
              <a:ext cx="312967" cy="264086"/>
            </a:xfrm>
            <a:prstGeom prst="rect">
              <a:avLst/>
            </a:prstGeom>
          </p:spPr>
        </p:pic>
        <p:sp>
          <p:nvSpPr>
            <p:cNvPr id="131" name="object 9">
              <a:extLst>
                <a:ext uri="{FF2B5EF4-FFF2-40B4-BE49-F238E27FC236}">
                  <a16:creationId xmlns:a16="http://schemas.microsoft.com/office/drawing/2014/main" id="{3ABB3278-AB0F-4B39-9231-772C39F0D03B}"/>
                </a:ext>
              </a:extLst>
            </p:cNvPr>
            <p:cNvSpPr/>
            <p:nvPr/>
          </p:nvSpPr>
          <p:spPr>
            <a:xfrm>
              <a:off x="13447354" y="2570979"/>
              <a:ext cx="5084445" cy="7835900"/>
            </a:xfrm>
            <a:custGeom>
              <a:avLst/>
              <a:gdLst/>
              <a:ahLst/>
              <a:cxnLst/>
              <a:rect l="l" t="t" r="r" b="b"/>
              <a:pathLst>
                <a:path w="5084444" h="7835900">
                  <a:moveTo>
                    <a:pt x="1858244" y="7239000"/>
                  </a:moveTo>
                  <a:lnTo>
                    <a:pt x="1824384" y="7239000"/>
                  </a:lnTo>
                  <a:lnTo>
                    <a:pt x="1824384" y="7251700"/>
                  </a:lnTo>
                  <a:lnTo>
                    <a:pt x="1818277" y="7251700"/>
                  </a:lnTo>
                  <a:lnTo>
                    <a:pt x="1870421" y="7264400"/>
                  </a:lnTo>
                  <a:lnTo>
                    <a:pt x="1969836" y="7289800"/>
                  </a:lnTo>
                  <a:lnTo>
                    <a:pt x="2016694" y="7315200"/>
                  </a:lnTo>
                  <a:lnTo>
                    <a:pt x="2061378" y="7340600"/>
                  </a:lnTo>
                  <a:lnTo>
                    <a:pt x="2103681" y="7366000"/>
                  </a:lnTo>
                  <a:lnTo>
                    <a:pt x="2143397" y="7391400"/>
                  </a:lnTo>
                  <a:lnTo>
                    <a:pt x="2180321" y="7429500"/>
                  </a:lnTo>
                  <a:lnTo>
                    <a:pt x="2214237" y="7467600"/>
                  </a:lnTo>
                  <a:lnTo>
                    <a:pt x="2244938" y="7505700"/>
                  </a:lnTo>
                  <a:lnTo>
                    <a:pt x="2272217" y="7543800"/>
                  </a:lnTo>
                  <a:lnTo>
                    <a:pt x="2295867" y="7594600"/>
                  </a:lnTo>
                  <a:lnTo>
                    <a:pt x="2315682" y="7632700"/>
                  </a:lnTo>
                  <a:lnTo>
                    <a:pt x="2331453" y="7683500"/>
                  </a:lnTo>
                  <a:lnTo>
                    <a:pt x="2342975" y="7734300"/>
                  </a:lnTo>
                  <a:lnTo>
                    <a:pt x="2350040" y="7785100"/>
                  </a:lnTo>
                  <a:lnTo>
                    <a:pt x="2352441" y="7835900"/>
                  </a:lnTo>
                  <a:lnTo>
                    <a:pt x="2369111" y="7835900"/>
                  </a:lnTo>
                  <a:lnTo>
                    <a:pt x="2367291" y="7797800"/>
                  </a:lnTo>
                  <a:lnTo>
                    <a:pt x="2361925" y="7747000"/>
                  </a:lnTo>
                  <a:lnTo>
                    <a:pt x="2353147" y="7708900"/>
                  </a:lnTo>
                  <a:lnTo>
                    <a:pt x="2341090" y="7658100"/>
                  </a:lnTo>
                  <a:lnTo>
                    <a:pt x="2325890" y="7620000"/>
                  </a:lnTo>
                  <a:lnTo>
                    <a:pt x="2307681" y="7581900"/>
                  </a:lnTo>
                  <a:lnTo>
                    <a:pt x="2286597" y="7531100"/>
                  </a:lnTo>
                  <a:lnTo>
                    <a:pt x="2262773" y="7505700"/>
                  </a:lnTo>
                  <a:lnTo>
                    <a:pt x="2236342" y="7467600"/>
                  </a:lnTo>
                  <a:lnTo>
                    <a:pt x="2207439" y="7429500"/>
                  </a:lnTo>
                  <a:lnTo>
                    <a:pt x="2176199" y="7404100"/>
                  </a:lnTo>
                  <a:lnTo>
                    <a:pt x="2142755" y="7366000"/>
                  </a:lnTo>
                  <a:lnTo>
                    <a:pt x="2107243" y="7340600"/>
                  </a:lnTo>
                  <a:lnTo>
                    <a:pt x="2069796" y="7315200"/>
                  </a:lnTo>
                  <a:lnTo>
                    <a:pt x="2030549" y="7302500"/>
                  </a:lnTo>
                  <a:lnTo>
                    <a:pt x="1989636" y="7277100"/>
                  </a:lnTo>
                  <a:lnTo>
                    <a:pt x="1903349" y="7251700"/>
                  </a:lnTo>
                  <a:lnTo>
                    <a:pt x="1858244" y="7239000"/>
                  </a:lnTo>
                  <a:close/>
                </a:path>
                <a:path w="5084444" h="7835900">
                  <a:moveTo>
                    <a:pt x="4479580" y="6045200"/>
                  </a:moveTo>
                  <a:lnTo>
                    <a:pt x="510846" y="6045200"/>
                  </a:lnTo>
                  <a:lnTo>
                    <a:pt x="465738" y="6057900"/>
                  </a:lnTo>
                  <a:lnTo>
                    <a:pt x="379448" y="6083300"/>
                  </a:lnTo>
                  <a:lnTo>
                    <a:pt x="338535" y="6108700"/>
                  </a:lnTo>
                  <a:lnTo>
                    <a:pt x="299288" y="6121400"/>
                  </a:lnTo>
                  <a:lnTo>
                    <a:pt x="261842" y="6146800"/>
                  </a:lnTo>
                  <a:lnTo>
                    <a:pt x="226331" y="6172200"/>
                  </a:lnTo>
                  <a:lnTo>
                    <a:pt x="192889" y="6210300"/>
                  </a:lnTo>
                  <a:lnTo>
                    <a:pt x="161651" y="6235700"/>
                  </a:lnTo>
                  <a:lnTo>
                    <a:pt x="132751" y="6273800"/>
                  </a:lnTo>
                  <a:lnTo>
                    <a:pt x="106323" y="6311900"/>
                  </a:lnTo>
                  <a:lnTo>
                    <a:pt x="82501" y="6350000"/>
                  </a:lnTo>
                  <a:lnTo>
                    <a:pt x="61419" y="6388100"/>
                  </a:lnTo>
                  <a:lnTo>
                    <a:pt x="43213" y="6426200"/>
                  </a:lnTo>
                  <a:lnTo>
                    <a:pt x="28015" y="6464300"/>
                  </a:lnTo>
                  <a:lnTo>
                    <a:pt x="15961" y="6515100"/>
                  </a:lnTo>
                  <a:lnTo>
                    <a:pt x="7184" y="6553200"/>
                  </a:lnTo>
                  <a:lnTo>
                    <a:pt x="1819" y="6604000"/>
                  </a:lnTo>
                  <a:lnTo>
                    <a:pt x="0" y="6654800"/>
                  </a:lnTo>
                  <a:lnTo>
                    <a:pt x="1818" y="6692900"/>
                  </a:lnTo>
                  <a:lnTo>
                    <a:pt x="7182" y="6743700"/>
                  </a:lnTo>
                  <a:lnTo>
                    <a:pt x="15960" y="6794500"/>
                  </a:lnTo>
                  <a:lnTo>
                    <a:pt x="28015" y="6832600"/>
                  </a:lnTo>
                  <a:lnTo>
                    <a:pt x="43214" y="6870700"/>
                  </a:lnTo>
                  <a:lnTo>
                    <a:pt x="61422" y="6921500"/>
                  </a:lnTo>
                  <a:lnTo>
                    <a:pt x="82505" y="6959600"/>
                  </a:lnTo>
                  <a:lnTo>
                    <a:pt x="106329" y="6997700"/>
                  </a:lnTo>
                  <a:lnTo>
                    <a:pt x="132760" y="7023100"/>
                  </a:lnTo>
                  <a:lnTo>
                    <a:pt x="161662" y="7061200"/>
                  </a:lnTo>
                  <a:lnTo>
                    <a:pt x="192902" y="7086600"/>
                  </a:lnTo>
                  <a:lnTo>
                    <a:pt x="226345" y="7124700"/>
                  </a:lnTo>
                  <a:lnTo>
                    <a:pt x="261857" y="7150100"/>
                  </a:lnTo>
                  <a:lnTo>
                    <a:pt x="299304" y="7175500"/>
                  </a:lnTo>
                  <a:lnTo>
                    <a:pt x="338551" y="7188200"/>
                  </a:lnTo>
                  <a:lnTo>
                    <a:pt x="379464" y="7213600"/>
                  </a:lnTo>
                  <a:lnTo>
                    <a:pt x="421909" y="7226300"/>
                  </a:lnTo>
                  <a:lnTo>
                    <a:pt x="510855" y="7251700"/>
                  </a:lnTo>
                  <a:lnTo>
                    <a:pt x="1764783" y="7251700"/>
                  </a:lnTo>
                  <a:lnTo>
                    <a:pt x="1764783" y="7239000"/>
                  </a:lnTo>
                  <a:lnTo>
                    <a:pt x="550823" y="7239000"/>
                  </a:lnTo>
                  <a:lnTo>
                    <a:pt x="448090" y="7213600"/>
                  </a:lnTo>
                  <a:lnTo>
                    <a:pt x="399264" y="7200900"/>
                  </a:lnTo>
                  <a:lnTo>
                    <a:pt x="352406" y="7175500"/>
                  </a:lnTo>
                  <a:lnTo>
                    <a:pt x="307722" y="7162800"/>
                  </a:lnTo>
                  <a:lnTo>
                    <a:pt x="265419" y="7124700"/>
                  </a:lnTo>
                  <a:lnTo>
                    <a:pt x="225702" y="7099300"/>
                  </a:lnTo>
                  <a:lnTo>
                    <a:pt x="188779" y="7061200"/>
                  </a:lnTo>
                  <a:lnTo>
                    <a:pt x="154866" y="7023100"/>
                  </a:lnTo>
                  <a:lnTo>
                    <a:pt x="124167" y="6985000"/>
                  </a:lnTo>
                  <a:lnTo>
                    <a:pt x="96890" y="6946900"/>
                  </a:lnTo>
                  <a:lnTo>
                    <a:pt x="73240" y="6896100"/>
                  </a:lnTo>
                  <a:lnTo>
                    <a:pt x="53426" y="6858000"/>
                  </a:lnTo>
                  <a:lnTo>
                    <a:pt x="37653" y="6807200"/>
                  </a:lnTo>
                  <a:lnTo>
                    <a:pt x="26130" y="6756400"/>
                  </a:lnTo>
                  <a:lnTo>
                    <a:pt x="19063" y="6705600"/>
                  </a:lnTo>
                  <a:lnTo>
                    <a:pt x="16659" y="6654800"/>
                  </a:lnTo>
                  <a:lnTo>
                    <a:pt x="19063" y="6591300"/>
                  </a:lnTo>
                  <a:lnTo>
                    <a:pt x="26130" y="6540500"/>
                  </a:lnTo>
                  <a:lnTo>
                    <a:pt x="37654" y="6489700"/>
                  </a:lnTo>
                  <a:lnTo>
                    <a:pt x="53427" y="6438900"/>
                  </a:lnTo>
                  <a:lnTo>
                    <a:pt x="73244" y="6400800"/>
                  </a:lnTo>
                  <a:lnTo>
                    <a:pt x="96896" y="6350000"/>
                  </a:lnTo>
                  <a:lnTo>
                    <a:pt x="124177" y="6311900"/>
                  </a:lnTo>
                  <a:lnTo>
                    <a:pt x="154881" y="6273800"/>
                  </a:lnTo>
                  <a:lnTo>
                    <a:pt x="188800" y="6235700"/>
                  </a:lnTo>
                  <a:lnTo>
                    <a:pt x="225726" y="6197600"/>
                  </a:lnTo>
                  <a:lnTo>
                    <a:pt x="265444" y="6172200"/>
                  </a:lnTo>
                  <a:lnTo>
                    <a:pt x="307747" y="6146800"/>
                  </a:lnTo>
                  <a:lnTo>
                    <a:pt x="352429" y="6121400"/>
                  </a:lnTo>
                  <a:lnTo>
                    <a:pt x="399285" y="6096000"/>
                  </a:lnTo>
                  <a:lnTo>
                    <a:pt x="498691" y="6070600"/>
                  </a:lnTo>
                  <a:lnTo>
                    <a:pt x="550829" y="6057900"/>
                  </a:lnTo>
                  <a:lnTo>
                    <a:pt x="4479580" y="6057900"/>
                  </a:lnTo>
                  <a:lnTo>
                    <a:pt x="4479580" y="6045200"/>
                  </a:lnTo>
                  <a:close/>
                </a:path>
                <a:path w="5084444" h="7835900">
                  <a:moveTo>
                    <a:pt x="1824384" y="7239000"/>
                  </a:moveTo>
                  <a:lnTo>
                    <a:pt x="1764783" y="7239000"/>
                  </a:lnTo>
                  <a:lnTo>
                    <a:pt x="1764783" y="7251700"/>
                  </a:lnTo>
                  <a:lnTo>
                    <a:pt x="1824384" y="7251700"/>
                  </a:lnTo>
                  <a:lnTo>
                    <a:pt x="1824384" y="7239000"/>
                  </a:lnTo>
                  <a:close/>
                </a:path>
                <a:path w="5084444" h="7835900">
                  <a:moveTo>
                    <a:pt x="4494690" y="6045200"/>
                  </a:moveTo>
                  <a:lnTo>
                    <a:pt x="4479580" y="6045200"/>
                  </a:lnTo>
                  <a:lnTo>
                    <a:pt x="4479580" y="6057900"/>
                  </a:lnTo>
                  <a:lnTo>
                    <a:pt x="4494690" y="6057900"/>
                  </a:lnTo>
                  <a:lnTo>
                    <a:pt x="4494690" y="6045200"/>
                  </a:lnTo>
                  <a:close/>
                </a:path>
                <a:path w="5084444" h="7835900">
                  <a:moveTo>
                    <a:pt x="4573073" y="4851400"/>
                  </a:moveTo>
                  <a:lnTo>
                    <a:pt x="4494690" y="4851400"/>
                  </a:lnTo>
                  <a:lnTo>
                    <a:pt x="4494690" y="4864100"/>
                  </a:lnTo>
                  <a:lnTo>
                    <a:pt x="4533055" y="4864100"/>
                  </a:lnTo>
                  <a:lnTo>
                    <a:pt x="4585184" y="4876800"/>
                  </a:lnTo>
                  <a:lnTo>
                    <a:pt x="4684579" y="4902200"/>
                  </a:lnTo>
                  <a:lnTo>
                    <a:pt x="4731433" y="4914900"/>
                  </a:lnTo>
                  <a:lnTo>
                    <a:pt x="4776116" y="4940300"/>
                  </a:lnTo>
                  <a:lnTo>
                    <a:pt x="4818421" y="4965700"/>
                  </a:lnTo>
                  <a:lnTo>
                    <a:pt x="4858143" y="5003800"/>
                  </a:lnTo>
                  <a:lnTo>
                    <a:pt x="4895076" y="5041900"/>
                  </a:lnTo>
                  <a:lnTo>
                    <a:pt x="4928999" y="5080000"/>
                  </a:lnTo>
                  <a:lnTo>
                    <a:pt x="4959706" y="5118100"/>
                  </a:lnTo>
                  <a:lnTo>
                    <a:pt x="4986992" y="5156200"/>
                  </a:lnTo>
                  <a:lnTo>
                    <a:pt x="5010648" y="5207000"/>
                  </a:lnTo>
                  <a:lnTo>
                    <a:pt x="5030468" y="5245100"/>
                  </a:lnTo>
                  <a:lnTo>
                    <a:pt x="5046244" y="5295900"/>
                  </a:lnTo>
                  <a:lnTo>
                    <a:pt x="5057769" y="5346700"/>
                  </a:lnTo>
                  <a:lnTo>
                    <a:pt x="5064836" y="5397500"/>
                  </a:lnTo>
                  <a:lnTo>
                    <a:pt x="5067238" y="5461000"/>
                  </a:lnTo>
                  <a:lnTo>
                    <a:pt x="5064837" y="5511800"/>
                  </a:lnTo>
                  <a:lnTo>
                    <a:pt x="5057771" y="5562600"/>
                  </a:lnTo>
                  <a:lnTo>
                    <a:pt x="5046248" y="5613400"/>
                  </a:lnTo>
                  <a:lnTo>
                    <a:pt x="5030475" y="5664200"/>
                  </a:lnTo>
                  <a:lnTo>
                    <a:pt x="5010660" y="5702300"/>
                  </a:lnTo>
                  <a:lnTo>
                    <a:pt x="4987009" y="5753100"/>
                  </a:lnTo>
                  <a:lnTo>
                    <a:pt x="4959730" y="5791200"/>
                  </a:lnTo>
                  <a:lnTo>
                    <a:pt x="4929031" y="5829300"/>
                  </a:lnTo>
                  <a:lnTo>
                    <a:pt x="4895117" y="5867400"/>
                  </a:lnTo>
                  <a:lnTo>
                    <a:pt x="4858194" y="5905500"/>
                  </a:lnTo>
                  <a:lnTo>
                    <a:pt x="4818478" y="5930900"/>
                  </a:lnTo>
                  <a:lnTo>
                    <a:pt x="4776175" y="5969000"/>
                  </a:lnTo>
                  <a:lnTo>
                    <a:pt x="4731491" y="5981700"/>
                  </a:lnTo>
                  <a:lnTo>
                    <a:pt x="4684633" y="6007100"/>
                  </a:lnTo>
                  <a:lnTo>
                    <a:pt x="4635806" y="6019800"/>
                  </a:lnTo>
                  <a:lnTo>
                    <a:pt x="4533074" y="6045200"/>
                  </a:lnTo>
                  <a:lnTo>
                    <a:pt x="4494690" y="6045200"/>
                  </a:lnTo>
                  <a:lnTo>
                    <a:pt x="4494690" y="6057900"/>
                  </a:lnTo>
                  <a:lnTo>
                    <a:pt x="4573041" y="6057900"/>
                  </a:lnTo>
                  <a:lnTo>
                    <a:pt x="4661988" y="6032500"/>
                  </a:lnTo>
                  <a:lnTo>
                    <a:pt x="4704433" y="6019800"/>
                  </a:lnTo>
                  <a:lnTo>
                    <a:pt x="4745346" y="5994400"/>
                  </a:lnTo>
                  <a:lnTo>
                    <a:pt x="4784593" y="5981700"/>
                  </a:lnTo>
                  <a:lnTo>
                    <a:pt x="4822039" y="5956300"/>
                  </a:lnTo>
                  <a:lnTo>
                    <a:pt x="4857552" y="5930900"/>
                  </a:lnTo>
                  <a:lnTo>
                    <a:pt x="4890995" y="5892800"/>
                  </a:lnTo>
                  <a:lnTo>
                    <a:pt x="4922235" y="5867400"/>
                  </a:lnTo>
                  <a:lnTo>
                    <a:pt x="4951137" y="5829300"/>
                  </a:lnTo>
                  <a:lnTo>
                    <a:pt x="4977567" y="5803900"/>
                  </a:lnTo>
                  <a:lnTo>
                    <a:pt x="5001391" y="5765800"/>
                  </a:lnTo>
                  <a:lnTo>
                    <a:pt x="5022474" y="5727700"/>
                  </a:lnTo>
                  <a:lnTo>
                    <a:pt x="5040683" y="5676900"/>
                  </a:lnTo>
                  <a:lnTo>
                    <a:pt x="5055882" y="5638800"/>
                  </a:lnTo>
                  <a:lnTo>
                    <a:pt x="5067937" y="5600700"/>
                  </a:lnTo>
                  <a:lnTo>
                    <a:pt x="5076714" y="5549900"/>
                  </a:lnTo>
                  <a:lnTo>
                    <a:pt x="5082079" y="5499100"/>
                  </a:lnTo>
                  <a:lnTo>
                    <a:pt x="5083897" y="5461000"/>
                  </a:lnTo>
                  <a:lnTo>
                    <a:pt x="5082077" y="5410200"/>
                  </a:lnTo>
                  <a:lnTo>
                    <a:pt x="5076713" y="5359400"/>
                  </a:lnTo>
                  <a:lnTo>
                    <a:pt x="5067937" y="5321300"/>
                  </a:lnTo>
                  <a:lnTo>
                    <a:pt x="5055886" y="5270500"/>
                  </a:lnTo>
                  <a:lnTo>
                    <a:pt x="5040692" y="5232400"/>
                  </a:lnTo>
                  <a:lnTo>
                    <a:pt x="5022489" y="5194300"/>
                  </a:lnTo>
                  <a:lnTo>
                    <a:pt x="5001412" y="5143500"/>
                  </a:lnTo>
                  <a:lnTo>
                    <a:pt x="4977595" y="5105400"/>
                  </a:lnTo>
                  <a:lnTo>
                    <a:pt x="4951171" y="5080000"/>
                  </a:lnTo>
                  <a:lnTo>
                    <a:pt x="4922275" y="5041900"/>
                  </a:lnTo>
                  <a:lnTo>
                    <a:pt x="4891041" y="5003800"/>
                  </a:lnTo>
                  <a:lnTo>
                    <a:pt x="4857602" y="4978400"/>
                  </a:lnTo>
                  <a:lnTo>
                    <a:pt x="4822093" y="4953000"/>
                  </a:lnTo>
                  <a:lnTo>
                    <a:pt x="4784648" y="4927600"/>
                  </a:lnTo>
                  <a:lnTo>
                    <a:pt x="4745401" y="4902200"/>
                  </a:lnTo>
                  <a:lnTo>
                    <a:pt x="4704486" y="4889500"/>
                  </a:lnTo>
                  <a:lnTo>
                    <a:pt x="4618188" y="4864100"/>
                  </a:lnTo>
                  <a:lnTo>
                    <a:pt x="4573073" y="4851400"/>
                  </a:lnTo>
                  <a:close/>
                </a:path>
                <a:path w="5084444" h="7835900">
                  <a:moveTo>
                    <a:pt x="550829" y="3670300"/>
                  </a:moveTo>
                  <a:lnTo>
                    <a:pt x="465738" y="3670300"/>
                  </a:lnTo>
                  <a:lnTo>
                    <a:pt x="379448" y="3695700"/>
                  </a:lnTo>
                  <a:lnTo>
                    <a:pt x="338535" y="3721100"/>
                  </a:lnTo>
                  <a:lnTo>
                    <a:pt x="299288" y="3746500"/>
                  </a:lnTo>
                  <a:lnTo>
                    <a:pt x="261842" y="3759200"/>
                  </a:lnTo>
                  <a:lnTo>
                    <a:pt x="226331" y="3784600"/>
                  </a:lnTo>
                  <a:lnTo>
                    <a:pt x="192889" y="3822700"/>
                  </a:lnTo>
                  <a:lnTo>
                    <a:pt x="161651" y="3848100"/>
                  </a:lnTo>
                  <a:lnTo>
                    <a:pt x="132751" y="3886200"/>
                  </a:lnTo>
                  <a:lnTo>
                    <a:pt x="106323" y="3924300"/>
                  </a:lnTo>
                  <a:lnTo>
                    <a:pt x="82501" y="3962400"/>
                  </a:lnTo>
                  <a:lnTo>
                    <a:pt x="61419" y="4000500"/>
                  </a:lnTo>
                  <a:lnTo>
                    <a:pt x="43213" y="4038600"/>
                  </a:lnTo>
                  <a:lnTo>
                    <a:pt x="28015" y="4076700"/>
                  </a:lnTo>
                  <a:lnTo>
                    <a:pt x="15961" y="4127500"/>
                  </a:lnTo>
                  <a:lnTo>
                    <a:pt x="7184" y="4165600"/>
                  </a:lnTo>
                  <a:lnTo>
                    <a:pt x="1819" y="4216400"/>
                  </a:lnTo>
                  <a:lnTo>
                    <a:pt x="0" y="4267200"/>
                  </a:lnTo>
                  <a:lnTo>
                    <a:pt x="2001" y="4318000"/>
                  </a:lnTo>
                  <a:lnTo>
                    <a:pt x="7907" y="4356100"/>
                  </a:lnTo>
                  <a:lnTo>
                    <a:pt x="17563" y="4406900"/>
                  </a:lnTo>
                  <a:lnTo>
                    <a:pt x="30813" y="4457700"/>
                  </a:lnTo>
                  <a:lnTo>
                    <a:pt x="47499" y="4495800"/>
                  </a:lnTo>
                  <a:lnTo>
                    <a:pt x="67468" y="4533900"/>
                  </a:lnTo>
                  <a:lnTo>
                    <a:pt x="90562" y="4584700"/>
                  </a:lnTo>
                  <a:lnTo>
                    <a:pt x="116626" y="4622800"/>
                  </a:lnTo>
                  <a:lnTo>
                    <a:pt x="145505" y="4648200"/>
                  </a:lnTo>
                  <a:lnTo>
                    <a:pt x="177041" y="4686300"/>
                  </a:lnTo>
                  <a:lnTo>
                    <a:pt x="211076" y="4724400"/>
                  </a:lnTo>
                  <a:lnTo>
                    <a:pt x="247459" y="4749800"/>
                  </a:lnTo>
                  <a:lnTo>
                    <a:pt x="286036" y="4775200"/>
                  </a:lnTo>
                  <a:lnTo>
                    <a:pt x="326649" y="4800600"/>
                  </a:lnTo>
                  <a:lnTo>
                    <a:pt x="369141" y="4813300"/>
                  </a:lnTo>
                  <a:lnTo>
                    <a:pt x="459139" y="4838700"/>
                  </a:lnTo>
                  <a:lnTo>
                    <a:pt x="554775" y="4864100"/>
                  </a:lnTo>
                  <a:lnTo>
                    <a:pt x="4479580" y="4864100"/>
                  </a:lnTo>
                  <a:lnTo>
                    <a:pt x="4479580" y="4851400"/>
                  </a:lnTo>
                  <a:lnTo>
                    <a:pt x="604316" y="4851400"/>
                  </a:lnTo>
                  <a:lnTo>
                    <a:pt x="556103" y="4838700"/>
                  </a:lnTo>
                  <a:lnTo>
                    <a:pt x="508967" y="4838700"/>
                  </a:lnTo>
                  <a:lnTo>
                    <a:pt x="418527" y="4813300"/>
                  </a:lnTo>
                  <a:lnTo>
                    <a:pt x="375526" y="4800600"/>
                  </a:lnTo>
                  <a:lnTo>
                    <a:pt x="334204" y="4775200"/>
                  </a:lnTo>
                  <a:lnTo>
                    <a:pt x="294714" y="4762500"/>
                  </a:lnTo>
                  <a:lnTo>
                    <a:pt x="257206" y="4737100"/>
                  </a:lnTo>
                  <a:lnTo>
                    <a:pt x="221831" y="4711700"/>
                  </a:lnTo>
                  <a:lnTo>
                    <a:pt x="188740" y="4673600"/>
                  </a:lnTo>
                  <a:lnTo>
                    <a:pt x="158084" y="4648200"/>
                  </a:lnTo>
                  <a:lnTo>
                    <a:pt x="130013" y="4610100"/>
                  </a:lnTo>
                  <a:lnTo>
                    <a:pt x="104680" y="4572000"/>
                  </a:lnTo>
                  <a:lnTo>
                    <a:pt x="82235" y="4533900"/>
                  </a:lnTo>
                  <a:lnTo>
                    <a:pt x="62828" y="4495800"/>
                  </a:lnTo>
                  <a:lnTo>
                    <a:pt x="46611" y="4445000"/>
                  </a:lnTo>
                  <a:lnTo>
                    <a:pt x="33734" y="4406900"/>
                  </a:lnTo>
                  <a:lnTo>
                    <a:pt x="24350" y="4356100"/>
                  </a:lnTo>
                  <a:lnTo>
                    <a:pt x="18607" y="4318000"/>
                  </a:lnTo>
                  <a:lnTo>
                    <a:pt x="16659" y="4267200"/>
                  </a:lnTo>
                  <a:lnTo>
                    <a:pt x="19063" y="4203700"/>
                  </a:lnTo>
                  <a:lnTo>
                    <a:pt x="26130" y="4152900"/>
                  </a:lnTo>
                  <a:lnTo>
                    <a:pt x="37654" y="4102100"/>
                  </a:lnTo>
                  <a:lnTo>
                    <a:pt x="53427" y="4064000"/>
                  </a:lnTo>
                  <a:lnTo>
                    <a:pt x="73244" y="4013200"/>
                  </a:lnTo>
                  <a:lnTo>
                    <a:pt x="96896" y="3962400"/>
                  </a:lnTo>
                  <a:lnTo>
                    <a:pt x="124177" y="3924300"/>
                  </a:lnTo>
                  <a:lnTo>
                    <a:pt x="154881" y="3886200"/>
                  </a:lnTo>
                  <a:lnTo>
                    <a:pt x="188800" y="3848100"/>
                  </a:lnTo>
                  <a:lnTo>
                    <a:pt x="225726" y="3810000"/>
                  </a:lnTo>
                  <a:lnTo>
                    <a:pt x="265444" y="3784600"/>
                  </a:lnTo>
                  <a:lnTo>
                    <a:pt x="307747" y="3759200"/>
                  </a:lnTo>
                  <a:lnTo>
                    <a:pt x="352429" y="3733800"/>
                  </a:lnTo>
                  <a:lnTo>
                    <a:pt x="399285" y="3708400"/>
                  </a:lnTo>
                  <a:lnTo>
                    <a:pt x="498691" y="3683000"/>
                  </a:lnTo>
                  <a:lnTo>
                    <a:pt x="550829" y="3670300"/>
                  </a:lnTo>
                  <a:close/>
                </a:path>
                <a:path w="5084444" h="7835900">
                  <a:moveTo>
                    <a:pt x="4494690" y="4851400"/>
                  </a:moveTo>
                  <a:lnTo>
                    <a:pt x="4479580" y="4851400"/>
                  </a:lnTo>
                  <a:lnTo>
                    <a:pt x="4479580" y="4864100"/>
                  </a:lnTo>
                  <a:lnTo>
                    <a:pt x="4494690" y="4864100"/>
                  </a:lnTo>
                  <a:lnTo>
                    <a:pt x="4494690" y="4851400"/>
                  </a:lnTo>
                  <a:close/>
                </a:path>
                <a:path w="5084444" h="7835900">
                  <a:moveTo>
                    <a:pt x="4479580" y="3657600"/>
                  </a:moveTo>
                  <a:lnTo>
                    <a:pt x="557083" y="3657600"/>
                  </a:lnTo>
                  <a:lnTo>
                    <a:pt x="510846" y="3670300"/>
                  </a:lnTo>
                  <a:lnTo>
                    <a:pt x="4479580" y="3670300"/>
                  </a:lnTo>
                  <a:lnTo>
                    <a:pt x="4479580" y="3657600"/>
                  </a:lnTo>
                  <a:close/>
                </a:path>
                <a:path w="5084444" h="7835900">
                  <a:moveTo>
                    <a:pt x="4494690" y="3657600"/>
                  </a:moveTo>
                  <a:lnTo>
                    <a:pt x="4479580" y="3657600"/>
                  </a:lnTo>
                  <a:lnTo>
                    <a:pt x="4479580" y="3670300"/>
                  </a:lnTo>
                  <a:lnTo>
                    <a:pt x="4494690" y="3670300"/>
                  </a:lnTo>
                  <a:lnTo>
                    <a:pt x="4494690" y="3657600"/>
                  </a:lnTo>
                  <a:close/>
                </a:path>
                <a:path w="5084444" h="7835900">
                  <a:moveTo>
                    <a:pt x="4494690" y="2463800"/>
                  </a:moveTo>
                  <a:lnTo>
                    <a:pt x="4479580" y="2463800"/>
                  </a:lnTo>
                  <a:lnTo>
                    <a:pt x="4479580" y="2476500"/>
                  </a:lnTo>
                  <a:lnTo>
                    <a:pt x="4533074" y="2489200"/>
                  </a:lnTo>
                  <a:lnTo>
                    <a:pt x="4585218" y="2489200"/>
                  </a:lnTo>
                  <a:lnTo>
                    <a:pt x="4684633" y="2514600"/>
                  </a:lnTo>
                  <a:lnTo>
                    <a:pt x="4731491" y="2540000"/>
                  </a:lnTo>
                  <a:lnTo>
                    <a:pt x="4776175" y="2565400"/>
                  </a:lnTo>
                  <a:lnTo>
                    <a:pt x="4818478" y="2590800"/>
                  </a:lnTo>
                  <a:lnTo>
                    <a:pt x="4858194" y="2616200"/>
                  </a:lnTo>
                  <a:lnTo>
                    <a:pt x="4895117" y="2654300"/>
                  </a:lnTo>
                  <a:lnTo>
                    <a:pt x="4929031" y="2692400"/>
                  </a:lnTo>
                  <a:lnTo>
                    <a:pt x="4959730" y="2730500"/>
                  </a:lnTo>
                  <a:lnTo>
                    <a:pt x="4987009" y="2768600"/>
                  </a:lnTo>
                  <a:lnTo>
                    <a:pt x="5010660" y="2819400"/>
                  </a:lnTo>
                  <a:lnTo>
                    <a:pt x="5030475" y="2870200"/>
                  </a:lnTo>
                  <a:lnTo>
                    <a:pt x="5046248" y="2908300"/>
                  </a:lnTo>
                  <a:lnTo>
                    <a:pt x="5057771" y="2959100"/>
                  </a:lnTo>
                  <a:lnTo>
                    <a:pt x="5064837" y="3009900"/>
                  </a:lnTo>
                  <a:lnTo>
                    <a:pt x="5067238" y="3073400"/>
                  </a:lnTo>
                  <a:lnTo>
                    <a:pt x="5064837" y="3124200"/>
                  </a:lnTo>
                  <a:lnTo>
                    <a:pt x="5057771" y="3175000"/>
                  </a:lnTo>
                  <a:lnTo>
                    <a:pt x="5046248" y="3225800"/>
                  </a:lnTo>
                  <a:lnTo>
                    <a:pt x="5030475" y="3276600"/>
                  </a:lnTo>
                  <a:lnTo>
                    <a:pt x="5010660" y="3327400"/>
                  </a:lnTo>
                  <a:lnTo>
                    <a:pt x="4987009" y="3365500"/>
                  </a:lnTo>
                  <a:lnTo>
                    <a:pt x="4959730" y="3403600"/>
                  </a:lnTo>
                  <a:lnTo>
                    <a:pt x="4929031" y="3454400"/>
                  </a:lnTo>
                  <a:lnTo>
                    <a:pt x="4895117" y="3479800"/>
                  </a:lnTo>
                  <a:lnTo>
                    <a:pt x="4858194" y="3517900"/>
                  </a:lnTo>
                  <a:lnTo>
                    <a:pt x="4818478" y="3543300"/>
                  </a:lnTo>
                  <a:lnTo>
                    <a:pt x="4776175" y="3581400"/>
                  </a:lnTo>
                  <a:lnTo>
                    <a:pt x="4731491" y="3606800"/>
                  </a:lnTo>
                  <a:lnTo>
                    <a:pt x="4684633" y="3619500"/>
                  </a:lnTo>
                  <a:lnTo>
                    <a:pt x="4635806" y="3632200"/>
                  </a:lnTo>
                  <a:lnTo>
                    <a:pt x="4533074" y="3657600"/>
                  </a:lnTo>
                  <a:lnTo>
                    <a:pt x="4494690" y="3657600"/>
                  </a:lnTo>
                  <a:lnTo>
                    <a:pt x="4494690" y="3670300"/>
                  </a:lnTo>
                  <a:lnTo>
                    <a:pt x="4573041" y="3670300"/>
                  </a:lnTo>
                  <a:lnTo>
                    <a:pt x="4661988" y="3644900"/>
                  </a:lnTo>
                  <a:lnTo>
                    <a:pt x="4704433" y="3632200"/>
                  </a:lnTo>
                  <a:lnTo>
                    <a:pt x="4745346" y="3606800"/>
                  </a:lnTo>
                  <a:lnTo>
                    <a:pt x="4784593" y="3594100"/>
                  </a:lnTo>
                  <a:lnTo>
                    <a:pt x="4822039" y="3568700"/>
                  </a:lnTo>
                  <a:lnTo>
                    <a:pt x="4857552" y="3543300"/>
                  </a:lnTo>
                  <a:lnTo>
                    <a:pt x="4890995" y="3517900"/>
                  </a:lnTo>
                  <a:lnTo>
                    <a:pt x="4922235" y="3479800"/>
                  </a:lnTo>
                  <a:lnTo>
                    <a:pt x="4951137" y="3441700"/>
                  </a:lnTo>
                  <a:lnTo>
                    <a:pt x="4977567" y="3416300"/>
                  </a:lnTo>
                  <a:lnTo>
                    <a:pt x="5001391" y="3378200"/>
                  </a:lnTo>
                  <a:lnTo>
                    <a:pt x="5022474" y="3340100"/>
                  </a:lnTo>
                  <a:lnTo>
                    <a:pt x="5040683" y="3289300"/>
                  </a:lnTo>
                  <a:lnTo>
                    <a:pt x="5055882" y="3251200"/>
                  </a:lnTo>
                  <a:lnTo>
                    <a:pt x="5067937" y="3213100"/>
                  </a:lnTo>
                  <a:lnTo>
                    <a:pt x="5076714" y="3162300"/>
                  </a:lnTo>
                  <a:lnTo>
                    <a:pt x="5082079" y="3111500"/>
                  </a:lnTo>
                  <a:lnTo>
                    <a:pt x="5083897" y="3073400"/>
                  </a:lnTo>
                  <a:lnTo>
                    <a:pt x="5082079" y="3022600"/>
                  </a:lnTo>
                  <a:lnTo>
                    <a:pt x="5076714" y="2971800"/>
                  </a:lnTo>
                  <a:lnTo>
                    <a:pt x="5067937" y="2933700"/>
                  </a:lnTo>
                  <a:lnTo>
                    <a:pt x="5055883" y="2882900"/>
                  </a:lnTo>
                  <a:lnTo>
                    <a:pt x="5040684" y="2844800"/>
                  </a:lnTo>
                  <a:lnTo>
                    <a:pt x="5022476" y="2806700"/>
                  </a:lnTo>
                  <a:lnTo>
                    <a:pt x="5001393" y="2768600"/>
                  </a:lnTo>
                  <a:lnTo>
                    <a:pt x="4977570" y="2730500"/>
                  </a:lnTo>
                  <a:lnTo>
                    <a:pt x="4951140" y="2692400"/>
                  </a:lnTo>
                  <a:lnTo>
                    <a:pt x="4922238" y="2654300"/>
                  </a:lnTo>
                  <a:lnTo>
                    <a:pt x="4890999" y="2628900"/>
                  </a:lnTo>
                  <a:lnTo>
                    <a:pt x="4857556" y="2603500"/>
                  </a:lnTo>
                  <a:lnTo>
                    <a:pt x="4822044" y="2565400"/>
                  </a:lnTo>
                  <a:lnTo>
                    <a:pt x="4784597" y="2552700"/>
                  </a:lnTo>
                  <a:lnTo>
                    <a:pt x="4745350" y="2527300"/>
                  </a:lnTo>
                  <a:lnTo>
                    <a:pt x="4704437" y="2501900"/>
                  </a:lnTo>
                  <a:lnTo>
                    <a:pt x="4618149" y="2476500"/>
                  </a:lnTo>
                  <a:lnTo>
                    <a:pt x="4494690" y="2476500"/>
                  </a:lnTo>
                  <a:lnTo>
                    <a:pt x="4494690" y="2463800"/>
                  </a:lnTo>
                  <a:close/>
                </a:path>
                <a:path w="5084444" h="7835900">
                  <a:moveTo>
                    <a:pt x="1764783" y="1270000"/>
                  </a:moveTo>
                  <a:lnTo>
                    <a:pt x="557089" y="1270000"/>
                  </a:lnTo>
                  <a:lnTo>
                    <a:pt x="510855" y="1282700"/>
                  </a:lnTo>
                  <a:lnTo>
                    <a:pt x="465750" y="1282700"/>
                  </a:lnTo>
                  <a:lnTo>
                    <a:pt x="421909" y="1295400"/>
                  </a:lnTo>
                  <a:lnTo>
                    <a:pt x="379464" y="1320800"/>
                  </a:lnTo>
                  <a:lnTo>
                    <a:pt x="338551" y="1333500"/>
                  </a:lnTo>
                  <a:lnTo>
                    <a:pt x="299304" y="1358900"/>
                  </a:lnTo>
                  <a:lnTo>
                    <a:pt x="261857" y="1384300"/>
                  </a:lnTo>
                  <a:lnTo>
                    <a:pt x="226345" y="1409700"/>
                  </a:lnTo>
                  <a:lnTo>
                    <a:pt x="192902" y="1435100"/>
                  </a:lnTo>
                  <a:lnTo>
                    <a:pt x="161662" y="1460500"/>
                  </a:lnTo>
                  <a:lnTo>
                    <a:pt x="132760" y="1498600"/>
                  </a:lnTo>
                  <a:lnTo>
                    <a:pt x="106329" y="1536700"/>
                  </a:lnTo>
                  <a:lnTo>
                    <a:pt x="82505" y="1574800"/>
                  </a:lnTo>
                  <a:lnTo>
                    <a:pt x="61422" y="1612900"/>
                  </a:lnTo>
                  <a:lnTo>
                    <a:pt x="43214" y="1651000"/>
                  </a:lnTo>
                  <a:lnTo>
                    <a:pt x="28015" y="1689100"/>
                  </a:lnTo>
                  <a:lnTo>
                    <a:pt x="15960" y="1739900"/>
                  </a:lnTo>
                  <a:lnTo>
                    <a:pt x="7182" y="1778000"/>
                  </a:lnTo>
                  <a:lnTo>
                    <a:pt x="1818" y="1828800"/>
                  </a:lnTo>
                  <a:lnTo>
                    <a:pt x="0" y="1879600"/>
                  </a:lnTo>
                  <a:lnTo>
                    <a:pt x="1818" y="1917700"/>
                  </a:lnTo>
                  <a:lnTo>
                    <a:pt x="7182" y="1968500"/>
                  </a:lnTo>
                  <a:lnTo>
                    <a:pt x="15960" y="2019300"/>
                  </a:lnTo>
                  <a:lnTo>
                    <a:pt x="28015" y="2057400"/>
                  </a:lnTo>
                  <a:lnTo>
                    <a:pt x="43214" y="2095500"/>
                  </a:lnTo>
                  <a:lnTo>
                    <a:pt x="61422" y="2146300"/>
                  </a:lnTo>
                  <a:lnTo>
                    <a:pt x="82505" y="2184400"/>
                  </a:lnTo>
                  <a:lnTo>
                    <a:pt x="106329" y="2222500"/>
                  </a:lnTo>
                  <a:lnTo>
                    <a:pt x="132760" y="2260600"/>
                  </a:lnTo>
                  <a:lnTo>
                    <a:pt x="161662" y="2286000"/>
                  </a:lnTo>
                  <a:lnTo>
                    <a:pt x="192902" y="2324100"/>
                  </a:lnTo>
                  <a:lnTo>
                    <a:pt x="226345" y="2349500"/>
                  </a:lnTo>
                  <a:lnTo>
                    <a:pt x="261857" y="2374900"/>
                  </a:lnTo>
                  <a:lnTo>
                    <a:pt x="299304" y="2400300"/>
                  </a:lnTo>
                  <a:lnTo>
                    <a:pt x="338551" y="2425700"/>
                  </a:lnTo>
                  <a:lnTo>
                    <a:pt x="379464" y="2438400"/>
                  </a:lnTo>
                  <a:lnTo>
                    <a:pt x="421909" y="2451100"/>
                  </a:lnTo>
                  <a:lnTo>
                    <a:pt x="510855" y="2476500"/>
                  </a:lnTo>
                  <a:lnTo>
                    <a:pt x="4479580" y="2476500"/>
                  </a:lnTo>
                  <a:lnTo>
                    <a:pt x="4479580" y="2463800"/>
                  </a:lnTo>
                  <a:lnTo>
                    <a:pt x="550823" y="2463800"/>
                  </a:lnTo>
                  <a:lnTo>
                    <a:pt x="448090" y="2438400"/>
                  </a:lnTo>
                  <a:lnTo>
                    <a:pt x="399264" y="2425700"/>
                  </a:lnTo>
                  <a:lnTo>
                    <a:pt x="352406" y="2413000"/>
                  </a:lnTo>
                  <a:lnTo>
                    <a:pt x="307722" y="2387600"/>
                  </a:lnTo>
                  <a:lnTo>
                    <a:pt x="265419" y="2362200"/>
                  </a:lnTo>
                  <a:lnTo>
                    <a:pt x="225702" y="2324100"/>
                  </a:lnTo>
                  <a:lnTo>
                    <a:pt x="188779" y="2298700"/>
                  </a:lnTo>
                  <a:lnTo>
                    <a:pt x="154866" y="2260600"/>
                  </a:lnTo>
                  <a:lnTo>
                    <a:pt x="124167" y="2209800"/>
                  </a:lnTo>
                  <a:lnTo>
                    <a:pt x="96890" y="2171700"/>
                  </a:lnTo>
                  <a:lnTo>
                    <a:pt x="73240" y="2133600"/>
                  </a:lnTo>
                  <a:lnTo>
                    <a:pt x="53426" y="2082800"/>
                  </a:lnTo>
                  <a:lnTo>
                    <a:pt x="37653" y="2032000"/>
                  </a:lnTo>
                  <a:lnTo>
                    <a:pt x="26130" y="1981200"/>
                  </a:lnTo>
                  <a:lnTo>
                    <a:pt x="19063" y="1930400"/>
                  </a:lnTo>
                  <a:lnTo>
                    <a:pt x="16659" y="1879600"/>
                  </a:lnTo>
                  <a:lnTo>
                    <a:pt x="19063" y="1828800"/>
                  </a:lnTo>
                  <a:lnTo>
                    <a:pt x="26130" y="1765300"/>
                  </a:lnTo>
                  <a:lnTo>
                    <a:pt x="37653" y="1714500"/>
                  </a:lnTo>
                  <a:lnTo>
                    <a:pt x="53426" y="1676400"/>
                  </a:lnTo>
                  <a:lnTo>
                    <a:pt x="73240" y="1625600"/>
                  </a:lnTo>
                  <a:lnTo>
                    <a:pt x="96890" y="1574800"/>
                  </a:lnTo>
                  <a:lnTo>
                    <a:pt x="124167" y="1536700"/>
                  </a:lnTo>
                  <a:lnTo>
                    <a:pt x="154866" y="1498600"/>
                  </a:lnTo>
                  <a:lnTo>
                    <a:pt x="188779" y="1460500"/>
                  </a:lnTo>
                  <a:lnTo>
                    <a:pt x="225702" y="1422400"/>
                  </a:lnTo>
                  <a:lnTo>
                    <a:pt x="265419" y="1397000"/>
                  </a:lnTo>
                  <a:lnTo>
                    <a:pt x="307722" y="1371600"/>
                  </a:lnTo>
                  <a:lnTo>
                    <a:pt x="352406" y="1346200"/>
                  </a:lnTo>
                  <a:lnTo>
                    <a:pt x="399264" y="1320800"/>
                  </a:lnTo>
                  <a:lnTo>
                    <a:pt x="498679" y="1295400"/>
                  </a:lnTo>
                  <a:lnTo>
                    <a:pt x="1764783" y="1295400"/>
                  </a:lnTo>
                  <a:lnTo>
                    <a:pt x="1764783" y="1270000"/>
                  </a:lnTo>
                  <a:close/>
                </a:path>
                <a:path w="5084444" h="7835900">
                  <a:moveTo>
                    <a:pt x="4526809" y="2463800"/>
                  </a:moveTo>
                  <a:lnTo>
                    <a:pt x="4494690" y="2463800"/>
                  </a:lnTo>
                  <a:lnTo>
                    <a:pt x="4494690" y="2476500"/>
                  </a:lnTo>
                  <a:lnTo>
                    <a:pt x="4573044" y="2476500"/>
                  </a:lnTo>
                  <a:lnTo>
                    <a:pt x="4526809" y="2463800"/>
                  </a:lnTo>
                  <a:close/>
                </a:path>
                <a:path w="5084444" h="7835900">
                  <a:moveTo>
                    <a:pt x="1824384" y="1270000"/>
                  </a:moveTo>
                  <a:lnTo>
                    <a:pt x="1764783" y="1270000"/>
                  </a:lnTo>
                  <a:lnTo>
                    <a:pt x="1764783" y="1295400"/>
                  </a:lnTo>
                  <a:lnTo>
                    <a:pt x="1812043" y="1282700"/>
                  </a:lnTo>
                  <a:lnTo>
                    <a:pt x="1824384" y="1282700"/>
                  </a:lnTo>
                  <a:lnTo>
                    <a:pt x="1824384" y="1270000"/>
                  </a:lnTo>
                  <a:close/>
                </a:path>
                <a:path w="5084444" h="7835900">
                  <a:moveTo>
                    <a:pt x="1824384" y="1282700"/>
                  </a:moveTo>
                  <a:lnTo>
                    <a:pt x="1812043" y="1282700"/>
                  </a:lnTo>
                  <a:lnTo>
                    <a:pt x="1764783" y="1295400"/>
                  </a:lnTo>
                  <a:lnTo>
                    <a:pt x="1824384" y="1295400"/>
                  </a:lnTo>
                  <a:lnTo>
                    <a:pt x="1824384" y="1282700"/>
                  </a:lnTo>
                  <a:close/>
                </a:path>
                <a:path w="5084444" h="7835900">
                  <a:moveTo>
                    <a:pt x="2369111" y="0"/>
                  </a:moveTo>
                  <a:lnTo>
                    <a:pt x="2352441" y="0"/>
                  </a:lnTo>
                  <a:lnTo>
                    <a:pt x="2352441" y="673100"/>
                  </a:lnTo>
                  <a:lnTo>
                    <a:pt x="2350042" y="723900"/>
                  </a:lnTo>
                  <a:lnTo>
                    <a:pt x="2342975" y="774700"/>
                  </a:lnTo>
                  <a:lnTo>
                    <a:pt x="2331448" y="825500"/>
                  </a:lnTo>
                  <a:lnTo>
                    <a:pt x="2315668" y="876300"/>
                  </a:lnTo>
                  <a:lnTo>
                    <a:pt x="2295843" y="927100"/>
                  </a:lnTo>
                  <a:lnTo>
                    <a:pt x="2272180" y="977900"/>
                  </a:lnTo>
                  <a:lnTo>
                    <a:pt x="2244887" y="1016000"/>
                  </a:lnTo>
                  <a:lnTo>
                    <a:pt x="2214170" y="1054100"/>
                  </a:lnTo>
                  <a:lnTo>
                    <a:pt x="2180237" y="1092200"/>
                  </a:lnTo>
                  <a:lnTo>
                    <a:pt x="2143302" y="1130300"/>
                  </a:lnTo>
                  <a:lnTo>
                    <a:pt x="2103579" y="1155700"/>
                  </a:lnTo>
                  <a:lnTo>
                    <a:pt x="2061274" y="1193800"/>
                  </a:lnTo>
                  <a:lnTo>
                    <a:pt x="2016594" y="1219200"/>
                  </a:lnTo>
                  <a:lnTo>
                    <a:pt x="1969744" y="1231900"/>
                  </a:lnTo>
                  <a:lnTo>
                    <a:pt x="1920932" y="1244600"/>
                  </a:lnTo>
                  <a:lnTo>
                    <a:pt x="1818245" y="1270000"/>
                  </a:lnTo>
                  <a:lnTo>
                    <a:pt x="1824384" y="1270000"/>
                  </a:lnTo>
                  <a:lnTo>
                    <a:pt x="1824384" y="1282700"/>
                  </a:lnTo>
                  <a:lnTo>
                    <a:pt x="1858302" y="1282700"/>
                  </a:lnTo>
                  <a:lnTo>
                    <a:pt x="1947282" y="1257300"/>
                  </a:lnTo>
                  <a:lnTo>
                    <a:pt x="1989735" y="1244600"/>
                  </a:lnTo>
                  <a:lnTo>
                    <a:pt x="2030651" y="1219200"/>
                  </a:lnTo>
                  <a:lnTo>
                    <a:pt x="2069898" y="1206500"/>
                  </a:lnTo>
                  <a:lnTo>
                    <a:pt x="2107342" y="1181100"/>
                  </a:lnTo>
                  <a:lnTo>
                    <a:pt x="2142848" y="1155700"/>
                  </a:lnTo>
                  <a:lnTo>
                    <a:pt x="2176283" y="1117600"/>
                  </a:lnTo>
                  <a:lnTo>
                    <a:pt x="2207512" y="1092200"/>
                  </a:lnTo>
                  <a:lnTo>
                    <a:pt x="2236403" y="1054100"/>
                  </a:lnTo>
                  <a:lnTo>
                    <a:pt x="2262822" y="1016000"/>
                  </a:lnTo>
                  <a:lnTo>
                    <a:pt x="2286635" y="977900"/>
                  </a:lnTo>
                  <a:lnTo>
                    <a:pt x="2307707" y="939800"/>
                  </a:lnTo>
                  <a:lnTo>
                    <a:pt x="2325906" y="901700"/>
                  </a:lnTo>
                  <a:lnTo>
                    <a:pt x="2341097" y="850900"/>
                  </a:lnTo>
                  <a:lnTo>
                    <a:pt x="2353147" y="812800"/>
                  </a:lnTo>
                  <a:lnTo>
                    <a:pt x="2361921" y="762000"/>
                  </a:lnTo>
                  <a:lnTo>
                    <a:pt x="2367287" y="723900"/>
                  </a:lnTo>
                  <a:lnTo>
                    <a:pt x="2369111" y="673100"/>
                  </a:lnTo>
                  <a:lnTo>
                    <a:pt x="2369111" y="0"/>
                  </a:lnTo>
                  <a:close/>
                </a:path>
              </a:pathLst>
            </a:custGeom>
            <a:solidFill>
              <a:srgbClr val="FFDD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0">
              <a:extLst>
                <a:ext uri="{FF2B5EF4-FFF2-40B4-BE49-F238E27FC236}">
                  <a16:creationId xmlns:a16="http://schemas.microsoft.com/office/drawing/2014/main" id="{14A1923D-0F0E-7365-77DA-CFD246DC3D9C}"/>
                </a:ext>
              </a:extLst>
            </p:cNvPr>
            <p:cNvSpPr/>
            <p:nvPr/>
          </p:nvSpPr>
          <p:spPr>
            <a:xfrm>
              <a:off x="15227347" y="1564156"/>
              <a:ext cx="1144270" cy="1144270"/>
            </a:xfrm>
            <a:custGeom>
              <a:avLst/>
              <a:gdLst/>
              <a:ahLst/>
              <a:cxnLst/>
              <a:rect l="l" t="t" r="r" b="b"/>
              <a:pathLst>
                <a:path w="1144269" h="1144270">
                  <a:moveTo>
                    <a:pt x="572045" y="0"/>
                  </a:moveTo>
                  <a:lnTo>
                    <a:pt x="525129" y="1896"/>
                  </a:lnTo>
                  <a:lnTo>
                    <a:pt x="479257" y="7486"/>
                  </a:lnTo>
                  <a:lnTo>
                    <a:pt x="434577" y="16624"/>
                  </a:lnTo>
                  <a:lnTo>
                    <a:pt x="391236" y="29162"/>
                  </a:lnTo>
                  <a:lnTo>
                    <a:pt x="349381" y="44953"/>
                  </a:lnTo>
                  <a:lnTo>
                    <a:pt x="309159" y="63849"/>
                  </a:lnTo>
                  <a:lnTo>
                    <a:pt x="270718" y="85703"/>
                  </a:lnTo>
                  <a:lnTo>
                    <a:pt x="234204" y="110369"/>
                  </a:lnTo>
                  <a:lnTo>
                    <a:pt x="199766" y="137698"/>
                  </a:lnTo>
                  <a:lnTo>
                    <a:pt x="167549" y="167544"/>
                  </a:lnTo>
                  <a:lnTo>
                    <a:pt x="137703" y="199760"/>
                  </a:lnTo>
                  <a:lnTo>
                    <a:pt x="110372" y="234197"/>
                  </a:lnTo>
                  <a:lnTo>
                    <a:pt x="85706" y="270710"/>
                  </a:lnTo>
                  <a:lnTo>
                    <a:pt x="63851" y="309151"/>
                  </a:lnTo>
                  <a:lnTo>
                    <a:pt x="44954" y="349372"/>
                  </a:lnTo>
                  <a:lnTo>
                    <a:pt x="29163" y="391227"/>
                  </a:lnTo>
                  <a:lnTo>
                    <a:pt x="16625" y="434567"/>
                  </a:lnTo>
                  <a:lnTo>
                    <a:pt x="7487" y="479247"/>
                  </a:lnTo>
                  <a:lnTo>
                    <a:pt x="1896" y="525118"/>
                  </a:lnTo>
                  <a:lnTo>
                    <a:pt x="0" y="572034"/>
                  </a:lnTo>
                  <a:lnTo>
                    <a:pt x="1896" y="618950"/>
                  </a:lnTo>
                  <a:lnTo>
                    <a:pt x="7487" y="664822"/>
                  </a:lnTo>
                  <a:lnTo>
                    <a:pt x="16625" y="709502"/>
                  </a:lnTo>
                  <a:lnTo>
                    <a:pt x="29163" y="752842"/>
                  </a:lnTo>
                  <a:lnTo>
                    <a:pt x="44954" y="794697"/>
                  </a:lnTo>
                  <a:lnTo>
                    <a:pt x="63851" y="834918"/>
                  </a:lnTo>
                  <a:lnTo>
                    <a:pt x="85706" y="873359"/>
                  </a:lnTo>
                  <a:lnTo>
                    <a:pt x="110372" y="909871"/>
                  </a:lnTo>
                  <a:lnTo>
                    <a:pt x="137703" y="944309"/>
                  </a:lnTo>
                  <a:lnTo>
                    <a:pt x="167549" y="976525"/>
                  </a:lnTo>
                  <a:lnTo>
                    <a:pt x="199766" y="1006371"/>
                  </a:lnTo>
                  <a:lnTo>
                    <a:pt x="234204" y="1033700"/>
                  </a:lnTo>
                  <a:lnTo>
                    <a:pt x="270718" y="1058366"/>
                  </a:lnTo>
                  <a:lnTo>
                    <a:pt x="309159" y="1080220"/>
                  </a:lnTo>
                  <a:lnTo>
                    <a:pt x="349381" y="1099116"/>
                  </a:lnTo>
                  <a:lnTo>
                    <a:pt x="391236" y="1114907"/>
                  </a:lnTo>
                  <a:lnTo>
                    <a:pt x="434577" y="1127445"/>
                  </a:lnTo>
                  <a:lnTo>
                    <a:pt x="479257" y="1136582"/>
                  </a:lnTo>
                  <a:lnTo>
                    <a:pt x="525129" y="1142173"/>
                  </a:lnTo>
                  <a:lnTo>
                    <a:pt x="572045" y="1144069"/>
                  </a:lnTo>
                  <a:lnTo>
                    <a:pt x="618961" y="1142173"/>
                  </a:lnTo>
                  <a:lnTo>
                    <a:pt x="664832" y="1136582"/>
                  </a:lnTo>
                  <a:lnTo>
                    <a:pt x="709512" y="1127445"/>
                  </a:lnTo>
                  <a:lnTo>
                    <a:pt x="752853" y="1114907"/>
                  </a:lnTo>
                  <a:lnTo>
                    <a:pt x="794707" y="1099116"/>
                  </a:lnTo>
                  <a:lnTo>
                    <a:pt x="834929" y="1080220"/>
                  </a:lnTo>
                  <a:lnTo>
                    <a:pt x="873369" y="1058366"/>
                  </a:lnTo>
                  <a:lnTo>
                    <a:pt x="909882" y="1033700"/>
                  </a:lnTo>
                  <a:lnTo>
                    <a:pt x="944320" y="1006371"/>
                  </a:lnTo>
                  <a:lnTo>
                    <a:pt x="976535" y="976525"/>
                  </a:lnTo>
                  <a:lnTo>
                    <a:pt x="1006381" y="944309"/>
                  </a:lnTo>
                  <a:lnTo>
                    <a:pt x="1033711" y="909871"/>
                  </a:lnTo>
                  <a:lnTo>
                    <a:pt x="1058376" y="873359"/>
                  </a:lnTo>
                  <a:lnTo>
                    <a:pt x="1080231" y="834918"/>
                  </a:lnTo>
                  <a:lnTo>
                    <a:pt x="1099127" y="794697"/>
                  </a:lnTo>
                  <a:lnTo>
                    <a:pt x="1114917" y="752842"/>
                  </a:lnTo>
                  <a:lnTo>
                    <a:pt x="1127455" y="709502"/>
                  </a:lnTo>
                  <a:lnTo>
                    <a:pt x="1136593" y="664822"/>
                  </a:lnTo>
                  <a:lnTo>
                    <a:pt x="1142184" y="618950"/>
                  </a:lnTo>
                  <a:lnTo>
                    <a:pt x="1144080" y="572034"/>
                  </a:lnTo>
                  <a:lnTo>
                    <a:pt x="1142184" y="525118"/>
                  </a:lnTo>
                  <a:lnTo>
                    <a:pt x="1136593" y="479247"/>
                  </a:lnTo>
                  <a:lnTo>
                    <a:pt x="1127455" y="434567"/>
                  </a:lnTo>
                  <a:lnTo>
                    <a:pt x="1114917" y="391227"/>
                  </a:lnTo>
                  <a:lnTo>
                    <a:pt x="1099127" y="349372"/>
                  </a:lnTo>
                  <a:lnTo>
                    <a:pt x="1080231" y="309151"/>
                  </a:lnTo>
                  <a:lnTo>
                    <a:pt x="1058376" y="270710"/>
                  </a:lnTo>
                  <a:lnTo>
                    <a:pt x="1033711" y="234197"/>
                  </a:lnTo>
                  <a:lnTo>
                    <a:pt x="1006381" y="199760"/>
                  </a:lnTo>
                  <a:lnTo>
                    <a:pt x="976535" y="167544"/>
                  </a:lnTo>
                  <a:lnTo>
                    <a:pt x="944320" y="137698"/>
                  </a:lnTo>
                  <a:lnTo>
                    <a:pt x="909882" y="110369"/>
                  </a:lnTo>
                  <a:lnTo>
                    <a:pt x="873369" y="85703"/>
                  </a:lnTo>
                  <a:lnTo>
                    <a:pt x="834929" y="63849"/>
                  </a:lnTo>
                  <a:lnTo>
                    <a:pt x="794707" y="44953"/>
                  </a:lnTo>
                  <a:lnTo>
                    <a:pt x="752853" y="29162"/>
                  </a:lnTo>
                  <a:lnTo>
                    <a:pt x="709512" y="16624"/>
                  </a:lnTo>
                  <a:lnTo>
                    <a:pt x="664832" y="7486"/>
                  </a:lnTo>
                  <a:lnTo>
                    <a:pt x="618961" y="1896"/>
                  </a:lnTo>
                  <a:lnTo>
                    <a:pt x="57204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1">
              <a:extLst>
                <a:ext uri="{FF2B5EF4-FFF2-40B4-BE49-F238E27FC236}">
                  <a16:creationId xmlns:a16="http://schemas.microsoft.com/office/drawing/2014/main" id="{164D1C97-58E8-DB2A-0DB1-76D96C61D5C2}"/>
                </a:ext>
              </a:extLst>
            </p:cNvPr>
            <p:cNvSpPr/>
            <p:nvPr/>
          </p:nvSpPr>
          <p:spPr>
            <a:xfrm>
              <a:off x="15327808" y="5691841"/>
              <a:ext cx="647700" cy="537210"/>
            </a:xfrm>
            <a:custGeom>
              <a:avLst/>
              <a:gdLst/>
              <a:ahLst/>
              <a:cxnLst/>
              <a:rect l="l" t="t" r="r" b="b"/>
              <a:pathLst>
                <a:path w="647700" h="537210">
                  <a:moveTo>
                    <a:pt x="459689" y="514908"/>
                  </a:moveTo>
                  <a:lnTo>
                    <a:pt x="456082" y="514908"/>
                  </a:lnTo>
                  <a:lnTo>
                    <a:pt x="452475" y="514908"/>
                  </a:lnTo>
                  <a:lnTo>
                    <a:pt x="452475" y="522122"/>
                  </a:lnTo>
                  <a:lnTo>
                    <a:pt x="452475" y="529932"/>
                  </a:lnTo>
                  <a:lnTo>
                    <a:pt x="195148" y="529932"/>
                  </a:lnTo>
                  <a:lnTo>
                    <a:pt x="195148" y="522122"/>
                  </a:lnTo>
                  <a:lnTo>
                    <a:pt x="231216" y="522122"/>
                  </a:lnTo>
                  <a:lnTo>
                    <a:pt x="231216" y="488315"/>
                  </a:lnTo>
                  <a:lnTo>
                    <a:pt x="416394" y="488315"/>
                  </a:lnTo>
                  <a:lnTo>
                    <a:pt x="416394" y="522122"/>
                  </a:lnTo>
                  <a:lnTo>
                    <a:pt x="452475" y="522122"/>
                  </a:lnTo>
                  <a:lnTo>
                    <a:pt x="452475" y="514908"/>
                  </a:lnTo>
                  <a:lnTo>
                    <a:pt x="423621" y="514908"/>
                  </a:lnTo>
                  <a:lnTo>
                    <a:pt x="423621" y="488315"/>
                  </a:lnTo>
                  <a:lnTo>
                    <a:pt x="423621" y="481101"/>
                  </a:lnTo>
                  <a:lnTo>
                    <a:pt x="223989" y="481101"/>
                  </a:lnTo>
                  <a:lnTo>
                    <a:pt x="223989" y="514908"/>
                  </a:lnTo>
                  <a:lnTo>
                    <a:pt x="187921" y="514908"/>
                  </a:lnTo>
                  <a:lnTo>
                    <a:pt x="187921" y="537146"/>
                  </a:lnTo>
                  <a:lnTo>
                    <a:pt x="459689" y="537146"/>
                  </a:lnTo>
                  <a:lnTo>
                    <a:pt x="459689" y="529932"/>
                  </a:lnTo>
                  <a:lnTo>
                    <a:pt x="459689" y="522122"/>
                  </a:lnTo>
                  <a:lnTo>
                    <a:pt x="459689" y="514908"/>
                  </a:lnTo>
                  <a:close/>
                </a:path>
                <a:path w="647700" h="537210">
                  <a:moveTo>
                    <a:pt x="623544" y="433070"/>
                  </a:moveTo>
                  <a:lnTo>
                    <a:pt x="616318" y="433070"/>
                  </a:lnTo>
                  <a:lnTo>
                    <a:pt x="616318" y="440690"/>
                  </a:lnTo>
                  <a:lnTo>
                    <a:pt x="616318" y="450850"/>
                  </a:lnTo>
                  <a:lnTo>
                    <a:pt x="584428" y="450850"/>
                  </a:lnTo>
                  <a:lnTo>
                    <a:pt x="584428" y="440690"/>
                  </a:lnTo>
                  <a:lnTo>
                    <a:pt x="616318" y="440690"/>
                  </a:lnTo>
                  <a:lnTo>
                    <a:pt x="616318" y="433070"/>
                  </a:lnTo>
                  <a:lnTo>
                    <a:pt x="577202" y="433070"/>
                  </a:lnTo>
                  <a:lnTo>
                    <a:pt x="577202" y="440690"/>
                  </a:lnTo>
                  <a:lnTo>
                    <a:pt x="577202" y="450850"/>
                  </a:lnTo>
                  <a:lnTo>
                    <a:pt x="577202" y="458470"/>
                  </a:lnTo>
                  <a:lnTo>
                    <a:pt x="580809" y="458470"/>
                  </a:lnTo>
                  <a:lnTo>
                    <a:pt x="623544" y="458470"/>
                  </a:lnTo>
                  <a:lnTo>
                    <a:pt x="623544" y="454660"/>
                  </a:lnTo>
                  <a:lnTo>
                    <a:pt x="623544" y="450850"/>
                  </a:lnTo>
                  <a:lnTo>
                    <a:pt x="623544" y="440690"/>
                  </a:lnTo>
                  <a:lnTo>
                    <a:pt x="623544" y="433070"/>
                  </a:lnTo>
                  <a:close/>
                </a:path>
                <a:path w="647700" h="537210">
                  <a:moveTo>
                    <a:pt x="623544" y="20320"/>
                  </a:moveTo>
                  <a:lnTo>
                    <a:pt x="616318" y="20320"/>
                  </a:lnTo>
                  <a:lnTo>
                    <a:pt x="616318" y="27940"/>
                  </a:lnTo>
                  <a:lnTo>
                    <a:pt x="616318" y="417830"/>
                  </a:lnTo>
                  <a:lnTo>
                    <a:pt x="31254" y="417830"/>
                  </a:lnTo>
                  <a:lnTo>
                    <a:pt x="31254" y="27940"/>
                  </a:lnTo>
                  <a:lnTo>
                    <a:pt x="616318" y="27940"/>
                  </a:lnTo>
                  <a:lnTo>
                    <a:pt x="616318" y="20320"/>
                  </a:lnTo>
                  <a:lnTo>
                    <a:pt x="24028" y="20320"/>
                  </a:lnTo>
                  <a:lnTo>
                    <a:pt x="24028" y="27940"/>
                  </a:lnTo>
                  <a:lnTo>
                    <a:pt x="24028" y="417830"/>
                  </a:lnTo>
                  <a:lnTo>
                    <a:pt x="24028" y="421640"/>
                  </a:lnTo>
                  <a:lnTo>
                    <a:pt x="24028" y="425450"/>
                  </a:lnTo>
                  <a:lnTo>
                    <a:pt x="623544" y="425450"/>
                  </a:lnTo>
                  <a:lnTo>
                    <a:pt x="623544" y="421640"/>
                  </a:lnTo>
                  <a:lnTo>
                    <a:pt x="619937" y="421640"/>
                  </a:lnTo>
                  <a:lnTo>
                    <a:pt x="623544" y="421551"/>
                  </a:lnTo>
                  <a:lnTo>
                    <a:pt x="623544" y="417931"/>
                  </a:lnTo>
                  <a:lnTo>
                    <a:pt x="619937" y="417931"/>
                  </a:lnTo>
                  <a:lnTo>
                    <a:pt x="623544" y="417830"/>
                  </a:lnTo>
                  <a:lnTo>
                    <a:pt x="623544" y="27940"/>
                  </a:lnTo>
                  <a:lnTo>
                    <a:pt x="623544" y="20320"/>
                  </a:lnTo>
                  <a:close/>
                </a:path>
                <a:path w="647700" h="537210">
                  <a:moveTo>
                    <a:pt x="647585" y="0"/>
                  </a:moveTo>
                  <a:lnTo>
                    <a:pt x="640359" y="0"/>
                  </a:lnTo>
                  <a:lnTo>
                    <a:pt x="640359" y="7620"/>
                  </a:lnTo>
                  <a:lnTo>
                    <a:pt x="640359" y="463550"/>
                  </a:lnTo>
                  <a:lnTo>
                    <a:pt x="7213" y="463550"/>
                  </a:lnTo>
                  <a:lnTo>
                    <a:pt x="7213" y="7620"/>
                  </a:lnTo>
                  <a:lnTo>
                    <a:pt x="640359" y="7620"/>
                  </a:lnTo>
                  <a:lnTo>
                    <a:pt x="640359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463550"/>
                  </a:lnTo>
                  <a:lnTo>
                    <a:pt x="0" y="466090"/>
                  </a:lnTo>
                  <a:lnTo>
                    <a:pt x="0" y="469900"/>
                  </a:lnTo>
                  <a:lnTo>
                    <a:pt x="647585" y="469900"/>
                  </a:lnTo>
                  <a:lnTo>
                    <a:pt x="647585" y="7620"/>
                  </a:lnTo>
                  <a:lnTo>
                    <a:pt x="647585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2">
              <a:extLst>
                <a:ext uri="{FF2B5EF4-FFF2-40B4-BE49-F238E27FC236}">
                  <a16:creationId xmlns:a16="http://schemas.microsoft.com/office/drawing/2014/main" id="{BA36962E-0724-1F97-9608-B4118DD5255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71201" y="5746461"/>
              <a:ext cx="417061" cy="341925"/>
            </a:xfrm>
            <a:prstGeom prst="rect">
              <a:avLst/>
            </a:prstGeom>
          </p:spPr>
        </p:pic>
        <p:sp>
          <p:nvSpPr>
            <p:cNvPr id="135" name="object 13">
              <a:extLst>
                <a:ext uri="{FF2B5EF4-FFF2-40B4-BE49-F238E27FC236}">
                  <a16:creationId xmlns:a16="http://schemas.microsoft.com/office/drawing/2014/main" id="{BF88B43C-6927-8318-095B-CCEDF09E1531}"/>
                </a:ext>
              </a:extLst>
            </p:cNvPr>
            <p:cNvSpPr/>
            <p:nvPr/>
          </p:nvSpPr>
          <p:spPr>
            <a:xfrm>
              <a:off x="17105897" y="7807623"/>
              <a:ext cx="953135" cy="822325"/>
            </a:xfrm>
            <a:custGeom>
              <a:avLst/>
              <a:gdLst/>
              <a:ahLst/>
              <a:cxnLst/>
              <a:rect l="l" t="t" r="r" b="b"/>
              <a:pathLst>
                <a:path w="953134" h="822325">
                  <a:moveTo>
                    <a:pt x="883221" y="307975"/>
                  </a:moveTo>
                  <a:lnTo>
                    <a:pt x="876007" y="304126"/>
                  </a:lnTo>
                  <a:lnTo>
                    <a:pt x="876007" y="312305"/>
                  </a:lnTo>
                  <a:lnTo>
                    <a:pt x="875995" y="709942"/>
                  </a:lnTo>
                  <a:lnTo>
                    <a:pt x="848766" y="709942"/>
                  </a:lnTo>
                  <a:lnTo>
                    <a:pt x="848766" y="692391"/>
                  </a:lnTo>
                  <a:lnTo>
                    <a:pt x="848766" y="685177"/>
                  </a:lnTo>
                  <a:lnTo>
                    <a:pt x="104190" y="685177"/>
                  </a:lnTo>
                  <a:lnTo>
                    <a:pt x="104190" y="709942"/>
                  </a:lnTo>
                  <a:lnTo>
                    <a:pt x="76974" y="709942"/>
                  </a:lnTo>
                  <a:lnTo>
                    <a:pt x="76974" y="312305"/>
                  </a:lnTo>
                  <a:lnTo>
                    <a:pt x="476491" y="99174"/>
                  </a:lnTo>
                  <a:lnTo>
                    <a:pt x="876007" y="312305"/>
                  </a:lnTo>
                  <a:lnTo>
                    <a:pt x="876007" y="304126"/>
                  </a:lnTo>
                  <a:lnTo>
                    <a:pt x="491820" y="99174"/>
                  </a:lnTo>
                  <a:lnTo>
                    <a:pt x="476491" y="91008"/>
                  </a:lnTo>
                  <a:lnTo>
                    <a:pt x="69761" y="307975"/>
                  </a:lnTo>
                  <a:lnTo>
                    <a:pt x="69761" y="717156"/>
                  </a:lnTo>
                  <a:lnTo>
                    <a:pt x="111404" y="717156"/>
                  </a:lnTo>
                  <a:lnTo>
                    <a:pt x="111404" y="709942"/>
                  </a:lnTo>
                  <a:lnTo>
                    <a:pt x="111404" y="692391"/>
                  </a:lnTo>
                  <a:lnTo>
                    <a:pt x="841552" y="692391"/>
                  </a:lnTo>
                  <a:lnTo>
                    <a:pt x="841552" y="717156"/>
                  </a:lnTo>
                  <a:lnTo>
                    <a:pt x="883221" y="717156"/>
                  </a:lnTo>
                  <a:lnTo>
                    <a:pt x="883221" y="713549"/>
                  </a:lnTo>
                  <a:lnTo>
                    <a:pt x="883221" y="709942"/>
                  </a:lnTo>
                  <a:lnTo>
                    <a:pt x="883221" y="307975"/>
                  </a:lnTo>
                  <a:close/>
                </a:path>
                <a:path w="953134" h="822325">
                  <a:moveTo>
                    <a:pt x="900061" y="791235"/>
                  </a:moveTo>
                  <a:lnTo>
                    <a:pt x="892848" y="791235"/>
                  </a:lnTo>
                  <a:lnTo>
                    <a:pt x="892848" y="798855"/>
                  </a:lnTo>
                  <a:lnTo>
                    <a:pt x="892848" y="814095"/>
                  </a:lnTo>
                  <a:lnTo>
                    <a:pt x="59385" y="814095"/>
                  </a:lnTo>
                  <a:lnTo>
                    <a:pt x="59385" y="798855"/>
                  </a:lnTo>
                  <a:lnTo>
                    <a:pt x="892848" y="798855"/>
                  </a:lnTo>
                  <a:lnTo>
                    <a:pt x="892848" y="791235"/>
                  </a:lnTo>
                  <a:lnTo>
                    <a:pt x="52171" y="791235"/>
                  </a:lnTo>
                  <a:lnTo>
                    <a:pt x="52171" y="798855"/>
                  </a:lnTo>
                  <a:lnTo>
                    <a:pt x="52171" y="814095"/>
                  </a:lnTo>
                  <a:lnTo>
                    <a:pt x="52171" y="817905"/>
                  </a:lnTo>
                  <a:lnTo>
                    <a:pt x="52171" y="821715"/>
                  </a:lnTo>
                  <a:lnTo>
                    <a:pt x="900061" y="821715"/>
                  </a:lnTo>
                  <a:lnTo>
                    <a:pt x="900061" y="817905"/>
                  </a:lnTo>
                  <a:lnTo>
                    <a:pt x="900061" y="814298"/>
                  </a:lnTo>
                  <a:lnTo>
                    <a:pt x="896454" y="814298"/>
                  </a:lnTo>
                  <a:lnTo>
                    <a:pt x="896454" y="814095"/>
                  </a:lnTo>
                  <a:lnTo>
                    <a:pt x="900061" y="814095"/>
                  </a:lnTo>
                  <a:lnTo>
                    <a:pt x="900061" y="798855"/>
                  </a:lnTo>
                  <a:lnTo>
                    <a:pt x="900061" y="791235"/>
                  </a:lnTo>
                  <a:close/>
                </a:path>
                <a:path w="953134" h="822325">
                  <a:moveTo>
                    <a:pt x="900061" y="737311"/>
                  </a:moveTo>
                  <a:lnTo>
                    <a:pt x="892848" y="737311"/>
                  </a:lnTo>
                  <a:lnTo>
                    <a:pt x="892848" y="743661"/>
                  </a:lnTo>
                  <a:lnTo>
                    <a:pt x="892848" y="771601"/>
                  </a:lnTo>
                  <a:lnTo>
                    <a:pt x="59385" y="771601"/>
                  </a:lnTo>
                  <a:lnTo>
                    <a:pt x="59385" y="743661"/>
                  </a:lnTo>
                  <a:lnTo>
                    <a:pt x="892848" y="743661"/>
                  </a:lnTo>
                  <a:lnTo>
                    <a:pt x="892848" y="737311"/>
                  </a:lnTo>
                  <a:lnTo>
                    <a:pt x="52171" y="737311"/>
                  </a:lnTo>
                  <a:lnTo>
                    <a:pt x="52171" y="743661"/>
                  </a:lnTo>
                  <a:lnTo>
                    <a:pt x="52171" y="771601"/>
                  </a:lnTo>
                  <a:lnTo>
                    <a:pt x="52171" y="775411"/>
                  </a:lnTo>
                  <a:lnTo>
                    <a:pt x="52171" y="779221"/>
                  </a:lnTo>
                  <a:lnTo>
                    <a:pt x="900061" y="779221"/>
                  </a:lnTo>
                  <a:lnTo>
                    <a:pt x="900061" y="775411"/>
                  </a:lnTo>
                  <a:lnTo>
                    <a:pt x="900061" y="771817"/>
                  </a:lnTo>
                  <a:lnTo>
                    <a:pt x="896454" y="771817"/>
                  </a:lnTo>
                  <a:lnTo>
                    <a:pt x="896454" y="771601"/>
                  </a:lnTo>
                  <a:lnTo>
                    <a:pt x="900061" y="771601"/>
                  </a:lnTo>
                  <a:lnTo>
                    <a:pt x="900061" y="743661"/>
                  </a:lnTo>
                  <a:lnTo>
                    <a:pt x="900061" y="737311"/>
                  </a:lnTo>
                  <a:close/>
                </a:path>
                <a:path w="953134" h="822325">
                  <a:moveTo>
                    <a:pt x="900061" y="297878"/>
                  </a:moveTo>
                  <a:lnTo>
                    <a:pt x="892848" y="294030"/>
                  </a:lnTo>
                  <a:lnTo>
                    <a:pt x="892848" y="302196"/>
                  </a:lnTo>
                  <a:lnTo>
                    <a:pt x="892848" y="726782"/>
                  </a:lnTo>
                  <a:lnTo>
                    <a:pt x="831951" y="726782"/>
                  </a:lnTo>
                  <a:lnTo>
                    <a:pt x="831951" y="709218"/>
                  </a:lnTo>
                  <a:lnTo>
                    <a:pt x="831951" y="702005"/>
                  </a:lnTo>
                  <a:lnTo>
                    <a:pt x="121031" y="702005"/>
                  </a:lnTo>
                  <a:lnTo>
                    <a:pt x="121031" y="726782"/>
                  </a:lnTo>
                  <a:lnTo>
                    <a:pt x="60159" y="726782"/>
                  </a:lnTo>
                  <a:lnTo>
                    <a:pt x="60159" y="302196"/>
                  </a:lnTo>
                  <a:lnTo>
                    <a:pt x="473443" y="81711"/>
                  </a:lnTo>
                  <a:lnTo>
                    <a:pt x="479564" y="81711"/>
                  </a:lnTo>
                  <a:lnTo>
                    <a:pt x="892848" y="302196"/>
                  </a:lnTo>
                  <a:lnTo>
                    <a:pt x="892848" y="294030"/>
                  </a:lnTo>
                  <a:lnTo>
                    <a:pt x="494906" y="81711"/>
                  </a:lnTo>
                  <a:lnTo>
                    <a:pt x="481355" y="74485"/>
                  </a:lnTo>
                  <a:lnTo>
                    <a:pt x="480453" y="74485"/>
                  </a:lnTo>
                  <a:lnTo>
                    <a:pt x="471639" y="74485"/>
                  </a:lnTo>
                  <a:lnTo>
                    <a:pt x="52946" y="297878"/>
                  </a:lnTo>
                  <a:lnTo>
                    <a:pt x="52946" y="733996"/>
                  </a:lnTo>
                  <a:lnTo>
                    <a:pt x="128244" y="733996"/>
                  </a:lnTo>
                  <a:lnTo>
                    <a:pt x="128244" y="726782"/>
                  </a:lnTo>
                  <a:lnTo>
                    <a:pt x="128244" y="709218"/>
                  </a:lnTo>
                  <a:lnTo>
                    <a:pt x="824738" y="709218"/>
                  </a:lnTo>
                  <a:lnTo>
                    <a:pt x="824738" y="733996"/>
                  </a:lnTo>
                  <a:lnTo>
                    <a:pt x="900061" y="733996"/>
                  </a:lnTo>
                  <a:lnTo>
                    <a:pt x="900061" y="726782"/>
                  </a:lnTo>
                  <a:lnTo>
                    <a:pt x="900061" y="297878"/>
                  </a:lnTo>
                  <a:close/>
                </a:path>
                <a:path w="953134" h="822325">
                  <a:moveTo>
                    <a:pt x="952982" y="270090"/>
                  </a:moveTo>
                  <a:lnTo>
                    <a:pt x="952969" y="257479"/>
                  </a:lnTo>
                  <a:lnTo>
                    <a:pt x="948283" y="249034"/>
                  </a:lnTo>
                  <a:lnTo>
                    <a:pt x="945756" y="247675"/>
                  </a:lnTo>
                  <a:lnTo>
                    <a:pt x="945756" y="260045"/>
                  </a:lnTo>
                  <a:lnTo>
                    <a:pt x="945756" y="268960"/>
                  </a:lnTo>
                  <a:lnTo>
                    <a:pt x="945108" y="271729"/>
                  </a:lnTo>
                  <a:lnTo>
                    <a:pt x="940587" y="280111"/>
                  </a:lnTo>
                  <a:lnTo>
                    <a:pt x="934656" y="283400"/>
                  </a:lnTo>
                  <a:lnTo>
                    <a:pt x="928497" y="283400"/>
                  </a:lnTo>
                  <a:lnTo>
                    <a:pt x="925703" y="283400"/>
                  </a:lnTo>
                  <a:lnTo>
                    <a:pt x="922972" y="282740"/>
                  </a:lnTo>
                  <a:lnTo>
                    <a:pt x="491756" y="51396"/>
                  </a:lnTo>
                  <a:lnTo>
                    <a:pt x="476491" y="43218"/>
                  </a:lnTo>
                  <a:lnTo>
                    <a:pt x="30010" y="282740"/>
                  </a:lnTo>
                  <a:lnTo>
                    <a:pt x="27228" y="283400"/>
                  </a:lnTo>
                  <a:lnTo>
                    <a:pt x="18313" y="283400"/>
                  </a:lnTo>
                  <a:lnTo>
                    <a:pt x="12369" y="280111"/>
                  </a:lnTo>
                  <a:lnTo>
                    <a:pt x="7874" y="271716"/>
                  </a:lnTo>
                  <a:lnTo>
                    <a:pt x="7226" y="268960"/>
                  </a:lnTo>
                  <a:lnTo>
                    <a:pt x="7226" y="260045"/>
                  </a:lnTo>
                  <a:lnTo>
                    <a:pt x="10515" y="254088"/>
                  </a:lnTo>
                  <a:lnTo>
                    <a:pt x="469506" y="7848"/>
                  </a:lnTo>
                  <a:lnTo>
                    <a:pt x="472249" y="7226"/>
                  </a:lnTo>
                  <a:lnTo>
                    <a:pt x="475030" y="7226"/>
                  </a:lnTo>
                  <a:lnTo>
                    <a:pt x="476491" y="7277"/>
                  </a:lnTo>
                  <a:lnTo>
                    <a:pt x="477951" y="7226"/>
                  </a:lnTo>
                  <a:lnTo>
                    <a:pt x="480720" y="7226"/>
                  </a:lnTo>
                  <a:lnTo>
                    <a:pt x="483476" y="7848"/>
                  </a:lnTo>
                  <a:lnTo>
                    <a:pt x="936675" y="250977"/>
                  </a:lnTo>
                  <a:lnTo>
                    <a:pt x="942454" y="254088"/>
                  </a:lnTo>
                  <a:lnTo>
                    <a:pt x="945756" y="260045"/>
                  </a:lnTo>
                  <a:lnTo>
                    <a:pt x="945756" y="247675"/>
                  </a:lnTo>
                  <a:lnTo>
                    <a:pt x="940092" y="244614"/>
                  </a:lnTo>
                  <a:lnTo>
                    <a:pt x="497586" y="7226"/>
                  </a:lnTo>
                  <a:lnTo>
                    <a:pt x="490956" y="3670"/>
                  </a:lnTo>
                  <a:lnTo>
                    <a:pt x="485775" y="889"/>
                  </a:lnTo>
                  <a:lnTo>
                    <a:pt x="481812" y="0"/>
                  </a:lnTo>
                  <a:lnTo>
                    <a:pt x="477951" y="12"/>
                  </a:lnTo>
                  <a:lnTo>
                    <a:pt x="476491" y="50"/>
                  </a:lnTo>
                  <a:lnTo>
                    <a:pt x="475030" y="12"/>
                  </a:lnTo>
                  <a:lnTo>
                    <a:pt x="471157" y="0"/>
                  </a:lnTo>
                  <a:lnTo>
                    <a:pt x="467194" y="889"/>
                  </a:lnTo>
                  <a:lnTo>
                    <a:pt x="4686" y="249034"/>
                  </a:lnTo>
                  <a:lnTo>
                    <a:pt x="0" y="257479"/>
                  </a:lnTo>
                  <a:lnTo>
                    <a:pt x="0" y="270090"/>
                  </a:lnTo>
                  <a:lnTo>
                    <a:pt x="939" y="274066"/>
                  </a:lnTo>
                  <a:lnTo>
                    <a:pt x="7315" y="285940"/>
                  </a:lnTo>
                  <a:lnTo>
                    <a:pt x="15760" y="290614"/>
                  </a:lnTo>
                  <a:lnTo>
                    <a:pt x="28384" y="290614"/>
                  </a:lnTo>
                  <a:lnTo>
                    <a:pt x="32359" y="289674"/>
                  </a:lnTo>
                  <a:lnTo>
                    <a:pt x="44043" y="283400"/>
                  </a:lnTo>
                  <a:lnTo>
                    <a:pt x="476491" y="51396"/>
                  </a:lnTo>
                  <a:lnTo>
                    <a:pt x="920610" y="289674"/>
                  </a:lnTo>
                  <a:lnTo>
                    <a:pt x="924598" y="290614"/>
                  </a:lnTo>
                  <a:lnTo>
                    <a:pt x="937209" y="290614"/>
                  </a:lnTo>
                  <a:lnTo>
                    <a:pt x="945642" y="285940"/>
                  </a:lnTo>
                  <a:lnTo>
                    <a:pt x="947000" y="283400"/>
                  </a:lnTo>
                  <a:lnTo>
                    <a:pt x="952042" y="274066"/>
                  </a:lnTo>
                  <a:lnTo>
                    <a:pt x="952982" y="27009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4">
              <a:extLst>
                <a:ext uri="{FF2B5EF4-FFF2-40B4-BE49-F238E27FC236}">
                  <a16:creationId xmlns:a16="http://schemas.microsoft.com/office/drawing/2014/main" id="{35261A5F-97AB-5611-3EFC-080D1DCDB0B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953823" y="5802133"/>
              <a:ext cx="295736" cy="374001"/>
            </a:xfrm>
            <a:prstGeom prst="rect">
              <a:avLst/>
            </a:prstGeom>
          </p:spPr>
        </p:pic>
        <p:sp>
          <p:nvSpPr>
            <p:cNvPr id="137" name="object 15">
              <a:extLst>
                <a:ext uri="{FF2B5EF4-FFF2-40B4-BE49-F238E27FC236}">
                  <a16:creationId xmlns:a16="http://schemas.microsoft.com/office/drawing/2014/main" id="{32817DD3-09C7-79B4-D342-CCB106E1DFDE}"/>
                </a:ext>
              </a:extLst>
            </p:cNvPr>
            <p:cNvSpPr/>
            <p:nvPr/>
          </p:nvSpPr>
          <p:spPr>
            <a:xfrm>
              <a:off x="14839450" y="5749420"/>
              <a:ext cx="236220" cy="426720"/>
            </a:xfrm>
            <a:custGeom>
              <a:avLst/>
              <a:gdLst/>
              <a:ahLst/>
              <a:cxnLst/>
              <a:rect l="l" t="t" r="r" b="b"/>
              <a:pathLst>
                <a:path w="236219" h="426720">
                  <a:moveTo>
                    <a:pt x="183596" y="3810"/>
                  </a:moveTo>
                  <a:lnTo>
                    <a:pt x="52307" y="3810"/>
                  </a:lnTo>
                  <a:lnTo>
                    <a:pt x="44978" y="5080"/>
                  </a:lnTo>
                  <a:lnTo>
                    <a:pt x="37620" y="7620"/>
                  </a:lnTo>
                  <a:lnTo>
                    <a:pt x="30239" y="8890"/>
                  </a:lnTo>
                  <a:lnTo>
                    <a:pt x="25297" y="10160"/>
                  </a:lnTo>
                  <a:lnTo>
                    <a:pt x="20292" y="12700"/>
                  </a:lnTo>
                  <a:lnTo>
                    <a:pt x="15057" y="15240"/>
                  </a:lnTo>
                  <a:lnTo>
                    <a:pt x="12533" y="16510"/>
                  </a:lnTo>
                  <a:lnTo>
                    <a:pt x="9779" y="17780"/>
                  </a:lnTo>
                  <a:lnTo>
                    <a:pt x="6847" y="20320"/>
                  </a:lnTo>
                  <a:lnTo>
                    <a:pt x="4806" y="22860"/>
                  </a:lnTo>
                  <a:lnTo>
                    <a:pt x="3664" y="24130"/>
                  </a:lnTo>
                  <a:lnTo>
                    <a:pt x="2421" y="25413"/>
                  </a:lnTo>
                  <a:lnTo>
                    <a:pt x="931" y="27940"/>
                  </a:lnTo>
                  <a:lnTo>
                    <a:pt x="31" y="30480"/>
                  </a:lnTo>
                  <a:lnTo>
                    <a:pt x="0" y="351790"/>
                  </a:lnTo>
                  <a:lnTo>
                    <a:pt x="178" y="353060"/>
                  </a:lnTo>
                  <a:lnTo>
                    <a:pt x="9559" y="378460"/>
                  </a:lnTo>
                  <a:lnTo>
                    <a:pt x="14044" y="386080"/>
                  </a:lnTo>
                  <a:lnTo>
                    <a:pt x="44227" y="411480"/>
                  </a:lnTo>
                  <a:lnTo>
                    <a:pt x="88104" y="425450"/>
                  </a:lnTo>
                  <a:lnTo>
                    <a:pt x="103060" y="426720"/>
                  </a:lnTo>
                  <a:lnTo>
                    <a:pt x="121535" y="426720"/>
                  </a:lnTo>
                  <a:lnTo>
                    <a:pt x="121535" y="424180"/>
                  </a:lnTo>
                  <a:lnTo>
                    <a:pt x="114321" y="424180"/>
                  </a:lnTo>
                  <a:lnTo>
                    <a:pt x="114321" y="420051"/>
                  </a:lnTo>
                  <a:lnTo>
                    <a:pt x="74930" y="415290"/>
                  </a:lnTo>
                  <a:lnTo>
                    <a:pt x="35318" y="397510"/>
                  </a:lnTo>
                  <a:lnTo>
                    <a:pt x="15790" y="374650"/>
                  </a:lnTo>
                  <a:lnTo>
                    <a:pt x="13277" y="370840"/>
                  </a:lnTo>
                  <a:lnTo>
                    <a:pt x="11182" y="365760"/>
                  </a:lnTo>
                  <a:lnTo>
                    <a:pt x="8826" y="359410"/>
                  </a:lnTo>
                  <a:lnTo>
                    <a:pt x="8198" y="356870"/>
                  </a:lnTo>
                  <a:lnTo>
                    <a:pt x="7931" y="355600"/>
                  </a:lnTo>
                  <a:lnTo>
                    <a:pt x="4135" y="355600"/>
                  </a:lnTo>
                  <a:lnTo>
                    <a:pt x="7685" y="354330"/>
                  </a:lnTo>
                  <a:lnTo>
                    <a:pt x="7340" y="353060"/>
                  </a:lnTo>
                  <a:lnTo>
                    <a:pt x="7238" y="33004"/>
                  </a:lnTo>
                  <a:lnTo>
                    <a:pt x="7737" y="30480"/>
                  </a:lnTo>
                  <a:lnTo>
                    <a:pt x="8638" y="29210"/>
                  </a:lnTo>
                  <a:lnTo>
                    <a:pt x="5528" y="27940"/>
                  </a:lnTo>
                  <a:lnTo>
                    <a:pt x="9423" y="27940"/>
                  </a:lnTo>
                  <a:lnTo>
                    <a:pt x="10125" y="26670"/>
                  </a:lnTo>
                  <a:lnTo>
                    <a:pt x="11853" y="25400"/>
                  </a:lnTo>
                  <a:lnTo>
                    <a:pt x="11633" y="25400"/>
                  </a:lnTo>
                  <a:lnTo>
                    <a:pt x="9298" y="22860"/>
                  </a:lnTo>
                  <a:lnTo>
                    <a:pt x="16030" y="22860"/>
                  </a:lnTo>
                  <a:lnTo>
                    <a:pt x="18365" y="21590"/>
                  </a:lnTo>
                  <a:lnTo>
                    <a:pt x="16722" y="17780"/>
                  </a:lnTo>
                  <a:lnTo>
                    <a:pt x="27527" y="17780"/>
                  </a:lnTo>
                  <a:lnTo>
                    <a:pt x="32239" y="16510"/>
                  </a:lnTo>
                  <a:lnTo>
                    <a:pt x="39292" y="13970"/>
                  </a:lnTo>
                  <a:lnTo>
                    <a:pt x="60605" y="10160"/>
                  </a:lnTo>
                  <a:lnTo>
                    <a:pt x="103575" y="6350"/>
                  </a:lnTo>
                  <a:lnTo>
                    <a:pt x="194603" y="6350"/>
                  </a:lnTo>
                  <a:lnTo>
                    <a:pt x="190924" y="5080"/>
                  </a:lnTo>
                  <a:lnTo>
                    <a:pt x="183596" y="3810"/>
                  </a:lnTo>
                  <a:close/>
                </a:path>
                <a:path w="236219" h="426720">
                  <a:moveTo>
                    <a:pt x="114321" y="420051"/>
                  </a:moveTo>
                  <a:lnTo>
                    <a:pt x="114321" y="424180"/>
                  </a:lnTo>
                  <a:lnTo>
                    <a:pt x="117923" y="424180"/>
                  </a:lnTo>
                  <a:lnTo>
                    <a:pt x="117933" y="420370"/>
                  </a:lnTo>
                  <a:lnTo>
                    <a:pt x="114321" y="420051"/>
                  </a:lnTo>
                  <a:close/>
                </a:path>
                <a:path w="236219" h="426720">
                  <a:moveTo>
                    <a:pt x="114321" y="413691"/>
                  </a:moveTo>
                  <a:lnTo>
                    <a:pt x="114321" y="420051"/>
                  </a:lnTo>
                  <a:lnTo>
                    <a:pt x="117933" y="420370"/>
                  </a:lnTo>
                  <a:lnTo>
                    <a:pt x="117923" y="424180"/>
                  </a:lnTo>
                  <a:lnTo>
                    <a:pt x="121535" y="424180"/>
                  </a:lnTo>
                  <a:lnTo>
                    <a:pt x="121535" y="414020"/>
                  </a:lnTo>
                  <a:lnTo>
                    <a:pt x="117923" y="414020"/>
                  </a:lnTo>
                  <a:lnTo>
                    <a:pt x="114321" y="413691"/>
                  </a:lnTo>
                  <a:close/>
                </a:path>
                <a:path w="236219" h="426720">
                  <a:moveTo>
                    <a:pt x="117923" y="410210"/>
                  </a:moveTo>
                  <a:lnTo>
                    <a:pt x="114321" y="410210"/>
                  </a:lnTo>
                  <a:lnTo>
                    <a:pt x="114321" y="413691"/>
                  </a:lnTo>
                  <a:lnTo>
                    <a:pt x="117923" y="414020"/>
                  </a:lnTo>
                  <a:lnTo>
                    <a:pt x="117923" y="410210"/>
                  </a:lnTo>
                  <a:close/>
                </a:path>
                <a:path w="236219" h="426720">
                  <a:moveTo>
                    <a:pt x="121535" y="410210"/>
                  </a:moveTo>
                  <a:lnTo>
                    <a:pt x="117923" y="410210"/>
                  </a:lnTo>
                  <a:lnTo>
                    <a:pt x="117923" y="414020"/>
                  </a:lnTo>
                  <a:lnTo>
                    <a:pt x="121535" y="414020"/>
                  </a:lnTo>
                  <a:lnTo>
                    <a:pt x="121535" y="410210"/>
                  </a:lnTo>
                  <a:close/>
                </a:path>
                <a:path w="236219" h="426720">
                  <a:moveTo>
                    <a:pt x="13559" y="44450"/>
                  </a:moveTo>
                  <a:lnTo>
                    <a:pt x="13559" y="351790"/>
                  </a:lnTo>
                  <a:lnTo>
                    <a:pt x="13884" y="353060"/>
                  </a:lnTo>
                  <a:lnTo>
                    <a:pt x="14313" y="355600"/>
                  </a:lnTo>
                  <a:lnTo>
                    <a:pt x="14941" y="356870"/>
                  </a:lnTo>
                  <a:lnTo>
                    <a:pt x="15612" y="359410"/>
                  </a:lnTo>
                  <a:lnTo>
                    <a:pt x="18952" y="368300"/>
                  </a:lnTo>
                  <a:lnTo>
                    <a:pt x="50689" y="400050"/>
                  </a:lnTo>
                  <a:lnTo>
                    <a:pt x="90060" y="411480"/>
                  </a:lnTo>
                  <a:lnTo>
                    <a:pt x="114321" y="413691"/>
                  </a:lnTo>
                  <a:lnTo>
                    <a:pt x="114321" y="410210"/>
                  </a:lnTo>
                  <a:lnTo>
                    <a:pt x="121535" y="410210"/>
                  </a:lnTo>
                  <a:lnTo>
                    <a:pt x="121535" y="406400"/>
                  </a:lnTo>
                  <a:lnTo>
                    <a:pt x="104423" y="406400"/>
                  </a:lnTo>
                  <a:lnTo>
                    <a:pt x="91111" y="405130"/>
                  </a:lnTo>
                  <a:lnTo>
                    <a:pt x="50166" y="391160"/>
                  </a:lnTo>
                  <a:lnTo>
                    <a:pt x="23716" y="360680"/>
                  </a:lnTo>
                  <a:lnTo>
                    <a:pt x="21318" y="353060"/>
                  </a:lnTo>
                  <a:lnTo>
                    <a:pt x="20952" y="351790"/>
                  </a:lnTo>
                  <a:lnTo>
                    <a:pt x="20721" y="350520"/>
                  </a:lnTo>
                  <a:lnTo>
                    <a:pt x="20774" y="55929"/>
                  </a:lnTo>
                  <a:lnTo>
                    <a:pt x="20585" y="55880"/>
                  </a:lnTo>
                  <a:lnTo>
                    <a:pt x="15601" y="53340"/>
                  </a:lnTo>
                  <a:lnTo>
                    <a:pt x="17161" y="50800"/>
                  </a:lnTo>
                  <a:lnTo>
                    <a:pt x="27643" y="50800"/>
                  </a:lnTo>
                  <a:lnTo>
                    <a:pt x="23224" y="49530"/>
                  </a:lnTo>
                  <a:lnTo>
                    <a:pt x="13559" y="44450"/>
                  </a:lnTo>
                  <a:close/>
                </a:path>
                <a:path w="236219" h="426720">
                  <a:moveTo>
                    <a:pt x="7666" y="354336"/>
                  </a:moveTo>
                  <a:lnTo>
                    <a:pt x="4135" y="355600"/>
                  </a:lnTo>
                  <a:lnTo>
                    <a:pt x="7931" y="355600"/>
                  </a:lnTo>
                  <a:lnTo>
                    <a:pt x="7666" y="354336"/>
                  </a:lnTo>
                  <a:close/>
                </a:path>
                <a:path w="236219" h="426720">
                  <a:moveTo>
                    <a:pt x="222317" y="50800"/>
                  </a:moveTo>
                  <a:lnTo>
                    <a:pt x="218705" y="50800"/>
                  </a:lnTo>
                  <a:lnTo>
                    <a:pt x="220286" y="53340"/>
                  </a:lnTo>
                  <a:lnTo>
                    <a:pt x="215323" y="55880"/>
                  </a:lnTo>
                  <a:lnTo>
                    <a:pt x="215134" y="55929"/>
                  </a:lnTo>
                  <a:lnTo>
                    <a:pt x="215103" y="83820"/>
                  </a:lnTo>
                  <a:lnTo>
                    <a:pt x="225228" y="74930"/>
                  </a:lnTo>
                  <a:lnTo>
                    <a:pt x="218705" y="74930"/>
                  </a:lnTo>
                  <a:lnTo>
                    <a:pt x="216297" y="72390"/>
                  </a:lnTo>
                  <a:lnTo>
                    <a:pt x="220663" y="68580"/>
                  </a:lnTo>
                  <a:lnTo>
                    <a:pt x="222227" y="67310"/>
                  </a:lnTo>
                  <a:lnTo>
                    <a:pt x="222317" y="50800"/>
                  </a:lnTo>
                  <a:close/>
                </a:path>
                <a:path w="236219" h="426720">
                  <a:moveTo>
                    <a:pt x="222317" y="67236"/>
                  </a:moveTo>
                  <a:lnTo>
                    <a:pt x="220663" y="68580"/>
                  </a:lnTo>
                  <a:lnTo>
                    <a:pt x="216297" y="72390"/>
                  </a:lnTo>
                  <a:lnTo>
                    <a:pt x="218705" y="74930"/>
                  </a:lnTo>
                  <a:lnTo>
                    <a:pt x="222317" y="74930"/>
                  </a:lnTo>
                  <a:lnTo>
                    <a:pt x="222317" y="67236"/>
                  </a:lnTo>
                  <a:close/>
                </a:path>
                <a:path w="236219" h="426720">
                  <a:moveTo>
                    <a:pt x="235877" y="62230"/>
                  </a:moveTo>
                  <a:lnTo>
                    <a:pt x="230254" y="62230"/>
                  </a:lnTo>
                  <a:lnTo>
                    <a:pt x="232265" y="64770"/>
                  </a:lnTo>
                  <a:lnTo>
                    <a:pt x="225354" y="64770"/>
                  </a:lnTo>
                  <a:lnTo>
                    <a:pt x="222317" y="67236"/>
                  </a:lnTo>
                  <a:lnTo>
                    <a:pt x="222317" y="74930"/>
                  </a:lnTo>
                  <a:lnTo>
                    <a:pt x="225228" y="74930"/>
                  </a:lnTo>
                  <a:lnTo>
                    <a:pt x="229657" y="71120"/>
                  </a:lnTo>
                  <a:lnTo>
                    <a:pt x="235877" y="67310"/>
                  </a:lnTo>
                  <a:lnTo>
                    <a:pt x="235877" y="64770"/>
                  </a:lnTo>
                  <a:lnTo>
                    <a:pt x="228652" y="64770"/>
                  </a:lnTo>
                  <a:lnTo>
                    <a:pt x="228652" y="63060"/>
                  </a:lnTo>
                  <a:lnTo>
                    <a:pt x="235877" y="63060"/>
                  </a:lnTo>
                  <a:lnTo>
                    <a:pt x="235877" y="62230"/>
                  </a:lnTo>
                  <a:close/>
                </a:path>
                <a:path w="236219" h="426720">
                  <a:moveTo>
                    <a:pt x="27643" y="50800"/>
                  </a:moveTo>
                  <a:lnTo>
                    <a:pt x="20774" y="50800"/>
                  </a:lnTo>
                  <a:lnTo>
                    <a:pt x="20804" y="55937"/>
                  </a:lnTo>
                  <a:lnTo>
                    <a:pt x="30229" y="58420"/>
                  </a:lnTo>
                  <a:lnTo>
                    <a:pt x="37616" y="60960"/>
                  </a:lnTo>
                  <a:lnTo>
                    <a:pt x="59589" y="64770"/>
                  </a:lnTo>
                  <a:lnTo>
                    <a:pt x="103382" y="68580"/>
                  </a:lnTo>
                  <a:lnTo>
                    <a:pt x="132539" y="68580"/>
                  </a:lnTo>
                  <a:lnTo>
                    <a:pt x="176287" y="64770"/>
                  </a:lnTo>
                  <a:lnTo>
                    <a:pt x="198282" y="60960"/>
                  </a:lnTo>
                  <a:lnTo>
                    <a:pt x="89234" y="60960"/>
                  </a:lnTo>
                  <a:lnTo>
                    <a:pt x="74901" y="59690"/>
                  </a:lnTo>
                  <a:lnTo>
                    <a:pt x="60595" y="57150"/>
                  </a:lnTo>
                  <a:lnTo>
                    <a:pt x="53476" y="57150"/>
                  </a:lnTo>
                  <a:lnTo>
                    <a:pt x="46371" y="55880"/>
                  </a:lnTo>
                  <a:lnTo>
                    <a:pt x="39283" y="53340"/>
                  </a:lnTo>
                  <a:lnTo>
                    <a:pt x="32218" y="52070"/>
                  </a:lnTo>
                  <a:lnTo>
                    <a:pt x="27643" y="50800"/>
                  </a:lnTo>
                  <a:close/>
                </a:path>
                <a:path w="236219" h="426720">
                  <a:moveTo>
                    <a:pt x="230254" y="62230"/>
                  </a:moveTo>
                  <a:lnTo>
                    <a:pt x="228652" y="63060"/>
                  </a:lnTo>
                  <a:lnTo>
                    <a:pt x="228652" y="64770"/>
                  </a:lnTo>
                  <a:lnTo>
                    <a:pt x="232265" y="64770"/>
                  </a:lnTo>
                  <a:lnTo>
                    <a:pt x="230254" y="62230"/>
                  </a:lnTo>
                  <a:close/>
                </a:path>
                <a:path w="236219" h="426720">
                  <a:moveTo>
                    <a:pt x="233249" y="25400"/>
                  </a:moveTo>
                  <a:lnTo>
                    <a:pt x="224202" y="25400"/>
                  </a:lnTo>
                  <a:lnTo>
                    <a:pt x="227176" y="29210"/>
                  </a:lnTo>
                  <a:lnTo>
                    <a:pt x="227972" y="30480"/>
                  </a:lnTo>
                  <a:lnTo>
                    <a:pt x="228673" y="31750"/>
                  </a:lnTo>
                  <a:lnTo>
                    <a:pt x="228652" y="63060"/>
                  </a:lnTo>
                  <a:lnTo>
                    <a:pt x="230254" y="62230"/>
                  </a:lnTo>
                  <a:lnTo>
                    <a:pt x="235877" y="62230"/>
                  </a:lnTo>
                  <a:lnTo>
                    <a:pt x="235867" y="30480"/>
                  </a:lnTo>
                  <a:lnTo>
                    <a:pt x="234704" y="27940"/>
                  </a:lnTo>
                  <a:lnTo>
                    <a:pt x="233977" y="26670"/>
                  </a:lnTo>
                  <a:lnTo>
                    <a:pt x="230212" y="26670"/>
                  </a:lnTo>
                  <a:lnTo>
                    <a:pt x="233249" y="25400"/>
                  </a:lnTo>
                  <a:close/>
                </a:path>
                <a:path w="236219" h="426720">
                  <a:moveTo>
                    <a:pt x="222317" y="44450"/>
                  </a:moveTo>
                  <a:lnTo>
                    <a:pt x="212674" y="49530"/>
                  </a:lnTo>
                  <a:lnTo>
                    <a:pt x="208255" y="50800"/>
                  </a:lnTo>
                  <a:lnTo>
                    <a:pt x="203648" y="52070"/>
                  </a:lnTo>
                  <a:lnTo>
                    <a:pt x="196609" y="53340"/>
                  </a:lnTo>
                  <a:lnTo>
                    <a:pt x="189536" y="55880"/>
                  </a:lnTo>
                  <a:lnTo>
                    <a:pt x="182427" y="57150"/>
                  </a:lnTo>
                  <a:lnTo>
                    <a:pt x="175282" y="57150"/>
                  </a:lnTo>
                  <a:lnTo>
                    <a:pt x="160980" y="59690"/>
                  </a:lnTo>
                  <a:lnTo>
                    <a:pt x="146660" y="60960"/>
                  </a:lnTo>
                  <a:lnTo>
                    <a:pt x="198282" y="60960"/>
                  </a:lnTo>
                  <a:lnTo>
                    <a:pt x="205648" y="58420"/>
                  </a:lnTo>
                  <a:lnTo>
                    <a:pt x="215103" y="55937"/>
                  </a:lnTo>
                  <a:lnTo>
                    <a:pt x="215103" y="50800"/>
                  </a:lnTo>
                  <a:lnTo>
                    <a:pt x="222317" y="50800"/>
                  </a:lnTo>
                  <a:lnTo>
                    <a:pt x="222317" y="44450"/>
                  </a:lnTo>
                  <a:close/>
                </a:path>
                <a:path w="236219" h="426720">
                  <a:moveTo>
                    <a:pt x="218705" y="50800"/>
                  </a:moveTo>
                  <a:lnTo>
                    <a:pt x="215103" y="50800"/>
                  </a:lnTo>
                  <a:lnTo>
                    <a:pt x="215103" y="55937"/>
                  </a:lnTo>
                  <a:lnTo>
                    <a:pt x="215323" y="55880"/>
                  </a:lnTo>
                  <a:lnTo>
                    <a:pt x="220286" y="53340"/>
                  </a:lnTo>
                  <a:lnTo>
                    <a:pt x="218705" y="50800"/>
                  </a:lnTo>
                  <a:close/>
                </a:path>
                <a:path w="236219" h="426720">
                  <a:moveTo>
                    <a:pt x="20774" y="50800"/>
                  </a:moveTo>
                  <a:lnTo>
                    <a:pt x="17161" y="50800"/>
                  </a:lnTo>
                  <a:lnTo>
                    <a:pt x="15601" y="53340"/>
                  </a:lnTo>
                  <a:lnTo>
                    <a:pt x="20585" y="55880"/>
                  </a:lnTo>
                  <a:lnTo>
                    <a:pt x="20774" y="55929"/>
                  </a:lnTo>
                  <a:lnTo>
                    <a:pt x="20774" y="50800"/>
                  </a:lnTo>
                  <a:close/>
                </a:path>
                <a:path w="236219" h="426720">
                  <a:moveTo>
                    <a:pt x="174392" y="50800"/>
                  </a:moveTo>
                  <a:lnTo>
                    <a:pt x="61505" y="50800"/>
                  </a:lnTo>
                  <a:lnTo>
                    <a:pt x="75530" y="53340"/>
                  </a:lnTo>
                  <a:lnTo>
                    <a:pt x="89638" y="54610"/>
                  </a:lnTo>
                  <a:lnTo>
                    <a:pt x="146258" y="54610"/>
                  </a:lnTo>
                  <a:lnTo>
                    <a:pt x="160366" y="53340"/>
                  </a:lnTo>
                  <a:lnTo>
                    <a:pt x="174392" y="50800"/>
                  </a:lnTo>
                  <a:close/>
                </a:path>
                <a:path w="236219" h="426720">
                  <a:moveTo>
                    <a:pt x="132096" y="12700"/>
                  </a:moveTo>
                  <a:lnTo>
                    <a:pt x="103780" y="12700"/>
                  </a:lnTo>
                  <a:lnTo>
                    <a:pt x="61516" y="16510"/>
                  </a:lnTo>
                  <a:lnTo>
                    <a:pt x="40726" y="20320"/>
                  </a:lnTo>
                  <a:lnTo>
                    <a:pt x="33988" y="22860"/>
                  </a:lnTo>
                  <a:lnTo>
                    <a:pt x="25106" y="25413"/>
                  </a:lnTo>
                  <a:lnTo>
                    <a:pt x="14853" y="31802"/>
                  </a:lnTo>
                  <a:lnTo>
                    <a:pt x="12676" y="34282"/>
                  </a:lnTo>
                  <a:lnTo>
                    <a:pt x="14889" y="36830"/>
                  </a:lnTo>
                  <a:lnTo>
                    <a:pt x="15842" y="38100"/>
                  </a:lnTo>
                  <a:lnTo>
                    <a:pt x="17360" y="39370"/>
                  </a:lnTo>
                  <a:lnTo>
                    <a:pt x="19224" y="40640"/>
                  </a:lnTo>
                  <a:lnTo>
                    <a:pt x="25140" y="43180"/>
                  </a:lnTo>
                  <a:lnTo>
                    <a:pt x="33978" y="45720"/>
                  </a:lnTo>
                  <a:lnTo>
                    <a:pt x="40722" y="46990"/>
                  </a:lnTo>
                  <a:lnTo>
                    <a:pt x="47588" y="49530"/>
                  </a:lnTo>
                  <a:lnTo>
                    <a:pt x="54532" y="50800"/>
                  </a:lnTo>
                  <a:lnTo>
                    <a:pt x="181370" y="50800"/>
                  </a:lnTo>
                  <a:lnTo>
                    <a:pt x="188312" y="49530"/>
                  </a:lnTo>
                  <a:lnTo>
                    <a:pt x="191742" y="48260"/>
                  </a:lnTo>
                  <a:lnTo>
                    <a:pt x="117975" y="48260"/>
                  </a:lnTo>
                  <a:lnTo>
                    <a:pt x="104006" y="46990"/>
                  </a:lnTo>
                  <a:lnTo>
                    <a:pt x="90082" y="46990"/>
                  </a:lnTo>
                  <a:lnTo>
                    <a:pt x="62511" y="44450"/>
                  </a:lnTo>
                  <a:lnTo>
                    <a:pt x="35977" y="39370"/>
                  </a:lnTo>
                  <a:lnTo>
                    <a:pt x="27747" y="36830"/>
                  </a:lnTo>
                  <a:lnTo>
                    <a:pt x="20114" y="36830"/>
                  </a:lnTo>
                  <a:lnTo>
                    <a:pt x="18716" y="35560"/>
                  </a:lnTo>
                  <a:lnTo>
                    <a:pt x="18240" y="35560"/>
                  </a:lnTo>
                  <a:lnTo>
                    <a:pt x="18413" y="35284"/>
                  </a:lnTo>
                  <a:lnTo>
                    <a:pt x="17327" y="34282"/>
                  </a:lnTo>
                  <a:lnTo>
                    <a:pt x="18462" y="33255"/>
                  </a:lnTo>
                  <a:lnTo>
                    <a:pt x="18240" y="33020"/>
                  </a:lnTo>
                  <a:lnTo>
                    <a:pt x="18721" y="33020"/>
                  </a:lnTo>
                  <a:lnTo>
                    <a:pt x="20125" y="31750"/>
                  </a:lnTo>
                  <a:lnTo>
                    <a:pt x="23580" y="31750"/>
                  </a:lnTo>
                  <a:lnTo>
                    <a:pt x="22784" y="30480"/>
                  </a:lnTo>
                  <a:lnTo>
                    <a:pt x="31800" y="30480"/>
                  </a:lnTo>
                  <a:lnTo>
                    <a:pt x="35988" y="29210"/>
                  </a:lnTo>
                  <a:lnTo>
                    <a:pt x="55715" y="25400"/>
                  </a:lnTo>
                  <a:lnTo>
                    <a:pt x="76242" y="21590"/>
                  </a:lnTo>
                  <a:lnTo>
                    <a:pt x="90078" y="21590"/>
                  </a:lnTo>
                  <a:lnTo>
                    <a:pt x="103989" y="20320"/>
                  </a:lnTo>
                  <a:lnTo>
                    <a:pt x="195178" y="20320"/>
                  </a:lnTo>
                  <a:lnTo>
                    <a:pt x="174403" y="16510"/>
                  </a:lnTo>
                  <a:lnTo>
                    <a:pt x="132096" y="12700"/>
                  </a:lnTo>
                  <a:close/>
                </a:path>
                <a:path w="236219" h="426720">
                  <a:moveTo>
                    <a:pt x="213090" y="34296"/>
                  </a:moveTo>
                  <a:lnTo>
                    <a:pt x="173387" y="44450"/>
                  </a:lnTo>
                  <a:lnTo>
                    <a:pt x="145818" y="46990"/>
                  </a:lnTo>
                  <a:lnTo>
                    <a:pt x="131906" y="46990"/>
                  </a:lnTo>
                  <a:lnTo>
                    <a:pt x="117975" y="48260"/>
                  </a:lnTo>
                  <a:lnTo>
                    <a:pt x="191742" y="48260"/>
                  </a:lnTo>
                  <a:lnTo>
                    <a:pt x="195173" y="46990"/>
                  </a:lnTo>
                  <a:lnTo>
                    <a:pt x="201910" y="45720"/>
                  </a:lnTo>
                  <a:lnTo>
                    <a:pt x="221281" y="36830"/>
                  </a:lnTo>
                  <a:lnTo>
                    <a:pt x="215941" y="36830"/>
                  </a:lnTo>
                  <a:lnTo>
                    <a:pt x="215040" y="35560"/>
                  </a:lnTo>
                  <a:lnTo>
                    <a:pt x="214558" y="35560"/>
                  </a:lnTo>
                  <a:lnTo>
                    <a:pt x="213090" y="34296"/>
                  </a:lnTo>
                  <a:close/>
                </a:path>
                <a:path w="236219" h="426720">
                  <a:moveTo>
                    <a:pt x="19214" y="34051"/>
                  </a:moveTo>
                  <a:lnTo>
                    <a:pt x="18418" y="35284"/>
                  </a:lnTo>
                  <a:lnTo>
                    <a:pt x="20114" y="36830"/>
                  </a:lnTo>
                  <a:lnTo>
                    <a:pt x="20700" y="35560"/>
                  </a:lnTo>
                  <a:lnTo>
                    <a:pt x="19214" y="34051"/>
                  </a:lnTo>
                  <a:close/>
                </a:path>
                <a:path w="236219" h="426720">
                  <a:moveTo>
                    <a:pt x="20666" y="31802"/>
                  </a:moveTo>
                  <a:lnTo>
                    <a:pt x="19258" y="33983"/>
                  </a:lnTo>
                  <a:lnTo>
                    <a:pt x="20700" y="35560"/>
                  </a:lnTo>
                  <a:lnTo>
                    <a:pt x="20177" y="36830"/>
                  </a:lnTo>
                  <a:lnTo>
                    <a:pt x="27747" y="36830"/>
                  </a:lnTo>
                  <a:lnTo>
                    <a:pt x="25287" y="35560"/>
                  </a:lnTo>
                  <a:lnTo>
                    <a:pt x="21329" y="35560"/>
                  </a:lnTo>
                  <a:lnTo>
                    <a:pt x="22770" y="34346"/>
                  </a:lnTo>
                  <a:lnTo>
                    <a:pt x="21320" y="33004"/>
                  </a:lnTo>
                  <a:lnTo>
                    <a:pt x="20666" y="31802"/>
                  </a:lnTo>
                  <a:close/>
                </a:path>
                <a:path w="236219" h="426720">
                  <a:moveTo>
                    <a:pt x="216357" y="34282"/>
                  </a:moveTo>
                  <a:lnTo>
                    <a:pt x="215040" y="35560"/>
                  </a:lnTo>
                  <a:lnTo>
                    <a:pt x="215941" y="36830"/>
                  </a:lnTo>
                  <a:lnTo>
                    <a:pt x="217249" y="35560"/>
                  </a:lnTo>
                  <a:lnTo>
                    <a:pt x="215291" y="35560"/>
                  </a:lnTo>
                  <a:lnTo>
                    <a:pt x="216422" y="34346"/>
                  </a:lnTo>
                  <a:close/>
                </a:path>
                <a:path w="236219" h="426720">
                  <a:moveTo>
                    <a:pt x="217455" y="35360"/>
                  </a:moveTo>
                  <a:lnTo>
                    <a:pt x="215941" y="36830"/>
                  </a:lnTo>
                  <a:lnTo>
                    <a:pt x="221281" y="36830"/>
                  </a:lnTo>
                  <a:lnTo>
                    <a:pt x="222422" y="35560"/>
                  </a:lnTo>
                  <a:lnTo>
                    <a:pt x="217658" y="35560"/>
                  </a:lnTo>
                  <a:lnTo>
                    <a:pt x="217455" y="35360"/>
                  </a:lnTo>
                  <a:close/>
                </a:path>
                <a:path w="236219" h="426720">
                  <a:moveTo>
                    <a:pt x="18416" y="35287"/>
                  </a:moveTo>
                  <a:lnTo>
                    <a:pt x="18240" y="35560"/>
                  </a:lnTo>
                  <a:lnTo>
                    <a:pt x="18716" y="35560"/>
                  </a:lnTo>
                  <a:lnTo>
                    <a:pt x="18416" y="35287"/>
                  </a:lnTo>
                  <a:close/>
                </a:path>
                <a:path w="236219" h="426720">
                  <a:moveTo>
                    <a:pt x="19224" y="34036"/>
                  </a:moveTo>
                  <a:lnTo>
                    <a:pt x="20638" y="35560"/>
                  </a:lnTo>
                  <a:lnTo>
                    <a:pt x="19224" y="34036"/>
                  </a:lnTo>
                  <a:close/>
                </a:path>
                <a:path w="236219" h="426720">
                  <a:moveTo>
                    <a:pt x="22833" y="34293"/>
                  </a:moveTo>
                  <a:lnTo>
                    <a:pt x="21329" y="35560"/>
                  </a:lnTo>
                  <a:lnTo>
                    <a:pt x="25287" y="35560"/>
                  </a:lnTo>
                  <a:lnTo>
                    <a:pt x="22833" y="34293"/>
                  </a:lnTo>
                  <a:close/>
                </a:path>
                <a:path w="236219" h="426720">
                  <a:moveTo>
                    <a:pt x="215260" y="31750"/>
                  </a:moveTo>
                  <a:lnTo>
                    <a:pt x="214579" y="33020"/>
                  </a:lnTo>
                  <a:lnTo>
                    <a:pt x="213112" y="34282"/>
                  </a:lnTo>
                  <a:lnTo>
                    <a:pt x="214558" y="35560"/>
                  </a:lnTo>
                  <a:lnTo>
                    <a:pt x="215040" y="35560"/>
                  </a:lnTo>
                  <a:lnTo>
                    <a:pt x="216357" y="34282"/>
                  </a:lnTo>
                  <a:lnTo>
                    <a:pt x="215071" y="33020"/>
                  </a:lnTo>
                  <a:lnTo>
                    <a:pt x="215595" y="32281"/>
                  </a:lnTo>
                  <a:lnTo>
                    <a:pt x="215260" y="31750"/>
                  </a:lnTo>
                  <a:close/>
                </a:path>
                <a:path w="236219" h="426720">
                  <a:moveTo>
                    <a:pt x="216422" y="34346"/>
                  </a:moveTo>
                  <a:lnTo>
                    <a:pt x="215291" y="35560"/>
                  </a:lnTo>
                  <a:lnTo>
                    <a:pt x="217249" y="35560"/>
                  </a:lnTo>
                  <a:lnTo>
                    <a:pt x="217455" y="35360"/>
                  </a:lnTo>
                  <a:lnTo>
                    <a:pt x="216422" y="34346"/>
                  </a:lnTo>
                  <a:close/>
                </a:path>
                <a:path w="236219" h="426720">
                  <a:moveTo>
                    <a:pt x="217503" y="35313"/>
                  </a:moveTo>
                  <a:lnTo>
                    <a:pt x="217658" y="35560"/>
                  </a:lnTo>
                  <a:lnTo>
                    <a:pt x="217503" y="35313"/>
                  </a:lnTo>
                  <a:close/>
                </a:path>
                <a:path w="236219" h="426720">
                  <a:moveTo>
                    <a:pt x="221176" y="31750"/>
                  </a:moveTo>
                  <a:lnTo>
                    <a:pt x="217533" y="35284"/>
                  </a:lnTo>
                  <a:lnTo>
                    <a:pt x="217658" y="35560"/>
                  </a:lnTo>
                  <a:lnTo>
                    <a:pt x="222422" y="35560"/>
                  </a:lnTo>
                  <a:lnTo>
                    <a:pt x="223556" y="34282"/>
                  </a:lnTo>
                  <a:lnTo>
                    <a:pt x="221176" y="31750"/>
                  </a:lnTo>
                  <a:close/>
                </a:path>
                <a:path w="236219" h="426720">
                  <a:moveTo>
                    <a:pt x="216704" y="34044"/>
                  </a:moveTo>
                  <a:lnTo>
                    <a:pt x="216422" y="34346"/>
                  </a:lnTo>
                  <a:lnTo>
                    <a:pt x="217455" y="35360"/>
                  </a:lnTo>
                  <a:lnTo>
                    <a:pt x="216704" y="34044"/>
                  </a:lnTo>
                  <a:close/>
                </a:path>
                <a:path w="236219" h="426720">
                  <a:moveTo>
                    <a:pt x="217470" y="33221"/>
                  </a:moveTo>
                  <a:lnTo>
                    <a:pt x="216709" y="34051"/>
                  </a:lnTo>
                  <a:lnTo>
                    <a:pt x="217503" y="35313"/>
                  </a:lnTo>
                  <a:lnTo>
                    <a:pt x="218550" y="34282"/>
                  </a:lnTo>
                  <a:lnTo>
                    <a:pt x="217470" y="33221"/>
                  </a:lnTo>
                  <a:close/>
                </a:path>
                <a:path w="236219" h="426720">
                  <a:moveTo>
                    <a:pt x="19199" y="34036"/>
                  </a:moveTo>
                  <a:lnTo>
                    <a:pt x="18416" y="35287"/>
                  </a:lnTo>
                  <a:lnTo>
                    <a:pt x="19214" y="34051"/>
                  </a:lnTo>
                  <a:close/>
                </a:path>
                <a:path w="236219" h="426720">
                  <a:moveTo>
                    <a:pt x="18462" y="33255"/>
                  </a:moveTo>
                  <a:lnTo>
                    <a:pt x="17327" y="34282"/>
                  </a:lnTo>
                  <a:lnTo>
                    <a:pt x="18413" y="35284"/>
                  </a:lnTo>
                  <a:lnTo>
                    <a:pt x="19189" y="34051"/>
                  </a:lnTo>
                  <a:lnTo>
                    <a:pt x="18462" y="33255"/>
                  </a:lnTo>
                  <a:close/>
                </a:path>
                <a:path w="236219" h="426720">
                  <a:moveTo>
                    <a:pt x="216665" y="33983"/>
                  </a:moveTo>
                  <a:lnTo>
                    <a:pt x="216357" y="34282"/>
                  </a:lnTo>
                  <a:lnTo>
                    <a:pt x="216696" y="34051"/>
                  </a:lnTo>
                  <a:close/>
                </a:path>
                <a:path w="236219" h="426720">
                  <a:moveTo>
                    <a:pt x="220150" y="30480"/>
                  </a:moveTo>
                  <a:lnTo>
                    <a:pt x="213124" y="30480"/>
                  </a:lnTo>
                  <a:lnTo>
                    <a:pt x="211532" y="33020"/>
                  </a:lnTo>
                  <a:lnTo>
                    <a:pt x="213090" y="34296"/>
                  </a:lnTo>
                  <a:lnTo>
                    <a:pt x="214588" y="33004"/>
                  </a:lnTo>
                  <a:lnTo>
                    <a:pt x="215260" y="31750"/>
                  </a:lnTo>
                  <a:lnTo>
                    <a:pt x="221176" y="31750"/>
                  </a:lnTo>
                  <a:lnTo>
                    <a:pt x="220150" y="30480"/>
                  </a:lnTo>
                  <a:close/>
                </a:path>
                <a:path w="236219" h="426720">
                  <a:moveTo>
                    <a:pt x="23580" y="31750"/>
                  </a:moveTo>
                  <a:lnTo>
                    <a:pt x="20700" y="31750"/>
                  </a:lnTo>
                  <a:lnTo>
                    <a:pt x="21329" y="33020"/>
                  </a:lnTo>
                  <a:lnTo>
                    <a:pt x="22833" y="34293"/>
                  </a:lnTo>
                  <a:lnTo>
                    <a:pt x="24428" y="33020"/>
                  </a:lnTo>
                  <a:lnTo>
                    <a:pt x="23580" y="31750"/>
                  </a:lnTo>
                  <a:close/>
                </a:path>
                <a:path w="236219" h="426720">
                  <a:moveTo>
                    <a:pt x="219867" y="33020"/>
                  </a:moveTo>
                  <a:lnTo>
                    <a:pt x="217658" y="33020"/>
                  </a:lnTo>
                  <a:lnTo>
                    <a:pt x="217479" y="33211"/>
                  </a:lnTo>
                  <a:lnTo>
                    <a:pt x="218566" y="34282"/>
                  </a:lnTo>
                  <a:lnTo>
                    <a:pt x="219867" y="33020"/>
                  </a:lnTo>
                  <a:close/>
                </a:path>
                <a:path w="236219" h="426720">
                  <a:moveTo>
                    <a:pt x="215595" y="32281"/>
                  </a:moveTo>
                  <a:lnTo>
                    <a:pt x="215071" y="33020"/>
                  </a:lnTo>
                  <a:lnTo>
                    <a:pt x="216357" y="34282"/>
                  </a:lnTo>
                  <a:lnTo>
                    <a:pt x="216665" y="33983"/>
                  </a:lnTo>
                  <a:lnTo>
                    <a:pt x="215595" y="32281"/>
                  </a:lnTo>
                  <a:close/>
                </a:path>
                <a:path w="236219" h="426720">
                  <a:moveTo>
                    <a:pt x="217460" y="33211"/>
                  </a:moveTo>
                  <a:lnTo>
                    <a:pt x="216665" y="33983"/>
                  </a:lnTo>
                  <a:lnTo>
                    <a:pt x="217439" y="33255"/>
                  </a:lnTo>
                  <a:close/>
                </a:path>
                <a:path w="236219" h="426720">
                  <a:moveTo>
                    <a:pt x="18465" y="33252"/>
                  </a:moveTo>
                  <a:lnTo>
                    <a:pt x="19199" y="34036"/>
                  </a:lnTo>
                  <a:lnTo>
                    <a:pt x="18465" y="33252"/>
                  </a:lnTo>
                  <a:close/>
                </a:path>
                <a:path w="236219" h="426720">
                  <a:moveTo>
                    <a:pt x="20638" y="31750"/>
                  </a:moveTo>
                  <a:lnTo>
                    <a:pt x="19232" y="33983"/>
                  </a:lnTo>
                  <a:lnTo>
                    <a:pt x="20666" y="31802"/>
                  </a:lnTo>
                  <a:close/>
                </a:path>
                <a:path w="236219" h="426720">
                  <a:moveTo>
                    <a:pt x="20638" y="31750"/>
                  </a:moveTo>
                  <a:lnTo>
                    <a:pt x="20125" y="31750"/>
                  </a:lnTo>
                  <a:lnTo>
                    <a:pt x="18468" y="33255"/>
                  </a:lnTo>
                  <a:lnTo>
                    <a:pt x="19209" y="34020"/>
                  </a:lnTo>
                  <a:lnTo>
                    <a:pt x="20638" y="31750"/>
                  </a:lnTo>
                  <a:close/>
                </a:path>
                <a:path w="236219" h="426720">
                  <a:moveTo>
                    <a:pt x="215972" y="31750"/>
                  </a:moveTo>
                  <a:lnTo>
                    <a:pt x="215595" y="32281"/>
                  </a:lnTo>
                  <a:lnTo>
                    <a:pt x="216665" y="33983"/>
                  </a:lnTo>
                  <a:lnTo>
                    <a:pt x="217460" y="33211"/>
                  </a:lnTo>
                  <a:lnTo>
                    <a:pt x="215972" y="31750"/>
                  </a:lnTo>
                  <a:close/>
                </a:path>
                <a:path w="236219" h="426720">
                  <a:moveTo>
                    <a:pt x="18721" y="33020"/>
                  </a:moveTo>
                  <a:lnTo>
                    <a:pt x="18240" y="33020"/>
                  </a:lnTo>
                  <a:lnTo>
                    <a:pt x="18465" y="33252"/>
                  </a:lnTo>
                  <a:lnTo>
                    <a:pt x="18721" y="33020"/>
                  </a:lnTo>
                  <a:close/>
                </a:path>
                <a:path w="236219" h="426720">
                  <a:moveTo>
                    <a:pt x="217658" y="33020"/>
                  </a:moveTo>
                  <a:lnTo>
                    <a:pt x="217460" y="33211"/>
                  </a:lnTo>
                  <a:lnTo>
                    <a:pt x="217658" y="33020"/>
                  </a:lnTo>
                  <a:close/>
                </a:path>
                <a:path w="236219" h="426720">
                  <a:moveTo>
                    <a:pt x="221176" y="31750"/>
                  </a:moveTo>
                  <a:lnTo>
                    <a:pt x="215972" y="31750"/>
                  </a:lnTo>
                  <a:lnTo>
                    <a:pt x="217460" y="33211"/>
                  </a:lnTo>
                  <a:lnTo>
                    <a:pt x="217658" y="33020"/>
                  </a:lnTo>
                  <a:lnTo>
                    <a:pt x="219867" y="33020"/>
                  </a:lnTo>
                  <a:lnTo>
                    <a:pt x="221176" y="31750"/>
                  </a:lnTo>
                  <a:close/>
                </a:path>
                <a:path w="236219" h="426720">
                  <a:moveTo>
                    <a:pt x="22784" y="30480"/>
                  </a:moveTo>
                  <a:lnTo>
                    <a:pt x="24376" y="33020"/>
                  </a:lnTo>
                  <a:lnTo>
                    <a:pt x="22784" y="30480"/>
                  </a:lnTo>
                  <a:close/>
                </a:path>
                <a:path w="236219" h="426720">
                  <a:moveTo>
                    <a:pt x="24418" y="33004"/>
                  </a:moveTo>
                  <a:close/>
                </a:path>
                <a:path w="236219" h="426720">
                  <a:moveTo>
                    <a:pt x="211499" y="33007"/>
                  </a:moveTo>
                  <a:close/>
                </a:path>
                <a:path w="236219" h="426720">
                  <a:moveTo>
                    <a:pt x="213124" y="30480"/>
                  </a:moveTo>
                  <a:lnTo>
                    <a:pt x="211501" y="33004"/>
                  </a:lnTo>
                  <a:lnTo>
                    <a:pt x="213124" y="30480"/>
                  </a:lnTo>
                  <a:close/>
                </a:path>
                <a:path w="236219" h="426720">
                  <a:moveTo>
                    <a:pt x="195178" y="20320"/>
                  </a:moveTo>
                  <a:lnTo>
                    <a:pt x="131888" y="20320"/>
                  </a:lnTo>
                  <a:lnTo>
                    <a:pt x="145814" y="21590"/>
                  </a:lnTo>
                  <a:lnTo>
                    <a:pt x="159666" y="21590"/>
                  </a:lnTo>
                  <a:lnTo>
                    <a:pt x="180270" y="25413"/>
                  </a:lnTo>
                  <a:lnTo>
                    <a:pt x="199920" y="29210"/>
                  </a:lnTo>
                  <a:lnTo>
                    <a:pt x="204108" y="30480"/>
                  </a:lnTo>
                  <a:lnTo>
                    <a:pt x="208161" y="31750"/>
                  </a:lnTo>
                  <a:lnTo>
                    <a:pt x="211501" y="33004"/>
                  </a:lnTo>
                  <a:lnTo>
                    <a:pt x="213124" y="30480"/>
                  </a:lnTo>
                  <a:lnTo>
                    <a:pt x="220150" y="30480"/>
                  </a:lnTo>
                  <a:lnTo>
                    <a:pt x="218491" y="29170"/>
                  </a:lnTo>
                  <a:lnTo>
                    <a:pt x="216726" y="27940"/>
                  </a:lnTo>
                  <a:lnTo>
                    <a:pt x="210757" y="25400"/>
                  </a:lnTo>
                  <a:lnTo>
                    <a:pt x="201920" y="22860"/>
                  </a:lnTo>
                  <a:lnTo>
                    <a:pt x="195178" y="20320"/>
                  </a:lnTo>
                  <a:close/>
                </a:path>
                <a:path w="236219" h="426720">
                  <a:moveTo>
                    <a:pt x="31800" y="30480"/>
                  </a:moveTo>
                  <a:lnTo>
                    <a:pt x="22784" y="30480"/>
                  </a:lnTo>
                  <a:lnTo>
                    <a:pt x="24418" y="33004"/>
                  </a:lnTo>
                  <a:lnTo>
                    <a:pt x="27737" y="31750"/>
                  </a:lnTo>
                  <a:lnTo>
                    <a:pt x="31800" y="30480"/>
                  </a:lnTo>
                  <a:close/>
                </a:path>
                <a:path w="236219" h="426720">
                  <a:moveTo>
                    <a:pt x="215972" y="31750"/>
                  </a:moveTo>
                  <a:lnTo>
                    <a:pt x="215260" y="31750"/>
                  </a:lnTo>
                  <a:lnTo>
                    <a:pt x="215595" y="32281"/>
                  </a:lnTo>
                  <a:lnTo>
                    <a:pt x="215972" y="31750"/>
                  </a:lnTo>
                  <a:close/>
                </a:path>
                <a:path w="236219" h="426720">
                  <a:moveTo>
                    <a:pt x="20700" y="31750"/>
                  </a:moveTo>
                  <a:close/>
                </a:path>
                <a:path w="236219" h="426720">
                  <a:moveTo>
                    <a:pt x="5528" y="27940"/>
                  </a:moveTo>
                  <a:lnTo>
                    <a:pt x="8512" y="29210"/>
                  </a:lnTo>
                  <a:lnTo>
                    <a:pt x="5528" y="27940"/>
                  </a:lnTo>
                  <a:close/>
                </a:path>
                <a:path w="236219" h="426720">
                  <a:moveTo>
                    <a:pt x="8541" y="29170"/>
                  </a:moveTo>
                  <a:close/>
                </a:path>
                <a:path w="236219" h="426720">
                  <a:moveTo>
                    <a:pt x="9423" y="27940"/>
                  </a:moveTo>
                  <a:lnTo>
                    <a:pt x="5528" y="27940"/>
                  </a:lnTo>
                  <a:lnTo>
                    <a:pt x="8541" y="29170"/>
                  </a:lnTo>
                  <a:lnTo>
                    <a:pt x="9423" y="27940"/>
                  </a:lnTo>
                  <a:close/>
                </a:path>
                <a:path w="236219" h="426720">
                  <a:moveTo>
                    <a:pt x="233249" y="25400"/>
                  </a:moveTo>
                  <a:lnTo>
                    <a:pt x="230212" y="26670"/>
                  </a:lnTo>
                  <a:lnTo>
                    <a:pt x="233257" y="25413"/>
                  </a:lnTo>
                  <a:close/>
                </a:path>
                <a:path w="236219" h="426720">
                  <a:moveTo>
                    <a:pt x="233257" y="25413"/>
                  </a:moveTo>
                  <a:lnTo>
                    <a:pt x="230212" y="26670"/>
                  </a:lnTo>
                  <a:lnTo>
                    <a:pt x="233977" y="26670"/>
                  </a:lnTo>
                  <a:lnTo>
                    <a:pt x="233257" y="25413"/>
                  </a:lnTo>
                  <a:close/>
                </a:path>
                <a:path w="236219" h="426720">
                  <a:moveTo>
                    <a:pt x="226118" y="17780"/>
                  </a:moveTo>
                  <a:lnTo>
                    <a:pt x="219155" y="17780"/>
                  </a:lnTo>
                  <a:lnTo>
                    <a:pt x="217564" y="21590"/>
                  </a:lnTo>
                  <a:lnTo>
                    <a:pt x="219857" y="22860"/>
                  </a:lnTo>
                  <a:lnTo>
                    <a:pt x="224223" y="25400"/>
                  </a:lnTo>
                  <a:lnTo>
                    <a:pt x="233249" y="25400"/>
                  </a:lnTo>
                  <a:lnTo>
                    <a:pt x="231940" y="22860"/>
                  </a:lnTo>
                  <a:lnTo>
                    <a:pt x="230307" y="21562"/>
                  </a:lnTo>
                  <a:lnTo>
                    <a:pt x="226118" y="17780"/>
                  </a:lnTo>
                  <a:close/>
                </a:path>
                <a:path w="236219" h="426720">
                  <a:moveTo>
                    <a:pt x="9298" y="22860"/>
                  </a:moveTo>
                  <a:lnTo>
                    <a:pt x="11633" y="25400"/>
                  </a:lnTo>
                  <a:lnTo>
                    <a:pt x="11773" y="25320"/>
                  </a:lnTo>
                  <a:lnTo>
                    <a:pt x="9298" y="22860"/>
                  </a:lnTo>
                  <a:close/>
                </a:path>
                <a:path w="236219" h="426720">
                  <a:moveTo>
                    <a:pt x="11773" y="25320"/>
                  </a:moveTo>
                  <a:lnTo>
                    <a:pt x="11633" y="25400"/>
                  </a:lnTo>
                  <a:lnTo>
                    <a:pt x="11853" y="25400"/>
                  </a:lnTo>
                  <a:close/>
                </a:path>
                <a:path w="236219" h="426720">
                  <a:moveTo>
                    <a:pt x="16030" y="22860"/>
                  </a:moveTo>
                  <a:lnTo>
                    <a:pt x="9298" y="22860"/>
                  </a:lnTo>
                  <a:lnTo>
                    <a:pt x="11773" y="25320"/>
                  </a:lnTo>
                  <a:lnTo>
                    <a:pt x="13884" y="24130"/>
                  </a:lnTo>
                  <a:lnTo>
                    <a:pt x="16030" y="22860"/>
                  </a:lnTo>
                  <a:close/>
                </a:path>
                <a:path w="236219" h="426720">
                  <a:moveTo>
                    <a:pt x="16722" y="17780"/>
                  </a:moveTo>
                  <a:lnTo>
                    <a:pt x="18303" y="21590"/>
                  </a:lnTo>
                  <a:lnTo>
                    <a:pt x="16722" y="17780"/>
                  </a:lnTo>
                  <a:close/>
                </a:path>
                <a:path w="236219" h="426720">
                  <a:moveTo>
                    <a:pt x="18353" y="21562"/>
                  </a:moveTo>
                  <a:close/>
                </a:path>
                <a:path w="236219" h="426720">
                  <a:moveTo>
                    <a:pt x="217513" y="21562"/>
                  </a:moveTo>
                  <a:close/>
                </a:path>
                <a:path w="236219" h="426720">
                  <a:moveTo>
                    <a:pt x="219155" y="17780"/>
                  </a:moveTo>
                  <a:lnTo>
                    <a:pt x="217513" y="21562"/>
                  </a:lnTo>
                  <a:lnTo>
                    <a:pt x="219155" y="17780"/>
                  </a:lnTo>
                  <a:close/>
                </a:path>
                <a:path w="236219" h="426720">
                  <a:moveTo>
                    <a:pt x="27527" y="17780"/>
                  </a:moveTo>
                  <a:lnTo>
                    <a:pt x="16722" y="17780"/>
                  </a:lnTo>
                  <a:lnTo>
                    <a:pt x="18353" y="21562"/>
                  </a:lnTo>
                  <a:lnTo>
                    <a:pt x="22962" y="19050"/>
                  </a:lnTo>
                  <a:lnTo>
                    <a:pt x="27527" y="17780"/>
                  </a:lnTo>
                  <a:close/>
                </a:path>
                <a:path w="236219" h="426720">
                  <a:moveTo>
                    <a:pt x="194603" y="6350"/>
                  </a:moveTo>
                  <a:lnTo>
                    <a:pt x="132313" y="6350"/>
                  </a:lnTo>
                  <a:lnTo>
                    <a:pt x="175303" y="10160"/>
                  </a:lnTo>
                  <a:lnTo>
                    <a:pt x="196610" y="13970"/>
                  </a:lnTo>
                  <a:lnTo>
                    <a:pt x="203658" y="16510"/>
                  </a:lnTo>
                  <a:lnTo>
                    <a:pt x="212967" y="19050"/>
                  </a:lnTo>
                  <a:lnTo>
                    <a:pt x="217513" y="21562"/>
                  </a:lnTo>
                  <a:lnTo>
                    <a:pt x="219155" y="17780"/>
                  </a:lnTo>
                  <a:lnTo>
                    <a:pt x="226118" y="17780"/>
                  </a:lnTo>
                  <a:lnTo>
                    <a:pt x="223333" y="16510"/>
                  </a:lnTo>
                  <a:lnTo>
                    <a:pt x="210569" y="10160"/>
                  </a:lnTo>
                  <a:lnTo>
                    <a:pt x="205658" y="8890"/>
                  </a:lnTo>
                  <a:lnTo>
                    <a:pt x="198282" y="7620"/>
                  </a:lnTo>
                  <a:lnTo>
                    <a:pt x="194603" y="6350"/>
                  </a:lnTo>
                  <a:close/>
                </a:path>
                <a:path w="236219" h="426720">
                  <a:moveTo>
                    <a:pt x="147105" y="0"/>
                  </a:moveTo>
                  <a:lnTo>
                    <a:pt x="88786" y="0"/>
                  </a:lnTo>
                  <a:lnTo>
                    <a:pt x="74193" y="1270"/>
                  </a:lnTo>
                  <a:lnTo>
                    <a:pt x="59600" y="3810"/>
                  </a:lnTo>
                  <a:lnTo>
                    <a:pt x="176308" y="3810"/>
                  </a:lnTo>
                  <a:lnTo>
                    <a:pt x="161701" y="1270"/>
                  </a:lnTo>
                  <a:lnTo>
                    <a:pt x="147105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6">
              <a:extLst>
                <a:ext uri="{FF2B5EF4-FFF2-40B4-BE49-F238E27FC236}">
                  <a16:creationId xmlns:a16="http://schemas.microsoft.com/office/drawing/2014/main" id="{3D2B7B77-392C-4CAB-6644-74BB1CE236E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69145" y="5844028"/>
              <a:ext cx="175022" cy="264278"/>
            </a:xfrm>
            <a:prstGeom prst="rect">
              <a:avLst/>
            </a:prstGeom>
          </p:spPr>
        </p:pic>
        <p:pic>
          <p:nvPicPr>
            <p:cNvPr id="142" name="object 17">
              <a:extLst>
                <a:ext uri="{FF2B5EF4-FFF2-40B4-BE49-F238E27FC236}">
                  <a16:creationId xmlns:a16="http://schemas.microsoft.com/office/drawing/2014/main" id="{867F59B5-7CB0-D576-954E-BA10E7D3456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068060" y="5852338"/>
              <a:ext cx="140784" cy="134340"/>
            </a:xfrm>
            <a:prstGeom prst="rect">
              <a:avLst/>
            </a:prstGeom>
          </p:spPr>
        </p:pic>
        <p:sp>
          <p:nvSpPr>
            <p:cNvPr id="143" name="object 18">
              <a:extLst>
                <a:ext uri="{FF2B5EF4-FFF2-40B4-BE49-F238E27FC236}">
                  <a16:creationId xmlns:a16="http://schemas.microsoft.com/office/drawing/2014/main" id="{0407DDDB-F74C-420D-EA36-9A0C364F717A}"/>
                </a:ext>
              </a:extLst>
            </p:cNvPr>
            <p:cNvSpPr/>
            <p:nvPr/>
          </p:nvSpPr>
          <p:spPr>
            <a:xfrm>
              <a:off x="14824292" y="8166627"/>
              <a:ext cx="2681605" cy="1649095"/>
            </a:xfrm>
            <a:custGeom>
              <a:avLst/>
              <a:gdLst/>
              <a:ahLst/>
              <a:cxnLst/>
              <a:rect l="l" t="t" r="r" b="b"/>
              <a:pathLst>
                <a:path w="2681605" h="1649095">
                  <a:moveTo>
                    <a:pt x="332257" y="1640611"/>
                  </a:moveTo>
                  <a:lnTo>
                    <a:pt x="329425" y="1626565"/>
                  </a:lnTo>
                  <a:lnTo>
                    <a:pt x="321729" y="1615097"/>
                  </a:lnTo>
                  <a:lnTo>
                    <a:pt x="310273" y="1607375"/>
                  </a:lnTo>
                  <a:lnTo>
                    <a:pt x="296252" y="1604543"/>
                  </a:lnTo>
                  <a:lnTo>
                    <a:pt x="0" y="1604619"/>
                  </a:lnTo>
                  <a:lnTo>
                    <a:pt x="8674" y="1613331"/>
                  </a:lnTo>
                  <a:lnTo>
                    <a:pt x="15290" y="1623796"/>
                  </a:lnTo>
                  <a:lnTo>
                    <a:pt x="19532" y="1635645"/>
                  </a:lnTo>
                  <a:lnTo>
                    <a:pt x="21056" y="1648548"/>
                  </a:lnTo>
                  <a:lnTo>
                    <a:pt x="332257" y="1648548"/>
                  </a:lnTo>
                  <a:lnTo>
                    <a:pt x="332257" y="1640611"/>
                  </a:lnTo>
                  <a:close/>
                </a:path>
                <a:path w="2681605" h="1649095">
                  <a:moveTo>
                    <a:pt x="2681427" y="0"/>
                  </a:moveTo>
                  <a:lnTo>
                    <a:pt x="2475674" y="0"/>
                  </a:lnTo>
                  <a:lnTo>
                    <a:pt x="2475674" y="343966"/>
                  </a:lnTo>
                  <a:lnTo>
                    <a:pt x="2681427" y="343966"/>
                  </a:lnTo>
                  <a:lnTo>
                    <a:pt x="268142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9">
              <a:extLst>
                <a:ext uri="{FF2B5EF4-FFF2-40B4-BE49-F238E27FC236}">
                  <a16:creationId xmlns:a16="http://schemas.microsoft.com/office/drawing/2014/main" id="{38612C99-973F-25D8-F8DA-5C360A14BE89}"/>
                </a:ext>
              </a:extLst>
            </p:cNvPr>
            <p:cNvSpPr/>
            <p:nvPr/>
          </p:nvSpPr>
          <p:spPr>
            <a:xfrm>
              <a:off x="15068652" y="8977712"/>
              <a:ext cx="45085" cy="782320"/>
            </a:xfrm>
            <a:custGeom>
              <a:avLst/>
              <a:gdLst/>
              <a:ahLst/>
              <a:cxnLst/>
              <a:rect l="l" t="t" r="r" b="b"/>
              <a:pathLst>
                <a:path w="45084" h="782320">
                  <a:moveTo>
                    <a:pt x="44792" y="203"/>
                  </a:moveTo>
                  <a:lnTo>
                    <a:pt x="41186" y="203"/>
                  </a:lnTo>
                  <a:lnTo>
                    <a:pt x="41186" y="0"/>
                  </a:lnTo>
                  <a:lnTo>
                    <a:pt x="37566" y="0"/>
                  </a:lnTo>
                  <a:lnTo>
                    <a:pt x="37566" y="7620"/>
                  </a:lnTo>
                  <a:lnTo>
                    <a:pt x="3756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37566" y="7620"/>
                  </a:lnTo>
                  <a:lnTo>
                    <a:pt x="3756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4792" y="782320"/>
                  </a:lnTo>
                  <a:lnTo>
                    <a:pt x="44792" y="774700"/>
                  </a:lnTo>
                  <a:lnTo>
                    <a:pt x="44792" y="7620"/>
                  </a:lnTo>
                  <a:lnTo>
                    <a:pt x="41186" y="7620"/>
                  </a:lnTo>
                  <a:lnTo>
                    <a:pt x="41186" y="7429"/>
                  </a:lnTo>
                  <a:lnTo>
                    <a:pt x="44792" y="7429"/>
                  </a:lnTo>
                  <a:lnTo>
                    <a:pt x="44792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20">
              <a:extLst>
                <a:ext uri="{FF2B5EF4-FFF2-40B4-BE49-F238E27FC236}">
                  <a16:creationId xmlns:a16="http://schemas.microsoft.com/office/drawing/2014/main" id="{FCF2BCC1-DFA8-4717-8C95-6DE9185FACA5}"/>
                </a:ext>
              </a:extLst>
            </p:cNvPr>
            <p:cNvSpPr/>
            <p:nvPr/>
          </p:nvSpPr>
          <p:spPr>
            <a:xfrm>
              <a:off x="14821294" y="8833383"/>
              <a:ext cx="288925" cy="130810"/>
            </a:xfrm>
            <a:custGeom>
              <a:avLst/>
              <a:gdLst/>
              <a:ahLst/>
              <a:cxnLst/>
              <a:rect l="l" t="t" r="r" b="b"/>
              <a:pathLst>
                <a:path w="288925" h="130809">
                  <a:moveTo>
                    <a:pt x="144267" y="0"/>
                  </a:moveTo>
                  <a:lnTo>
                    <a:pt x="101116" y="6535"/>
                  </a:lnTo>
                  <a:lnTo>
                    <a:pt x="63142" y="24823"/>
                  </a:lnTo>
                  <a:lnTo>
                    <a:pt x="32317" y="52885"/>
                  </a:lnTo>
                  <a:lnTo>
                    <a:pt x="10613" y="88742"/>
                  </a:lnTo>
                  <a:lnTo>
                    <a:pt x="0" y="130414"/>
                  </a:lnTo>
                  <a:lnTo>
                    <a:pt x="288546" y="130414"/>
                  </a:lnTo>
                  <a:lnTo>
                    <a:pt x="277926" y="88742"/>
                  </a:lnTo>
                  <a:lnTo>
                    <a:pt x="256217" y="52885"/>
                  </a:lnTo>
                  <a:lnTo>
                    <a:pt x="225389" y="24823"/>
                  </a:lnTo>
                  <a:lnTo>
                    <a:pt x="187415" y="6535"/>
                  </a:lnTo>
                  <a:lnTo>
                    <a:pt x="14426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21">
              <a:extLst>
                <a:ext uri="{FF2B5EF4-FFF2-40B4-BE49-F238E27FC236}">
                  <a16:creationId xmlns:a16="http://schemas.microsoft.com/office/drawing/2014/main" id="{C7150EC0-C421-D48A-5442-905DE94E3226}"/>
                </a:ext>
              </a:extLst>
            </p:cNvPr>
            <p:cNvSpPr/>
            <p:nvPr/>
          </p:nvSpPr>
          <p:spPr>
            <a:xfrm>
              <a:off x="14817687" y="8977712"/>
              <a:ext cx="242570" cy="782320"/>
            </a:xfrm>
            <a:custGeom>
              <a:avLst/>
              <a:gdLst/>
              <a:ahLst/>
              <a:cxnLst/>
              <a:rect l="l" t="t" r="r" b="b"/>
              <a:pathLst>
                <a:path w="242569" h="782320">
                  <a:moveTo>
                    <a:pt x="48133" y="203"/>
                  </a:moveTo>
                  <a:lnTo>
                    <a:pt x="44513" y="203"/>
                  </a:lnTo>
                  <a:lnTo>
                    <a:pt x="44513" y="0"/>
                  </a:lnTo>
                  <a:lnTo>
                    <a:pt x="40906" y="0"/>
                  </a:lnTo>
                  <a:lnTo>
                    <a:pt x="40906" y="7620"/>
                  </a:lnTo>
                  <a:lnTo>
                    <a:pt x="4090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40906" y="7620"/>
                  </a:lnTo>
                  <a:lnTo>
                    <a:pt x="4090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8133" y="782320"/>
                  </a:lnTo>
                  <a:lnTo>
                    <a:pt x="48133" y="774700"/>
                  </a:lnTo>
                  <a:lnTo>
                    <a:pt x="48133" y="7620"/>
                  </a:lnTo>
                  <a:lnTo>
                    <a:pt x="44513" y="7620"/>
                  </a:lnTo>
                  <a:lnTo>
                    <a:pt x="44513" y="7429"/>
                  </a:lnTo>
                  <a:lnTo>
                    <a:pt x="48133" y="7429"/>
                  </a:lnTo>
                  <a:lnTo>
                    <a:pt x="48133" y="203"/>
                  </a:lnTo>
                  <a:close/>
                </a:path>
                <a:path w="242569" h="782320">
                  <a:moveTo>
                    <a:pt x="95326" y="203"/>
                  </a:moveTo>
                  <a:lnTo>
                    <a:pt x="91732" y="203"/>
                  </a:lnTo>
                  <a:lnTo>
                    <a:pt x="91732" y="0"/>
                  </a:lnTo>
                  <a:lnTo>
                    <a:pt x="88112" y="0"/>
                  </a:lnTo>
                  <a:lnTo>
                    <a:pt x="88112" y="7620"/>
                  </a:lnTo>
                  <a:lnTo>
                    <a:pt x="88112" y="774700"/>
                  </a:lnTo>
                  <a:lnTo>
                    <a:pt x="63995" y="774700"/>
                  </a:lnTo>
                  <a:lnTo>
                    <a:pt x="63995" y="7620"/>
                  </a:lnTo>
                  <a:lnTo>
                    <a:pt x="88112" y="7620"/>
                  </a:lnTo>
                  <a:lnTo>
                    <a:pt x="88112" y="0"/>
                  </a:lnTo>
                  <a:lnTo>
                    <a:pt x="56769" y="0"/>
                  </a:lnTo>
                  <a:lnTo>
                    <a:pt x="56769" y="3810"/>
                  </a:lnTo>
                  <a:lnTo>
                    <a:pt x="56769" y="7620"/>
                  </a:lnTo>
                  <a:lnTo>
                    <a:pt x="56769" y="774700"/>
                  </a:lnTo>
                  <a:lnTo>
                    <a:pt x="56769" y="782320"/>
                  </a:lnTo>
                  <a:lnTo>
                    <a:pt x="95326" y="782320"/>
                  </a:lnTo>
                  <a:lnTo>
                    <a:pt x="95326" y="774700"/>
                  </a:lnTo>
                  <a:lnTo>
                    <a:pt x="95326" y="7620"/>
                  </a:lnTo>
                  <a:lnTo>
                    <a:pt x="91732" y="7620"/>
                  </a:lnTo>
                  <a:lnTo>
                    <a:pt x="91732" y="7429"/>
                  </a:lnTo>
                  <a:lnTo>
                    <a:pt x="95326" y="7429"/>
                  </a:lnTo>
                  <a:lnTo>
                    <a:pt x="95326" y="203"/>
                  </a:lnTo>
                  <a:close/>
                </a:path>
                <a:path w="242569" h="782320">
                  <a:moveTo>
                    <a:pt x="145542" y="203"/>
                  </a:moveTo>
                  <a:lnTo>
                    <a:pt x="141935" y="203"/>
                  </a:lnTo>
                  <a:lnTo>
                    <a:pt x="141935" y="0"/>
                  </a:lnTo>
                  <a:lnTo>
                    <a:pt x="138328" y="0"/>
                  </a:lnTo>
                  <a:lnTo>
                    <a:pt x="138328" y="7620"/>
                  </a:lnTo>
                  <a:lnTo>
                    <a:pt x="138328" y="774700"/>
                  </a:lnTo>
                  <a:lnTo>
                    <a:pt x="111340" y="774700"/>
                  </a:lnTo>
                  <a:lnTo>
                    <a:pt x="111340" y="7620"/>
                  </a:lnTo>
                  <a:lnTo>
                    <a:pt x="138328" y="7620"/>
                  </a:lnTo>
                  <a:lnTo>
                    <a:pt x="138328" y="0"/>
                  </a:lnTo>
                  <a:lnTo>
                    <a:pt x="104127" y="0"/>
                  </a:lnTo>
                  <a:lnTo>
                    <a:pt x="104127" y="3810"/>
                  </a:lnTo>
                  <a:lnTo>
                    <a:pt x="104127" y="7620"/>
                  </a:lnTo>
                  <a:lnTo>
                    <a:pt x="104127" y="774700"/>
                  </a:lnTo>
                  <a:lnTo>
                    <a:pt x="104127" y="782320"/>
                  </a:lnTo>
                  <a:lnTo>
                    <a:pt x="145542" y="782320"/>
                  </a:lnTo>
                  <a:lnTo>
                    <a:pt x="145542" y="774700"/>
                  </a:lnTo>
                  <a:lnTo>
                    <a:pt x="145542" y="7620"/>
                  </a:lnTo>
                  <a:lnTo>
                    <a:pt x="141935" y="7620"/>
                  </a:lnTo>
                  <a:lnTo>
                    <a:pt x="141935" y="7429"/>
                  </a:lnTo>
                  <a:lnTo>
                    <a:pt x="145542" y="7429"/>
                  </a:lnTo>
                  <a:lnTo>
                    <a:pt x="145542" y="203"/>
                  </a:lnTo>
                  <a:close/>
                </a:path>
                <a:path w="242569" h="782320">
                  <a:moveTo>
                    <a:pt x="192913" y="203"/>
                  </a:moveTo>
                  <a:lnTo>
                    <a:pt x="189293" y="203"/>
                  </a:lnTo>
                  <a:lnTo>
                    <a:pt x="189293" y="0"/>
                  </a:lnTo>
                  <a:lnTo>
                    <a:pt x="185686" y="0"/>
                  </a:lnTo>
                  <a:lnTo>
                    <a:pt x="185686" y="7620"/>
                  </a:lnTo>
                  <a:lnTo>
                    <a:pt x="185686" y="774700"/>
                  </a:lnTo>
                  <a:lnTo>
                    <a:pt x="161544" y="774700"/>
                  </a:lnTo>
                  <a:lnTo>
                    <a:pt x="161544" y="7620"/>
                  </a:lnTo>
                  <a:lnTo>
                    <a:pt x="185686" y="7620"/>
                  </a:lnTo>
                  <a:lnTo>
                    <a:pt x="185686" y="0"/>
                  </a:lnTo>
                  <a:lnTo>
                    <a:pt x="154330" y="0"/>
                  </a:lnTo>
                  <a:lnTo>
                    <a:pt x="154330" y="3810"/>
                  </a:lnTo>
                  <a:lnTo>
                    <a:pt x="154330" y="7620"/>
                  </a:lnTo>
                  <a:lnTo>
                    <a:pt x="154330" y="774700"/>
                  </a:lnTo>
                  <a:lnTo>
                    <a:pt x="154330" y="782320"/>
                  </a:lnTo>
                  <a:lnTo>
                    <a:pt x="192913" y="782320"/>
                  </a:lnTo>
                  <a:lnTo>
                    <a:pt x="192913" y="774700"/>
                  </a:lnTo>
                  <a:lnTo>
                    <a:pt x="192913" y="7620"/>
                  </a:lnTo>
                  <a:lnTo>
                    <a:pt x="189293" y="7620"/>
                  </a:lnTo>
                  <a:lnTo>
                    <a:pt x="189293" y="7429"/>
                  </a:lnTo>
                  <a:lnTo>
                    <a:pt x="192913" y="7429"/>
                  </a:lnTo>
                  <a:lnTo>
                    <a:pt x="192913" y="203"/>
                  </a:lnTo>
                  <a:close/>
                </a:path>
                <a:path w="242569" h="782320">
                  <a:moveTo>
                    <a:pt x="242252" y="203"/>
                  </a:moveTo>
                  <a:lnTo>
                    <a:pt x="238645" y="203"/>
                  </a:lnTo>
                  <a:lnTo>
                    <a:pt x="238645" y="0"/>
                  </a:lnTo>
                  <a:lnTo>
                    <a:pt x="235038" y="0"/>
                  </a:lnTo>
                  <a:lnTo>
                    <a:pt x="235038" y="7620"/>
                  </a:lnTo>
                  <a:lnTo>
                    <a:pt x="235038" y="774700"/>
                  </a:lnTo>
                  <a:lnTo>
                    <a:pt x="208826" y="774700"/>
                  </a:lnTo>
                  <a:lnTo>
                    <a:pt x="208826" y="7620"/>
                  </a:lnTo>
                  <a:lnTo>
                    <a:pt x="235038" y="7620"/>
                  </a:lnTo>
                  <a:lnTo>
                    <a:pt x="235038" y="0"/>
                  </a:lnTo>
                  <a:lnTo>
                    <a:pt x="201612" y="0"/>
                  </a:lnTo>
                  <a:lnTo>
                    <a:pt x="201612" y="3810"/>
                  </a:lnTo>
                  <a:lnTo>
                    <a:pt x="201612" y="7620"/>
                  </a:lnTo>
                  <a:lnTo>
                    <a:pt x="201612" y="774700"/>
                  </a:lnTo>
                  <a:lnTo>
                    <a:pt x="201612" y="782320"/>
                  </a:lnTo>
                  <a:lnTo>
                    <a:pt x="242252" y="782320"/>
                  </a:lnTo>
                  <a:lnTo>
                    <a:pt x="242252" y="774700"/>
                  </a:lnTo>
                  <a:lnTo>
                    <a:pt x="242252" y="7620"/>
                  </a:lnTo>
                  <a:lnTo>
                    <a:pt x="238645" y="7620"/>
                  </a:lnTo>
                  <a:lnTo>
                    <a:pt x="238645" y="7429"/>
                  </a:lnTo>
                  <a:lnTo>
                    <a:pt x="242252" y="7429"/>
                  </a:lnTo>
                  <a:lnTo>
                    <a:pt x="242252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22">
              <a:extLst>
                <a:ext uri="{FF2B5EF4-FFF2-40B4-BE49-F238E27FC236}">
                  <a16:creationId xmlns:a16="http://schemas.microsoft.com/office/drawing/2014/main" id="{682B1503-023E-BD24-5B07-850E7B20CDE7}"/>
                </a:ext>
              </a:extLst>
            </p:cNvPr>
            <p:cNvSpPr/>
            <p:nvPr/>
          </p:nvSpPr>
          <p:spPr>
            <a:xfrm>
              <a:off x="14367895" y="9765883"/>
              <a:ext cx="457200" cy="55244"/>
            </a:xfrm>
            <a:custGeom>
              <a:avLst/>
              <a:gdLst/>
              <a:ahLst/>
              <a:cxnLst/>
              <a:rect l="l" t="t" r="r" b="b"/>
              <a:pathLst>
                <a:path w="457200" h="55245">
                  <a:moveTo>
                    <a:pt x="412175" y="0"/>
                  </a:moveTo>
                  <a:lnTo>
                    <a:pt x="44783" y="0"/>
                  </a:lnTo>
                  <a:lnTo>
                    <a:pt x="27361" y="3520"/>
                  </a:lnTo>
                  <a:lnTo>
                    <a:pt x="13125" y="13121"/>
                  </a:lnTo>
                  <a:lnTo>
                    <a:pt x="3522" y="27356"/>
                  </a:lnTo>
                  <a:lnTo>
                    <a:pt x="0" y="44783"/>
                  </a:lnTo>
                  <a:lnTo>
                    <a:pt x="0" y="54637"/>
                  </a:lnTo>
                  <a:lnTo>
                    <a:pt x="456823" y="54637"/>
                  </a:lnTo>
                  <a:lnTo>
                    <a:pt x="456823" y="44783"/>
                  </a:lnTo>
                  <a:lnTo>
                    <a:pt x="453312" y="27356"/>
                  </a:lnTo>
                  <a:lnTo>
                    <a:pt x="443739" y="13121"/>
                  </a:lnTo>
                  <a:lnTo>
                    <a:pt x="429546" y="3520"/>
                  </a:lnTo>
                  <a:lnTo>
                    <a:pt x="41217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23">
              <a:extLst>
                <a:ext uri="{FF2B5EF4-FFF2-40B4-BE49-F238E27FC236}">
                  <a16:creationId xmlns:a16="http://schemas.microsoft.com/office/drawing/2014/main" id="{CFE4441A-E9DB-57C6-FE16-3DF54C7BB55F}"/>
                </a:ext>
              </a:extLst>
            </p:cNvPr>
            <p:cNvSpPr/>
            <p:nvPr/>
          </p:nvSpPr>
          <p:spPr>
            <a:xfrm>
              <a:off x="14721752" y="9075425"/>
              <a:ext cx="52705" cy="676910"/>
            </a:xfrm>
            <a:custGeom>
              <a:avLst/>
              <a:gdLst/>
              <a:ahLst/>
              <a:cxnLst/>
              <a:rect l="l" t="t" r="r" b="b"/>
              <a:pathLst>
                <a:path w="52705" h="676909">
                  <a:moveTo>
                    <a:pt x="52641" y="203"/>
                  </a:moveTo>
                  <a:lnTo>
                    <a:pt x="49047" y="203"/>
                  </a:lnTo>
                  <a:lnTo>
                    <a:pt x="49047" y="0"/>
                  </a:lnTo>
                  <a:lnTo>
                    <a:pt x="45427" y="0"/>
                  </a:lnTo>
                  <a:lnTo>
                    <a:pt x="45427" y="7620"/>
                  </a:lnTo>
                  <a:lnTo>
                    <a:pt x="45427" y="670560"/>
                  </a:lnTo>
                  <a:lnTo>
                    <a:pt x="7213" y="670560"/>
                  </a:lnTo>
                  <a:lnTo>
                    <a:pt x="7213" y="7620"/>
                  </a:lnTo>
                  <a:lnTo>
                    <a:pt x="45427" y="7620"/>
                  </a:lnTo>
                  <a:lnTo>
                    <a:pt x="45427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670560"/>
                  </a:lnTo>
                  <a:lnTo>
                    <a:pt x="0" y="676910"/>
                  </a:lnTo>
                  <a:lnTo>
                    <a:pt x="52641" y="676910"/>
                  </a:lnTo>
                  <a:lnTo>
                    <a:pt x="52641" y="670560"/>
                  </a:lnTo>
                  <a:lnTo>
                    <a:pt x="52641" y="7620"/>
                  </a:lnTo>
                  <a:lnTo>
                    <a:pt x="49047" y="7620"/>
                  </a:lnTo>
                  <a:lnTo>
                    <a:pt x="49047" y="7416"/>
                  </a:lnTo>
                  <a:lnTo>
                    <a:pt x="52641" y="7416"/>
                  </a:lnTo>
                  <a:lnTo>
                    <a:pt x="52641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24">
              <a:extLst>
                <a:ext uri="{FF2B5EF4-FFF2-40B4-BE49-F238E27FC236}">
                  <a16:creationId xmlns:a16="http://schemas.microsoft.com/office/drawing/2014/main" id="{40A5B180-2DA9-C14F-3C29-CE117ED36E7C}"/>
                </a:ext>
              </a:extLst>
            </p:cNvPr>
            <p:cNvSpPr/>
            <p:nvPr/>
          </p:nvSpPr>
          <p:spPr>
            <a:xfrm>
              <a:off x="14421899" y="8900166"/>
              <a:ext cx="349250" cy="158115"/>
            </a:xfrm>
            <a:custGeom>
              <a:avLst/>
              <a:gdLst/>
              <a:ahLst/>
              <a:cxnLst/>
              <a:rect l="l" t="t" r="r" b="b"/>
              <a:pathLst>
                <a:path w="349250" h="158115">
                  <a:moveTo>
                    <a:pt x="174403" y="0"/>
                  </a:moveTo>
                  <a:lnTo>
                    <a:pt x="130554" y="5530"/>
                  </a:lnTo>
                  <a:lnTo>
                    <a:pt x="90775" y="21199"/>
                  </a:lnTo>
                  <a:lnTo>
                    <a:pt x="56448" y="45621"/>
                  </a:lnTo>
                  <a:lnTo>
                    <a:pt x="28955" y="77411"/>
                  </a:lnTo>
                  <a:lnTo>
                    <a:pt x="9678" y="115184"/>
                  </a:lnTo>
                  <a:lnTo>
                    <a:pt x="0" y="157555"/>
                  </a:lnTo>
                  <a:lnTo>
                    <a:pt x="348900" y="157555"/>
                  </a:lnTo>
                  <a:lnTo>
                    <a:pt x="339207" y="115184"/>
                  </a:lnTo>
                  <a:lnTo>
                    <a:pt x="319911" y="77411"/>
                  </a:lnTo>
                  <a:lnTo>
                    <a:pt x="292396" y="45621"/>
                  </a:lnTo>
                  <a:lnTo>
                    <a:pt x="258050" y="21199"/>
                  </a:lnTo>
                  <a:lnTo>
                    <a:pt x="218257" y="5530"/>
                  </a:lnTo>
                  <a:lnTo>
                    <a:pt x="174403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25">
              <a:extLst>
                <a:ext uri="{FF2B5EF4-FFF2-40B4-BE49-F238E27FC236}">
                  <a16:creationId xmlns:a16="http://schemas.microsoft.com/office/drawing/2014/main" id="{2BEE11A5-5E9F-6AB7-3012-8C9D58455421}"/>
                </a:ext>
              </a:extLst>
            </p:cNvPr>
            <p:cNvSpPr/>
            <p:nvPr/>
          </p:nvSpPr>
          <p:spPr>
            <a:xfrm>
              <a:off x="14418285" y="3737031"/>
              <a:ext cx="2896235" cy="6015355"/>
            </a:xfrm>
            <a:custGeom>
              <a:avLst/>
              <a:gdLst/>
              <a:ahLst/>
              <a:cxnLst/>
              <a:rect l="l" t="t" r="r" b="b"/>
              <a:pathLst>
                <a:path w="2896234" h="6015355">
                  <a:moveTo>
                    <a:pt x="56565" y="5338597"/>
                  </a:moveTo>
                  <a:lnTo>
                    <a:pt x="52946" y="5338597"/>
                  </a:lnTo>
                  <a:lnTo>
                    <a:pt x="52946" y="5338394"/>
                  </a:lnTo>
                  <a:lnTo>
                    <a:pt x="49339" y="5338394"/>
                  </a:lnTo>
                  <a:lnTo>
                    <a:pt x="49339" y="5346014"/>
                  </a:lnTo>
                  <a:lnTo>
                    <a:pt x="49339" y="6008954"/>
                  </a:lnTo>
                  <a:lnTo>
                    <a:pt x="7213" y="6008954"/>
                  </a:lnTo>
                  <a:lnTo>
                    <a:pt x="7213" y="5346014"/>
                  </a:lnTo>
                  <a:lnTo>
                    <a:pt x="49339" y="5346014"/>
                  </a:lnTo>
                  <a:lnTo>
                    <a:pt x="49339" y="5338394"/>
                  </a:lnTo>
                  <a:lnTo>
                    <a:pt x="0" y="5338394"/>
                  </a:lnTo>
                  <a:lnTo>
                    <a:pt x="0" y="5342204"/>
                  </a:lnTo>
                  <a:lnTo>
                    <a:pt x="0" y="5346014"/>
                  </a:lnTo>
                  <a:lnTo>
                    <a:pt x="0" y="6008954"/>
                  </a:lnTo>
                  <a:lnTo>
                    <a:pt x="0" y="6015304"/>
                  </a:lnTo>
                  <a:lnTo>
                    <a:pt x="56565" y="6015304"/>
                  </a:lnTo>
                  <a:lnTo>
                    <a:pt x="56565" y="6008954"/>
                  </a:lnTo>
                  <a:lnTo>
                    <a:pt x="56565" y="5346014"/>
                  </a:lnTo>
                  <a:lnTo>
                    <a:pt x="52946" y="5346014"/>
                  </a:lnTo>
                  <a:lnTo>
                    <a:pt x="52946" y="5345811"/>
                  </a:lnTo>
                  <a:lnTo>
                    <a:pt x="56565" y="5345811"/>
                  </a:lnTo>
                  <a:lnTo>
                    <a:pt x="56565" y="5338597"/>
                  </a:lnTo>
                  <a:close/>
                </a:path>
                <a:path w="2896234" h="6015355">
                  <a:moveTo>
                    <a:pt x="113766" y="5338597"/>
                  </a:moveTo>
                  <a:lnTo>
                    <a:pt x="110159" y="5338597"/>
                  </a:lnTo>
                  <a:lnTo>
                    <a:pt x="110159" y="5338394"/>
                  </a:lnTo>
                  <a:lnTo>
                    <a:pt x="106553" y="5338394"/>
                  </a:lnTo>
                  <a:lnTo>
                    <a:pt x="106553" y="5346014"/>
                  </a:lnTo>
                  <a:lnTo>
                    <a:pt x="106553" y="6008954"/>
                  </a:lnTo>
                  <a:lnTo>
                    <a:pt x="75844" y="6008954"/>
                  </a:lnTo>
                  <a:lnTo>
                    <a:pt x="75844" y="5346014"/>
                  </a:lnTo>
                  <a:lnTo>
                    <a:pt x="106553" y="5346014"/>
                  </a:lnTo>
                  <a:lnTo>
                    <a:pt x="106553" y="5338394"/>
                  </a:lnTo>
                  <a:lnTo>
                    <a:pt x="68630" y="5338394"/>
                  </a:lnTo>
                  <a:lnTo>
                    <a:pt x="68630" y="5342204"/>
                  </a:lnTo>
                  <a:lnTo>
                    <a:pt x="68630" y="5346014"/>
                  </a:lnTo>
                  <a:lnTo>
                    <a:pt x="68630" y="6008954"/>
                  </a:lnTo>
                  <a:lnTo>
                    <a:pt x="68630" y="6015304"/>
                  </a:lnTo>
                  <a:lnTo>
                    <a:pt x="113766" y="6015304"/>
                  </a:lnTo>
                  <a:lnTo>
                    <a:pt x="113766" y="6008954"/>
                  </a:lnTo>
                  <a:lnTo>
                    <a:pt x="113766" y="5346014"/>
                  </a:lnTo>
                  <a:lnTo>
                    <a:pt x="110159" y="5346014"/>
                  </a:lnTo>
                  <a:lnTo>
                    <a:pt x="110159" y="5345811"/>
                  </a:lnTo>
                  <a:lnTo>
                    <a:pt x="113766" y="5345811"/>
                  </a:lnTo>
                  <a:lnTo>
                    <a:pt x="113766" y="5338597"/>
                  </a:lnTo>
                  <a:close/>
                </a:path>
                <a:path w="2896234" h="6015355">
                  <a:moveTo>
                    <a:pt x="174485" y="5338597"/>
                  </a:moveTo>
                  <a:lnTo>
                    <a:pt x="170878" y="5338597"/>
                  </a:lnTo>
                  <a:lnTo>
                    <a:pt x="170878" y="5338394"/>
                  </a:lnTo>
                  <a:lnTo>
                    <a:pt x="167259" y="5338394"/>
                  </a:lnTo>
                  <a:lnTo>
                    <a:pt x="167259" y="5346014"/>
                  </a:lnTo>
                  <a:lnTo>
                    <a:pt x="167259" y="6008954"/>
                  </a:lnTo>
                  <a:lnTo>
                    <a:pt x="133057" y="6008954"/>
                  </a:lnTo>
                  <a:lnTo>
                    <a:pt x="133057" y="5346014"/>
                  </a:lnTo>
                  <a:lnTo>
                    <a:pt x="167259" y="5346014"/>
                  </a:lnTo>
                  <a:lnTo>
                    <a:pt x="167259" y="5338394"/>
                  </a:lnTo>
                  <a:lnTo>
                    <a:pt x="125844" y="5338394"/>
                  </a:lnTo>
                  <a:lnTo>
                    <a:pt x="125844" y="5342204"/>
                  </a:lnTo>
                  <a:lnTo>
                    <a:pt x="125844" y="5346014"/>
                  </a:lnTo>
                  <a:lnTo>
                    <a:pt x="125844" y="6008954"/>
                  </a:lnTo>
                  <a:lnTo>
                    <a:pt x="125844" y="6015304"/>
                  </a:lnTo>
                  <a:lnTo>
                    <a:pt x="174485" y="6015304"/>
                  </a:lnTo>
                  <a:lnTo>
                    <a:pt x="174485" y="6008954"/>
                  </a:lnTo>
                  <a:lnTo>
                    <a:pt x="174485" y="5346014"/>
                  </a:lnTo>
                  <a:lnTo>
                    <a:pt x="170878" y="5346014"/>
                  </a:lnTo>
                  <a:lnTo>
                    <a:pt x="170878" y="5345811"/>
                  </a:lnTo>
                  <a:lnTo>
                    <a:pt x="174485" y="5345811"/>
                  </a:lnTo>
                  <a:lnTo>
                    <a:pt x="174485" y="5338597"/>
                  </a:lnTo>
                  <a:close/>
                </a:path>
                <a:path w="2896234" h="6015355">
                  <a:moveTo>
                    <a:pt x="231686" y="5338597"/>
                  </a:moveTo>
                  <a:lnTo>
                    <a:pt x="228079" y="5338597"/>
                  </a:lnTo>
                  <a:lnTo>
                    <a:pt x="228079" y="5338394"/>
                  </a:lnTo>
                  <a:lnTo>
                    <a:pt x="224472" y="5338394"/>
                  </a:lnTo>
                  <a:lnTo>
                    <a:pt x="224472" y="5346014"/>
                  </a:lnTo>
                  <a:lnTo>
                    <a:pt x="224472" y="6008954"/>
                  </a:lnTo>
                  <a:lnTo>
                    <a:pt x="193840" y="6008954"/>
                  </a:lnTo>
                  <a:lnTo>
                    <a:pt x="193840" y="5346014"/>
                  </a:lnTo>
                  <a:lnTo>
                    <a:pt x="224472" y="5346014"/>
                  </a:lnTo>
                  <a:lnTo>
                    <a:pt x="224472" y="5338394"/>
                  </a:lnTo>
                  <a:lnTo>
                    <a:pt x="186613" y="5338394"/>
                  </a:lnTo>
                  <a:lnTo>
                    <a:pt x="186613" y="5342204"/>
                  </a:lnTo>
                  <a:lnTo>
                    <a:pt x="186613" y="5346014"/>
                  </a:lnTo>
                  <a:lnTo>
                    <a:pt x="186613" y="6008954"/>
                  </a:lnTo>
                  <a:lnTo>
                    <a:pt x="186613" y="6015304"/>
                  </a:lnTo>
                  <a:lnTo>
                    <a:pt x="231686" y="6015304"/>
                  </a:lnTo>
                  <a:lnTo>
                    <a:pt x="231686" y="6008954"/>
                  </a:lnTo>
                  <a:lnTo>
                    <a:pt x="231686" y="5346014"/>
                  </a:lnTo>
                  <a:lnTo>
                    <a:pt x="228079" y="5346014"/>
                  </a:lnTo>
                  <a:lnTo>
                    <a:pt x="228079" y="5345811"/>
                  </a:lnTo>
                  <a:lnTo>
                    <a:pt x="231686" y="5345811"/>
                  </a:lnTo>
                  <a:lnTo>
                    <a:pt x="231686" y="5338597"/>
                  </a:lnTo>
                  <a:close/>
                </a:path>
                <a:path w="2896234" h="6015355">
                  <a:moveTo>
                    <a:pt x="291401" y="5338597"/>
                  </a:moveTo>
                  <a:lnTo>
                    <a:pt x="287794" y="5338597"/>
                  </a:lnTo>
                  <a:lnTo>
                    <a:pt x="287794" y="5338394"/>
                  </a:lnTo>
                  <a:lnTo>
                    <a:pt x="284187" y="5338394"/>
                  </a:lnTo>
                  <a:lnTo>
                    <a:pt x="284187" y="5346014"/>
                  </a:lnTo>
                  <a:lnTo>
                    <a:pt x="284187" y="6008954"/>
                  </a:lnTo>
                  <a:lnTo>
                    <a:pt x="250977" y="6008954"/>
                  </a:lnTo>
                  <a:lnTo>
                    <a:pt x="250977" y="5346014"/>
                  </a:lnTo>
                  <a:lnTo>
                    <a:pt x="284187" y="5346014"/>
                  </a:lnTo>
                  <a:lnTo>
                    <a:pt x="284187" y="5338394"/>
                  </a:lnTo>
                  <a:lnTo>
                    <a:pt x="243763" y="5338394"/>
                  </a:lnTo>
                  <a:lnTo>
                    <a:pt x="243763" y="5342204"/>
                  </a:lnTo>
                  <a:lnTo>
                    <a:pt x="243763" y="5346014"/>
                  </a:lnTo>
                  <a:lnTo>
                    <a:pt x="243763" y="6008954"/>
                  </a:lnTo>
                  <a:lnTo>
                    <a:pt x="243763" y="6015304"/>
                  </a:lnTo>
                  <a:lnTo>
                    <a:pt x="291401" y="6015304"/>
                  </a:lnTo>
                  <a:lnTo>
                    <a:pt x="291401" y="6008954"/>
                  </a:lnTo>
                  <a:lnTo>
                    <a:pt x="291401" y="5346014"/>
                  </a:lnTo>
                  <a:lnTo>
                    <a:pt x="287794" y="5346014"/>
                  </a:lnTo>
                  <a:lnTo>
                    <a:pt x="287794" y="5345811"/>
                  </a:lnTo>
                  <a:lnTo>
                    <a:pt x="291401" y="5345811"/>
                  </a:lnTo>
                  <a:lnTo>
                    <a:pt x="291401" y="5338597"/>
                  </a:lnTo>
                  <a:close/>
                </a:path>
                <a:path w="2896234" h="6015355">
                  <a:moveTo>
                    <a:pt x="2296096" y="353136"/>
                  </a:moveTo>
                  <a:lnTo>
                    <a:pt x="2266797" y="322999"/>
                  </a:lnTo>
                  <a:lnTo>
                    <a:pt x="2266797" y="346887"/>
                  </a:lnTo>
                  <a:lnTo>
                    <a:pt x="2066302" y="427012"/>
                  </a:lnTo>
                  <a:lnTo>
                    <a:pt x="1800783" y="140741"/>
                  </a:lnTo>
                  <a:lnTo>
                    <a:pt x="1991385" y="63500"/>
                  </a:lnTo>
                  <a:lnTo>
                    <a:pt x="2266797" y="346887"/>
                  </a:lnTo>
                  <a:lnTo>
                    <a:pt x="2266797" y="322999"/>
                  </a:lnTo>
                  <a:lnTo>
                    <a:pt x="2014626" y="63500"/>
                  </a:lnTo>
                  <a:lnTo>
                    <a:pt x="1995525" y="43853"/>
                  </a:lnTo>
                  <a:lnTo>
                    <a:pt x="1772145" y="134366"/>
                  </a:lnTo>
                  <a:lnTo>
                    <a:pt x="2061857" y="446735"/>
                  </a:lnTo>
                  <a:lnTo>
                    <a:pt x="2067166" y="444614"/>
                  </a:lnTo>
                  <a:lnTo>
                    <a:pt x="2296096" y="353136"/>
                  </a:lnTo>
                  <a:close/>
                </a:path>
                <a:path w="2896234" h="6015355">
                  <a:moveTo>
                    <a:pt x="2635161" y="396367"/>
                  </a:moveTo>
                  <a:lnTo>
                    <a:pt x="2609913" y="370738"/>
                  </a:lnTo>
                  <a:lnTo>
                    <a:pt x="2586520" y="346989"/>
                  </a:lnTo>
                  <a:lnTo>
                    <a:pt x="2586520" y="370738"/>
                  </a:lnTo>
                  <a:lnTo>
                    <a:pt x="2323223" y="323621"/>
                  </a:lnTo>
                  <a:lnTo>
                    <a:pt x="2058504" y="65951"/>
                  </a:lnTo>
                  <a:lnTo>
                    <a:pt x="2327833" y="108077"/>
                  </a:lnTo>
                  <a:lnTo>
                    <a:pt x="2586520" y="370738"/>
                  </a:lnTo>
                  <a:lnTo>
                    <a:pt x="2586520" y="346989"/>
                  </a:lnTo>
                  <a:lnTo>
                    <a:pt x="2335860" y="92468"/>
                  </a:lnTo>
                  <a:lnTo>
                    <a:pt x="2049703" y="47713"/>
                  </a:lnTo>
                  <a:lnTo>
                    <a:pt x="2009406" y="41402"/>
                  </a:lnTo>
                  <a:lnTo>
                    <a:pt x="2028151" y="59651"/>
                  </a:lnTo>
                  <a:lnTo>
                    <a:pt x="2315260" y="339128"/>
                  </a:lnTo>
                  <a:lnTo>
                    <a:pt x="2635161" y="396367"/>
                  </a:lnTo>
                  <a:close/>
                </a:path>
                <a:path w="2896234" h="6015355">
                  <a:moveTo>
                    <a:pt x="2895790" y="302704"/>
                  </a:moveTo>
                  <a:lnTo>
                    <a:pt x="2866390" y="273697"/>
                  </a:lnTo>
                  <a:lnTo>
                    <a:pt x="2866390" y="297091"/>
                  </a:lnTo>
                  <a:lnTo>
                    <a:pt x="2667533" y="381546"/>
                  </a:lnTo>
                  <a:lnTo>
                    <a:pt x="2396299" y="101079"/>
                  </a:lnTo>
                  <a:lnTo>
                    <a:pt x="2585313" y="19735"/>
                  </a:lnTo>
                  <a:lnTo>
                    <a:pt x="2866390" y="297091"/>
                  </a:lnTo>
                  <a:lnTo>
                    <a:pt x="2866390" y="273697"/>
                  </a:lnTo>
                  <a:lnTo>
                    <a:pt x="2609037" y="19735"/>
                  </a:lnTo>
                  <a:lnTo>
                    <a:pt x="2589034" y="0"/>
                  </a:lnTo>
                  <a:lnTo>
                    <a:pt x="2367546" y="95313"/>
                  </a:lnTo>
                  <a:lnTo>
                    <a:pt x="2663507" y="401358"/>
                  </a:lnTo>
                  <a:lnTo>
                    <a:pt x="2668778" y="399122"/>
                  </a:lnTo>
                  <a:lnTo>
                    <a:pt x="2662263" y="383794"/>
                  </a:lnTo>
                  <a:lnTo>
                    <a:pt x="2665526" y="391452"/>
                  </a:lnTo>
                  <a:lnTo>
                    <a:pt x="2668778" y="399122"/>
                  </a:lnTo>
                  <a:lnTo>
                    <a:pt x="2895790" y="302704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26">
              <a:extLst>
                <a:ext uri="{FF2B5EF4-FFF2-40B4-BE49-F238E27FC236}">
                  <a16:creationId xmlns:a16="http://schemas.microsoft.com/office/drawing/2014/main" id="{F7D97BFA-1786-0331-25FF-9CD5EBD0321F}"/>
                </a:ext>
              </a:extLst>
            </p:cNvPr>
            <p:cNvSpPr/>
            <p:nvPr/>
          </p:nvSpPr>
          <p:spPr>
            <a:xfrm>
              <a:off x="16551276" y="3398966"/>
              <a:ext cx="288290" cy="505459"/>
            </a:xfrm>
            <a:custGeom>
              <a:avLst/>
              <a:gdLst/>
              <a:ahLst/>
              <a:cxnLst/>
              <a:rect l="l" t="t" r="r" b="b"/>
              <a:pathLst>
                <a:path w="288290" h="505460">
                  <a:moveTo>
                    <a:pt x="143995" y="0"/>
                  </a:moveTo>
                  <a:lnTo>
                    <a:pt x="98481" y="7598"/>
                  </a:lnTo>
                  <a:lnTo>
                    <a:pt x="58953" y="28759"/>
                  </a:lnTo>
                  <a:lnTo>
                    <a:pt x="27782" y="61027"/>
                  </a:lnTo>
                  <a:lnTo>
                    <a:pt x="7341" y="101950"/>
                  </a:lnTo>
                  <a:lnTo>
                    <a:pt x="0" y="149073"/>
                  </a:lnTo>
                  <a:lnTo>
                    <a:pt x="2451" y="174577"/>
                  </a:lnTo>
                  <a:lnTo>
                    <a:pt x="9757" y="212939"/>
                  </a:lnTo>
                  <a:lnTo>
                    <a:pt x="21844" y="258909"/>
                  </a:lnTo>
                  <a:lnTo>
                    <a:pt x="38637" y="307236"/>
                  </a:lnTo>
                  <a:lnTo>
                    <a:pt x="74196" y="385881"/>
                  </a:lnTo>
                  <a:lnTo>
                    <a:pt x="108291" y="448682"/>
                  </a:lnTo>
                  <a:lnTo>
                    <a:pt x="133898" y="490288"/>
                  </a:lnTo>
                  <a:lnTo>
                    <a:pt x="143995" y="505345"/>
                  </a:lnTo>
                  <a:lnTo>
                    <a:pt x="179443" y="454401"/>
                  </a:lnTo>
                  <a:lnTo>
                    <a:pt x="202234" y="416783"/>
                  </a:lnTo>
                  <a:lnTo>
                    <a:pt x="222245" y="373919"/>
                  </a:lnTo>
                  <a:lnTo>
                    <a:pt x="249353" y="307236"/>
                  </a:lnTo>
                  <a:lnTo>
                    <a:pt x="266147" y="258909"/>
                  </a:lnTo>
                  <a:lnTo>
                    <a:pt x="278233" y="212939"/>
                  </a:lnTo>
                  <a:lnTo>
                    <a:pt x="285539" y="174577"/>
                  </a:lnTo>
                  <a:lnTo>
                    <a:pt x="287991" y="149073"/>
                  </a:lnTo>
                  <a:lnTo>
                    <a:pt x="280650" y="101950"/>
                  </a:lnTo>
                  <a:lnTo>
                    <a:pt x="260208" y="61027"/>
                  </a:lnTo>
                  <a:lnTo>
                    <a:pt x="229037" y="28759"/>
                  </a:lnTo>
                  <a:lnTo>
                    <a:pt x="189509" y="7598"/>
                  </a:lnTo>
                  <a:lnTo>
                    <a:pt x="14399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27">
              <a:extLst>
                <a:ext uri="{FF2B5EF4-FFF2-40B4-BE49-F238E27FC236}">
                  <a16:creationId xmlns:a16="http://schemas.microsoft.com/office/drawing/2014/main" id="{9AE32D83-FD5D-4C90-7306-33355E9E7B81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44184" y="3483895"/>
              <a:ext cx="111148" cy="248704"/>
            </a:xfrm>
            <a:prstGeom prst="rect">
              <a:avLst/>
            </a:prstGeom>
          </p:spPr>
        </p:pic>
        <p:sp>
          <p:nvSpPr>
            <p:cNvPr id="153" name="object 28">
              <a:extLst>
                <a:ext uri="{FF2B5EF4-FFF2-40B4-BE49-F238E27FC236}">
                  <a16:creationId xmlns:a16="http://schemas.microsoft.com/office/drawing/2014/main" id="{A90940D4-FA5E-F31E-6CA5-8D5FED68EFC8}"/>
                </a:ext>
              </a:extLst>
            </p:cNvPr>
            <p:cNvSpPr/>
            <p:nvPr/>
          </p:nvSpPr>
          <p:spPr>
            <a:xfrm>
              <a:off x="16028772" y="3840409"/>
              <a:ext cx="2026920" cy="1191260"/>
            </a:xfrm>
            <a:custGeom>
              <a:avLst/>
              <a:gdLst/>
              <a:ahLst/>
              <a:cxnLst/>
              <a:rect l="l" t="t" r="r" b="b"/>
              <a:pathLst>
                <a:path w="2026919" h="1191260">
                  <a:moveTo>
                    <a:pt x="137160" y="18605"/>
                  </a:moveTo>
                  <a:lnTo>
                    <a:pt x="132143" y="10274"/>
                  </a:lnTo>
                  <a:lnTo>
                    <a:pt x="119519" y="4800"/>
                  </a:lnTo>
                  <a:lnTo>
                    <a:pt x="102984" y="1587"/>
                  </a:lnTo>
                  <a:lnTo>
                    <a:pt x="86194" y="0"/>
                  </a:lnTo>
                  <a:lnTo>
                    <a:pt x="102565" y="4127"/>
                  </a:lnTo>
                  <a:lnTo>
                    <a:pt x="114414" y="7912"/>
                  </a:lnTo>
                  <a:lnTo>
                    <a:pt x="122326" y="11849"/>
                  </a:lnTo>
                  <a:lnTo>
                    <a:pt x="126923" y="16395"/>
                  </a:lnTo>
                  <a:lnTo>
                    <a:pt x="128016" y="18173"/>
                  </a:lnTo>
                  <a:lnTo>
                    <a:pt x="126847" y="20231"/>
                  </a:lnTo>
                  <a:lnTo>
                    <a:pt x="88214" y="28435"/>
                  </a:lnTo>
                  <a:lnTo>
                    <a:pt x="68580" y="29159"/>
                  </a:lnTo>
                  <a:lnTo>
                    <a:pt x="48933" y="28435"/>
                  </a:lnTo>
                  <a:lnTo>
                    <a:pt x="10312" y="20231"/>
                  </a:lnTo>
                  <a:lnTo>
                    <a:pt x="9156" y="18173"/>
                  </a:lnTo>
                  <a:lnTo>
                    <a:pt x="10248" y="16395"/>
                  </a:lnTo>
                  <a:lnTo>
                    <a:pt x="14833" y="11849"/>
                  </a:lnTo>
                  <a:lnTo>
                    <a:pt x="22745" y="7912"/>
                  </a:lnTo>
                  <a:lnTo>
                    <a:pt x="34594" y="4127"/>
                  </a:lnTo>
                  <a:lnTo>
                    <a:pt x="50965" y="0"/>
                  </a:lnTo>
                  <a:lnTo>
                    <a:pt x="34188" y="1587"/>
                  </a:lnTo>
                  <a:lnTo>
                    <a:pt x="17640" y="4800"/>
                  </a:lnTo>
                  <a:lnTo>
                    <a:pt x="5029" y="10274"/>
                  </a:lnTo>
                  <a:lnTo>
                    <a:pt x="0" y="18605"/>
                  </a:lnTo>
                  <a:lnTo>
                    <a:pt x="9715" y="29591"/>
                  </a:lnTo>
                  <a:lnTo>
                    <a:pt x="31610" y="35420"/>
                  </a:lnTo>
                  <a:lnTo>
                    <a:pt x="54851" y="37719"/>
                  </a:lnTo>
                  <a:lnTo>
                    <a:pt x="68580" y="38125"/>
                  </a:lnTo>
                  <a:lnTo>
                    <a:pt x="82308" y="37719"/>
                  </a:lnTo>
                  <a:lnTo>
                    <a:pt x="105549" y="35420"/>
                  </a:lnTo>
                  <a:lnTo>
                    <a:pt x="127457" y="29591"/>
                  </a:lnTo>
                  <a:lnTo>
                    <a:pt x="137160" y="18605"/>
                  </a:lnTo>
                  <a:close/>
                </a:path>
                <a:path w="2026919" h="1191260">
                  <a:moveTo>
                    <a:pt x="1991766" y="910323"/>
                  </a:moveTo>
                  <a:lnTo>
                    <a:pt x="1990407" y="811428"/>
                  </a:lnTo>
                  <a:lnTo>
                    <a:pt x="1707261" y="814755"/>
                  </a:lnTo>
                  <a:lnTo>
                    <a:pt x="1708619" y="913650"/>
                  </a:lnTo>
                  <a:lnTo>
                    <a:pt x="1716405" y="954913"/>
                  </a:lnTo>
                  <a:lnTo>
                    <a:pt x="1736991" y="990587"/>
                  </a:lnTo>
                  <a:lnTo>
                    <a:pt x="1768030" y="1018540"/>
                  </a:lnTo>
                  <a:lnTo>
                    <a:pt x="1807146" y="1036650"/>
                  </a:lnTo>
                  <a:lnTo>
                    <a:pt x="1820862" y="1038542"/>
                  </a:lnTo>
                  <a:lnTo>
                    <a:pt x="1820862" y="1191196"/>
                  </a:lnTo>
                  <a:lnTo>
                    <a:pt x="1873338" y="1191196"/>
                  </a:lnTo>
                  <a:lnTo>
                    <a:pt x="1873338" y="1039368"/>
                  </a:lnTo>
                  <a:lnTo>
                    <a:pt x="1896643" y="1035608"/>
                  </a:lnTo>
                  <a:lnTo>
                    <a:pt x="1935251" y="1016584"/>
                  </a:lnTo>
                  <a:lnTo>
                    <a:pt x="1965515" y="987894"/>
                  </a:lnTo>
                  <a:lnTo>
                    <a:pt x="1985124" y="951750"/>
                  </a:lnTo>
                  <a:lnTo>
                    <a:pt x="1991766" y="910323"/>
                  </a:lnTo>
                  <a:close/>
                </a:path>
                <a:path w="2026919" h="1191260">
                  <a:moveTo>
                    <a:pt x="2026539" y="779983"/>
                  </a:moveTo>
                  <a:lnTo>
                    <a:pt x="2025789" y="725932"/>
                  </a:lnTo>
                  <a:lnTo>
                    <a:pt x="2025751" y="722960"/>
                  </a:lnTo>
                  <a:lnTo>
                    <a:pt x="2023110" y="720572"/>
                  </a:lnTo>
                  <a:lnTo>
                    <a:pt x="1955507" y="721372"/>
                  </a:lnTo>
                  <a:lnTo>
                    <a:pt x="1954060" y="615607"/>
                  </a:lnTo>
                  <a:lnTo>
                    <a:pt x="1954009" y="612305"/>
                  </a:lnTo>
                  <a:lnTo>
                    <a:pt x="1951075" y="609650"/>
                  </a:lnTo>
                  <a:lnTo>
                    <a:pt x="1913737" y="610095"/>
                  </a:lnTo>
                  <a:lnTo>
                    <a:pt x="1910867" y="612800"/>
                  </a:lnTo>
                  <a:lnTo>
                    <a:pt x="1912366" y="721880"/>
                  </a:lnTo>
                  <a:lnTo>
                    <a:pt x="1786661" y="723366"/>
                  </a:lnTo>
                  <a:lnTo>
                    <a:pt x="1785200" y="616877"/>
                  </a:lnTo>
                  <a:lnTo>
                    <a:pt x="1785150" y="613562"/>
                  </a:lnTo>
                  <a:lnTo>
                    <a:pt x="1782216" y="610908"/>
                  </a:lnTo>
                  <a:lnTo>
                    <a:pt x="1744878" y="611352"/>
                  </a:lnTo>
                  <a:lnTo>
                    <a:pt x="1742008" y="614070"/>
                  </a:lnTo>
                  <a:lnTo>
                    <a:pt x="1743506" y="723874"/>
                  </a:lnTo>
                  <a:lnTo>
                    <a:pt x="1675955" y="724662"/>
                  </a:lnTo>
                  <a:lnTo>
                    <a:pt x="1673377" y="727100"/>
                  </a:lnTo>
                  <a:lnTo>
                    <a:pt x="1674164" y="784110"/>
                  </a:lnTo>
                  <a:lnTo>
                    <a:pt x="1676806" y="786498"/>
                  </a:lnTo>
                  <a:lnTo>
                    <a:pt x="2023960" y="782421"/>
                  </a:lnTo>
                  <a:lnTo>
                    <a:pt x="2026539" y="779983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29">
              <a:extLst>
                <a:ext uri="{FF2B5EF4-FFF2-40B4-BE49-F238E27FC236}">
                  <a16:creationId xmlns:a16="http://schemas.microsoft.com/office/drawing/2014/main" id="{70124B59-DACD-8514-E6A7-00C8A9FC5D74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841813" y="4697285"/>
              <a:ext cx="103661" cy="140487"/>
            </a:xfrm>
            <a:prstGeom prst="rect">
              <a:avLst/>
            </a:prstGeom>
          </p:spPr>
        </p:pic>
        <p:sp>
          <p:nvSpPr>
            <p:cNvPr id="155" name="object 30">
              <a:extLst>
                <a:ext uri="{FF2B5EF4-FFF2-40B4-BE49-F238E27FC236}">
                  <a16:creationId xmlns:a16="http://schemas.microsoft.com/office/drawing/2014/main" id="{06ADA47A-FE77-A348-E93F-61C735BD6C8A}"/>
                </a:ext>
              </a:extLst>
            </p:cNvPr>
            <p:cNvSpPr/>
            <p:nvPr/>
          </p:nvSpPr>
          <p:spPr>
            <a:xfrm>
              <a:off x="17860976" y="5484374"/>
              <a:ext cx="665480" cy="448309"/>
            </a:xfrm>
            <a:custGeom>
              <a:avLst/>
              <a:gdLst/>
              <a:ahLst/>
              <a:cxnLst/>
              <a:rect l="l" t="t" r="r" b="b"/>
              <a:pathLst>
                <a:path w="665480" h="448310">
                  <a:moveTo>
                    <a:pt x="601967" y="377482"/>
                  </a:moveTo>
                  <a:lnTo>
                    <a:pt x="513372" y="377482"/>
                  </a:lnTo>
                  <a:lnTo>
                    <a:pt x="483781" y="399719"/>
                  </a:lnTo>
                  <a:lnTo>
                    <a:pt x="450430" y="416445"/>
                  </a:lnTo>
                  <a:lnTo>
                    <a:pt x="414007" y="426974"/>
                  </a:lnTo>
                  <a:lnTo>
                    <a:pt x="375158" y="430644"/>
                  </a:lnTo>
                  <a:lnTo>
                    <a:pt x="336308" y="426974"/>
                  </a:lnTo>
                  <a:lnTo>
                    <a:pt x="299872" y="416445"/>
                  </a:lnTo>
                  <a:lnTo>
                    <a:pt x="266534" y="399719"/>
                  </a:lnTo>
                  <a:lnTo>
                    <a:pt x="236943" y="377482"/>
                  </a:lnTo>
                  <a:lnTo>
                    <a:pt x="0" y="377482"/>
                  </a:lnTo>
                  <a:lnTo>
                    <a:pt x="0" y="427456"/>
                  </a:lnTo>
                  <a:lnTo>
                    <a:pt x="1600" y="435394"/>
                  </a:lnTo>
                  <a:lnTo>
                    <a:pt x="5981" y="441896"/>
                  </a:lnTo>
                  <a:lnTo>
                    <a:pt x="12471" y="446278"/>
                  </a:lnTo>
                  <a:lnTo>
                    <a:pt x="20421" y="447878"/>
                  </a:lnTo>
                  <a:lnTo>
                    <a:pt x="551688" y="447878"/>
                  </a:lnTo>
                  <a:lnTo>
                    <a:pt x="565429" y="431203"/>
                  </a:lnTo>
                  <a:lnTo>
                    <a:pt x="578408" y="413893"/>
                  </a:lnTo>
                  <a:lnTo>
                    <a:pt x="590588" y="395973"/>
                  </a:lnTo>
                  <a:lnTo>
                    <a:pt x="601967" y="377482"/>
                  </a:lnTo>
                  <a:close/>
                </a:path>
                <a:path w="665480" h="448310">
                  <a:moveTo>
                    <a:pt x="665454" y="116052"/>
                  </a:moveTo>
                  <a:lnTo>
                    <a:pt x="664298" y="99364"/>
                  </a:lnTo>
                  <a:lnTo>
                    <a:pt x="662584" y="82829"/>
                  </a:lnTo>
                  <a:lnTo>
                    <a:pt x="589813" y="82829"/>
                  </a:lnTo>
                  <a:lnTo>
                    <a:pt x="586409" y="79425"/>
                  </a:lnTo>
                  <a:lnTo>
                    <a:pt x="586409" y="29235"/>
                  </a:lnTo>
                  <a:lnTo>
                    <a:pt x="589813" y="25831"/>
                  </a:lnTo>
                  <a:lnTo>
                    <a:pt x="652056" y="25831"/>
                  </a:lnTo>
                  <a:lnTo>
                    <a:pt x="646798" y="6400"/>
                  </a:lnTo>
                  <a:lnTo>
                    <a:pt x="644867" y="0"/>
                  </a:lnTo>
                  <a:lnTo>
                    <a:pt x="275932" y="0"/>
                  </a:lnTo>
                  <a:lnTo>
                    <a:pt x="20408" y="0"/>
                  </a:lnTo>
                  <a:lnTo>
                    <a:pt x="12471" y="1600"/>
                  </a:lnTo>
                  <a:lnTo>
                    <a:pt x="5981" y="5981"/>
                  </a:lnTo>
                  <a:lnTo>
                    <a:pt x="1600" y="12484"/>
                  </a:lnTo>
                  <a:lnTo>
                    <a:pt x="0" y="20421"/>
                  </a:lnTo>
                  <a:lnTo>
                    <a:pt x="0" y="116052"/>
                  </a:lnTo>
                  <a:lnTo>
                    <a:pt x="198920" y="116052"/>
                  </a:lnTo>
                  <a:lnTo>
                    <a:pt x="231330" y="75628"/>
                  </a:lnTo>
                  <a:lnTo>
                    <a:pt x="272757" y="44437"/>
                  </a:lnTo>
                  <a:lnTo>
                    <a:pt x="321322" y="24358"/>
                  </a:lnTo>
                  <a:lnTo>
                    <a:pt x="375158" y="17246"/>
                  </a:lnTo>
                  <a:lnTo>
                    <a:pt x="428993" y="24358"/>
                  </a:lnTo>
                  <a:lnTo>
                    <a:pt x="477558" y="44437"/>
                  </a:lnTo>
                  <a:lnTo>
                    <a:pt x="518985" y="75628"/>
                  </a:lnTo>
                  <a:lnTo>
                    <a:pt x="551395" y="116052"/>
                  </a:lnTo>
                  <a:lnTo>
                    <a:pt x="665454" y="1160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31">
              <a:extLst>
                <a:ext uri="{FF2B5EF4-FFF2-40B4-BE49-F238E27FC236}">
                  <a16:creationId xmlns:a16="http://schemas.microsoft.com/office/drawing/2014/main" id="{A1DFB9D3-A728-89EF-6427-8719C9187ABA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860981" y="5615635"/>
              <a:ext cx="221710" cy="230998"/>
            </a:xfrm>
            <a:prstGeom prst="rect">
              <a:avLst/>
            </a:prstGeom>
          </p:spPr>
        </p:pic>
        <p:pic>
          <p:nvPicPr>
            <p:cNvPr id="157" name="object 32">
              <a:extLst>
                <a:ext uri="{FF2B5EF4-FFF2-40B4-BE49-F238E27FC236}">
                  <a16:creationId xmlns:a16="http://schemas.microsoft.com/office/drawing/2014/main" id="{7C6742F6-3A31-D917-0EC1-25EEB40E30E4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389595" y="5615640"/>
              <a:ext cx="137440" cy="230998"/>
            </a:xfrm>
            <a:prstGeom prst="rect">
              <a:avLst/>
            </a:prstGeom>
          </p:spPr>
        </p:pic>
        <p:sp>
          <p:nvSpPr>
            <p:cNvPr id="158" name="object 33">
              <a:extLst>
                <a:ext uri="{FF2B5EF4-FFF2-40B4-BE49-F238E27FC236}">
                  <a16:creationId xmlns:a16="http://schemas.microsoft.com/office/drawing/2014/main" id="{8B1B1BF1-E688-8340-B028-A58259074DDA}"/>
                </a:ext>
              </a:extLst>
            </p:cNvPr>
            <p:cNvSpPr/>
            <p:nvPr/>
          </p:nvSpPr>
          <p:spPr>
            <a:xfrm>
              <a:off x="18044656" y="5516835"/>
              <a:ext cx="383540" cy="383540"/>
            </a:xfrm>
            <a:custGeom>
              <a:avLst/>
              <a:gdLst/>
              <a:ahLst/>
              <a:cxnLst/>
              <a:rect l="l" t="t" r="r" b="b"/>
              <a:pathLst>
                <a:path w="383540" h="383539">
                  <a:moveTo>
                    <a:pt x="326339" y="191477"/>
                  </a:moveTo>
                  <a:lnTo>
                    <a:pt x="319455" y="148894"/>
                  </a:lnTo>
                  <a:lnTo>
                    <a:pt x="300291" y="111887"/>
                  </a:lnTo>
                  <a:lnTo>
                    <a:pt x="295554" y="107149"/>
                  </a:lnTo>
                  <a:lnTo>
                    <a:pt x="295554" y="192455"/>
                  </a:lnTo>
                  <a:lnTo>
                    <a:pt x="295554" y="195084"/>
                  </a:lnTo>
                  <a:lnTo>
                    <a:pt x="293433" y="197205"/>
                  </a:lnTo>
                  <a:lnTo>
                    <a:pt x="288175" y="197205"/>
                  </a:lnTo>
                  <a:lnTo>
                    <a:pt x="286054" y="195084"/>
                  </a:lnTo>
                  <a:lnTo>
                    <a:pt x="286054" y="192455"/>
                  </a:lnTo>
                  <a:lnTo>
                    <a:pt x="278752" y="156413"/>
                  </a:lnTo>
                  <a:lnTo>
                    <a:pt x="258876" y="126961"/>
                  </a:lnTo>
                  <a:lnTo>
                    <a:pt x="229425" y="107086"/>
                  </a:lnTo>
                  <a:lnTo>
                    <a:pt x="193382" y="99783"/>
                  </a:lnTo>
                  <a:lnTo>
                    <a:pt x="157340" y="107086"/>
                  </a:lnTo>
                  <a:lnTo>
                    <a:pt x="127889" y="126961"/>
                  </a:lnTo>
                  <a:lnTo>
                    <a:pt x="108000" y="156413"/>
                  </a:lnTo>
                  <a:lnTo>
                    <a:pt x="100711" y="192455"/>
                  </a:lnTo>
                  <a:lnTo>
                    <a:pt x="108000" y="228485"/>
                  </a:lnTo>
                  <a:lnTo>
                    <a:pt x="127889" y="257949"/>
                  </a:lnTo>
                  <a:lnTo>
                    <a:pt x="157340" y="277825"/>
                  </a:lnTo>
                  <a:lnTo>
                    <a:pt x="193382" y="285127"/>
                  </a:lnTo>
                  <a:lnTo>
                    <a:pt x="195999" y="285127"/>
                  </a:lnTo>
                  <a:lnTo>
                    <a:pt x="198132" y="287261"/>
                  </a:lnTo>
                  <a:lnTo>
                    <a:pt x="198132" y="292506"/>
                  </a:lnTo>
                  <a:lnTo>
                    <a:pt x="195999" y="294640"/>
                  </a:lnTo>
                  <a:lnTo>
                    <a:pt x="193382" y="294640"/>
                  </a:lnTo>
                  <a:lnTo>
                    <a:pt x="153644" y="286600"/>
                  </a:lnTo>
                  <a:lnTo>
                    <a:pt x="121158" y="264680"/>
                  </a:lnTo>
                  <a:lnTo>
                    <a:pt x="99237" y="232194"/>
                  </a:lnTo>
                  <a:lnTo>
                    <a:pt x="91198" y="192455"/>
                  </a:lnTo>
                  <a:lnTo>
                    <a:pt x="99237" y="152717"/>
                  </a:lnTo>
                  <a:lnTo>
                    <a:pt x="121158" y="120243"/>
                  </a:lnTo>
                  <a:lnTo>
                    <a:pt x="153644" y="98323"/>
                  </a:lnTo>
                  <a:lnTo>
                    <a:pt x="193382" y="90284"/>
                  </a:lnTo>
                  <a:lnTo>
                    <a:pt x="233108" y="98323"/>
                  </a:lnTo>
                  <a:lnTo>
                    <a:pt x="265595" y="120243"/>
                  </a:lnTo>
                  <a:lnTo>
                    <a:pt x="287515" y="152717"/>
                  </a:lnTo>
                  <a:lnTo>
                    <a:pt x="295554" y="192455"/>
                  </a:lnTo>
                  <a:lnTo>
                    <a:pt x="295554" y="107149"/>
                  </a:lnTo>
                  <a:lnTo>
                    <a:pt x="278688" y="90284"/>
                  </a:lnTo>
                  <a:lnTo>
                    <a:pt x="271081" y="82677"/>
                  </a:lnTo>
                  <a:lnTo>
                    <a:pt x="234061" y="63500"/>
                  </a:lnTo>
                  <a:lnTo>
                    <a:pt x="191477" y="56616"/>
                  </a:lnTo>
                  <a:lnTo>
                    <a:pt x="148894" y="63500"/>
                  </a:lnTo>
                  <a:lnTo>
                    <a:pt x="111874" y="82677"/>
                  </a:lnTo>
                  <a:lnTo>
                    <a:pt x="82664" y="111887"/>
                  </a:lnTo>
                  <a:lnTo>
                    <a:pt x="63500" y="148894"/>
                  </a:lnTo>
                  <a:lnTo>
                    <a:pt x="56616" y="191477"/>
                  </a:lnTo>
                  <a:lnTo>
                    <a:pt x="63500" y="234061"/>
                  </a:lnTo>
                  <a:lnTo>
                    <a:pt x="82664" y="271068"/>
                  </a:lnTo>
                  <a:lnTo>
                    <a:pt x="111874" y="300278"/>
                  </a:lnTo>
                  <a:lnTo>
                    <a:pt x="148894" y="319443"/>
                  </a:lnTo>
                  <a:lnTo>
                    <a:pt x="191477" y="326339"/>
                  </a:lnTo>
                  <a:lnTo>
                    <a:pt x="234061" y="319443"/>
                  </a:lnTo>
                  <a:lnTo>
                    <a:pt x="271081" y="300278"/>
                  </a:lnTo>
                  <a:lnTo>
                    <a:pt x="276720" y="294640"/>
                  </a:lnTo>
                  <a:lnTo>
                    <a:pt x="300291" y="271068"/>
                  </a:lnTo>
                  <a:lnTo>
                    <a:pt x="319455" y="234061"/>
                  </a:lnTo>
                  <a:lnTo>
                    <a:pt x="325412" y="197205"/>
                  </a:lnTo>
                  <a:lnTo>
                    <a:pt x="326339" y="191477"/>
                  </a:lnTo>
                  <a:close/>
                </a:path>
                <a:path w="383540" h="383539">
                  <a:moveTo>
                    <a:pt x="382955" y="191477"/>
                  </a:moveTo>
                  <a:lnTo>
                    <a:pt x="377888" y="147624"/>
                  </a:lnTo>
                  <a:lnTo>
                    <a:pt x="363461" y="107340"/>
                  </a:lnTo>
                  <a:lnTo>
                    <a:pt x="341553" y="72910"/>
                  </a:lnTo>
                  <a:lnTo>
                    <a:pt x="341553" y="191477"/>
                  </a:lnTo>
                  <a:lnTo>
                    <a:pt x="333895" y="238861"/>
                  </a:lnTo>
                  <a:lnTo>
                    <a:pt x="312559" y="280060"/>
                  </a:lnTo>
                  <a:lnTo>
                    <a:pt x="280060" y="312559"/>
                  </a:lnTo>
                  <a:lnTo>
                    <a:pt x="238861" y="333895"/>
                  </a:lnTo>
                  <a:lnTo>
                    <a:pt x="191477" y="341553"/>
                  </a:lnTo>
                  <a:lnTo>
                    <a:pt x="144094" y="333895"/>
                  </a:lnTo>
                  <a:lnTo>
                    <a:pt x="102908" y="312559"/>
                  </a:lnTo>
                  <a:lnTo>
                    <a:pt x="70396" y="280060"/>
                  </a:lnTo>
                  <a:lnTo>
                    <a:pt x="49060" y="238861"/>
                  </a:lnTo>
                  <a:lnTo>
                    <a:pt x="41402" y="191477"/>
                  </a:lnTo>
                  <a:lnTo>
                    <a:pt x="49060" y="144094"/>
                  </a:lnTo>
                  <a:lnTo>
                    <a:pt x="70396" y="102908"/>
                  </a:lnTo>
                  <a:lnTo>
                    <a:pt x="102908" y="70396"/>
                  </a:lnTo>
                  <a:lnTo>
                    <a:pt x="144094" y="49060"/>
                  </a:lnTo>
                  <a:lnTo>
                    <a:pt x="191477" y="41402"/>
                  </a:lnTo>
                  <a:lnTo>
                    <a:pt x="238861" y="49060"/>
                  </a:lnTo>
                  <a:lnTo>
                    <a:pt x="280060" y="70396"/>
                  </a:lnTo>
                  <a:lnTo>
                    <a:pt x="312559" y="102908"/>
                  </a:lnTo>
                  <a:lnTo>
                    <a:pt x="333895" y="144094"/>
                  </a:lnTo>
                  <a:lnTo>
                    <a:pt x="341553" y="191477"/>
                  </a:lnTo>
                  <a:lnTo>
                    <a:pt x="341553" y="72910"/>
                  </a:lnTo>
                  <a:lnTo>
                    <a:pt x="311162" y="42113"/>
                  </a:lnTo>
                  <a:lnTo>
                    <a:pt x="275615" y="19494"/>
                  </a:lnTo>
                  <a:lnTo>
                    <a:pt x="235331" y="5067"/>
                  </a:lnTo>
                  <a:lnTo>
                    <a:pt x="191477" y="0"/>
                  </a:lnTo>
                  <a:lnTo>
                    <a:pt x="147624" y="5067"/>
                  </a:lnTo>
                  <a:lnTo>
                    <a:pt x="107340" y="19494"/>
                  </a:lnTo>
                  <a:lnTo>
                    <a:pt x="71780" y="42113"/>
                  </a:lnTo>
                  <a:lnTo>
                    <a:pt x="42113" y="71780"/>
                  </a:lnTo>
                  <a:lnTo>
                    <a:pt x="19494" y="107340"/>
                  </a:lnTo>
                  <a:lnTo>
                    <a:pt x="5067" y="147624"/>
                  </a:lnTo>
                  <a:lnTo>
                    <a:pt x="0" y="191477"/>
                  </a:lnTo>
                  <a:lnTo>
                    <a:pt x="5067" y="235331"/>
                  </a:lnTo>
                  <a:lnTo>
                    <a:pt x="19494" y="275615"/>
                  </a:lnTo>
                  <a:lnTo>
                    <a:pt x="42113" y="311162"/>
                  </a:lnTo>
                  <a:lnTo>
                    <a:pt x="71780" y="340842"/>
                  </a:lnTo>
                  <a:lnTo>
                    <a:pt x="107340" y="363461"/>
                  </a:lnTo>
                  <a:lnTo>
                    <a:pt x="147624" y="377888"/>
                  </a:lnTo>
                  <a:lnTo>
                    <a:pt x="191477" y="382955"/>
                  </a:lnTo>
                  <a:lnTo>
                    <a:pt x="235331" y="377888"/>
                  </a:lnTo>
                  <a:lnTo>
                    <a:pt x="275615" y="363461"/>
                  </a:lnTo>
                  <a:lnTo>
                    <a:pt x="310032" y="341553"/>
                  </a:lnTo>
                  <a:lnTo>
                    <a:pt x="311162" y="340842"/>
                  </a:lnTo>
                  <a:lnTo>
                    <a:pt x="340842" y="311162"/>
                  </a:lnTo>
                  <a:lnTo>
                    <a:pt x="363461" y="275615"/>
                  </a:lnTo>
                  <a:lnTo>
                    <a:pt x="377888" y="235331"/>
                  </a:lnTo>
                  <a:lnTo>
                    <a:pt x="382955" y="191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34">
              <a:extLst>
                <a:ext uri="{FF2B5EF4-FFF2-40B4-BE49-F238E27FC236}">
                  <a16:creationId xmlns:a16="http://schemas.microsoft.com/office/drawing/2014/main" id="{E7AC5E54-5AE0-0705-79AD-02D4CC657F5C}"/>
                </a:ext>
              </a:extLst>
            </p:cNvPr>
            <p:cNvSpPr/>
            <p:nvPr/>
          </p:nvSpPr>
          <p:spPr>
            <a:xfrm>
              <a:off x="18147018" y="5418070"/>
              <a:ext cx="178435" cy="51435"/>
            </a:xfrm>
            <a:custGeom>
              <a:avLst/>
              <a:gdLst/>
              <a:ahLst/>
              <a:cxnLst/>
              <a:rect l="l" t="t" r="r" b="b"/>
              <a:pathLst>
                <a:path w="178434" h="51435">
                  <a:moveTo>
                    <a:pt x="163586" y="0"/>
                  </a:moveTo>
                  <a:lnTo>
                    <a:pt x="14659" y="0"/>
                  </a:lnTo>
                  <a:lnTo>
                    <a:pt x="0" y="51076"/>
                  </a:lnTo>
                  <a:lnTo>
                    <a:pt x="178245" y="51076"/>
                  </a:lnTo>
                  <a:lnTo>
                    <a:pt x="163586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35">
              <a:extLst>
                <a:ext uri="{FF2B5EF4-FFF2-40B4-BE49-F238E27FC236}">
                  <a16:creationId xmlns:a16="http://schemas.microsoft.com/office/drawing/2014/main" id="{BC7E834F-2525-967D-CF64-37A916524381}"/>
                </a:ext>
              </a:extLst>
            </p:cNvPr>
            <p:cNvSpPr/>
            <p:nvPr/>
          </p:nvSpPr>
          <p:spPr>
            <a:xfrm>
              <a:off x="18462616" y="5525407"/>
              <a:ext cx="59055" cy="26670"/>
            </a:xfrm>
            <a:custGeom>
              <a:avLst/>
              <a:gdLst/>
              <a:ahLst/>
              <a:cxnLst/>
              <a:rect l="l" t="t" r="r" b="b"/>
              <a:pathLst>
                <a:path w="59055" h="26670">
                  <a:moveTo>
                    <a:pt x="53946" y="0"/>
                  </a:moveTo>
                  <a:lnTo>
                    <a:pt x="0" y="0"/>
                  </a:lnTo>
                  <a:lnTo>
                    <a:pt x="0" y="26575"/>
                  </a:lnTo>
                  <a:lnTo>
                    <a:pt x="58867" y="26575"/>
                  </a:lnTo>
                  <a:lnTo>
                    <a:pt x="56595" y="13224"/>
                  </a:lnTo>
                  <a:lnTo>
                    <a:pt x="53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36">
              <a:extLst>
                <a:ext uri="{FF2B5EF4-FFF2-40B4-BE49-F238E27FC236}">
                  <a16:creationId xmlns:a16="http://schemas.microsoft.com/office/drawing/2014/main" id="{C240BBD1-6DF4-DB1B-5F96-1C18B9298646}"/>
                </a:ext>
              </a:extLst>
            </p:cNvPr>
            <p:cNvSpPr/>
            <p:nvPr/>
          </p:nvSpPr>
          <p:spPr>
            <a:xfrm>
              <a:off x="17937851" y="5429070"/>
              <a:ext cx="72390" cy="40640"/>
            </a:xfrm>
            <a:custGeom>
              <a:avLst/>
              <a:gdLst/>
              <a:ahLst/>
              <a:cxnLst/>
              <a:rect l="l" t="t" r="r" b="b"/>
              <a:pathLst>
                <a:path w="72390" h="40639">
                  <a:moveTo>
                    <a:pt x="72290" y="0"/>
                  </a:moveTo>
                  <a:lnTo>
                    <a:pt x="0" y="0"/>
                  </a:lnTo>
                  <a:lnTo>
                    <a:pt x="0" y="40082"/>
                  </a:lnTo>
                  <a:lnTo>
                    <a:pt x="72290" y="40082"/>
                  </a:lnTo>
                  <a:lnTo>
                    <a:pt x="72290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37">
              <a:extLst>
                <a:ext uri="{FF2B5EF4-FFF2-40B4-BE49-F238E27FC236}">
                  <a16:creationId xmlns:a16="http://schemas.microsoft.com/office/drawing/2014/main" id="{B3E40A74-5805-7944-A56B-D8D71FA5293B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135858" y="5607100"/>
              <a:ext cx="204360" cy="204370"/>
            </a:xfrm>
            <a:prstGeom prst="rect">
              <a:avLst/>
            </a:prstGeom>
          </p:spPr>
        </p:pic>
        <p:sp>
          <p:nvSpPr>
            <p:cNvPr id="163" name="object 38">
              <a:extLst>
                <a:ext uri="{FF2B5EF4-FFF2-40B4-BE49-F238E27FC236}">
                  <a16:creationId xmlns:a16="http://schemas.microsoft.com/office/drawing/2014/main" id="{1D9FF98C-60D4-C10F-3601-A1DEB045F6FB}"/>
                </a:ext>
              </a:extLst>
            </p:cNvPr>
            <p:cNvSpPr/>
            <p:nvPr/>
          </p:nvSpPr>
          <p:spPr>
            <a:xfrm>
              <a:off x="17845749" y="5402865"/>
              <a:ext cx="681355" cy="544830"/>
            </a:xfrm>
            <a:custGeom>
              <a:avLst/>
              <a:gdLst/>
              <a:ahLst/>
              <a:cxnLst/>
              <a:rect l="l" t="t" r="r" b="b"/>
              <a:pathLst>
                <a:path w="681355" h="544829">
                  <a:moveTo>
                    <a:pt x="544563" y="305447"/>
                  </a:moveTo>
                  <a:lnTo>
                    <a:pt x="536892" y="258064"/>
                  </a:lnTo>
                  <a:lnTo>
                    <a:pt x="529336" y="243484"/>
                  </a:lnTo>
                  <a:lnTo>
                    <a:pt x="529336" y="305447"/>
                  </a:lnTo>
                  <a:lnTo>
                    <a:pt x="522452" y="348030"/>
                  </a:lnTo>
                  <a:lnTo>
                    <a:pt x="503275" y="385051"/>
                  </a:lnTo>
                  <a:lnTo>
                    <a:pt x="474065" y="414261"/>
                  </a:lnTo>
                  <a:lnTo>
                    <a:pt x="437045" y="433425"/>
                  </a:lnTo>
                  <a:lnTo>
                    <a:pt x="394474" y="440309"/>
                  </a:lnTo>
                  <a:lnTo>
                    <a:pt x="351891" y="433425"/>
                  </a:lnTo>
                  <a:lnTo>
                    <a:pt x="314871" y="414261"/>
                  </a:lnTo>
                  <a:lnTo>
                    <a:pt x="285661" y="385051"/>
                  </a:lnTo>
                  <a:lnTo>
                    <a:pt x="266496" y="348030"/>
                  </a:lnTo>
                  <a:lnTo>
                    <a:pt x="259600" y="305447"/>
                  </a:lnTo>
                  <a:lnTo>
                    <a:pt x="266496" y="262864"/>
                  </a:lnTo>
                  <a:lnTo>
                    <a:pt x="285661" y="225856"/>
                  </a:lnTo>
                  <a:lnTo>
                    <a:pt x="314871" y="196634"/>
                  </a:lnTo>
                  <a:lnTo>
                    <a:pt x="351891" y="177469"/>
                  </a:lnTo>
                  <a:lnTo>
                    <a:pt x="394474" y="170586"/>
                  </a:lnTo>
                  <a:lnTo>
                    <a:pt x="437045" y="177469"/>
                  </a:lnTo>
                  <a:lnTo>
                    <a:pt x="474065" y="196634"/>
                  </a:lnTo>
                  <a:lnTo>
                    <a:pt x="503275" y="225856"/>
                  </a:lnTo>
                  <a:lnTo>
                    <a:pt x="522452" y="262864"/>
                  </a:lnTo>
                  <a:lnTo>
                    <a:pt x="529336" y="305447"/>
                  </a:lnTo>
                  <a:lnTo>
                    <a:pt x="529336" y="243484"/>
                  </a:lnTo>
                  <a:lnTo>
                    <a:pt x="515556" y="216877"/>
                  </a:lnTo>
                  <a:lnTo>
                    <a:pt x="483044" y="184365"/>
                  </a:lnTo>
                  <a:lnTo>
                    <a:pt x="456438" y="170586"/>
                  </a:lnTo>
                  <a:lnTo>
                    <a:pt x="441858" y="163029"/>
                  </a:lnTo>
                  <a:lnTo>
                    <a:pt x="394474" y="155371"/>
                  </a:lnTo>
                  <a:lnTo>
                    <a:pt x="347091" y="163029"/>
                  </a:lnTo>
                  <a:lnTo>
                    <a:pt x="305892" y="184365"/>
                  </a:lnTo>
                  <a:lnTo>
                    <a:pt x="273380" y="216877"/>
                  </a:lnTo>
                  <a:lnTo>
                    <a:pt x="252056" y="258064"/>
                  </a:lnTo>
                  <a:lnTo>
                    <a:pt x="244386" y="305447"/>
                  </a:lnTo>
                  <a:lnTo>
                    <a:pt x="252056" y="352831"/>
                  </a:lnTo>
                  <a:lnTo>
                    <a:pt x="273380" y="394030"/>
                  </a:lnTo>
                  <a:lnTo>
                    <a:pt x="305892" y="426529"/>
                  </a:lnTo>
                  <a:lnTo>
                    <a:pt x="347091" y="447865"/>
                  </a:lnTo>
                  <a:lnTo>
                    <a:pt x="394474" y="455523"/>
                  </a:lnTo>
                  <a:lnTo>
                    <a:pt x="441858" y="447865"/>
                  </a:lnTo>
                  <a:lnTo>
                    <a:pt x="456438" y="440309"/>
                  </a:lnTo>
                  <a:lnTo>
                    <a:pt x="483044" y="426529"/>
                  </a:lnTo>
                  <a:lnTo>
                    <a:pt x="515556" y="394030"/>
                  </a:lnTo>
                  <a:lnTo>
                    <a:pt x="536892" y="352831"/>
                  </a:lnTo>
                  <a:lnTo>
                    <a:pt x="544563" y="305447"/>
                  </a:lnTo>
                  <a:close/>
                </a:path>
                <a:path w="681355" h="544829">
                  <a:moveTo>
                    <a:pt x="677811" y="164338"/>
                  </a:moveTo>
                  <a:lnTo>
                    <a:pt x="676503" y="154165"/>
                  </a:lnTo>
                  <a:lnTo>
                    <a:pt x="675728" y="149123"/>
                  </a:lnTo>
                  <a:lnTo>
                    <a:pt x="616851" y="149123"/>
                  </a:lnTo>
                  <a:lnTo>
                    <a:pt x="616851" y="122555"/>
                  </a:lnTo>
                  <a:lnTo>
                    <a:pt x="670814" y="122555"/>
                  </a:lnTo>
                  <a:lnTo>
                    <a:pt x="668540" y="112382"/>
                  </a:lnTo>
                  <a:lnTo>
                    <a:pt x="667283" y="107327"/>
                  </a:lnTo>
                  <a:lnTo>
                    <a:pt x="605040" y="107327"/>
                  </a:lnTo>
                  <a:lnTo>
                    <a:pt x="601637" y="110744"/>
                  </a:lnTo>
                  <a:lnTo>
                    <a:pt x="601637" y="114947"/>
                  </a:lnTo>
                  <a:lnTo>
                    <a:pt x="601637" y="160934"/>
                  </a:lnTo>
                  <a:lnTo>
                    <a:pt x="605040" y="164338"/>
                  </a:lnTo>
                  <a:lnTo>
                    <a:pt x="677811" y="164338"/>
                  </a:lnTo>
                  <a:close/>
                </a:path>
                <a:path w="681355" h="544829">
                  <a:moveTo>
                    <a:pt x="681164" y="212775"/>
                  </a:moveTo>
                  <a:lnTo>
                    <a:pt x="680681" y="197561"/>
                  </a:lnTo>
                  <a:lnTo>
                    <a:pt x="572490" y="197561"/>
                  </a:lnTo>
                  <a:lnTo>
                    <a:pt x="572490" y="207568"/>
                  </a:lnTo>
                  <a:lnTo>
                    <a:pt x="569658" y="202488"/>
                  </a:lnTo>
                  <a:lnTo>
                    <a:pt x="572490" y="207568"/>
                  </a:lnTo>
                  <a:lnTo>
                    <a:pt x="572490" y="197561"/>
                  </a:lnTo>
                  <a:lnTo>
                    <a:pt x="566623" y="197561"/>
                  </a:lnTo>
                  <a:lnTo>
                    <a:pt x="555688" y="183934"/>
                  </a:lnTo>
                  <a:lnTo>
                    <a:pt x="555688" y="101930"/>
                  </a:lnTo>
                  <a:lnTo>
                    <a:pt x="557301" y="93992"/>
                  </a:lnTo>
                  <a:lnTo>
                    <a:pt x="561682" y="87490"/>
                  </a:lnTo>
                  <a:lnTo>
                    <a:pt x="568172" y="83108"/>
                  </a:lnTo>
                  <a:lnTo>
                    <a:pt x="576110" y="81508"/>
                  </a:lnTo>
                  <a:lnTo>
                    <a:pt x="620763" y="81508"/>
                  </a:lnTo>
                  <a:lnTo>
                    <a:pt x="660095" y="81508"/>
                  </a:lnTo>
                  <a:lnTo>
                    <a:pt x="658495" y="76390"/>
                  </a:lnTo>
                  <a:lnTo>
                    <a:pt x="656793" y="71323"/>
                  </a:lnTo>
                  <a:lnTo>
                    <a:pt x="655040" y="66294"/>
                  </a:lnTo>
                  <a:lnTo>
                    <a:pt x="617359" y="66294"/>
                  </a:lnTo>
                  <a:lnTo>
                    <a:pt x="576110" y="66294"/>
                  </a:lnTo>
                  <a:lnTo>
                    <a:pt x="495338" y="66294"/>
                  </a:lnTo>
                  <a:lnTo>
                    <a:pt x="497586" y="74091"/>
                  </a:lnTo>
                  <a:lnTo>
                    <a:pt x="495338" y="66294"/>
                  </a:lnTo>
                  <a:lnTo>
                    <a:pt x="480682" y="15214"/>
                  </a:lnTo>
                  <a:lnTo>
                    <a:pt x="479513" y="11150"/>
                  </a:lnTo>
                  <a:lnTo>
                    <a:pt x="479513" y="66294"/>
                  </a:lnTo>
                  <a:lnTo>
                    <a:pt x="301256" y="66294"/>
                  </a:lnTo>
                  <a:lnTo>
                    <a:pt x="315925" y="15214"/>
                  </a:lnTo>
                  <a:lnTo>
                    <a:pt x="464845" y="15214"/>
                  </a:lnTo>
                  <a:lnTo>
                    <a:pt x="479513" y="66294"/>
                  </a:lnTo>
                  <a:lnTo>
                    <a:pt x="479513" y="11150"/>
                  </a:lnTo>
                  <a:lnTo>
                    <a:pt x="476961" y="2235"/>
                  </a:lnTo>
                  <a:lnTo>
                    <a:pt x="473976" y="0"/>
                  </a:lnTo>
                  <a:lnTo>
                    <a:pt x="306793" y="0"/>
                  </a:lnTo>
                  <a:lnTo>
                    <a:pt x="303809" y="2235"/>
                  </a:lnTo>
                  <a:lnTo>
                    <a:pt x="286524" y="62445"/>
                  </a:lnTo>
                  <a:lnTo>
                    <a:pt x="286524" y="80378"/>
                  </a:lnTo>
                  <a:lnTo>
                    <a:pt x="283641" y="76568"/>
                  </a:lnTo>
                  <a:lnTo>
                    <a:pt x="286524" y="80378"/>
                  </a:lnTo>
                  <a:lnTo>
                    <a:pt x="286524" y="62445"/>
                  </a:lnTo>
                  <a:lnTo>
                    <a:pt x="285419" y="66281"/>
                  </a:lnTo>
                  <a:lnTo>
                    <a:pt x="179616" y="66281"/>
                  </a:lnTo>
                  <a:lnTo>
                    <a:pt x="179616" y="78092"/>
                  </a:lnTo>
                  <a:lnTo>
                    <a:pt x="176212" y="81508"/>
                  </a:lnTo>
                  <a:lnTo>
                    <a:pt x="288772" y="81508"/>
                  </a:lnTo>
                  <a:lnTo>
                    <a:pt x="491998" y="81508"/>
                  </a:lnTo>
                  <a:lnTo>
                    <a:pt x="494245" y="80378"/>
                  </a:lnTo>
                  <a:lnTo>
                    <a:pt x="497116" y="76568"/>
                  </a:lnTo>
                  <a:lnTo>
                    <a:pt x="497509" y="74498"/>
                  </a:lnTo>
                  <a:lnTo>
                    <a:pt x="497128" y="76568"/>
                  </a:lnTo>
                  <a:lnTo>
                    <a:pt x="494258" y="80391"/>
                  </a:lnTo>
                  <a:lnTo>
                    <a:pt x="491998" y="81508"/>
                  </a:lnTo>
                  <a:lnTo>
                    <a:pt x="547700" y="81508"/>
                  </a:lnTo>
                  <a:lnTo>
                    <a:pt x="543280" y="88061"/>
                  </a:lnTo>
                  <a:lnTo>
                    <a:pt x="540473" y="101930"/>
                  </a:lnTo>
                  <a:lnTo>
                    <a:pt x="540473" y="164947"/>
                  </a:lnTo>
                  <a:lnTo>
                    <a:pt x="534212" y="157137"/>
                  </a:lnTo>
                  <a:lnTo>
                    <a:pt x="492785" y="125945"/>
                  </a:lnTo>
                  <a:lnTo>
                    <a:pt x="463816" y="113957"/>
                  </a:lnTo>
                  <a:lnTo>
                    <a:pt x="444220" y="105854"/>
                  </a:lnTo>
                  <a:lnTo>
                    <a:pt x="390385" y="98742"/>
                  </a:lnTo>
                  <a:lnTo>
                    <a:pt x="336550" y="105854"/>
                  </a:lnTo>
                  <a:lnTo>
                    <a:pt x="287985" y="125945"/>
                  </a:lnTo>
                  <a:lnTo>
                    <a:pt x="246557" y="157137"/>
                  </a:lnTo>
                  <a:lnTo>
                    <a:pt x="214147" y="197561"/>
                  </a:lnTo>
                  <a:lnTo>
                    <a:pt x="3416" y="197561"/>
                  </a:lnTo>
                  <a:lnTo>
                    <a:pt x="0" y="200964"/>
                  </a:lnTo>
                  <a:lnTo>
                    <a:pt x="0" y="455587"/>
                  </a:lnTo>
                  <a:lnTo>
                    <a:pt x="12" y="508965"/>
                  </a:lnTo>
                  <a:lnTo>
                    <a:pt x="2806" y="522833"/>
                  </a:lnTo>
                  <a:lnTo>
                    <a:pt x="10452" y="534149"/>
                  </a:lnTo>
                  <a:lnTo>
                    <a:pt x="21780" y="541794"/>
                  </a:lnTo>
                  <a:lnTo>
                    <a:pt x="35636" y="544601"/>
                  </a:lnTo>
                  <a:lnTo>
                    <a:pt x="553173" y="544601"/>
                  </a:lnTo>
                  <a:lnTo>
                    <a:pt x="557860" y="539623"/>
                  </a:lnTo>
                  <a:lnTo>
                    <a:pt x="562457" y="534555"/>
                  </a:lnTo>
                  <a:lnTo>
                    <a:pt x="566915" y="529386"/>
                  </a:lnTo>
                  <a:lnTo>
                    <a:pt x="35636" y="529386"/>
                  </a:lnTo>
                  <a:lnTo>
                    <a:pt x="27698" y="527773"/>
                  </a:lnTo>
                  <a:lnTo>
                    <a:pt x="21209" y="523405"/>
                  </a:lnTo>
                  <a:lnTo>
                    <a:pt x="16827" y="516902"/>
                  </a:lnTo>
                  <a:lnTo>
                    <a:pt x="15227" y="508965"/>
                  </a:lnTo>
                  <a:lnTo>
                    <a:pt x="15227" y="459003"/>
                  </a:lnTo>
                  <a:lnTo>
                    <a:pt x="252158" y="459003"/>
                  </a:lnTo>
                  <a:lnTo>
                    <a:pt x="281749" y="481228"/>
                  </a:lnTo>
                  <a:lnTo>
                    <a:pt x="315112" y="497954"/>
                  </a:lnTo>
                  <a:lnTo>
                    <a:pt x="351548" y="508482"/>
                  </a:lnTo>
                  <a:lnTo>
                    <a:pt x="390385" y="512152"/>
                  </a:lnTo>
                  <a:lnTo>
                    <a:pt x="429234" y="508482"/>
                  </a:lnTo>
                  <a:lnTo>
                    <a:pt x="465658" y="497954"/>
                  </a:lnTo>
                  <a:lnTo>
                    <a:pt x="467715" y="496925"/>
                  </a:lnTo>
                  <a:lnTo>
                    <a:pt x="499008" y="481228"/>
                  </a:lnTo>
                  <a:lnTo>
                    <a:pt x="528599" y="459003"/>
                  </a:lnTo>
                  <a:lnTo>
                    <a:pt x="617194" y="459003"/>
                  </a:lnTo>
                  <a:lnTo>
                    <a:pt x="622973" y="448906"/>
                  </a:lnTo>
                  <a:lnTo>
                    <a:pt x="625716" y="443776"/>
                  </a:lnTo>
                  <a:lnTo>
                    <a:pt x="543839" y="443776"/>
                  </a:lnTo>
                  <a:lnTo>
                    <a:pt x="566115" y="414172"/>
                  </a:lnTo>
                  <a:lnTo>
                    <a:pt x="582866" y="380796"/>
                  </a:lnTo>
                  <a:lnTo>
                    <a:pt x="593420" y="344322"/>
                  </a:lnTo>
                  <a:lnTo>
                    <a:pt x="597077" y="305447"/>
                  </a:lnTo>
                  <a:lnTo>
                    <a:pt x="595630" y="280835"/>
                  </a:lnTo>
                  <a:lnTo>
                    <a:pt x="591362" y="257086"/>
                  </a:lnTo>
                  <a:lnTo>
                    <a:pt x="584466" y="234340"/>
                  </a:lnTo>
                  <a:lnTo>
                    <a:pt x="581863" y="228346"/>
                  </a:lnTo>
                  <a:lnTo>
                    <a:pt x="581863" y="305447"/>
                  </a:lnTo>
                  <a:lnTo>
                    <a:pt x="576808" y="349300"/>
                  </a:lnTo>
                  <a:lnTo>
                    <a:pt x="562381" y="389585"/>
                  </a:lnTo>
                  <a:lnTo>
                    <a:pt x="539750" y="425132"/>
                  </a:lnTo>
                  <a:lnTo>
                    <a:pt x="510082" y="454812"/>
                  </a:lnTo>
                  <a:lnTo>
                    <a:pt x="474522" y="477431"/>
                  </a:lnTo>
                  <a:lnTo>
                    <a:pt x="434238" y="491858"/>
                  </a:lnTo>
                  <a:lnTo>
                    <a:pt x="390385" y="496925"/>
                  </a:lnTo>
                  <a:lnTo>
                    <a:pt x="346532" y="491858"/>
                  </a:lnTo>
                  <a:lnTo>
                    <a:pt x="306247" y="477431"/>
                  </a:lnTo>
                  <a:lnTo>
                    <a:pt x="270700" y="454812"/>
                  </a:lnTo>
                  <a:lnTo>
                    <a:pt x="241020" y="425132"/>
                  </a:lnTo>
                  <a:lnTo>
                    <a:pt x="236931" y="418706"/>
                  </a:lnTo>
                  <a:lnTo>
                    <a:pt x="236931" y="443776"/>
                  </a:lnTo>
                  <a:lnTo>
                    <a:pt x="15227" y="443776"/>
                  </a:lnTo>
                  <a:lnTo>
                    <a:pt x="15227" y="212775"/>
                  </a:lnTo>
                  <a:lnTo>
                    <a:pt x="205663" y="212775"/>
                  </a:lnTo>
                  <a:lnTo>
                    <a:pt x="196303" y="234340"/>
                  </a:lnTo>
                  <a:lnTo>
                    <a:pt x="189407" y="257086"/>
                  </a:lnTo>
                  <a:lnTo>
                    <a:pt x="185140" y="280835"/>
                  </a:lnTo>
                  <a:lnTo>
                    <a:pt x="183680" y="305447"/>
                  </a:lnTo>
                  <a:lnTo>
                    <a:pt x="187350" y="344322"/>
                  </a:lnTo>
                  <a:lnTo>
                    <a:pt x="197904" y="380796"/>
                  </a:lnTo>
                  <a:lnTo>
                    <a:pt x="214655" y="414172"/>
                  </a:lnTo>
                  <a:lnTo>
                    <a:pt x="236931" y="443776"/>
                  </a:lnTo>
                  <a:lnTo>
                    <a:pt x="236931" y="418706"/>
                  </a:lnTo>
                  <a:lnTo>
                    <a:pt x="218401" y="389585"/>
                  </a:lnTo>
                  <a:lnTo>
                    <a:pt x="203974" y="349300"/>
                  </a:lnTo>
                  <a:lnTo>
                    <a:pt x="198907" y="305447"/>
                  </a:lnTo>
                  <a:lnTo>
                    <a:pt x="203974" y="261594"/>
                  </a:lnTo>
                  <a:lnTo>
                    <a:pt x="218401" y="221310"/>
                  </a:lnTo>
                  <a:lnTo>
                    <a:pt x="241020" y="185750"/>
                  </a:lnTo>
                  <a:lnTo>
                    <a:pt x="270700" y="156083"/>
                  </a:lnTo>
                  <a:lnTo>
                    <a:pt x="306247" y="133451"/>
                  </a:lnTo>
                  <a:lnTo>
                    <a:pt x="346532" y="119024"/>
                  </a:lnTo>
                  <a:lnTo>
                    <a:pt x="390385" y="113957"/>
                  </a:lnTo>
                  <a:lnTo>
                    <a:pt x="434238" y="119024"/>
                  </a:lnTo>
                  <a:lnTo>
                    <a:pt x="474522" y="133451"/>
                  </a:lnTo>
                  <a:lnTo>
                    <a:pt x="510082" y="156083"/>
                  </a:lnTo>
                  <a:lnTo>
                    <a:pt x="539750" y="185750"/>
                  </a:lnTo>
                  <a:lnTo>
                    <a:pt x="540473" y="186893"/>
                  </a:lnTo>
                  <a:lnTo>
                    <a:pt x="540473" y="200964"/>
                  </a:lnTo>
                  <a:lnTo>
                    <a:pt x="543877" y="197561"/>
                  </a:lnTo>
                  <a:lnTo>
                    <a:pt x="547255" y="197561"/>
                  </a:lnTo>
                  <a:lnTo>
                    <a:pt x="562381" y="221310"/>
                  </a:lnTo>
                  <a:lnTo>
                    <a:pt x="576808" y="261594"/>
                  </a:lnTo>
                  <a:lnTo>
                    <a:pt x="581863" y="305447"/>
                  </a:lnTo>
                  <a:lnTo>
                    <a:pt x="581863" y="228346"/>
                  </a:lnTo>
                  <a:lnTo>
                    <a:pt x="575106" y="212775"/>
                  </a:lnTo>
                  <a:lnTo>
                    <a:pt x="681164" y="212775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39">
              <a:extLst>
                <a:ext uri="{FF2B5EF4-FFF2-40B4-BE49-F238E27FC236}">
                  <a16:creationId xmlns:a16="http://schemas.microsoft.com/office/drawing/2014/main" id="{7661884B-5C9F-9EC2-9145-64EE47ED5914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922641" y="5413848"/>
              <a:ext cx="102729" cy="70521"/>
            </a:xfrm>
            <a:prstGeom prst="rect">
              <a:avLst/>
            </a:prstGeom>
          </p:spPr>
        </p:pic>
        <p:sp>
          <p:nvSpPr>
            <p:cNvPr id="165" name="object 40">
              <a:extLst>
                <a:ext uri="{FF2B5EF4-FFF2-40B4-BE49-F238E27FC236}">
                  <a16:creationId xmlns:a16="http://schemas.microsoft.com/office/drawing/2014/main" id="{05154F68-7FF2-B6A5-3383-235A4D9BC07D}"/>
                </a:ext>
              </a:extLst>
            </p:cNvPr>
            <p:cNvSpPr/>
            <p:nvPr/>
          </p:nvSpPr>
          <p:spPr>
            <a:xfrm>
              <a:off x="18255565" y="5328621"/>
              <a:ext cx="144780" cy="229235"/>
            </a:xfrm>
            <a:custGeom>
              <a:avLst/>
              <a:gdLst/>
              <a:ahLst/>
              <a:cxnLst/>
              <a:rect l="l" t="t" r="r" b="b"/>
              <a:pathLst>
                <a:path w="144780" h="229235">
                  <a:moveTo>
                    <a:pt x="70205" y="217106"/>
                  </a:moveTo>
                  <a:lnTo>
                    <a:pt x="66789" y="213690"/>
                  </a:lnTo>
                  <a:lnTo>
                    <a:pt x="62585" y="213690"/>
                  </a:lnTo>
                  <a:lnTo>
                    <a:pt x="3403" y="213690"/>
                  </a:lnTo>
                  <a:lnTo>
                    <a:pt x="0" y="217106"/>
                  </a:lnTo>
                  <a:lnTo>
                    <a:pt x="0" y="225501"/>
                  </a:lnTo>
                  <a:lnTo>
                    <a:pt x="3403" y="228917"/>
                  </a:lnTo>
                  <a:lnTo>
                    <a:pt x="66789" y="228917"/>
                  </a:lnTo>
                  <a:lnTo>
                    <a:pt x="70205" y="225501"/>
                  </a:lnTo>
                  <a:lnTo>
                    <a:pt x="70205" y="217106"/>
                  </a:lnTo>
                  <a:close/>
                </a:path>
                <a:path w="144780" h="229235">
                  <a:moveTo>
                    <a:pt x="90919" y="129146"/>
                  </a:moveTo>
                  <a:lnTo>
                    <a:pt x="89674" y="124498"/>
                  </a:lnTo>
                  <a:lnTo>
                    <a:pt x="86029" y="122389"/>
                  </a:lnTo>
                  <a:lnTo>
                    <a:pt x="34785" y="92798"/>
                  </a:lnTo>
                  <a:lnTo>
                    <a:pt x="30124" y="94043"/>
                  </a:lnTo>
                  <a:lnTo>
                    <a:pt x="25933" y="101320"/>
                  </a:lnTo>
                  <a:lnTo>
                    <a:pt x="27178" y="105981"/>
                  </a:lnTo>
                  <a:lnTo>
                    <a:pt x="78422" y="135572"/>
                  </a:lnTo>
                  <a:lnTo>
                    <a:pt x="82219" y="136588"/>
                  </a:lnTo>
                  <a:lnTo>
                    <a:pt x="84848" y="136588"/>
                  </a:lnTo>
                  <a:lnTo>
                    <a:pt x="87401" y="135229"/>
                  </a:lnTo>
                  <a:lnTo>
                    <a:pt x="90919" y="129146"/>
                  </a:lnTo>
                  <a:close/>
                </a:path>
                <a:path w="144780" h="229235">
                  <a:moveTo>
                    <a:pt x="144589" y="56134"/>
                  </a:moveTo>
                  <a:lnTo>
                    <a:pt x="112890" y="1244"/>
                  </a:lnTo>
                  <a:lnTo>
                    <a:pt x="108242" y="0"/>
                  </a:lnTo>
                  <a:lnTo>
                    <a:pt x="100965" y="4191"/>
                  </a:lnTo>
                  <a:lnTo>
                    <a:pt x="99707" y="8851"/>
                  </a:lnTo>
                  <a:lnTo>
                    <a:pt x="130708" y="62534"/>
                  </a:lnTo>
                  <a:lnTo>
                    <a:pt x="133261" y="63906"/>
                  </a:lnTo>
                  <a:lnTo>
                    <a:pt x="135890" y="63906"/>
                  </a:lnTo>
                  <a:lnTo>
                    <a:pt x="139700" y="62890"/>
                  </a:lnTo>
                  <a:lnTo>
                    <a:pt x="143332" y="60782"/>
                  </a:lnTo>
                  <a:lnTo>
                    <a:pt x="144589" y="56134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41">
              <a:extLst>
                <a:ext uri="{FF2B5EF4-FFF2-40B4-BE49-F238E27FC236}">
                  <a16:creationId xmlns:a16="http://schemas.microsoft.com/office/drawing/2014/main" id="{F6A3C1AB-32D1-79F6-7767-4A2A87291E7E}"/>
                </a:ext>
              </a:extLst>
            </p:cNvPr>
            <p:cNvSpPr/>
            <p:nvPr/>
          </p:nvSpPr>
          <p:spPr>
            <a:xfrm>
              <a:off x="16312362" y="6283002"/>
              <a:ext cx="12065" cy="345440"/>
            </a:xfrm>
            <a:custGeom>
              <a:avLst/>
              <a:gdLst/>
              <a:ahLst/>
              <a:cxnLst/>
              <a:rect l="l" t="t" r="r" b="b"/>
              <a:pathLst>
                <a:path w="12065" h="345440">
                  <a:moveTo>
                    <a:pt x="11800" y="0"/>
                  </a:moveTo>
                  <a:lnTo>
                    <a:pt x="0" y="0"/>
                  </a:lnTo>
                  <a:lnTo>
                    <a:pt x="0" y="344890"/>
                  </a:lnTo>
                  <a:lnTo>
                    <a:pt x="11800" y="344890"/>
                  </a:lnTo>
                  <a:lnTo>
                    <a:pt x="11800" y="0"/>
                  </a:lnTo>
                  <a:close/>
                </a:path>
              </a:pathLst>
            </a:custGeom>
            <a:solidFill>
              <a:srgbClr val="2A4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42">
              <a:extLst>
                <a:ext uri="{FF2B5EF4-FFF2-40B4-BE49-F238E27FC236}">
                  <a16:creationId xmlns:a16="http://schemas.microsoft.com/office/drawing/2014/main" id="{F9E04690-1225-8E3D-048A-E1CBBB04ECFE}"/>
                </a:ext>
              </a:extLst>
            </p:cNvPr>
            <p:cNvSpPr/>
            <p:nvPr/>
          </p:nvSpPr>
          <p:spPr>
            <a:xfrm>
              <a:off x="16174702" y="6612524"/>
              <a:ext cx="279400" cy="88900"/>
            </a:xfrm>
            <a:custGeom>
              <a:avLst/>
              <a:gdLst/>
              <a:ahLst/>
              <a:cxnLst/>
              <a:rect l="l" t="t" r="r" b="b"/>
              <a:pathLst>
                <a:path w="279400" h="88900">
                  <a:moveTo>
                    <a:pt x="223699" y="0"/>
                  </a:moveTo>
                  <a:lnTo>
                    <a:pt x="55192" y="0"/>
                  </a:lnTo>
                  <a:lnTo>
                    <a:pt x="33709" y="4337"/>
                  </a:lnTo>
                  <a:lnTo>
                    <a:pt x="16165" y="16165"/>
                  </a:lnTo>
                  <a:lnTo>
                    <a:pt x="4337" y="33709"/>
                  </a:lnTo>
                  <a:lnTo>
                    <a:pt x="0" y="55192"/>
                  </a:lnTo>
                  <a:lnTo>
                    <a:pt x="0" y="73767"/>
                  </a:lnTo>
                  <a:lnTo>
                    <a:pt x="46481" y="81864"/>
                  </a:lnTo>
                  <a:lnTo>
                    <a:pt x="92963" y="86723"/>
                  </a:lnTo>
                  <a:lnTo>
                    <a:pt x="139446" y="88342"/>
                  </a:lnTo>
                  <a:lnTo>
                    <a:pt x="185928" y="86723"/>
                  </a:lnTo>
                  <a:lnTo>
                    <a:pt x="232410" y="81864"/>
                  </a:lnTo>
                  <a:lnTo>
                    <a:pt x="278892" y="73767"/>
                  </a:lnTo>
                  <a:lnTo>
                    <a:pt x="278892" y="55192"/>
                  </a:lnTo>
                  <a:lnTo>
                    <a:pt x="274554" y="33709"/>
                  </a:lnTo>
                  <a:lnTo>
                    <a:pt x="262726" y="16165"/>
                  </a:lnTo>
                  <a:lnTo>
                    <a:pt x="245182" y="4337"/>
                  </a:lnTo>
                  <a:lnTo>
                    <a:pt x="223699" y="0"/>
                  </a:lnTo>
                  <a:close/>
                </a:path>
              </a:pathLst>
            </a:custGeom>
            <a:solidFill>
              <a:srgbClr val="E4E4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43">
              <a:extLst>
                <a:ext uri="{FF2B5EF4-FFF2-40B4-BE49-F238E27FC236}">
                  <a16:creationId xmlns:a16="http://schemas.microsoft.com/office/drawing/2014/main" id="{D3C83C3E-17C2-41FF-242B-762AE14E3E5B}"/>
                </a:ext>
              </a:extLst>
            </p:cNvPr>
            <p:cNvSpPr/>
            <p:nvPr/>
          </p:nvSpPr>
          <p:spPr>
            <a:xfrm>
              <a:off x="16163395" y="6602168"/>
              <a:ext cx="309880" cy="90805"/>
            </a:xfrm>
            <a:custGeom>
              <a:avLst/>
              <a:gdLst/>
              <a:ahLst/>
              <a:cxnLst/>
              <a:rect l="l" t="t" r="r" b="b"/>
              <a:pathLst>
                <a:path w="309880" h="90804">
                  <a:moveTo>
                    <a:pt x="233165" y="0"/>
                  </a:moveTo>
                  <a:lnTo>
                    <a:pt x="76563" y="0"/>
                  </a:lnTo>
                  <a:lnTo>
                    <a:pt x="46759" y="6021"/>
                  </a:lnTo>
                  <a:lnTo>
                    <a:pt x="22426" y="22429"/>
                  </a:lnTo>
                  <a:lnTo>
                    <a:pt x="6020" y="46764"/>
                  </a:lnTo>
                  <a:lnTo>
                    <a:pt x="0" y="76563"/>
                  </a:lnTo>
                  <a:lnTo>
                    <a:pt x="0" y="90437"/>
                  </a:lnTo>
                  <a:lnTo>
                    <a:pt x="309728" y="90437"/>
                  </a:lnTo>
                  <a:lnTo>
                    <a:pt x="309728" y="82102"/>
                  </a:lnTo>
                  <a:lnTo>
                    <a:pt x="8334" y="82102"/>
                  </a:lnTo>
                  <a:lnTo>
                    <a:pt x="8334" y="73767"/>
                  </a:lnTo>
                  <a:lnTo>
                    <a:pt x="17236" y="73767"/>
                  </a:lnTo>
                  <a:lnTo>
                    <a:pt x="21398" y="53259"/>
                  </a:lnTo>
                  <a:lnTo>
                    <a:pt x="34231" y="34235"/>
                  </a:lnTo>
                  <a:lnTo>
                    <a:pt x="53257" y="21402"/>
                  </a:lnTo>
                  <a:lnTo>
                    <a:pt x="76563" y="16669"/>
                  </a:lnTo>
                  <a:lnTo>
                    <a:pt x="233165" y="16669"/>
                  </a:lnTo>
                  <a:lnTo>
                    <a:pt x="233165" y="0"/>
                  </a:lnTo>
                  <a:close/>
                </a:path>
                <a:path w="309880" h="90804">
                  <a:moveTo>
                    <a:pt x="17236" y="73767"/>
                  </a:moveTo>
                  <a:lnTo>
                    <a:pt x="8334" y="73767"/>
                  </a:lnTo>
                  <a:lnTo>
                    <a:pt x="8334" y="82102"/>
                  </a:lnTo>
                  <a:lnTo>
                    <a:pt x="16669" y="82102"/>
                  </a:lnTo>
                  <a:lnTo>
                    <a:pt x="16669" y="76563"/>
                  </a:lnTo>
                  <a:lnTo>
                    <a:pt x="17236" y="73767"/>
                  </a:lnTo>
                  <a:close/>
                </a:path>
                <a:path w="309880" h="90804">
                  <a:moveTo>
                    <a:pt x="292491" y="73767"/>
                  </a:moveTo>
                  <a:lnTo>
                    <a:pt x="17236" y="73767"/>
                  </a:lnTo>
                  <a:lnTo>
                    <a:pt x="16669" y="76563"/>
                  </a:lnTo>
                  <a:lnTo>
                    <a:pt x="16669" y="82102"/>
                  </a:lnTo>
                  <a:lnTo>
                    <a:pt x="293059" y="82102"/>
                  </a:lnTo>
                  <a:lnTo>
                    <a:pt x="293059" y="76563"/>
                  </a:lnTo>
                  <a:lnTo>
                    <a:pt x="292491" y="73767"/>
                  </a:lnTo>
                  <a:close/>
                </a:path>
                <a:path w="309880" h="90804">
                  <a:moveTo>
                    <a:pt x="233165" y="0"/>
                  </a:moveTo>
                  <a:lnTo>
                    <a:pt x="233165" y="16669"/>
                  </a:lnTo>
                  <a:lnTo>
                    <a:pt x="256471" y="21402"/>
                  </a:lnTo>
                  <a:lnTo>
                    <a:pt x="275496" y="34235"/>
                  </a:lnTo>
                  <a:lnTo>
                    <a:pt x="288330" y="53259"/>
                  </a:lnTo>
                  <a:lnTo>
                    <a:pt x="293059" y="76563"/>
                  </a:lnTo>
                  <a:lnTo>
                    <a:pt x="293059" y="82102"/>
                  </a:lnTo>
                  <a:lnTo>
                    <a:pt x="301393" y="82102"/>
                  </a:lnTo>
                  <a:lnTo>
                    <a:pt x="301393" y="73767"/>
                  </a:lnTo>
                  <a:lnTo>
                    <a:pt x="309163" y="73767"/>
                  </a:lnTo>
                  <a:lnTo>
                    <a:pt x="303707" y="46764"/>
                  </a:lnTo>
                  <a:lnTo>
                    <a:pt x="287298" y="22429"/>
                  </a:lnTo>
                  <a:lnTo>
                    <a:pt x="262964" y="6021"/>
                  </a:lnTo>
                  <a:lnTo>
                    <a:pt x="233165" y="0"/>
                  </a:lnTo>
                  <a:close/>
                </a:path>
                <a:path w="309880" h="90804">
                  <a:moveTo>
                    <a:pt x="309163" y="73767"/>
                  </a:moveTo>
                  <a:lnTo>
                    <a:pt x="301393" y="73767"/>
                  </a:lnTo>
                  <a:lnTo>
                    <a:pt x="301393" y="82102"/>
                  </a:lnTo>
                  <a:lnTo>
                    <a:pt x="309728" y="82102"/>
                  </a:lnTo>
                  <a:lnTo>
                    <a:pt x="309728" y="76563"/>
                  </a:lnTo>
                  <a:lnTo>
                    <a:pt x="309163" y="73767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44">
              <a:extLst>
                <a:ext uri="{FF2B5EF4-FFF2-40B4-BE49-F238E27FC236}">
                  <a16:creationId xmlns:a16="http://schemas.microsoft.com/office/drawing/2014/main" id="{8832EF9B-5701-62EA-962A-7E05C6F23499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360157" y="6602168"/>
              <a:ext cx="112959" cy="90437"/>
            </a:xfrm>
            <a:prstGeom prst="rect">
              <a:avLst/>
            </a:prstGeom>
          </p:spPr>
        </p:pic>
        <p:pic>
          <p:nvPicPr>
            <p:cNvPr id="170" name="object 45">
              <a:extLst>
                <a:ext uri="{FF2B5EF4-FFF2-40B4-BE49-F238E27FC236}">
                  <a16:creationId xmlns:a16="http://schemas.microsoft.com/office/drawing/2014/main" id="{59CECC9E-5AF2-AA14-8998-CA151615A2D8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4925" y="6228640"/>
              <a:ext cx="86662" cy="66853"/>
            </a:xfrm>
            <a:prstGeom prst="rect">
              <a:avLst/>
            </a:prstGeom>
          </p:spPr>
        </p:pic>
        <p:sp>
          <p:nvSpPr>
            <p:cNvPr id="171" name="object 46">
              <a:extLst>
                <a:ext uri="{FF2B5EF4-FFF2-40B4-BE49-F238E27FC236}">
                  <a16:creationId xmlns:a16="http://schemas.microsoft.com/office/drawing/2014/main" id="{C7EF0798-8823-6808-CC3F-A1DF2E7F8950}"/>
                </a:ext>
              </a:extLst>
            </p:cNvPr>
            <p:cNvSpPr/>
            <p:nvPr/>
          </p:nvSpPr>
          <p:spPr>
            <a:xfrm>
              <a:off x="16218269" y="6768776"/>
              <a:ext cx="1032510" cy="637540"/>
            </a:xfrm>
            <a:custGeom>
              <a:avLst/>
              <a:gdLst/>
              <a:ahLst/>
              <a:cxnLst/>
              <a:rect l="l" t="t" r="r" b="b"/>
              <a:pathLst>
                <a:path w="1032509" h="637540">
                  <a:moveTo>
                    <a:pt x="1032192" y="123304"/>
                  </a:moveTo>
                  <a:lnTo>
                    <a:pt x="791768" y="123304"/>
                  </a:lnTo>
                  <a:lnTo>
                    <a:pt x="689889" y="123304"/>
                  </a:lnTo>
                  <a:lnTo>
                    <a:pt x="689889" y="25895"/>
                  </a:lnTo>
                  <a:lnTo>
                    <a:pt x="687857" y="15811"/>
                  </a:lnTo>
                  <a:lnTo>
                    <a:pt x="682307" y="7581"/>
                  </a:lnTo>
                  <a:lnTo>
                    <a:pt x="674077" y="2044"/>
                  </a:lnTo>
                  <a:lnTo>
                    <a:pt x="664006" y="0"/>
                  </a:lnTo>
                  <a:lnTo>
                    <a:pt x="641845" y="0"/>
                  </a:lnTo>
                  <a:lnTo>
                    <a:pt x="641845" y="192112"/>
                  </a:lnTo>
                  <a:lnTo>
                    <a:pt x="641845" y="287147"/>
                  </a:lnTo>
                  <a:lnTo>
                    <a:pt x="380250" y="287147"/>
                  </a:lnTo>
                  <a:lnTo>
                    <a:pt x="380250" y="192112"/>
                  </a:lnTo>
                  <a:lnTo>
                    <a:pt x="641845" y="192112"/>
                  </a:lnTo>
                  <a:lnTo>
                    <a:pt x="641845" y="0"/>
                  </a:lnTo>
                  <a:lnTo>
                    <a:pt x="358076" y="0"/>
                  </a:lnTo>
                  <a:lnTo>
                    <a:pt x="348005" y="2044"/>
                  </a:lnTo>
                  <a:lnTo>
                    <a:pt x="339775" y="7581"/>
                  </a:lnTo>
                  <a:lnTo>
                    <a:pt x="334225" y="15811"/>
                  </a:lnTo>
                  <a:lnTo>
                    <a:pt x="332193" y="25895"/>
                  </a:lnTo>
                  <a:lnTo>
                    <a:pt x="332193" y="123304"/>
                  </a:lnTo>
                  <a:lnTo>
                    <a:pt x="0" y="123304"/>
                  </a:lnTo>
                  <a:lnTo>
                    <a:pt x="0" y="168071"/>
                  </a:lnTo>
                  <a:lnTo>
                    <a:pt x="45377" y="168071"/>
                  </a:lnTo>
                  <a:lnTo>
                    <a:pt x="45377" y="192112"/>
                  </a:lnTo>
                  <a:lnTo>
                    <a:pt x="361607" y="192112"/>
                  </a:lnTo>
                  <a:lnTo>
                    <a:pt x="361607" y="287147"/>
                  </a:lnTo>
                  <a:lnTo>
                    <a:pt x="345033" y="287147"/>
                  </a:lnTo>
                  <a:lnTo>
                    <a:pt x="333197" y="289547"/>
                  </a:lnTo>
                  <a:lnTo>
                    <a:pt x="323532" y="296062"/>
                  </a:lnTo>
                  <a:lnTo>
                    <a:pt x="317017" y="305727"/>
                  </a:lnTo>
                  <a:lnTo>
                    <a:pt x="314629" y="317563"/>
                  </a:lnTo>
                  <a:lnTo>
                    <a:pt x="317017" y="329399"/>
                  </a:lnTo>
                  <a:lnTo>
                    <a:pt x="323532" y="339064"/>
                  </a:lnTo>
                  <a:lnTo>
                    <a:pt x="333197" y="345579"/>
                  </a:lnTo>
                  <a:lnTo>
                    <a:pt x="345033" y="347967"/>
                  </a:lnTo>
                  <a:lnTo>
                    <a:pt x="356476" y="347967"/>
                  </a:lnTo>
                  <a:lnTo>
                    <a:pt x="320954" y="637540"/>
                  </a:lnTo>
                  <a:lnTo>
                    <a:pt x="335495" y="637540"/>
                  </a:lnTo>
                  <a:lnTo>
                    <a:pt x="371017" y="347967"/>
                  </a:lnTo>
                  <a:lnTo>
                    <a:pt x="651065" y="347967"/>
                  </a:lnTo>
                  <a:lnTo>
                    <a:pt x="686600" y="637540"/>
                  </a:lnTo>
                  <a:lnTo>
                    <a:pt x="701128" y="637540"/>
                  </a:lnTo>
                  <a:lnTo>
                    <a:pt x="665594" y="347967"/>
                  </a:lnTo>
                  <a:lnTo>
                    <a:pt x="677049" y="347967"/>
                  </a:lnTo>
                  <a:lnTo>
                    <a:pt x="688886" y="345579"/>
                  </a:lnTo>
                  <a:lnTo>
                    <a:pt x="698550" y="339064"/>
                  </a:lnTo>
                  <a:lnTo>
                    <a:pt x="705078" y="329399"/>
                  </a:lnTo>
                  <a:lnTo>
                    <a:pt x="707466" y="317563"/>
                  </a:lnTo>
                  <a:lnTo>
                    <a:pt x="705078" y="305727"/>
                  </a:lnTo>
                  <a:lnTo>
                    <a:pt x="698550" y="296062"/>
                  </a:lnTo>
                  <a:lnTo>
                    <a:pt x="688886" y="289547"/>
                  </a:lnTo>
                  <a:lnTo>
                    <a:pt x="677049" y="287147"/>
                  </a:lnTo>
                  <a:lnTo>
                    <a:pt x="660488" y="287147"/>
                  </a:lnTo>
                  <a:lnTo>
                    <a:pt x="660488" y="192112"/>
                  </a:lnTo>
                  <a:lnTo>
                    <a:pt x="758825" y="192112"/>
                  </a:lnTo>
                  <a:lnTo>
                    <a:pt x="999248" y="192112"/>
                  </a:lnTo>
                  <a:lnTo>
                    <a:pt x="999248" y="168071"/>
                  </a:lnTo>
                  <a:lnTo>
                    <a:pt x="1032192" y="168071"/>
                  </a:lnTo>
                  <a:lnTo>
                    <a:pt x="1032192" y="123304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47">
              <a:extLst>
                <a:ext uri="{FF2B5EF4-FFF2-40B4-BE49-F238E27FC236}">
                  <a16:creationId xmlns:a16="http://schemas.microsoft.com/office/drawing/2014/main" id="{A1AF5247-6C23-1A63-987D-9B8498B3BE3A}"/>
                </a:ext>
              </a:extLst>
            </p:cNvPr>
            <p:cNvSpPr/>
            <p:nvPr/>
          </p:nvSpPr>
          <p:spPr>
            <a:xfrm>
              <a:off x="16240913" y="6960990"/>
              <a:ext cx="999490" cy="434975"/>
            </a:xfrm>
            <a:custGeom>
              <a:avLst/>
              <a:gdLst/>
              <a:ahLst/>
              <a:cxnLst/>
              <a:rect l="l" t="t" r="r" b="b"/>
              <a:pathLst>
                <a:path w="999490" h="434975">
                  <a:moveTo>
                    <a:pt x="280504" y="424751"/>
                  </a:moveTo>
                  <a:lnTo>
                    <a:pt x="260502" y="338861"/>
                  </a:lnTo>
                  <a:lnTo>
                    <a:pt x="260502" y="412305"/>
                  </a:lnTo>
                  <a:lnTo>
                    <a:pt x="251294" y="414451"/>
                  </a:lnTo>
                  <a:lnTo>
                    <a:pt x="234124" y="340766"/>
                  </a:lnTo>
                  <a:lnTo>
                    <a:pt x="242214" y="340766"/>
                  </a:lnTo>
                  <a:lnTo>
                    <a:pt x="242214" y="333781"/>
                  </a:lnTo>
                  <a:lnTo>
                    <a:pt x="260502" y="412305"/>
                  </a:lnTo>
                  <a:lnTo>
                    <a:pt x="260502" y="338861"/>
                  </a:lnTo>
                  <a:lnTo>
                    <a:pt x="239814" y="250037"/>
                  </a:lnTo>
                  <a:lnTo>
                    <a:pt x="239814" y="323532"/>
                  </a:lnTo>
                  <a:lnTo>
                    <a:pt x="233870" y="323532"/>
                  </a:lnTo>
                  <a:lnTo>
                    <a:pt x="233870" y="322986"/>
                  </a:lnTo>
                  <a:lnTo>
                    <a:pt x="239687" y="322986"/>
                  </a:lnTo>
                  <a:lnTo>
                    <a:pt x="239814" y="323532"/>
                  </a:lnTo>
                  <a:lnTo>
                    <a:pt x="239814" y="250037"/>
                  </a:lnTo>
                  <a:lnTo>
                    <a:pt x="233781" y="224129"/>
                  </a:lnTo>
                  <a:lnTo>
                    <a:pt x="233781" y="297586"/>
                  </a:lnTo>
                  <a:lnTo>
                    <a:pt x="224066" y="297586"/>
                  </a:lnTo>
                  <a:lnTo>
                    <a:pt x="212864" y="249491"/>
                  </a:lnTo>
                  <a:lnTo>
                    <a:pt x="212864" y="322986"/>
                  </a:lnTo>
                  <a:lnTo>
                    <a:pt x="67627" y="322986"/>
                  </a:lnTo>
                  <a:lnTo>
                    <a:pt x="69697" y="314096"/>
                  </a:lnTo>
                  <a:lnTo>
                    <a:pt x="210794" y="314096"/>
                  </a:lnTo>
                  <a:lnTo>
                    <a:pt x="212864" y="322986"/>
                  </a:lnTo>
                  <a:lnTo>
                    <a:pt x="212864" y="249491"/>
                  </a:lnTo>
                  <a:lnTo>
                    <a:pt x="206946" y="224066"/>
                  </a:lnTo>
                  <a:lnTo>
                    <a:pt x="206946" y="297586"/>
                  </a:lnTo>
                  <a:lnTo>
                    <a:pt x="73533" y="297586"/>
                  </a:lnTo>
                  <a:lnTo>
                    <a:pt x="138201" y="20002"/>
                  </a:lnTo>
                  <a:lnTo>
                    <a:pt x="140258" y="11150"/>
                  </a:lnTo>
                  <a:lnTo>
                    <a:pt x="206946" y="297586"/>
                  </a:lnTo>
                  <a:lnTo>
                    <a:pt x="206946" y="224066"/>
                  </a:lnTo>
                  <a:lnTo>
                    <a:pt x="159931" y="22148"/>
                  </a:lnTo>
                  <a:lnTo>
                    <a:pt x="169138" y="20002"/>
                  </a:lnTo>
                  <a:lnTo>
                    <a:pt x="233781" y="297586"/>
                  </a:lnTo>
                  <a:lnTo>
                    <a:pt x="233781" y="224129"/>
                  </a:lnTo>
                  <a:lnTo>
                    <a:pt x="186245" y="20002"/>
                  </a:lnTo>
                  <a:lnTo>
                    <a:pt x="181584" y="0"/>
                  </a:lnTo>
                  <a:lnTo>
                    <a:pt x="140258" y="9626"/>
                  </a:lnTo>
                  <a:lnTo>
                    <a:pt x="120586" y="5054"/>
                  </a:lnTo>
                  <a:lnTo>
                    <a:pt x="120586" y="22148"/>
                  </a:lnTo>
                  <a:lnTo>
                    <a:pt x="56426" y="297586"/>
                  </a:lnTo>
                  <a:lnTo>
                    <a:pt x="46710" y="297586"/>
                  </a:lnTo>
                  <a:lnTo>
                    <a:pt x="111379" y="20002"/>
                  </a:lnTo>
                  <a:lnTo>
                    <a:pt x="120586" y="22148"/>
                  </a:lnTo>
                  <a:lnTo>
                    <a:pt x="120586" y="5054"/>
                  </a:lnTo>
                  <a:lnTo>
                    <a:pt x="98933" y="0"/>
                  </a:lnTo>
                  <a:lnTo>
                    <a:pt x="46380" y="225628"/>
                  </a:lnTo>
                  <a:lnTo>
                    <a:pt x="46380" y="340766"/>
                  </a:lnTo>
                  <a:lnTo>
                    <a:pt x="29222" y="414451"/>
                  </a:lnTo>
                  <a:lnTo>
                    <a:pt x="20015" y="412305"/>
                  </a:lnTo>
                  <a:lnTo>
                    <a:pt x="38303" y="333781"/>
                  </a:lnTo>
                  <a:lnTo>
                    <a:pt x="38303" y="340766"/>
                  </a:lnTo>
                  <a:lnTo>
                    <a:pt x="46380" y="340766"/>
                  </a:lnTo>
                  <a:lnTo>
                    <a:pt x="46380" y="225628"/>
                  </a:lnTo>
                  <a:lnTo>
                    <a:pt x="0" y="424751"/>
                  </a:lnTo>
                  <a:lnTo>
                    <a:pt x="41668" y="434454"/>
                  </a:lnTo>
                  <a:lnTo>
                    <a:pt x="43561" y="426351"/>
                  </a:lnTo>
                  <a:lnTo>
                    <a:pt x="63487" y="340766"/>
                  </a:lnTo>
                  <a:lnTo>
                    <a:pt x="217004" y="340766"/>
                  </a:lnTo>
                  <a:lnTo>
                    <a:pt x="238836" y="434467"/>
                  </a:lnTo>
                  <a:lnTo>
                    <a:pt x="246951" y="432574"/>
                  </a:lnTo>
                  <a:lnTo>
                    <a:pt x="243179" y="416344"/>
                  </a:lnTo>
                  <a:lnTo>
                    <a:pt x="245071" y="424459"/>
                  </a:lnTo>
                  <a:lnTo>
                    <a:pt x="246951" y="432574"/>
                  </a:lnTo>
                  <a:lnTo>
                    <a:pt x="280504" y="424751"/>
                  </a:lnTo>
                  <a:close/>
                </a:path>
                <a:path w="999490" h="434975">
                  <a:moveTo>
                    <a:pt x="999312" y="424751"/>
                  </a:moveTo>
                  <a:lnTo>
                    <a:pt x="979322" y="338924"/>
                  </a:lnTo>
                  <a:lnTo>
                    <a:pt x="979322" y="412305"/>
                  </a:lnTo>
                  <a:lnTo>
                    <a:pt x="970102" y="414451"/>
                  </a:lnTo>
                  <a:lnTo>
                    <a:pt x="952931" y="340766"/>
                  </a:lnTo>
                  <a:lnTo>
                    <a:pt x="961021" y="340766"/>
                  </a:lnTo>
                  <a:lnTo>
                    <a:pt x="961021" y="333743"/>
                  </a:lnTo>
                  <a:lnTo>
                    <a:pt x="979322" y="412305"/>
                  </a:lnTo>
                  <a:lnTo>
                    <a:pt x="979322" y="338924"/>
                  </a:lnTo>
                  <a:lnTo>
                    <a:pt x="958621" y="250037"/>
                  </a:lnTo>
                  <a:lnTo>
                    <a:pt x="958621" y="323532"/>
                  </a:lnTo>
                  <a:lnTo>
                    <a:pt x="952690" y="323532"/>
                  </a:lnTo>
                  <a:lnTo>
                    <a:pt x="952690" y="322986"/>
                  </a:lnTo>
                  <a:lnTo>
                    <a:pt x="958494" y="322986"/>
                  </a:lnTo>
                  <a:lnTo>
                    <a:pt x="958621" y="323532"/>
                  </a:lnTo>
                  <a:lnTo>
                    <a:pt x="958621" y="250037"/>
                  </a:lnTo>
                  <a:lnTo>
                    <a:pt x="952588" y="224129"/>
                  </a:lnTo>
                  <a:lnTo>
                    <a:pt x="952588" y="297586"/>
                  </a:lnTo>
                  <a:lnTo>
                    <a:pt x="942873" y="297586"/>
                  </a:lnTo>
                  <a:lnTo>
                    <a:pt x="931672" y="249491"/>
                  </a:lnTo>
                  <a:lnTo>
                    <a:pt x="931672" y="322986"/>
                  </a:lnTo>
                  <a:lnTo>
                    <a:pt x="786447" y="322986"/>
                  </a:lnTo>
                  <a:lnTo>
                    <a:pt x="788517" y="314096"/>
                  </a:lnTo>
                  <a:lnTo>
                    <a:pt x="929601" y="314096"/>
                  </a:lnTo>
                  <a:lnTo>
                    <a:pt x="931672" y="322986"/>
                  </a:lnTo>
                  <a:lnTo>
                    <a:pt x="931672" y="249491"/>
                  </a:lnTo>
                  <a:lnTo>
                    <a:pt x="925753" y="224066"/>
                  </a:lnTo>
                  <a:lnTo>
                    <a:pt x="925753" y="297586"/>
                  </a:lnTo>
                  <a:lnTo>
                    <a:pt x="792353" y="297586"/>
                  </a:lnTo>
                  <a:lnTo>
                    <a:pt x="857008" y="20002"/>
                  </a:lnTo>
                  <a:lnTo>
                    <a:pt x="859066" y="11150"/>
                  </a:lnTo>
                  <a:lnTo>
                    <a:pt x="925753" y="297586"/>
                  </a:lnTo>
                  <a:lnTo>
                    <a:pt x="925753" y="224066"/>
                  </a:lnTo>
                  <a:lnTo>
                    <a:pt x="878738" y="22148"/>
                  </a:lnTo>
                  <a:lnTo>
                    <a:pt x="887945" y="20002"/>
                  </a:lnTo>
                  <a:lnTo>
                    <a:pt x="952588" y="297586"/>
                  </a:lnTo>
                  <a:lnTo>
                    <a:pt x="952588" y="224129"/>
                  </a:lnTo>
                  <a:lnTo>
                    <a:pt x="905052" y="20002"/>
                  </a:lnTo>
                  <a:lnTo>
                    <a:pt x="900391" y="0"/>
                  </a:lnTo>
                  <a:lnTo>
                    <a:pt x="859066" y="9626"/>
                  </a:lnTo>
                  <a:lnTo>
                    <a:pt x="839393" y="5054"/>
                  </a:lnTo>
                  <a:lnTo>
                    <a:pt x="839393" y="22148"/>
                  </a:lnTo>
                  <a:lnTo>
                    <a:pt x="775233" y="297586"/>
                  </a:lnTo>
                  <a:lnTo>
                    <a:pt x="765517" y="297586"/>
                  </a:lnTo>
                  <a:lnTo>
                    <a:pt x="830186" y="20002"/>
                  </a:lnTo>
                  <a:lnTo>
                    <a:pt x="839393" y="22148"/>
                  </a:lnTo>
                  <a:lnTo>
                    <a:pt x="839393" y="5054"/>
                  </a:lnTo>
                  <a:lnTo>
                    <a:pt x="817740" y="0"/>
                  </a:lnTo>
                  <a:lnTo>
                    <a:pt x="765187" y="225666"/>
                  </a:lnTo>
                  <a:lnTo>
                    <a:pt x="765187" y="340766"/>
                  </a:lnTo>
                  <a:lnTo>
                    <a:pt x="748030" y="414451"/>
                  </a:lnTo>
                  <a:lnTo>
                    <a:pt x="738822" y="412305"/>
                  </a:lnTo>
                  <a:lnTo>
                    <a:pt x="757123" y="333730"/>
                  </a:lnTo>
                  <a:lnTo>
                    <a:pt x="757123" y="340766"/>
                  </a:lnTo>
                  <a:lnTo>
                    <a:pt x="765187" y="340766"/>
                  </a:lnTo>
                  <a:lnTo>
                    <a:pt x="765187" y="225666"/>
                  </a:lnTo>
                  <a:lnTo>
                    <a:pt x="718820" y="424751"/>
                  </a:lnTo>
                  <a:lnTo>
                    <a:pt x="760476" y="434454"/>
                  </a:lnTo>
                  <a:lnTo>
                    <a:pt x="762381" y="426351"/>
                  </a:lnTo>
                  <a:lnTo>
                    <a:pt x="782307" y="340766"/>
                  </a:lnTo>
                  <a:lnTo>
                    <a:pt x="935824" y="340766"/>
                  </a:lnTo>
                  <a:lnTo>
                    <a:pt x="957656" y="434454"/>
                  </a:lnTo>
                  <a:lnTo>
                    <a:pt x="965771" y="432574"/>
                  </a:lnTo>
                  <a:lnTo>
                    <a:pt x="999312" y="424751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48">
              <a:extLst>
                <a:ext uri="{FF2B5EF4-FFF2-40B4-BE49-F238E27FC236}">
                  <a16:creationId xmlns:a16="http://schemas.microsoft.com/office/drawing/2014/main" id="{4C39D367-3008-A162-5FBA-F70754D1C435}"/>
                </a:ext>
              </a:extLst>
            </p:cNvPr>
            <p:cNvSpPr/>
            <p:nvPr/>
          </p:nvSpPr>
          <p:spPr>
            <a:xfrm>
              <a:off x="16279991" y="6899242"/>
              <a:ext cx="900430" cy="78740"/>
            </a:xfrm>
            <a:custGeom>
              <a:avLst/>
              <a:gdLst/>
              <a:ahLst/>
              <a:cxnLst/>
              <a:rect l="l" t="t" r="r" b="b"/>
              <a:pathLst>
                <a:path w="900430" h="78740">
                  <a:moveTo>
                    <a:pt x="219265" y="0"/>
                  </a:moveTo>
                  <a:lnTo>
                    <a:pt x="0" y="0"/>
                  </a:lnTo>
                  <a:lnTo>
                    <a:pt x="0" y="30441"/>
                  </a:lnTo>
                  <a:lnTo>
                    <a:pt x="219265" y="30441"/>
                  </a:lnTo>
                  <a:lnTo>
                    <a:pt x="219265" y="0"/>
                  </a:lnTo>
                  <a:close/>
                </a:path>
                <a:path w="900430" h="78740">
                  <a:moveTo>
                    <a:pt x="449313" y="0"/>
                  </a:moveTo>
                  <a:lnTo>
                    <a:pt x="230060" y="0"/>
                  </a:lnTo>
                  <a:lnTo>
                    <a:pt x="230060" y="30441"/>
                  </a:lnTo>
                  <a:lnTo>
                    <a:pt x="449313" y="30441"/>
                  </a:lnTo>
                  <a:lnTo>
                    <a:pt x="449313" y="0"/>
                  </a:lnTo>
                  <a:close/>
                </a:path>
                <a:path w="900430" h="78740">
                  <a:moveTo>
                    <a:pt x="679386" y="0"/>
                  </a:moveTo>
                  <a:lnTo>
                    <a:pt x="460121" y="0"/>
                  </a:lnTo>
                  <a:lnTo>
                    <a:pt x="460121" y="30441"/>
                  </a:lnTo>
                  <a:lnTo>
                    <a:pt x="679386" y="30441"/>
                  </a:lnTo>
                  <a:lnTo>
                    <a:pt x="679386" y="0"/>
                  </a:lnTo>
                  <a:close/>
                </a:path>
                <a:path w="900430" h="78740">
                  <a:moveTo>
                    <a:pt x="900226" y="61645"/>
                  </a:moveTo>
                  <a:lnTo>
                    <a:pt x="20955" y="61645"/>
                  </a:lnTo>
                  <a:lnTo>
                    <a:pt x="20955" y="78206"/>
                  </a:lnTo>
                  <a:lnTo>
                    <a:pt x="900226" y="78206"/>
                  </a:lnTo>
                  <a:lnTo>
                    <a:pt x="900226" y="61645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49">
              <a:extLst>
                <a:ext uri="{FF2B5EF4-FFF2-40B4-BE49-F238E27FC236}">
                  <a16:creationId xmlns:a16="http://schemas.microsoft.com/office/drawing/2014/main" id="{D72B81FA-593D-AC72-FAE8-07480773929F}"/>
                </a:ext>
              </a:extLst>
            </p:cNvPr>
            <p:cNvSpPr/>
            <p:nvPr/>
          </p:nvSpPr>
          <p:spPr>
            <a:xfrm>
              <a:off x="16234779" y="7362767"/>
              <a:ext cx="1012190" cy="37465"/>
            </a:xfrm>
            <a:custGeom>
              <a:avLst/>
              <a:gdLst/>
              <a:ahLst/>
              <a:cxnLst/>
              <a:rect l="l" t="t" r="r" b="b"/>
              <a:pathLst>
                <a:path w="1012190" h="37465">
                  <a:moveTo>
                    <a:pt x="58115" y="0"/>
                  </a:moveTo>
                  <a:lnTo>
                    <a:pt x="49771" y="0"/>
                  </a:lnTo>
                  <a:lnTo>
                    <a:pt x="41440" y="0"/>
                  </a:lnTo>
                  <a:lnTo>
                    <a:pt x="41440" y="16675"/>
                  </a:lnTo>
                  <a:lnTo>
                    <a:pt x="41440" y="20739"/>
                  </a:lnTo>
                  <a:lnTo>
                    <a:pt x="16662" y="20739"/>
                  </a:lnTo>
                  <a:lnTo>
                    <a:pt x="16662" y="16675"/>
                  </a:lnTo>
                  <a:lnTo>
                    <a:pt x="41440" y="16675"/>
                  </a:lnTo>
                  <a:lnTo>
                    <a:pt x="41440" y="0"/>
                  </a:lnTo>
                  <a:lnTo>
                    <a:pt x="0" y="0"/>
                  </a:lnTo>
                  <a:lnTo>
                    <a:pt x="0" y="37401"/>
                  </a:lnTo>
                  <a:lnTo>
                    <a:pt x="58115" y="37401"/>
                  </a:lnTo>
                  <a:lnTo>
                    <a:pt x="58115" y="20739"/>
                  </a:lnTo>
                  <a:lnTo>
                    <a:pt x="58115" y="16675"/>
                  </a:lnTo>
                  <a:lnTo>
                    <a:pt x="58115" y="0"/>
                  </a:lnTo>
                  <a:close/>
                </a:path>
                <a:path w="1012190" h="37465">
                  <a:moveTo>
                    <a:pt x="293535" y="0"/>
                  </a:moveTo>
                  <a:lnTo>
                    <a:pt x="285203" y="0"/>
                  </a:lnTo>
                  <a:lnTo>
                    <a:pt x="276860" y="0"/>
                  </a:lnTo>
                  <a:lnTo>
                    <a:pt x="276860" y="16675"/>
                  </a:lnTo>
                  <a:lnTo>
                    <a:pt x="276860" y="20739"/>
                  </a:lnTo>
                  <a:lnTo>
                    <a:pt x="252082" y="20739"/>
                  </a:lnTo>
                  <a:lnTo>
                    <a:pt x="252082" y="16675"/>
                  </a:lnTo>
                  <a:lnTo>
                    <a:pt x="276860" y="16675"/>
                  </a:lnTo>
                  <a:lnTo>
                    <a:pt x="276860" y="0"/>
                  </a:lnTo>
                  <a:lnTo>
                    <a:pt x="235419" y="0"/>
                  </a:lnTo>
                  <a:lnTo>
                    <a:pt x="235419" y="37401"/>
                  </a:lnTo>
                  <a:lnTo>
                    <a:pt x="293535" y="37401"/>
                  </a:lnTo>
                  <a:lnTo>
                    <a:pt x="293535" y="20739"/>
                  </a:lnTo>
                  <a:lnTo>
                    <a:pt x="293535" y="16675"/>
                  </a:lnTo>
                  <a:lnTo>
                    <a:pt x="293535" y="0"/>
                  </a:lnTo>
                  <a:close/>
                </a:path>
                <a:path w="1012190" h="37465">
                  <a:moveTo>
                    <a:pt x="776554" y="0"/>
                  </a:moveTo>
                  <a:lnTo>
                    <a:pt x="768223" y="0"/>
                  </a:lnTo>
                  <a:lnTo>
                    <a:pt x="759879" y="0"/>
                  </a:lnTo>
                  <a:lnTo>
                    <a:pt x="759879" y="16675"/>
                  </a:lnTo>
                  <a:lnTo>
                    <a:pt x="759879" y="20739"/>
                  </a:lnTo>
                  <a:lnTo>
                    <a:pt x="735101" y="20739"/>
                  </a:lnTo>
                  <a:lnTo>
                    <a:pt x="735101" y="16675"/>
                  </a:lnTo>
                  <a:lnTo>
                    <a:pt x="759879" y="16675"/>
                  </a:lnTo>
                  <a:lnTo>
                    <a:pt x="759879" y="0"/>
                  </a:lnTo>
                  <a:lnTo>
                    <a:pt x="718439" y="0"/>
                  </a:lnTo>
                  <a:lnTo>
                    <a:pt x="718439" y="37401"/>
                  </a:lnTo>
                  <a:lnTo>
                    <a:pt x="776554" y="37401"/>
                  </a:lnTo>
                  <a:lnTo>
                    <a:pt x="776554" y="20739"/>
                  </a:lnTo>
                  <a:lnTo>
                    <a:pt x="776554" y="16675"/>
                  </a:lnTo>
                  <a:lnTo>
                    <a:pt x="776554" y="0"/>
                  </a:lnTo>
                  <a:close/>
                </a:path>
                <a:path w="1012190" h="37465">
                  <a:moveTo>
                    <a:pt x="1011974" y="0"/>
                  </a:moveTo>
                  <a:lnTo>
                    <a:pt x="1003642" y="0"/>
                  </a:lnTo>
                  <a:lnTo>
                    <a:pt x="995311" y="0"/>
                  </a:lnTo>
                  <a:lnTo>
                    <a:pt x="995311" y="16675"/>
                  </a:lnTo>
                  <a:lnTo>
                    <a:pt x="995311" y="20739"/>
                  </a:lnTo>
                  <a:lnTo>
                    <a:pt x="970521" y="20739"/>
                  </a:lnTo>
                  <a:lnTo>
                    <a:pt x="970521" y="16675"/>
                  </a:lnTo>
                  <a:lnTo>
                    <a:pt x="995311" y="16675"/>
                  </a:lnTo>
                  <a:lnTo>
                    <a:pt x="995311" y="0"/>
                  </a:lnTo>
                  <a:lnTo>
                    <a:pt x="953846" y="0"/>
                  </a:lnTo>
                  <a:lnTo>
                    <a:pt x="953846" y="37401"/>
                  </a:lnTo>
                  <a:lnTo>
                    <a:pt x="1011974" y="37401"/>
                  </a:lnTo>
                  <a:lnTo>
                    <a:pt x="1011974" y="20739"/>
                  </a:lnTo>
                  <a:lnTo>
                    <a:pt x="1011974" y="16675"/>
                  </a:lnTo>
                  <a:lnTo>
                    <a:pt x="1011974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50">
              <a:extLst>
                <a:ext uri="{FF2B5EF4-FFF2-40B4-BE49-F238E27FC236}">
                  <a16:creationId xmlns:a16="http://schemas.microsoft.com/office/drawing/2014/main" id="{29762110-B493-E9E7-E806-5EBFDB5152F6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004047" y="7619239"/>
              <a:ext cx="242003" cy="242013"/>
            </a:xfrm>
            <a:prstGeom prst="rect">
              <a:avLst/>
            </a:prstGeom>
          </p:spPr>
        </p:pic>
        <p:sp>
          <p:nvSpPr>
            <p:cNvPr id="176" name="object 51">
              <a:extLst>
                <a:ext uri="{FF2B5EF4-FFF2-40B4-BE49-F238E27FC236}">
                  <a16:creationId xmlns:a16="http://schemas.microsoft.com/office/drawing/2014/main" id="{3D93952A-42E1-9E0E-1A1A-A296F62CE0FB}"/>
                </a:ext>
              </a:extLst>
            </p:cNvPr>
            <p:cNvSpPr/>
            <p:nvPr/>
          </p:nvSpPr>
          <p:spPr>
            <a:xfrm>
              <a:off x="17531383" y="6450264"/>
              <a:ext cx="5715" cy="295910"/>
            </a:xfrm>
            <a:custGeom>
              <a:avLst/>
              <a:gdLst/>
              <a:ahLst/>
              <a:cxnLst/>
              <a:rect l="l" t="t" r="r" b="b"/>
              <a:pathLst>
                <a:path w="5715" h="295909">
                  <a:moveTo>
                    <a:pt x="0" y="295320"/>
                  </a:moveTo>
                  <a:lnTo>
                    <a:pt x="5193" y="295320"/>
                  </a:lnTo>
                  <a:lnTo>
                    <a:pt x="5193" y="0"/>
                  </a:lnTo>
                  <a:lnTo>
                    <a:pt x="0" y="0"/>
                  </a:lnTo>
                  <a:lnTo>
                    <a:pt x="0" y="29532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52">
              <a:extLst>
                <a:ext uri="{FF2B5EF4-FFF2-40B4-BE49-F238E27FC236}">
                  <a16:creationId xmlns:a16="http://schemas.microsoft.com/office/drawing/2014/main" id="{5A249225-544E-B2D2-37C5-F64E550B676B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248884" y="6307923"/>
              <a:ext cx="269689" cy="155000"/>
            </a:xfrm>
            <a:prstGeom prst="rect">
              <a:avLst/>
            </a:prstGeom>
          </p:spPr>
        </p:pic>
        <p:sp>
          <p:nvSpPr>
            <p:cNvPr id="178" name="object 53">
              <a:extLst>
                <a:ext uri="{FF2B5EF4-FFF2-40B4-BE49-F238E27FC236}">
                  <a16:creationId xmlns:a16="http://schemas.microsoft.com/office/drawing/2014/main" id="{8AA8FB42-9900-5496-1DB0-76F2F6FEFB35}"/>
                </a:ext>
              </a:extLst>
            </p:cNvPr>
            <p:cNvSpPr/>
            <p:nvPr/>
          </p:nvSpPr>
          <p:spPr>
            <a:xfrm>
              <a:off x="17236061" y="6450264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295320" y="0"/>
                  </a:moveTo>
                  <a:lnTo>
                    <a:pt x="0" y="0"/>
                  </a:lnTo>
                  <a:lnTo>
                    <a:pt x="0" y="295320"/>
                  </a:lnTo>
                  <a:lnTo>
                    <a:pt x="295320" y="295320"/>
                  </a:lnTo>
                  <a:lnTo>
                    <a:pt x="295320" y="0"/>
                  </a:lnTo>
                  <a:close/>
                </a:path>
              </a:pathLst>
            </a:custGeom>
            <a:solidFill>
              <a:srgbClr val="E4E4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54">
              <a:extLst>
                <a:ext uri="{FF2B5EF4-FFF2-40B4-BE49-F238E27FC236}">
                  <a16:creationId xmlns:a16="http://schemas.microsoft.com/office/drawing/2014/main" id="{10E57A40-55B2-CE15-53BC-D510F8613379}"/>
                </a:ext>
              </a:extLst>
            </p:cNvPr>
            <p:cNvSpPr/>
            <p:nvPr/>
          </p:nvSpPr>
          <p:spPr>
            <a:xfrm>
              <a:off x="17270521" y="648473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226411" y="0"/>
                  </a:moveTo>
                  <a:lnTo>
                    <a:pt x="0" y="0"/>
                  </a:lnTo>
                  <a:lnTo>
                    <a:pt x="0" y="226411"/>
                  </a:lnTo>
                  <a:lnTo>
                    <a:pt x="226411" y="226411"/>
                  </a:lnTo>
                  <a:lnTo>
                    <a:pt x="226411" y="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55">
              <a:extLst>
                <a:ext uri="{FF2B5EF4-FFF2-40B4-BE49-F238E27FC236}">
                  <a16:creationId xmlns:a16="http://schemas.microsoft.com/office/drawing/2014/main" id="{AED962EE-06D8-658B-09F8-A626596FBD76}"/>
                </a:ext>
              </a:extLst>
            </p:cNvPr>
            <p:cNvSpPr/>
            <p:nvPr/>
          </p:nvSpPr>
          <p:spPr>
            <a:xfrm>
              <a:off x="17280842" y="6495049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158593" y="5434"/>
                  </a:lnTo>
                  <a:lnTo>
                    <a:pt x="115282" y="20914"/>
                  </a:lnTo>
                  <a:lnTo>
                    <a:pt x="77074" y="45204"/>
                  </a:lnTo>
                  <a:lnTo>
                    <a:pt x="45207" y="77070"/>
                  </a:lnTo>
                  <a:lnTo>
                    <a:pt x="20916" y="115277"/>
                  </a:lnTo>
                  <a:lnTo>
                    <a:pt x="5434" y="15859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56">
              <a:extLst>
                <a:ext uri="{FF2B5EF4-FFF2-40B4-BE49-F238E27FC236}">
                  <a16:creationId xmlns:a16="http://schemas.microsoft.com/office/drawing/2014/main" id="{579FA9C1-8598-D983-7783-DA09F85F11B2}"/>
                </a:ext>
              </a:extLst>
            </p:cNvPr>
            <p:cNvSpPr/>
            <p:nvPr/>
          </p:nvSpPr>
          <p:spPr>
            <a:xfrm>
              <a:off x="17236060" y="6450272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37642" y="259461"/>
                  </a:moveTo>
                  <a:lnTo>
                    <a:pt x="35801" y="257619"/>
                  </a:lnTo>
                  <a:lnTo>
                    <a:pt x="0" y="293293"/>
                  </a:lnTo>
                  <a:lnTo>
                    <a:pt x="0" y="295338"/>
                  </a:lnTo>
                  <a:lnTo>
                    <a:pt x="1638" y="295338"/>
                  </a:lnTo>
                  <a:lnTo>
                    <a:pt x="37642" y="259461"/>
                  </a:lnTo>
                  <a:close/>
                </a:path>
                <a:path w="295909" h="295909">
                  <a:moveTo>
                    <a:pt x="37706" y="35814"/>
                  </a:moveTo>
                  <a:lnTo>
                    <a:pt x="2032" y="12"/>
                  </a:lnTo>
                  <a:lnTo>
                    <a:pt x="0" y="12"/>
                  </a:lnTo>
                  <a:lnTo>
                    <a:pt x="0" y="1638"/>
                  </a:lnTo>
                  <a:lnTo>
                    <a:pt x="35877" y="37655"/>
                  </a:lnTo>
                  <a:lnTo>
                    <a:pt x="37706" y="35814"/>
                  </a:lnTo>
                  <a:close/>
                </a:path>
                <a:path w="295909" h="295909">
                  <a:moveTo>
                    <a:pt x="295325" y="0"/>
                  </a:moveTo>
                  <a:lnTo>
                    <a:pt x="293687" y="0"/>
                  </a:lnTo>
                  <a:lnTo>
                    <a:pt x="257683" y="35877"/>
                  </a:lnTo>
                  <a:lnTo>
                    <a:pt x="259524" y="37719"/>
                  </a:lnTo>
                  <a:lnTo>
                    <a:pt x="295325" y="2044"/>
                  </a:lnTo>
                  <a:lnTo>
                    <a:pt x="295325" y="0"/>
                  </a:lnTo>
                  <a:close/>
                </a:path>
                <a:path w="295909" h="295909">
                  <a:moveTo>
                    <a:pt x="295338" y="293700"/>
                  </a:moveTo>
                  <a:lnTo>
                    <a:pt x="259448" y="257683"/>
                  </a:lnTo>
                  <a:lnTo>
                    <a:pt x="257619" y="259524"/>
                  </a:lnTo>
                  <a:lnTo>
                    <a:pt x="293293" y="295325"/>
                  </a:lnTo>
                  <a:lnTo>
                    <a:pt x="295338" y="295325"/>
                  </a:lnTo>
                  <a:lnTo>
                    <a:pt x="295338" y="29370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57">
              <a:extLst>
                <a:ext uri="{FF2B5EF4-FFF2-40B4-BE49-F238E27FC236}">
                  <a16:creationId xmlns:a16="http://schemas.microsoft.com/office/drawing/2014/main" id="{74DD7B08-2F3B-1F4C-2C38-62E017A1E891}"/>
                </a:ext>
              </a:extLst>
            </p:cNvPr>
            <p:cNvSpPr/>
            <p:nvPr/>
          </p:nvSpPr>
          <p:spPr>
            <a:xfrm>
              <a:off x="17369480" y="63035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14" y="0"/>
                  </a:moveTo>
                  <a:lnTo>
                    <a:pt x="6376" y="0"/>
                  </a:lnTo>
                  <a:lnTo>
                    <a:pt x="0" y="6376"/>
                  </a:lnTo>
                  <a:lnTo>
                    <a:pt x="0" y="14250"/>
                  </a:lnTo>
                  <a:lnTo>
                    <a:pt x="0" y="22114"/>
                  </a:lnTo>
                  <a:lnTo>
                    <a:pt x="6376" y="28501"/>
                  </a:lnTo>
                  <a:lnTo>
                    <a:pt x="22114" y="28501"/>
                  </a:lnTo>
                  <a:lnTo>
                    <a:pt x="28501" y="22114"/>
                  </a:lnTo>
                  <a:lnTo>
                    <a:pt x="28501" y="6376"/>
                  </a:lnTo>
                  <a:lnTo>
                    <a:pt x="22114" y="0"/>
                  </a:lnTo>
                  <a:close/>
                </a:path>
              </a:pathLst>
            </a:custGeom>
            <a:solidFill>
              <a:srgbClr val="3E60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58">
              <a:extLst>
                <a:ext uri="{FF2B5EF4-FFF2-40B4-BE49-F238E27FC236}">
                  <a16:creationId xmlns:a16="http://schemas.microsoft.com/office/drawing/2014/main" id="{DB2DD2C3-F04D-82B6-BE21-E1EEF392C8DC}"/>
                </a:ext>
              </a:extLst>
            </p:cNvPr>
            <p:cNvSpPr/>
            <p:nvPr/>
          </p:nvSpPr>
          <p:spPr>
            <a:xfrm>
              <a:off x="17272509" y="6486886"/>
              <a:ext cx="222885" cy="222250"/>
            </a:xfrm>
            <a:custGeom>
              <a:avLst/>
              <a:gdLst/>
              <a:ahLst/>
              <a:cxnLst/>
              <a:rect l="l" t="t" r="r" b="b"/>
              <a:pathLst>
                <a:path w="222884" h="222250">
                  <a:moveTo>
                    <a:pt x="22244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0" y="213360"/>
                  </a:lnTo>
                  <a:lnTo>
                    <a:pt x="0" y="222250"/>
                  </a:lnTo>
                  <a:lnTo>
                    <a:pt x="20548" y="222250"/>
                  </a:lnTo>
                  <a:lnTo>
                    <a:pt x="20548" y="213944"/>
                  </a:lnTo>
                  <a:lnTo>
                    <a:pt x="20548" y="213360"/>
                  </a:lnTo>
                  <a:lnTo>
                    <a:pt x="20548" y="21590"/>
                  </a:lnTo>
                  <a:lnTo>
                    <a:pt x="222440" y="21590"/>
                  </a:lnTo>
                  <a:lnTo>
                    <a:pt x="222440" y="16510"/>
                  </a:lnTo>
                  <a:lnTo>
                    <a:pt x="214109" y="16510"/>
                  </a:lnTo>
                  <a:lnTo>
                    <a:pt x="222440" y="16497"/>
                  </a:lnTo>
                  <a:lnTo>
                    <a:pt x="222440" y="4368"/>
                  </a:lnTo>
                  <a:lnTo>
                    <a:pt x="214109" y="4368"/>
                  </a:lnTo>
                  <a:lnTo>
                    <a:pt x="214109" y="3810"/>
                  </a:lnTo>
                  <a:lnTo>
                    <a:pt x="222440" y="3810"/>
                  </a:lnTo>
                  <a:lnTo>
                    <a:pt x="222440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59">
              <a:extLst>
                <a:ext uri="{FF2B5EF4-FFF2-40B4-BE49-F238E27FC236}">
                  <a16:creationId xmlns:a16="http://schemas.microsoft.com/office/drawing/2014/main" id="{76C8F0F9-2F81-8563-FF0E-1E3EF14F3903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694453" y="4425589"/>
              <a:ext cx="206464" cy="229699"/>
            </a:xfrm>
            <a:prstGeom prst="rect">
              <a:avLst/>
            </a:prstGeom>
          </p:spPr>
        </p:pic>
        <p:sp>
          <p:nvSpPr>
            <p:cNvPr id="185" name="object 60">
              <a:extLst>
                <a:ext uri="{FF2B5EF4-FFF2-40B4-BE49-F238E27FC236}">
                  <a16:creationId xmlns:a16="http://schemas.microsoft.com/office/drawing/2014/main" id="{EDCDC663-5E10-A216-6967-8FF77F574A26}"/>
                </a:ext>
              </a:extLst>
            </p:cNvPr>
            <p:cNvSpPr/>
            <p:nvPr/>
          </p:nvSpPr>
          <p:spPr>
            <a:xfrm>
              <a:off x="13467144" y="4221524"/>
              <a:ext cx="723900" cy="725805"/>
            </a:xfrm>
            <a:custGeom>
              <a:avLst/>
              <a:gdLst/>
              <a:ahLst/>
              <a:cxnLst/>
              <a:rect l="l" t="t" r="r" b="b"/>
              <a:pathLst>
                <a:path w="723900" h="725804">
                  <a:moveTo>
                    <a:pt x="288721" y="128955"/>
                  </a:moveTo>
                  <a:lnTo>
                    <a:pt x="278638" y="131114"/>
                  </a:lnTo>
                  <a:lnTo>
                    <a:pt x="272046" y="133350"/>
                  </a:lnTo>
                  <a:lnTo>
                    <a:pt x="272046" y="151079"/>
                  </a:lnTo>
                  <a:lnTo>
                    <a:pt x="272046" y="185559"/>
                  </a:lnTo>
                  <a:lnTo>
                    <a:pt x="237439" y="202361"/>
                  </a:lnTo>
                  <a:lnTo>
                    <a:pt x="205359" y="233311"/>
                  </a:lnTo>
                  <a:lnTo>
                    <a:pt x="184238" y="272999"/>
                  </a:lnTo>
                  <a:lnTo>
                    <a:pt x="176631" y="318909"/>
                  </a:lnTo>
                  <a:lnTo>
                    <a:pt x="177406" y="333730"/>
                  </a:lnTo>
                  <a:lnTo>
                    <a:pt x="179666" y="348132"/>
                  </a:lnTo>
                  <a:lnTo>
                    <a:pt x="183337" y="362013"/>
                  </a:lnTo>
                  <a:lnTo>
                    <a:pt x="185940" y="368960"/>
                  </a:lnTo>
                  <a:lnTo>
                    <a:pt x="158445" y="388924"/>
                  </a:lnTo>
                  <a:lnTo>
                    <a:pt x="154355" y="379577"/>
                  </a:lnTo>
                  <a:lnTo>
                    <a:pt x="148424" y="360184"/>
                  </a:lnTo>
                  <a:lnTo>
                    <a:pt x="144754" y="339928"/>
                  </a:lnTo>
                  <a:lnTo>
                    <a:pt x="143497" y="318909"/>
                  </a:lnTo>
                  <a:lnTo>
                    <a:pt x="150317" y="270421"/>
                  </a:lnTo>
                  <a:lnTo>
                    <a:pt x="169506" y="227101"/>
                  </a:lnTo>
                  <a:lnTo>
                    <a:pt x="199161" y="190881"/>
                  </a:lnTo>
                  <a:lnTo>
                    <a:pt x="237337" y="163677"/>
                  </a:lnTo>
                  <a:lnTo>
                    <a:pt x="272046" y="151079"/>
                  </a:lnTo>
                  <a:lnTo>
                    <a:pt x="272046" y="133350"/>
                  </a:lnTo>
                  <a:lnTo>
                    <a:pt x="200761" y="167589"/>
                  </a:lnTo>
                  <a:lnTo>
                    <a:pt x="170243" y="197434"/>
                  </a:lnTo>
                  <a:lnTo>
                    <a:pt x="146939" y="233413"/>
                  </a:lnTo>
                  <a:lnTo>
                    <a:pt x="132067" y="274307"/>
                  </a:lnTo>
                  <a:lnTo>
                    <a:pt x="126834" y="318909"/>
                  </a:lnTo>
                  <a:lnTo>
                    <a:pt x="128206" y="341922"/>
                  </a:lnTo>
                  <a:lnTo>
                    <a:pt x="132232" y="364121"/>
                  </a:lnTo>
                  <a:lnTo>
                    <a:pt x="138734" y="385368"/>
                  </a:lnTo>
                  <a:lnTo>
                    <a:pt x="147535" y="405511"/>
                  </a:lnTo>
                  <a:lnTo>
                    <a:pt x="151955" y="414210"/>
                  </a:lnTo>
                  <a:lnTo>
                    <a:pt x="169151" y="401739"/>
                  </a:lnTo>
                  <a:lnTo>
                    <a:pt x="205574" y="375310"/>
                  </a:lnTo>
                  <a:lnTo>
                    <a:pt x="206273" y="374802"/>
                  </a:lnTo>
                  <a:lnTo>
                    <a:pt x="203606" y="368681"/>
                  </a:lnTo>
                  <a:lnTo>
                    <a:pt x="202323" y="365252"/>
                  </a:lnTo>
                  <a:lnTo>
                    <a:pt x="199212" y="356946"/>
                  </a:lnTo>
                  <a:lnTo>
                    <a:pt x="195973" y="344703"/>
                  </a:lnTo>
                  <a:lnTo>
                    <a:pt x="193992" y="332003"/>
                  </a:lnTo>
                  <a:lnTo>
                    <a:pt x="193306" y="318909"/>
                  </a:lnTo>
                  <a:lnTo>
                    <a:pt x="200012" y="278396"/>
                  </a:lnTo>
                  <a:lnTo>
                    <a:pt x="218655" y="243344"/>
                  </a:lnTo>
                  <a:lnTo>
                    <a:pt x="246989" y="216014"/>
                  </a:lnTo>
                  <a:lnTo>
                    <a:pt x="282778" y="198628"/>
                  </a:lnTo>
                  <a:lnTo>
                    <a:pt x="288721" y="196850"/>
                  </a:lnTo>
                  <a:lnTo>
                    <a:pt x="288721" y="190639"/>
                  </a:lnTo>
                  <a:lnTo>
                    <a:pt x="288721" y="182676"/>
                  </a:lnTo>
                  <a:lnTo>
                    <a:pt x="288721" y="139268"/>
                  </a:lnTo>
                  <a:lnTo>
                    <a:pt x="288721" y="128955"/>
                  </a:lnTo>
                  <a:close/>
                </a:path>
                <a:path w="723900" h="725804">
                  <a:moveTo>
                    <a:pt x="327240" y="118160"/>
                  </a:moveTo>
                  <a:lnTo>
                    <a:pt x="310591" y="118160"/>
                  </a:lnTo>
                  <a:lnTo>
                    <a:pt x="310591" y="314769"/>
                  </a:lnTo>
                  <a:lnTo>
                    <a:pt x="155359" y="432193"/>
                  </a:lnTo>
                  <a:lnTo>
                    <a:pt x="165404" y="445490"/>
                  </a:lnTo>
                  <a:lnTo>
                    <a:pt x="327240" y="323062"/>
                  </a:lnTo>
                  <a:lnTo>
                    <a:pt x="327240" y="118160"/>
                  </a:lnTo>
                  <a:close/>
                </a:path>
                <a:path w="723900" h="725804">
                  <a:moveTo>
                    <a:pt x="637832" y="318909"/>
                  </a:moveTo>
                  <a:lnTo>
                    <a:pt x="634377" y="271792"/>
                  </a:lnTo>
                  <a:lnTo>
                    <a:pt x="624332" y="226809"/>
                  </a:lnTo>
                  <a:lnTo>
                    <a:pt x="608190" y="184467"/>
                  </a:lnTo>
                  <a:lnTo>
                    <a:pt x="586447" y="145262"/>
                  </a:lnTo>
                  <a:lnTo>
                    <a:pt x="559612" y="109689"/>
                  </a:lnTo>
                  <a:lnTo>
                    <a:pt x="528142" y="78232"/>
                  </a:lnTo>
                  <a:lnTo>
                    <a:pt x="492569" y="51384"/>
                  </a:lnTo>
                  <a:lnTo>
                    <a:pt x="453364" y="29641"/>
                  </a:lnTo>
                  <a:lnTo>
                    <a:pt x="411022" y="13500"/>
                  </a:lnTo>
                  <a:lnTo>
                    <a:pt x="366039" y="3454"/>
                  </a:lnTo>
                  <a:lnTo>
                    <a:pt x="318922" y="0"/>
                  </a:lnTo>
                  <a:lnTo>
                    <a:pt x="271792" y="3454"/>
                  </a:lnTo>
                  <a:lnTo>
                    <a:pt x="226809" y="13500"/>
                  </a:lnTo>
                  <a:lnTo>
                    <a:pt x="184467" y="29641"/>
                  </a:lnTo>
                  <a:lnTo>
                    <a:pt x="145262" y="51384"/>
                  </a:lnTo>
                  <a:lnTo>
                    <a:pt x="109689" y="78232"/>
                  </a:lnTo>
                  <a:lnTo>
                    <a:pt x="78232" y="109689"/>
                  </a:lnTo>
                  <a:lnTo>
                    <a:pt x="51384" y="145262"/>
                  </a:lnTo>
                  <a:lnTo>
                    <a:pt x="29641" y="184467"/>
                  </a:lnTo>
                  <a:lnTo>
                    <a:pt x="13500" y="226809"/>
                  </a:lnTo>
                  <a:lnTo>
                    <a:pt x="3454" y="271792"/>
                  </a:lnTo>
                  <a:lnTo>
                    <a:pt x="0" y="318909"/>
                  </a:lnTo>
                  <a:lnTo>
                    <a:pt x="3454" y="366039"/>
                  </a:lnTo>
                  <a:lnTo>
                    <a:pt x="13500" y="411022"/>
                  </a:lnTo>
                  <a:lnTo>
                    <a:pt x="29641" y="453364"/>
                  </a:lnTo>
                  <a:lnTo>
                    <a:pt x="51384" y="492569"/>
                  </a:lnTo>
                  <a:lnTo>
                    <a:pt x="78232" y="528154"/>
                  </a:lnTo>
                  <a:lnTo>
                    <a:pt x="109689" y="559612"/>
                  </a:lnTo>
                  <a:lnTo>
                    <a:pt x="145262" y="586447"/>
                  </a:lnTo>
                  <a:lnTo>
                    <a:pt x="184467" y="608190"/>
                  </a:lnTo>
                  <a:lnTo>
                    <a:pt x="226809" y="624332"/>
                  </a:lnTo>
                  <a:lnTo>
                    <a:pt x="271792" y="634377"/>
                  </a:lnTo>
                  <a:lnTo>
                    <a:pt x="318922" y="637832"/>
                  </a:lnTo>
                  <a:lnTo>
                    <a:pt x="342646" y="636968"/>
                  </a:lnTo>
                  <a:lnTo>
                    <a:pt x="388632" y="630186"/>
                  </a:lnTo>
                  <a:lnTo>
                    <a:pt x="385013" y="613930"/>
                  </a:lnTo>
                  <a:lnTo>
                    <a:pt x="363474" y="617905"/>
                  </a:lnTo>
                  <a:lnTo>
                    <a:pt x="341426" y="620344"/>
                  </a:lnTo>
                  <a:lnTo>
                    <a:pt x="327240" y="620864"/>
                  </a:lnTo>
                  <a:lnTo>
                    <a:pt x="327240" y="587476"/>
                  </a:lnTo>
                  <a:lnTo>
                    <a:pt x="310591" y="587476"/>
                  </a:lnTo>
                  <a:lnTo>
                    <a:pt x="310591" y="620496"/>
                  </a:lnTo>
                  <a:lnTo>
                    <a:pt x="269887" y="617207"/>
                  </a:lnTo>
                  <a:lnTo>
                    <a:pt x="223380" y="605764"/>
                  </a:lnTo>
                  <a:lnTo>
                    <a:pt x="180022" y="587438"/>
                  </a:lnTo>
                  <a:lnTo>
                    <a:pt x="140423" y="562864"/>
                  </a:lnTo>
                  <a:lnTo>
                    <a:pt x="105194" y="532650"/>
                  </a:lnTo>
                  <a:lnTo>
                    <a:pt x="74980" y="497420"/>
                  </a:lnTo>
                  <a:lnTo>
                    <a:pt x="50393" y="457809"/>
                  </a:lnTo>
                  <a:lnTo>
                    <a:pt x="32067" y="414451"/>
                  </a:lnTo>
                  <a:lnTo>
                    <a:pt x="20624" y="367944"/>
                  </a:lnTo>
                  <a:lnTo>
                    <a:pt x="17335" y="327253"/>
                  </a:lnTo>
                  <a:lnTo>
                    <a:pt x="50355" y="327253"/>
                  </a:lnTo>
                  <a:lnTo>
                    <a:pt x="50355" y="310591"/>
                  </a:lnTo>
                  <a:lnTo>
                    <a:pt x="17322" y="310591"/>
                  </a:lnTo>
                  <a:lnTo>
                    <a:pt x="20624" y="269887"/>
                  </a:lnTo>
                  <a:lnTo>
                    <a:pt x="32067" y="223380"/>
                  </a:lnTo>
                  <a:lnTo>
                    <a:pt x="50393" y="180022"/>
                  </a:lnTo>
                  <a:lnTo>
                    <a:pt x="74980" y="140423"/>
                  </a:lnTo>
                  <a:lnTo>
                    <a:pt x="105194" y="105194"/>
                  </a:lnTo>
                  <a:lnTo>
                    <a:pt x="140423" y="74980"/>
                  </a:lnTo>
                  <a:lnTo>
                    <a:pt x="180022" y="50393"/>
                  </a:lnTo>
                  <a:lnTo>
                    <a:pt x="223380" y="32067"/>
                  </a:lnTo>
                  <a:lnTo>
                    <a:pt x="269887" y="20624"/>
                  </a:lnTo>
                  <a:lnTo>
                    <a:pt x="310591" y="17348"/>
                  </a:lnTo>
                  <a:lnTo>
                    <a:pt x="310591" y="50355"/>
                  </a:lnTo>
                  <a:lnTo>
                    <a:pt x="327240" y="50355"/>
                  </a:lnTo>
                  <a:lnTo>
                    <a:pt x="327240" y="17335"/>
                  </a:lnTo>
                  <a:lnTo>
                    <a:pt x="367957" y="20624"/>
                  </a:lnTo>
                  <a:lnTo>
                    <a:pt x="414464" y="32067"/>
                  </a:lnTo>
                  <a:lnTo>
                    <a:pt x="457822" y="50393"/>
                  </a:lnTo>
                  <a:lnTo>
                    <a:pt x="497420" y="74980"/>
                  </a:lnTo>
                  <a:lnTo>
                    <a:pt x="532638" y="105194"/>
                  </a:lnTo>
                  <a:lnTo>
                    <a:pt x="562851" y="140423"/>
                  </a:lnTo>
                  <a:lnTo>
                    <a:pt x="587438" y="180022"/>
                  </a:lnTo>
                  <a:lnTo>
                    <a:pt x="605764" y="223380"/>
                  </a:lnTo>
                  <a:lnTo>
                    <a:pt x="617220" y="269887"/>
                  </a:lnTo>
                  <a:lnTo>
                    <a:pt x="620496" y="310591"/>
                  </a:lnTo>
                  <a:lnTo>
                    <a:pt x="587476" y="310591"/>
                  </a:lnTo>
                  <a:lnTo>
                    <a:pt x="587476" y="327253"/>
                  </a:lnTo>
                  <a:lnTo>
                    <a:pt x="620915" y="327253"/>
                  </a:lnTo>
                  <a:lnTo>
                    <a:pt x="620636" y="337108"/>
                  </a:lnTo>
                  <a:lnTo>
                    <a:pt x="619036" y="355003"/>
                  </a:lnTo>
                  <a:lnTo>
                    <a:pt x="616419" y="372579"/>
                  </a:lnTo>
                  <a:lnTo>
                    <a:pt x="612813" y="389826"/>
                  </a:lnTo>
                  <a:lnTo>
                    <a:pt x="629018" y="393712"/>
                  </a:lnTo>
                  <a:lnTo>
                    <a:pt x="632828" y="375526"/>
                  </a:lnTo>
                  <a:lnTo>
                    <a:pt x="635584" y="356971"/>
                  </a:lnTo>
                  <a:lnTo>
                    <a:pt x="637260" y="338086"/>
                  </a:lnTo>
                  <a:lnTo>
                    <a:pt x="637832" y="318909"/>
                  </a:lnTo>
                  <a:close/>
                </a:path>
                <a:path w="723900" h="725804">
                  <a:moveTo>
                    <a:pt x="723722" y="657631"/>
                  </a:moveTo>
                  <a:lnTo>
                    <a:pt x="707059" y="657631"/>
                  </a:lnTo>
                  <a:lnTo>
                    <a:pt x="707059" y="687628"/>
                  </a:lnTo>
                  <a:lnTo>
                    <a:pt x="703351" y="692454"/>
                  </a:lnTo>
                  <a:lnTo>
                    <a:pt x="641324" y="705091"/>
                  </a:lnTo>
                  <a:lnTo>
                    <a:pt x="583895" y="708837"/>
                  </a:lnTo>
                  <a:lnTo>
                    <a:pt x="555129" y="707898"/>
                  </a:lnTo>
                  <a:lnTo>
                    <a:pt x="497967" y="700417"/>
                  </a:lnTo>
                  <a:lnTo>
                    <a:pt x="460717" y="687628"/>
                  </a:lnTo>
                  <a:lnTo>
                    <a:pt x="460717" y="657631"/>
                  </a:lnTo>
                  <a:lnTo>
                    <a:pt x="444068" y="657631"/>
                  </a:lnTo>
                  <a:lnTo>
                    <a:pt x="444068" y="682117"/>
                  </a:lnTo>
                  <a:lnTo>
                    <a:pt x="445630" y="691515"/>
                  </a:lnTo>
                  <a:lnTo>
                    <a:pt x="450037" y="699693"/>
                  </a:lnTo>
                  <a:lnTo>
                    <a:pt x="456793" y="706043"/>
                  </a:lnTo>
                  <a:lnTo>
                    <a:pt x="465467" y="709980"/>
                  </a:lnTo>
                  <a:lnTo>
                    <a:pt x="466521" y="710260"/>
                  </a:lnTo>
                  <a:lnTo>
                    <a:pt x="494741" y="716775"/>
                  </a:lnTo>
                  <a:lnTo>
                    <a:pt x="524294" y="721626"/>
                  </a:lnTo>
                  <a:lnTo>
                    <a:pt x="554050" y="724535"/>
                  </a:lnTo>
                  <a:lnTo>
                    <a:pt x="583895" y="725500"/>
                  </a:lnTo>
                  <a:lnTo>
                    <a:pt x="613740" y="724535"/>
                  </a:lnTo>
                  <a:lnTo>
                    <a:pt x="673049" y="716775"/>
                  </a:lnTo>
                  <a:lnTo>
                    <a:pt x="710984" y="706043"/>
                  </a:lnTo>
                  <a:lnTo>
                    <a:pt x="723722" y="682117"/>
                  </a:lnTo>
                  <a:lnTo>
                    <a:pt x="723722" y="657631"/>
                  </a:lnTo>
                  <a:close/>
                </a:path>
                <a:path w="723900" h="725804">
                  <a:moveTo>
                    <a:pt x="723722" y="582409"/>
                  </a:moveTo>
                  <a:lnTo>
                    <a:pt x="707059" y="582409"/>
                  </a:lnTo>
                  <a:lnTo>
                    <a:pt x="707059" y="612406"/>
                  </a:lnTo>
                  <a:lnTo>
                    <a:pt x="703351" y="617232"/>
                  </a:lnTo>
                  <a:lnTo>
                    <a:pt x="641324" y="629881"/>
                  </a:lnTo>
                  <a:lnTo>
                    <a:pt x="583895" y="633615"/>
                  </a:lnTo>
                  <a:lnTo>
                    <a:pt x="555129" y="632675"/>
                  </a:lnTo>
                  <a:lnTo>
                    <a:pt x="526465" y="629881"/>
                  </a:lnTo>
                  <a:lnTo>
                    <a:pt x="497967" y="625208"/>
                  </a:lnTo>
                  <a:lnTo>
                    <a:pt x="469760" y="618667"/>
                  </a:lnTo>
                  <a:lnTo>
                    <a:pt x="468706" y="618375"/>
                  </a:lnTo>
                  <a:lnTo>
                    <a:pt x="464426" y="617232"/>
                  </a:lnTo>
                  <a:lnTo>
                    <a:pt x="460717" y="612406"/>
                  </a:lnTo>
                  <a:lnTo>
                    <a:pt x="460717" y="582409"/>
                  </a:lnTo>
                  <a:lnTo>
                    <a:pt x="444068" y="582409"/>
                  </a:lnTo>
                  <a:lnTo>
                    <a:pt x="444068" y="606907"/>
                  </a:lnTo>
                  <a:lnTo>
                    <a:pt x="445630" y="616292"/>
                  </a:lnTo>
                  <a:lnTo>
                    <a:pt x="450037" y="624471"/>
                  </a:lnTo>
                  <a:lnTo>
                    <a:pt x="456793" y="630834"/>
                  </a:lnTo>
                  <a:lnTo>
                    <a:pt x="465467" y="634771"/>
                  </a:lnTo>
                  <a:lnTo>
                    <a:pt x="466521" y="635038"/>
                  </a:lnTo>
                  <a:lnTo>
                    <a:pt x="494741" y="641553"/>
                  </a:lnTo>
                  <a:lnTo>
                    <a:pt x="524294" y="646404"/>
                  </a:lnTo>
                  <a:lnTo>
                    <a:pt x="554050" y="649312"/>
                  </a:lnTo>
                  <a:lnTo>
                    <a:pt x="583895" y="650278"/>
                  </a:lnTo>
                  <a:lnTo>
                    <a:pt x="613740" y="649312"/>
                  </a:lnTo>
                  <a:lnTo>
                    <a:pt x="643483" y="646404"/>
                  </a:lnTo>
                  <a:lnTo>
                    <a:pt x="673049" y="641553"/>
                  </a:lnTo>
                  <a:lnTo>
                    <a:pt x="701141" y="635038"/>
                  </a:lnTo>
                  <a:lnTo>
                    <a:pt x="702322" y="634771"/>
                  </a:lnTo>
                  <a:lnTo>
                    <a:pt x="704850" y="633615"/>
                  </a:lnTo>
                  <a:lnTo>
                    <a:pt x="710984" y="630834"/>
                  </a:lnTo>
                  <a:lnTo>
                    <a:pt x="717753" y="624471"/>
                  </a:lnTo>
                  <a:lnTo>
                    <a:pt x="722147" y="616292"/>
                  </a:lnTo>
                  <a:lnTo>
                    <a:pt x="723722" y="606907"/>
                  </a:lnTo>
                  <a:lnTo>
                    <a:pt x="723722" y="582409"/>
                  </a:lnTo>
                  <a:close/>
                </a:path>
                <a:path w="723900" h="725804">
                  <a:moveTo>
                    <a:pt x="723722" y="507187"/>
                  </a:moveTo>
                  <a:lnTo>
                    <a:pt x="707059" y="507187"/>
                  </a:lnTo>
                  <a:lnTo>
                    <a:pt x="707059" y="537197"/>
                  </a:lnTo>
                  <a:lnTo>
                    <a:pt x="703351" y="542023"/>
                  </a:lnTo>
                  <a:lnTo>
                    <a:pt x="641324" y="554659"/>
                  </a:lnTo>
                  <a:lnTo>
                    <a:pt x="583895" y="558393"/>
                  </a:lnTo>
                  <a:lnTo>
                    <a:pt x="555129" y="557466"/>
                  </a:lnTo>
                  <a:lnTo>
                    <a:pt x="526465" y="554659"/>
                  </a:lnTo>
                  <a:lnTo>
                    <a:pt x="497967" y="549986"/>
                  </a:lnTo>
                  <a:lnTo>
                    <a:pt x="469760" y="543445"/>
                  </a:lnTo>
                  <a:lnTo>
                    <a:pt x="468706" y="543153"/>
                  </a:lnTo>
                  <a:lnTo>
                    <a:pt x="464426" y="542023"/>
                  </a:lnTo>
                  <a:lnTo>
                    <a:pt x="460717" y="537197"/>
                  </a:lnTo>
                  <a:lnTo>
                    <a:pt x="460717" y="507187"/>
                  </a:lnTo>
                  <a:lnTo>
                    <a:pt x="444068" y="507187"/>
                  </a:lnTo>
                  <a:lnTo>
                    <a:pt x="444068" y="531685"/>
                  </a:lnTo>
                  <a:lnTo>
                    <a:pt x="445630" y="541070"/>
                  </a:lnTo>
                  <a:lnTo>
                    <a:pt x="450037" y="549249"/>
                  </a:lnTo>
                  <a:lnTo>
                    <a:pt x="456793" y="555612"/>
                  </a:lnTo>
                  <a:lnTo>
                    <a:pt x="465467" y="559549"/>
                  </a:lnTo>
                  <a:lnTo>
                    <a:pt x="466521" y="559816"/>
                  </a:lnTo>
                  <a:lnTo>
                    <a:pt x="494741" y="566331"/>
                  </a:lnTo>
                  <a:lnTo>
                    <a:pt x="524294" y="571182"/>
                  </a:lnTo>
                  <a:lnTo>
                    <a:pt x="554050" y="574090"/>
                  </a:lnTo>
                  <a:lnTo>
                    <a:pt x="583895" y="575068"/>
                  </a:lnTo>
                  <a:lnTo>
                    <a:pt x="613740" y="574090"/>
                  </a:lnTo>
                  <a:lnTo>
                    <a:pt x="643483" y="571182"/>
                  </a:lnTo>
                  <a:lnTo>
                    <a:pt x="673049" y="566331"/>
                  </a:lnTo>
                  <a:lnTo>
                    <a:pt x="701141" y="559816"/>
                  </a:lnTo>
                  <a:lnTo>
                    <a:pt x="702322" y="559549"/>
                  </a:lnTo>
                  <a:lnTo>
                    <a:pt x="704850" y="558393"/>
                  </a:lnTo>
                  <a:lnTo>
                    <a:pt x="710984" y="555612"/>
                  </a:lnTo>
                  <a:lnTo>
                    <a:pt x="717753" y="549249"/>
                  </a:lnTo>
                  <a:lnTo>
                    <a:pt x="722147" y="541070"/>
                  </a:lnTo>
                  <a:lnTo>
                    <a:pt x="723722" y="531685"/>
                  </a:lnTo>
                  <a:lnTo>
                    <a:pt x="723722" y="507187"/>
                  </a:lnTo>
                  <a:close/>
                </a:path>
                <a:path w="723900" h="725804">
                  <a:moveTo>
                    <a:pt x="723734" y="458076"/>
                  </a:moveTo>
                  <a:lnTo>
                    <a:pt x="722007" y="453771"/>
                  </a:lnTo>
                  <a:lnTo>
                    <a:pt x="714971" y="444182"/>
                  </a:lnTo>
                  <a:lnTo>
                    <a:pt x="708266" y="439775"/>
                  </a:lnTo>
                  <a:lnTo>
                    <a:pt x="707059" y="439216"/>
                  </a:lnTo>
                  <a:lnTo>
                    <a:pt x="707059" y="462673"/>
                  </a:lnTo>
                  <a:lnTo>
                    <a:pt x="705967" y="465302"/>
                  </a:lnTo>
                  <a:lnTo>
                    <a:pt x="648017" y="486752"/>
                  </a:lnTo>
                  <a:lnTo>
                    <a:pt x="583895" y="491591"/>
                  </a:lnTo>
                  <a:lnTo>
                    <a:pt x="557872" y="490842"/>
                  </a:lnTo>
                  <a:lnTo>
                    <a:pt x="511937" y="485368"/>
                  </a:lnTo>
                  <a:lnTo>
                    <a:pt x="472122" y="473036"/>
                  </a:lnTo>
                  <a:lnTo>
                    <a:pt x="460730" y="462673"/>
                  </a:lnTo>
                  <a:lnTo>
                    <a:pt x="461822" y="460044"/>
                  </a:lnTo>
                  <a:lnTo>
                    <a:pt x="519772" y="438607"/>
                  </a:lnTo>
                  <a:lnTo>
                    <a:pt x="583895" y="433768"/>
                  </a:lnTo>
                  <a:lnTo>
                    <a:pt x="609917" y="434505"/>
                  </a:lnTo>
                  <a:lnTo>
                    <a:pt x="655853" y="439978"/>
                  </a:lnTo>
                  <a:lnTo>
                    <a:pt x="695667" y="452310"/>
                  </a:lnTo>
                  <a:lnTo>
                    <a:pt x="707059" y="462673"/>
                  </a:lnTo>
                  <a:lnTo>
                    <a:pt x="707059" y="439216"/>
                  </a:lnTo>
                  <a:lnTo>
                    <a:pt x="699871" y="435813"/>
                  </a:lnTo>
                  <a:lnTo>
                    <a:pt x="694118" y="433768"/>
                  </a:lnTo>
                  <a:lnTo>
                    <a:pt x="677976" y="428002"/>
                  </a:lnTo>
                  <a:lnTo>
                    <a:pt x="650671" y="422135"/>
                  </a:lnTo>
                  <a:lnTo>
                    <a:pt x="618972" y="418426"/>
                  </a:lnTo>
                  <a:lnTo>
                    <a:pt x="583895" y="417106"/>
                  </a:lnTo>
                  <a:lnTo>
                    <a:pt x="556907" y="417880"/>
                  </a:lnTo>
                  <a:lnTo>
                    <a:pt x="508812" y="423608"/>
                  </a:lnTo>
                  <a:lnTo>
                    <a:pt x="471627" y="434162"/>
                  </a:lnTo>
                  <a:lnTo>
                    <a:pt x="444055" y="458076"/>
                  </a:lnTo>
                  <a:lnTo>
                    <a:pt x="444055" y="467271"/>
                  </a:lnTo>
                  <a:lnTo>
                    <a:pt x="489800" y="497344"/>
                  </a:lnTo>
                  <a:lnTo>
                    <a:pt x="548817" y="506920"/>
                  </a:lnTo>
                  <a:lnTo>
                    <a:pt x="583895" y="508241"/>
                  </a:lnTo>
                  <a:lnTo>
                    <a:pt x="610882" y="507479"/>
                  </a:lnTo>
                  <a:lnTo>
                    <a:pt x="658990" y="501738"/>
                  </a:lnTo>
                  <a:lnTo>
                    <a:pt x="696163" y="491185"/>
                  </a:lnTo>
                  <a:lnTo>
                    <a:pt x="723734" y="467271"/>
                  </a:lnTo>
                  <a:lnTo>
                    <a:pt x="723734" y="4580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61">
              <a:extLst>
                <a:ext uri="{FF2B5EF4-FFF2-40B4-BE49-F238E27FC236}">
                  <a16:creationId xmlns:a16="http://schemas.microsoft.com/office/drawing/2014/main" id="{0CD450B3-F5C9-CB05-D08B-258DEC61634D}"/>
                </a:ext>
              </a:extLst>
            </p:cNvPr>
            <p:cNvSpPr/>
            <p:nvPr/>
          </p:nvSpPr>
          <p:spPr>
            <a:xfrm>
              <a:off x="14051750" y="7618659"/>
              <a:ext cx="696595" cy="696595"/>
            </a:xfrm>
            <a:custGeom>
              <a:avLst/>
              <a:gdLst/>
              <a:ahLst/>
              <a:cxnLst/>
              <a:rect l="l" t="t" r="r" b="b"/>
              <a:pathLst>
                <a:path w="696594" h="696595">
                  <a:moveTo>
                    <a:pt x="696379" y="363842"/>
                  </a:moveTo>
                  <a:lnTo>
                    <a:pt x="691845" y="341401"/>
                  </a:lnTo>
                  <a:lnTo>
                    <a:pt x="679716" y="323418"/>
                  </a:lnTo>
                  <a:lnTo>
                    <a:pt x="679716" y="363842"/>
                  </a:lnTo>
                  <a:lnTo>
                    <a:pt x="679716" y="638721"/>
                  </a:lnTo>
                  <a:lnTo>
                    <a:pt x="676478" y="654672"/>
                  </a:lnTo>
                  <a:lnTo>
                    <a:pt x="667689" y="667689"/>
                  </a:lnTo>
                  <a:lnTo>
                    <a:pt x="654672" y="676478"/>
                  </a:lnTo>
                  <a:lnTo>
                    <a:pt x="638721" y="679716"/>
                  </a:lnTo>
                  <a:lnTo>
                    <a:pt x="363855" y="679716"/>
                  </a:lnTo>
                  <a:lnTo>
                    <a:pt x="347903" y="676478"/>
                  </a:lnTo>
                  <a:lnTo>
                    <a:pt x="334886" y="667689"/>
                  </a:lnTo>
                  <a:lnTo>
                    <a:pt x="326097" y="654672"/>
                  </a:lnTo>
                  <a:lnTo>
                    <a:pt x="322859" y="638721"/>
                  </a:lnTo>
                  <a:lnTo>
                    <a:pt x="322859" y="390182"/>
                  </a:lnTo>
                  <a:lnTo>
                    <a:pt x="323964" y="390182"/>
                  </a:lnTo>
                  <a:lnTo>
                    <a:pt x="349745" y="384975"/>
                  </a:lnTo>
                  <a:lnTo>
                    <a:pt x="370789" y="370776"/>
                  </a:lnTo>
                  <a:lnTo>
                    <a:pt x="384987" y="349732"/>
                  </a:lnTo>
                  <a:lnTo>
                    <a:pt x="390194" y="323951"/>
                  </a:lnTo>
                  <a:lnTo>
                    <a:pt x="390194" y="322859"/>
                  </a:lnTo>
                  <a:lnTo>
                    <a:pt x="638721" y="322859"/>
                  </a:lnTo>
                  <a:lnTo>
                    <a:pt x="654672" y="326097"/>
                  </a:lnTo>
                  <a:lnTo>
                    <a:pt x="667689" y="334873"/>
                  </a:lnTo>
                  <a:lnTo>
                    <a:pt x="676478" y="347903"/>
                  </a:lnTo>
                  <a:lnTo>
                    <a:pt x="679716" y="363842"/>
                  </a:lnTo>
                  <a:lnTo>
                    <a:pt x="679716" y="323418"/>
                  </a:lnTo>
                  <a:lnTo>
                    <a:pt x="679488" y="323075"/>
                  </a:lnTo>
                  <a:lnTo>
                    <a:pt x="661162" y="310730"/>
                  </a:lnTo>
                  <a:lnTo>
                    <a:pt x="638721" y="306197"/>
                  </a:lnTo>
                  <a:lnTo>
                    <a:pt x="390194" y="306197"/>
                  </a:lnTo>
                  <a:lnTo>
                    <a:pt x="390194" y="66217"/>
                  </a:lnTo>
                  <a:lnTo>
                    <a:pt x="384987" y="40436"/>
                  </a:lnTo>
                  <a:lnTo>
                    <a:pt x="373519" y="23444"/>
                  </a:lnTo>
                  <a:lnTo>
                    <a:pt x="373519" y="66217"/>
                  </a:lnTo>
                  <a:lnTo>
                    <a:pt x="373519" y="323951"/>
                  </a:lnTo>
                  <a:lnTo>
                    <a:pt x="369608" y="343242"/>
                  </a:lnTo>
                  <a:lnTo>
                    <a:pt x="358990" y="358978"/>
                  </a:lnTo>
                  <a:lnTo>
                    <a:pt x="343242" y="369595"/>
                  </a:lnTo>
                  <a:lnTo>
                    <a:pt x="323964" y="373507"/>
                  </a:lnTo>
                  <a:lnTo>
                    <a:pt x="66217" y="373507"/>
                  </a:lnTo>
                  <a:lnTo>
                    <a:pt x="46939" y="369595"/>
                  </a:lnTo>
                  <a:lnTo>
                    <a:pt x="31203" y="358978"/>
                  </a:lnTo>
                  <a:lnTo>
                    <a:pt x="20586" y="343242"/>
                  </a:lnTo>
                  <a:lnTo>
                    <a:pt x="16662" y="323951"/>
                  </a:lnTo>
                  <a:lnTo>
                    <a:pt x="16662" y="66217"/>
                  </a:lnTo>
                  <a:lnTo>
                    <a:pt x="20586" y="46939"/>
                  </a:lnTo>
                  <a:lnTo>
                    <a:pt x="31203" y="31191"/>
                  </a:lnTo>
                  <a:lnTo>
                    <a:pt x="46939" y="20574"/>
                  </a:lnTo>
                  <a:lnTo>
                    <a:pt x="66217" y="16662"/>
                  </a:lnTo>
                  <a:lnTo>
                    <a:pt x="323964" y="16662"/>
                  </a:lnTo>
                  <a:lnTo>
                    <a:pt x="343242" y="20574"/>
                  </a:lnTo>
                  <a:lnTo>
                    <a:pt x="358990" y="31191"/>
                  </a:lnTo>
                  <a:lnTo>
                    <a:pt x="369608" y="46939"/>
                  </a:lnTo>
                  <a:lnTo>
                    <a:pt x="373519" y="66217"/>
                  </a:lnTo>
                  <a:lnTo>
                    <a:pt x="373519" y="23444"/>
                  </a:lnTo>
                  <a:lnTo>
                    <a:pt x="370789" y="19392"/>
                  </a:lnTo>
                  <a:lnTo>
                    <a:pt x="366737" y="16662"/>
                  </a:lnTo>
                  <a:lnTo>
                    <a:pt x="349745" y="5207"/>
                  </a:lnTo>
                  <a:lnTo>
                    <a:pt x="323964" y="0"/>
                  </a:lnTo>
                  <a:lnTo>
                    <a:pt x="66217" y="0"/>
                  </a:lnTo>
                  <a:lnTo>
                    <a:pt x="40449" y="5207"/>
                  </a:lnTo>
                  <a:lnTo>
                    <a:pt x="19392" y="19392"/>
                  </a:lnTo>
                  <a:lnTo>
                    <a:pt x="5207" y="40436"/>
                  </a:lnTo>
                  <a:lnTo>
                    <a:pt x="0" y="66217"/>
                  </a:lnTo>
                  <a:lnTo>
                    <a:pt x="0" y="323951"/>
                  </a:lnTo>
                  <a:lnTo>
                    <a:pt x="5207" y="349732"/>
                  </a:lnTo>
                  <a:lnTo>
                    <a:pt x="19392" y="370776"/>
                  </a:lnTo>
                  <a:lnTo>
                    <a:pt x="40449" y="384975"/>
                  </a:lnTo>
                  <a:lnTo>
                    <a:pt x="66217" y="390182"/>
                  </a:lnTo>
                  <a:lnTo>
                    <a:pt x="306197" y="390182"/>
                  </a:lnTo>
                  <a:lnTo>
                    <a:pt x="306197" y="638721"/>
                  </a:lnTo>
                  <a:lnTo>
                    <a:pt x="310730" y="661162"/>
                  </a:lnTo>
                  <a:lnTo>
                    <a:pt x="323088" y="679488"/>
                  </a:lnTo>
                  <a:lnTo>
                    <a:pt x="341414" y="691845"/>
                  </a:lnTo>
                  <a:lnTo>
                    <a:pt x="363855" y="696366"/>
                  </a:lnTo>
                  <a:lnTo>
                    <a:pt x="638721" y="696366"/>
                  </a:lnTo>
                  <a:lnTo>
                    <a:pt x="661162" y="691845"/>
                  </a:lnTo>
                  <a:lnTo>
                    <a:pt x="679488" y="679488"/>
                  </a:lnTo>
                  <a:lnTo>
                    <a:pt x="691845" y="661162"/>
                  </a:lnTo>
                  <a:lnTo>
                    <a:pt x="696379" y="638721"/>
                  </a:lnTo>
                  <a:lnTo>
                    <a:pt x="696379" y="363842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62">
              <a:extLst>
                <a:ext uri="{FF2B5EF4-FFF2-40B4-BE49-F238E27FC236}">
                  <a16:creationId xmlns:a16="http://schemas.microsoft.com/office/drawing/2014/main" id="{BFD51309-30F7-D8CB-A105-971118D87878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493847" y="7672140"/>
              <a:ext cx="200795" cy="200801"/>
            </a:xfrm>
            <a:prstGeom prst="rect">
              <a:avLst/>
            </a:prstGeom>
          </p:spPr>
        </p:pic>
        <p:pic>
          <p:nvPicPr>
            <p:cNvPr id="188" name="object 63">
              <a:extLst>
                <a:ext uri="{FF2B5EF4-FFF2-40B4-BE49-F238E27FC236}">
                  <a16:creationId xmlns:a16="http://schemas.microsoft.com/office/drawing/2014/main" id="{20E54B14-16C4-73E5-50E8-39D266CCB1B6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102986" y="8047125"/>
              <a:ext cx="200802" cy="200803"/>
            </a:xfrm>
            <a:prstGeom prst="rect">
              <a:avLst/>
            </a:prstGeom>
          </p:spPr>
        </p:pic>
        <p:pic>
          <p:nvPicPr>
            <p:cNvPr id="189" name="object 64">
              <a:extLst>
                <a:ext uri="{FF2B5EF4-FFF2-40B4-BE49-F238E27FC236}">
                  <a16:creationId xmlns:a16="http://schemas.microsoft.com/office/drawing/2014/main" id="{164A7C2C-66EB-DB7F-4B3F-6B400F74091E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135744" y="7657769"/>
              <a:ext cx="200946" cy="297796"/>
            </a:xfrm>
            <a:prstGeom prst="rect">
              <a:avLst/>
            </a:prstGeom>
          </p:spPr>
        </p:pic>
        <p:pic>
          <p:nvPicPr>
            <p:cNvPr id="190" name="object 65">
              <a:extLst>
                <a:ext uri="{FF2B5EF4-FFF2-40B4-BE49-F238E27FC236}">
                  <a16:creationId xmlns:a16="http://schemas.microsoft.com/office/drawing/2014/main" id="{646B584D-1E01-31D5-2A4E-19B093F69FAD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452541" y="7974574"/>
              <a:ext cx="200946" cy="297787"/>
            </a:xfrm>
            <a:prstGeom prst="rect">
              <a:avLst/>
            </a:prstGeom>
          </p:spPr>
        </p:pic>
        <p:sp>
          <p:nvSpPr>
            <p:cNvPr id="191" name="object 66">
              <a:extLst>
                <a:ext uri="{FF2B5EF4-FFF2-40B4-BE49-F238E27FC236}">
                  <a16:creationId xmlns:a16="http://schemas.microsoft.com/office/drawing/2014/main" id="{FF99E696-C4A0-2C47-C4BB-94A7C65C2CB3}"/>
                </a:ext>
              </a:extLst>
            </p:cNvPr>
            <p:cNvSpPr/>
            <p:nvPr/>
          </p:nvSpPr>
          <p:spPr>
            <a:xfrm>
              <a:off x="14269594" y="4351038"/>
              <a:ext cx="1659889" cy="3907154"/>
            </a:xfrm>
            <a:custGeom>
              <a:avLst/>
              <a:gdLst/>
              <a:ahLst/>
              <a:cxnLst/>
              <a:rect l="l" t="t" r="r" b="b"/>
              <a:pathLst>
                <a:path w="1659890" h="3907154">
                  <a:moveTo>
                    <a:pt x="139141" y="3325279"/>
                  </a:moveTo>
                  <a:lnTo>
                    <a:pt x="137223" y="3315754"/>
                  </a:lnTo>
                  <a:lnTo>
                    <a:pt x="131978" y="3307981"/>
                  </a:lnTo>
                  <a:lnTo>
                    <a:pt x="124206" y="3302749"/>
                  </a:lnTo>
                  <a:lnTo>
                    <a:pt x="122478" y="3302406"/>
                  </a:lnTo>
                  <a:lnTo>
                    <a:pt x="122478" y="3460038"/>
                  </a:lnTo>
                  <a:lnTo>
                    <a:pt x="105168" y="3387953"/>
                  </a:lnTo>
                  <a:lnTo>
                    <a:pt x="97967" y="3366947"/>
                  </a:lnTo>
                  <a:lnTo>
                    <a:pt x="87045" y="3347834"/>
                  </a:lnTo>
                  <a:lnTo>
                    <a:pt x="72745" y="3331095"/>
                  </a:lnTo>
                  <a:lnTo>
                    <a:pt x="55727" y="3317481"/>
                  </a:lnTo>
                  <a:lnTo>
                    <a:pt x="118986" y="3317494"/>
                  </a:lnTo>
                  <a:lnTo>
                    <a:pt x="122466" y="3320973"/>
                  </a:lnTo>
                  <a:lnTo>
                    <a:pt x="122478" y="3460038"/>
                  </a:lnTo>
                  <a:lnTo>
                    <a:pt x="122478" y="3302406"/>
                  </a:lnTo>
                  <a:lnTo>
                    <a:pt x="121462" y="3302190"/>
                  </a:lnTo>
                  <a:lnTo>
                    <a:pt x="114681" y="3300819"/>
                  </a:lnTo>
                  <a:lnTo>
                    <a:pt x="0" y="3300819"/>
                  </a:lnTo>
                  <a:lnTo>
                    <a:pt x="46266" y="3331146"/>
                  </a:lnTo>
                  <a:lnTo>
                    <a:pt x="61137" y="3343059"/>
                  </a:lnTo>
                  <a:lnTo>
                    <a:pt x="73406" y="3357422"/>
                  </a:lnTo>
                  <a:lnTo>
                    <a:pt x="82778" y="3373831"/>
                  </a:lnTo>
                  <a:lnTo>
                    <a:pt x="88963" y="3391852"/>
                  </a:lnTo>
                  <a:lnTo>
                    <a:pt x="139141" y="3600856"/>
                  </a:lnTo>
                  <a:lnTo>
                    <a:pt x="139141" y="3530447"/>
                  </a:lnTo>
                  <a:lnTo>
                    <a:pt x="139141" y="3325279"/>
                  </a:lnTo>
                  <a:close/>
                </a:path>
                <a:path w="1659890" h="3907154">
                  <a:moveTo>
                    <a:pt x="446493" y="3631006"/>
                  </a:moveTo>
                  <a:lnTo>
                    <a:pt x="444563" y="3621481"/>
                  </a:lnTo>
                  <a:lnTo>
                    <a:pt x="439318" y="3613708"/>
                  </a:lnTo>
                  <a:lnTo>
                    <a:pt x="431546" y="3608463"/>
                  </a:lnTo>
                  <a:lnTo>
                    <a:pt x="429818" y="3608120"/>
                  </a:lnTo>
                  <a:lnTo>
                    <a:pt x="429818" y="3626701"/>
                  </a:lnTo>
                  <a:lnTo>
                    <a:pt x="429818" y="3765766"/>
                  </a:lnTo>
                  <a:lnTo>
                    <a:pt x="412508" y="3693680"/>
                  </a:lnTo>
                  <a:lnTo>
                    <a:pt x="394385" y="3653561"/>
                  </a:lnTo>
                  <a:lnTo>
                    <a:pt x="363080" y="3623208"/>
                  </a:lnTo>
                  <a:lnTo>
                    <a:pt x="426326" y="3623208"/>
                  </a:lnTo>
                  <a:lnTo>
                    <a:pt x="429818" y="3626701"/>
                  </a:lnTo>
                  <a:lnTo>
                    <a:pt x="429818" y="3608120"/>
                  </a:lnTo>
                  <a:lnTo>
                    <a:pt x="428802" y="3607917"/>
                  </a:lnTo>
                  <a:lnTo>
                    <a:pt x="422033" y="3606546"/>
                  </a:lnTo>
                  <a:lnTo>
                    <a:pt x="307340" y="3606546"/>
                  </a:lnTo>
                  <a:lnTo>
                    <a:pt x="353606" y="3636886"/>
                  </a:lnTo>
                  <a:lnTo>
                    <a:pt x="368490" y="3648786"/>
                  </a:lnTo>
                  <a:lnTo>
                    <a:pt x="380758" y="3663150"/>
                  </a:lnTo>
                  <a:lnTo>
                    <a:pt x="390118" y="3679558"/>
                  </a:lnTo>
                  <a:lnTo>
                    <a:pt x="396303" y="3697579"/>
                  </a:lnTo>
                  <a:lnTo>
                    <a:pt x="446493" y="3906583"/>
                  </a:lnTo>
                  <a:lnTo>
                    <a:pt x="446493" y="3836174"/>
                  </a:lnTo>
                  <a:lnTo>
                    <a:pt x="446493" y="3631006"/>
                  </a:lnTo>
                  <a:close/>
                </a:path>
                <a:path w="1659890" h="3907154">
                  <a:moveTo>
                    <a:pt x="1102169" y="80416"/>
                  </a:moveTo>
                  <a:lnTo>
                    <a:pt x="1066990" y="45097"/>
                  </a:lnTo>
                  <a:lnTo>
                    <a:pt x="1030884" y="81216"/>
                  </a:lnTo>
                  <a:lnTo>
                    <a:pt x="1042670" y="92989"/>
                  </a:lnTo>
                  <a:lnTo>
                    <a:pt x="1066965" y="68694"/>
                  </a:lnTo>
                  <a:lnTo>
                    <a:pt x="1090358" y="92176"/>
                  </a:lnTo>
                  <a:lnTo>
                    <a:pt x="1102169" y="80416"/>
                  </a:lnTo>
                  <a:close/>
                </a:path>
                <a:path w="1659890" h="3907154">
                  <a:moveTo>
                    <a:pt x="1201547" y="320192"/>
                  </a:moveTo>
                  <a:lnTo>
                    <a:pt x="1145260" y="320192"/>
                  </a:lnTo>
                  <a:lnTo>
                    <a:pt x="1145260" y="336854"/>
                  </a:lnTo>
                  <a:lnTo>
                    <a:pt x="1201547" y="336854"/>
                  </a:lnTo>
                  <a:lnTo>
                    <a:pt x="1201547" y="320192"/>
                  </a:lnTo>
                  <a:close/>
                </a:path>
                <a:path w="1659890" h="3907154">
                  <a:moveTo>
                    <a:pt x="1290434" y="141719"/>
                  </a:moveTo>
                  <a:lnTo>
                    <a:pt x="1142885" y="141719"/>
                  </a:lnTo>
                  <a:lnTo>
                    <a:pt x="1142885" y="158381"/>
                  </a:lnTo>
                  <a:lnTo>
                    <a:pt x="1290434" y="158381"/>
                  </a:lnTo>
                  <a:lnTo>
                    <a:pt x="1290434" y="141719"/>
                  </a:lnTo>
                  <a:close/>
                </a:path>
                <a:path w="1659890" h="3907154">
                  <a:moveTo>
                    <a:pt x="1383068" y="204597"/>
                  </a:moveTo>
                  <a:lnTo>
                    <a:pt x="1366748" y="201193"/>
                  </a:lnTo>
                  <a:lnTo>
                    <a:pt x="1341945" y="320192"/>
                  </a:lnTo>
                  <a:lnTo>
                    <a:pt x="1268844" y="320192"/>
                  </a:lnTo>
                  <a:lnTo>
                    <a:pt x="1225969" y="499884"/>
                  </a:lnTo>
                  <a:lnTo>
                    <a:pt x="1164259" y="499884"/>
                  </a:lnTo>
                  <a:lnTo>
                    <a:pt x="1133322" y="593623"/>
                  </a:lnTo>
                  <a:lnTo>
                    <a:pt x="1149146" y="598843"/>
                  </a:lnTo>
                  <a:lnTo>
                    <a:pt x="1176299" y="516547"/>
                  </a:lnTo>
                  <a:lnTo>
                    <a:pt x="1239113" y="516547"/>
                  </a:lnTo>
                  <a:lnTo>
                    <a:pt x="1282001" y="336854"/>
                  </a:lnTo>
                  <a:lnTo>
                    <a:pt x="1355496" y="336854"/>
                  </a:lnTo>
                  <a:lnTo>
                    <a:pt x="1383068" y="204597"/>
                  </a:lnTo>
                  <a:close/>
                </a:path>
                <a:path w="1659890" h="3907154">
                  <a:moveTo>
                    <a:pt x="1412595" y="190576"/>
                  </a:moveTo>
                  <a:lnTo>
                    <a:pt x="1382496" y="150837"/>
                  </a:lnTo>
                  <a:lnTo>
                    <a:pt x="1341856" y="181762"/>
                  </a:lnTo>
                  <a:lnTo>
                    <a:pt x="1351940" y="195021"/>
                  </a:lnTo>
                  <a:lnTo>
                    <a:pt x="1379296" y="174218"/>
                  </a:lnTo>
                  <a:lnTo>
                    <a:pt x="1399311" y="200634"/>
                  </a:lnTo>
                  <a:lnTo>
                    <a:pt x="1412595" y="190576"/>
                  </a:lnTo>
                  <a:close/>
                </a:path>
                <a:path w="1659890" h="3907154">
                  <a:moveTo>
                    <a:pt x="1565656" y="150317"/>
                  </a:moveTo>
                  <a:lnTo>
                    <a:pt x="1548993" y="150317"/>
                  </a:lnTo>
                  <a:lnTo>
                    <a:pt x="1548993" y="166662"/>
                  </a:lnTo>
                  <a:lnTo>
                    <a:pt x="1547368" y="174675"/>
                  </a:lnTo>
                  <a:lnTo>
                    <a:pt x="1542948" y="181229"/>
                  </a:lnTo>
                  <a:lnTo>
                    <a:pt x="1536407" y="185635"/>
                  </a:lnTo>
                  <a:lnTo>
                    <a:pt x="1528394" y="187274"/>
                  </a:lnTo>
                  <a:lnTo>
                    <a:pt x="1452880" y="187274"/>
                  </a:lnTo>
                  <a:lnTo>
                    <a:pt x="1452880" y="203936"/>
                  </a:lnTo>
                  <a:lnTo>
                    <a:pt x="1528394" y="203936"/>
                  </a:lnTo>
                  <a:lnTo>
                    <a:pt x="1542897" y="201002"/>
                  </a:lnTo>
                  <a:lnTo>
                    <a:pt x="1554746" y="193014"/>
                  </a:lnTo>
                  <a:lnTo>
                    <a:pt x="1562735" y="181165"/>
                  </a:lnTo>
                  <a:lnTo>
                    <a:pt x="1565656" y="166662"/>
                  </a:lnTo>
                  <a:lnTo>
                    <a:pt x="1565656" y="150317"/>
                  </a:lnTo>
                  <a:close/>
                </a:path>
                <a:path w="1659890" h="3907154">
                  <a:moveTo>
                    <a:pt x="1604848" y="47536"/>
                  </a:moveTo>
                  <a:lnTo>
                    <a:pt x="1601114" y="29032"/>
                  </a:lnTo>
                  <a:lnTo>
                    <a:pt x="1592783" y="16675"/>
                  </a:lnTo>
                  <a:lnTo>
                    <a:pt x="1590929" y="13931"/>
                  </a:lnTo>
                  <a:lnTo>
                    <a:pt x="1588185" y="12090"/>
                  </a:lnTo>
                  <a:lnTo>
                    <a:pt x="1588185" y="47536"/>
                  </a:lnTo>
                  <a:lnTo>
                    <a:pt x="1585747" y="59537"/>
                  </a:lnTo>
                  <a:lnTo>
                    <a:pt x="1579143" y="69342"/>
                  </a:lnTo>
                  <a:lnTo>
                    <a:pt x="1569339" y="75946"/>
                  </a:lnTo>
                  <a:lnTo>
                    <a:pt x="1557324" y="78384"/>
                  </a:lnTo>
                  <a:lnTo>
                    <a:pt x="1545323" y="75946"/>
                  </a:lnTo>
                  <a:lnTo>
                    <a:pt x="1535518" y="69342"/>
                  </a:lnTo>
                  <a:lnTo>
                    <a:pt x="1528914" y="59537"/>
                  </a:lnTo>
                  <a:lnTo>
                    <a:pt x="1526463" y="47536"/>
                  </a:lnTo>
                  <a:lnTo>
                    <a:pt x="1528914" y="35521"/>
                  </a:lnTo>
                  <a:lnTo>
                    <a:pt x="1535518" y="25730"/>
                  </a:lnTo>
                  <a:lnTo>
                    <a:pt x="1545323" y="19113"/>
                  </a:lnTo>
                  <a:lnTo>
                    <a:pt x="1557324" y="16675"/>
                  </a:lnTo>
                  <a:lnTo>
                    <a:pt x="1569339" y="19113"/>
                  </a:lnTo>
                  <a:lnTo>
                    <a:pt x="1579143" y="25730"/>
                  </a:lnTo>
                  <a:lnTo>
                    <a:pt x="1585747" y="35521"/>
                  </a:lnTo>
                  <a:lnTo>
                    <a:pt x="1588185" y="47536"/>
                  </a:lnTo>
                  <a:lnTo>
                    <a:pt x="1588185" y="12090"/>
                  </a:lnTo>
                  <a:lnTo>
                    <a:pt x="1575828" y="3746"/>
                  </a:lnTo>
                  <a:lnTo>
                    <a:pt x="1557324" y="0"/>
                  </a:lnTo>
                  <a:lnTo>
                    <a:pt x="1538833" y="3746"/>
                  </a:lnTo>
                  <a:lnTo>
                    <a:pt x="1523720" y="13931"/>
                  </a:lnTo>
                  <a:lnTo>
                    <a:pt x="1513535" y="29032"/>
                  </a:lnTo>
                  <a:lnTo>
                    <a:pt x="1509801" y="47536"/>
                  </a:lnTo>
                  <a:lnTo>
                    <a:pt x="1513535" y="66027"/>
                  </a:lnTo>
                  <a:lnTo>
                    <a:pt x="1523720" y="81140"/>
                  </a:lnTo>
                  <a:lnTo>
                    <a:pt x="1538833" y="91325"/>
                  </a:lnTo>
                  <a:lnTo>
                    <a:pt x="1557324" y="95059"/>
                  </a:lnTo>
                  <a:lnTo>
                    <a:pt x="1575828" y="91325"/>
                  </a:lnTo>
                  <a:lnTo>
                    <a:pt x="1590929" y="81140"/>
                  </a:lnTo>
                  <a:lnTo>
                    <a:pt x="1592783" y="78384"/>
                  </a:lnTo>
                  <a:lnTo>
                    <a:pt x="1601114" y="66027"/>
                  </a:lnTo>
                  <a:lnTo>
                    <a:pt x="1604848" y="47536"/>
                  </a:lnTo>
                  <a:close/>
                </a:path>
                <a:path w="1659890" h="3907154">
                  <a:moveTo>
                    <a:pt x="1659686" y="669747"/>
                  </a:moveTo>
                  <a:lnTo>
                    <a:pt x="1624215" y="669747"/>
                  </a:lnTo>
                  <a:lnTo>
                    <a:pt x="1624215" y="445668"/>
                  </a:lnTo>
                  <a:lnTo>
                    <a:pt x="1624215" y="427888"/>
                  </a:lnTo>
                  <a:lnTo>
                    <a:pt x="1607540" y="427888"/>
                  </a:lnTo>
                  <a:lnTo>
                    <a:pt x="1607540" y="445668"/>
                  </a:lnTo>
                  <a:lnTo>
                    <a:pt x="1607540" y="488391"/>
                  </a:lnTo>
                  <a:lnTo>
                    <a:pt x="1607540" y="669747"/>
                  </a:lnTo>
                  <a:lnTo>
                    <a:pt x="1476870" y="669747"/>
                  </a:lnTo>
                  <a:lnTo>
                    <a:pt x="1476870" y="625043"/>
                  </a:lnTo>
                  <a:lnTo>
                    <a:pt x="1607540" y="625043"/>
                  </a:lnTo>
                  <a:lnTo>
                    <a:pt x="1607540" y="608380"/>
                  </a:lnTo>
                  <a:lnTo>
                    <a:pt x="1476870" y="608380"/>
                  </a:lnTo>
                  <a:lnTo>
                    <a:pt x="1476870" y="565048"/>
                  </a:lnTo>
                  <a:lnTo>
                    <a:pt x="1607540" y="565048"/>
                  </a:lnTo>
                  <a:lnTo>
                    <a:pt x="1607540" y="548373"/>
                  </a:lnTo>
                  <a:lnTo>
                    <a:pt x="1476870" y="548373"/>
                  </a:lnTo>
                  <a:lnTo>
                    <a:pt x="1476870" y="505040"/>
                  </a:lnTo>
                  <a:lnTo>
                    <a:pt x="1607540" y="505040"/>
                  </a:lnTo>
                  <a:lnTo>
                    <a:pt x="1607540" y="488391"/>
                  </a:lnTo>
                  <a:lnTo>
                    <a:pt x="1476870" y="488391"/>
                  </a:lnTo>
                  <a:lnTo>
                    <a:pt x="1476870" y="445668"/>
                  </a:lnTo>
                  <a:lnTo>
                    <a:pt x="1607540" y="445668"/>
                  </a:lnTo>
                  <a:lnTo>
                    <a:pt x="1607540" y="427888"/>
                  </a:lnTo>
                  <a:lnTo>
                    <a:pt x="1593697" y="427888"/>
                  </a:lnTo>
                  <a:lnTo>
                    <a:pt x="1593697" y="399453"/>
                  </a:lnTo>
                  <a:lnTo>
                    <a:pt x="1593697" y="391121"/>
                  </a:lnTo>
                  <a:lnTo>
                    <a:pt x="1593697" y="267474"/>
                  </a:lnTo>
                  <a:lnTo>
                    <a:pt x="1594510" y="265696"/>
                  </a:lnTo>
                  <a:lnTo>
                    <a:pt x="1598320" y="257352"/>
                  </a:lnTo>
                  <a:lnTo>
                    <a:pt x="1600669" y="252196"/>
                  </a:lnTo>
                  <a:lnTo>
                    <a:pt x="1606410" y="234022"/>
                  </a:lnTo>
                  <a:lnTo>
                    <a:pt x="1609902" y="215277"/>
                  </a:lnTo>
                  <a:lnTo>
                    <a:pt x="1611071" y="196164"/>
                  </a:lnTo>
                  <a:lnTo>
                    <a:pt x="1611071" y="155486"/>
                  </a:lnTo>
                  <a:lnTo>
                    <a:pt x="1606842" y="134569"/>
                  </a:lnTo>
                  <a:lnTo>
                    <a:pt x="1595945" y="118414"/>
                  </a:lnTo>
                  <a:lnTo>
                    <a:pt x="1595323" y="117487"/>
                  </a:lnTo>
                  <a:lnTo>
                    <a:pt x="1578241" y="105968"/>
                  </a:lnTo>
                  <a:lnTo>
                    <a:pt x="1557337" y="101739"/>
                  </a:lnTo>
                  <a:lnTo>
                    <a:pt x="1536407" y="105968"/>
                  </a:lnTo>
                  <a:lnTo>
                    <a:pt x="1519339" y="117487"/>
                  </a:lnTo>
                  <a:lnTo>
                    <a:pt x="1507820" y="134569"/>
                  </a:lnTo>
                  <a:lnTo>
                    <a:pt x="1503591" y="155486"/>
                  </a:lnTo>
                  <a:lnTo>
                    <a:pt x="1503591" y="174320"/>
                  </a:lnTo>
                  <a:lnTo>
                    <a:pt x="1520253" y="174320"/>
                  </a:lnTo>
                  <a:lnTo>
                    <a:pt x="1520253" y="155486"/>
                  </a:lnTo>
                  <a:lnTo>
                    <a:pt x="1523187" y="141058"/>
                  </a:lnTo>
                  <a:lnTo>
                    <a:pt x="1531137" y="129286"/>
                  </a:lnTo>
                  <a:lnTo>
                    <a:pt x="1542910" y="121335"/>
                  </a:lnTo>
                  <a:lnTo>
                    <a:pt x="1557337" y="118414"/>
                  </a:lnTo>
                  <a:lnTo>
                    <a:pt x="1571752" y="121335"/>
                  </a:lnTo>
                  <a:lnTo>
                    <a:pt x="1583537" y="129286"/>
                  </a:lnTo>
                  <a:lnTo>
                    <a:pt x="1591475" y="141058"/>
                  </a:lnTo>
                  <a:lnTo>
                    <a:pt x="1594396" y="155486"/>
                  </a:lnTo>
                  <a:lnTo>
                    <a:pt x="1594396" y="196164"/>
                  </a:lnTo>
                  <a:lnTo>
                    <a:pt x="1593354" y="213233"/>
                  </a:lnTo>
                  <a:lnTo>
                    <a:pt x="1590243" y="229971"/>
                  </a:lnTo>
                  <a:lnTo>
                    <a:pt x="1585112" y="246227"/>
                  </a:lnTo>
                  <a:lnTo>
                    <a:pt x="1580032" y="257352"/>
                  </a:lnTo>
                  <a:lnTo>
                    <a:pt x="1577035" y="257352"/>
                  </a:lnTo>
                  <a:lnTo>
                    <a:pt x="1577035" y="274015"/>
                  </a:lnTo>
                  <a:lnTo>
                    <a:pt x="1577035" y="391121"/>
                  </a:lnTo>
                  <a:lnTo>
                    <a:pt x="1577035" y="407797"/>
                  </a:lnTo>
                  <a:lnTo>
                    <a:pt x="1577035" y="427888"/>
                  </a:lnTo>
                  <a:lnTo>
                    <a:pt x="1515021" y="427888"/>
                  </a:lnTo>
                  <a:lnTo>
                    <a:pt x="1515516" y="425462"/>
                  </a:lnTo>
                  <a:lnTo>
                    <a:pt x="1521714" y="416280"/>
                  </a:lnTo>
                  <a:lnTo>
                    <a:pt x="1530908" y="410083"/>
                  </a:lnTo>
                  <a:lnTo>
                    <a:pt x="1542161" y="407797"/>
                  </a:lnTo>
                  <a:lnTo>
                    <a:pt x="1577035" y="407797"/>
                  </a:lnTo>
                  <a:lnTo>
                    <a:pt x="1577035" y="391121"/>
                  </a:lnTo>
                  <a:lnTo>
                    <a:pt x="1542161" y="391121"/>
                  </a:lnTo>
                  <a:lnTo>
                    <a:pt x="1537614" y="392049"/>
                  </a:lnTo>
                  <a:lnTo>
                    <a:pt x="1537614" y="274015"/>
                  </a:lnTo>
                  <a:lnTo>
                    <a:pt x="1577035" y="274015"/>
                  </a:lnTo>
                  <a:lnTo>
                    <a:pt x="1577035" y="257352"/>
                  </a:lnTo>
                  <a:lnTo>
                    <a:pt x="1534528" y="257352"/>
                  </a:lnTo>
                  <a:lnTo>
                    <a:pt x="1531531" y="251117"/>
                  </a:lnTo>
                  <a:lnTo>
                    <a:pt x="1527352" y="240106"/>
                  </a:lnTo>
                  <a:lnTo>
                    <a:pt x="1524127" y="228815"/>
                  </a:lnTo>
                  <a:lnTo>
                    <a:pt x="1521853" y="217271"/>
                  </a:lnTo>
                  <a:lnTo>
                    <a:pt x="1505381" y="219786"/>
                  </a:lnTo>
                  <a:lnTo>
                    <a:pt x="1507921" y="232702"/>
                  </a:lnTo>
                  <a:lnTo>
                    <a:pt x="1511541" y="245364"/>
                  </a:lnTo>
                  <a:lnTo>
                    <a:pt x="1516227" y="257683"/>
                  </a:lnTo>
                  <a:lnTo>
                    <a:pt x="1520964" y="267576"/>
                  </a:lnTo>
                  <a:lnTo>
                    <a:pt x="1520964" y="397052"/>
                  </a:lnTo>
                  <a:lnTo>
                    <a:pt x="1509928" y="404482"/>
                  </a:lnTo>
                  <a:lnTo>
                    <a:pt x="1500149" y="418973"/>
                  </a:lnTo>
                  <a:lnTo>
                    <a:pt x="1498346" y="427888"/>
                  </a:lnTo>
                  <a:lnTo>
                    <a:pt x="1460195" y="427888"/>
                  </a:lnTo>
                  <a:lnTo>
                    <a:pt x="1460195" y="445668"/>
                  </a:lnTo>
                  <a:lnTo>
                    <a:pt x="1460195" y="669747"/>
                  </a:lnTo>
                  <a:lnTo>
                    <a:pt x="1074851" y="669747"/>
                  </a:lnTo>
                  <a:lnTo>
                    <a:pt x="1074851" y="604558"/>
                  </a:lnTo>
                  <a:lnTo>
                    <a:pt x="1096264" y="604558"/>
                  </a:lnTo>
                  <a:lnTo>
                    <a:pt x="1096264" y="587908"/>
                  </a:lnTo>
                  <a:lnTo>
                    <a:pt x="1074851" y="587908"/>
                  </a:lnTo>
                  <a:lnTo>
                    <a:pt x="1074851" y="515327"/>
                  </a:lnTo>
                  <a:lnTo>
                    <a:pt x="1096264" y="515327"/>
                  </a:lnTo>
                  <a:lnTo>
                    <a:pt x="1096264" y="498665"/>
                  </a:lnTo>
                  <a:lnTo>
                    <a:pt x="1074851" y="498665"/>
                  </a:lnTo>
                  <a:lnTo>
                    <a:pt x="1074851" y="426085"/>
                  </a:lnTo>
                  <a:lnTo>
                    <a:pt x="1096264" y="426085"/>
                  </a:lnTo>
                  <a:lnTo>
                    <a:pt x="1096264" y="409435"/>
                  </a:lnTo>
                  <a:lnTo>
                    <a:pt x="1074851" y="409435"/>
                  </a:lnTo>
                  <a:lnTo>
                    <a:pt x="1074851" y="336854"/>
                  </a:lnTo>
                  <a:lnTo>
                    <a:pt x="1096264" y="336854"/>
                  </a:lnTo>
                  <a:lnTo>
                    <a:pt x="1096264" y="320192"/>
                  </a:lnTo>
                  <a:lnTo>
                    <a:pt x="1074851" y="320192"/>
                  </a:lnTo>
                  <a:lnTo>
                    <a:pt x="1074851" y="247611"/>
                  </a:lnTo>
                  <a:lnTo>
                    <a:pt x="1096264" y="247611"/>
                  </a:lnTo>
                  <a:lnTo>
                    <a:pt x="1096264" y="230962"/>
                  </a:lnTo>
                  <a:lnTo>
                    <a:pt x="1074851" y="230962"/>
                  </a:lnTo>
                  <a:lnTo>
                    <a:pt x="1074851" y="158381"/>
                  </a:lnTo>
                  <a:lnTo>
                    <a:pt x="1096264" y="158381"/>
                  </a:lnTo>
                  <a:lnTo>
                    <a:pt x="1096264" y="141719"/>
                  </a:lnTo>
                  <a:lnTo>
                    <a:pt x="1074851" y="141719"/>
                  </a:lnTo>
                  <a:lnTo>
                    <a:pt x="1074851" y="99517"/>
                  </a:lnTo>
                  <a:lnTo>
                    <a:pt x="1058189" y="99517"/>
                  </a:lnTo>
                  <a:lnTo>
                    <a:pt x="1058189" y="141719"/>
                  </a:lnTo>
                  <a:lnTo>
                    <a:pt x="1036777" y="141719"/>
                  </a:lnTo>
                  <a:lnTo>
                    <a:pt x="1036777" y="158381"/>
                  </a:lnTo>
                  <a:lnTo>
                    <a:pt x="1058189" y="158381"/>
                  </a:lnTo>
                  <a:lnTo>
                    <a:pt x="1058189" y="230962"/>
                  </a:lnTo>
                  <a:lnTo>
                    <a:pt x="1036777" y="230962"/>
                  </a:lnTo>
                  <a:lnTo>
                    <a:pt x="1036777" y="247611"/>
                  </a:lnTo>
                  <a:lnTo>
                    <a:pt x="1058189" y="247611"/>
                  </a:lnTo>
                  <a:lnTo>
                    <a:pt x="1058189" y="320192"/>
                  </a:lnTo>
                  <a:lnTo>
                    <a:pt x="1036777" y="320192"/>
                  </a:lnTo>
                  <a:lnTo>
                    <a:pt x="1036777" y="336854"/>
                  </a:lnTo>
                  <a:lnTo>
                    <a:pt x="1058189" y="336854"/>
                  </a:lnTo>
                  <a:lnTo>
                    <a:pt x="1058189" y="409435"/>
                  </a:lnTo>
                  <a:lnTo>
                    <a:pt x="1036777" y="409435"/>
                  </a:lnTo>
                  <a:lnTo>
                    <a:pt x="1036777" y="426085"/>
                  </a:lnTo>
                  <a:lnTo>
                    <a:pt x="1058189" y="426085"/>
                  </a:lnTo>
                  <a:lnTo>
                    <a:pt x="1058189" y="498665"/>
                  </a:lnTo>
                  <a:lnTo>
                    <a:pt x="1036777" y="498665"/>
                  </a:lnTo>
                  <a:lnTo>
                    <a:pt x="1036777" y="515327"/>
                  </a:lnTo>
                  <a:lnTo>
                    <a:pt x="1058189" y="515327"/>
                  </a:lnTo>
                  <a:lnTo>
                    <a:pt x="1058189" y="587908"/>
                  </a:lnTo>
                  <a:lnTo>
                    <a:pt x="1036777" y="587908"/>
                  </a:lnTo>
                  <a:lnTo>
                    <a:pt x="1036777" y="604558"/>
                  </a:lnTo>
                  <a:lnTo>
                    <a:pt x="1058189" y="604558"/>
                  </a:lnTo>
                  <a:lnTo>
                    <a:pt x="1058189" y="669747"/>
                  </a:lnTo>
                  <a:lnTo>
                    <a:pt x="1058189" y="686257"/>
                  </a:lnTo>
                  <a:lnTo>
                    <a:pt x="1659686" y="686257"/>
                  </a:lnTo>
                  <a:lnTo>
                    <a:pt x="1659686" y="669747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67">
              <a:extLst>
                <a:ext uri="{FF2B5EF4-FFF2-40B4-BE49-F238E27FC236}">
                  <a16:creationId xmlns:a16="http://schemas.microsoft.com/office/drawing/2014/main" id="{27F63A93-60CC-22E0-1DD6-B92333BC5235}"/>
                </a:ext>
              </a:extLst>
            </p:cNvPr>
            <p:cNvSpPr/>
            <p:nvPr/>
          </p:nvSpPr>
          <p:spPr>
            <a:xfrm>
              <a:off x="15454060" y="4590319"/>
              <a:ext cx="243840" cy="332105"/>
            </a:xfrm>
            <a:custGeom>
              <a:avLst/>
              <a:gdLst/>
              <a:ahLst/>
              <a:cxnLst/>
              <a:rect l="l" t="t" r="r" b="b"/>
              <a:pathLst>
                <a:path w="243840" h="332104">
                  <a:moveTo>
                    <a:pt x="243437" y="0"/>
                  </a:moveTo>
                  <a:lnTo>
                    <a:pt x="216778" y="0"/>
                  </a:lnTo>
                  <a:lnTo>
                    <a:pt x="191240" y="122436"/>
                  </a:lnTo>
                  <a:lnTo>
                    <a:pt x="117179" y="122436"/>
                  </a:lnTo>
                  <a:lnTo>
                    <a:pt x="74290" y="302137"/>
                  </a:lnTo>
                  <a:lnTo>
                    <a:pt x="9821" y="302137"/>
                  </a:lnTo>
                  <a:lnTo>
                    <a:pt x="0" y="331895"/>
                  </a:lnTo>
                  <a:lnTo>
                    <a:pt x="103473" y="331895"/>
                  </a:lnTo>
                  <a:lnTo>
                    <a:pt x="146362" y="149534"/>
                  </a:lnTo>
                  <a:lnTo>
                    <a:pt x="210925" y="149534"/>
                  </a:lnTo>
                  <a:lnTo>
                    <a:pt x="24343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68">
              <a:extLst>
                <a:ext uri="{FF2B5EF4-FFF2-40B4-BE49-F238E27FC236}">
                  <a16:creationId xmlns:a16="http://schemas.microsoft.com/office/drawing/2014/main" id="{19E61CD1-3FAF-A378-9C7A-D7B931C3DD9A}"/>
                </a:ext>
              </a:extLst>
            </p:cNvPr>
            <p:cNvSpPr/>
            <p:nvPr/>
          </p:nvSpPr>
          <p:spPr>
            <a:xfrm>
              <a:off x="14463878" y="4019238"/>
              <a:ext cx="728345" cy="347980"/>
            </a:xfrm>
            <a:custGeom>
              <a:avLst/>
              <a:gdLst/>
              <a:ahLst/>
              <a:cxnLst/>
              <a:rect l="l" t="t" r="r" b="b"/>
              <a:pathLst>
                <a:path w="728344" h="347979">
                  <a:moveTo>
                    <a:pt x="506476" y="330746"/>
                  </a:moveTo>
                  <a:lnTo>
                    <a:pt x="220167" y="330746"/>
                  </a:lnTo>
                  <a:lnTo>
                    <a:pt x="220167" y="347395"/>
                  </a:lnTo>
                  <a:lnTo>
                    <a:pt x="506476" y="347395"/>
                  </a:lnTo>
                  <a:lnTo>
                    <a:pt x="506476" y="330746"/>
                  </a:lnTo>
                  <a:close/>
                </a:path>
                <a:path w="728344" h="347979">
                  <a:moveTo>
                    <a:pt x="727925" y="47256"/>
                  </a:moveTo>
                  <a:lnTo>
                    <a:pt x="724217" y="28854"/>
                  </a:lnTo>
                  <a:lnTo>
                    <a:pt x="714082" y="13843"/>
                  </a:lnTo>
                  <a:lnTo>
                    <a:pt x="699071" y="3721"/>
                  </a:lnTo>
                  <a:lnTo>
                    <a:pt x="680669" y="0"/>
                  </a:lnTo>
                  <a:lnTo>
                    <a:pt x="47269" y="0"/>
                  </a:lnTo>
                  <a:lnTo>
                    <a:pt x="28879" y="3721"/>
                  </a:lnTo>
                  <a:lnTo>
                    <a:pt x="13855" y="13843"/>
                  </a:lnTo>
                  <a:lnTo>
                    <a:pt x="3721" y="28854"/>
                  </a:lnTo>
                  <a:lnTo>
                    <a:pt x="0" y="47256"/>
                  </a:lnTo>
                  <a:lnTo>
                    <a:pt x="0" y="220091"/>
                  </a:lnTo>
                  <a:lnTo>
                    <a:pt x="16675" y="220091"/>
                  </a:lnTo>
                  <a:lnTo>
                    <a:pt x="16675" y="47256"/>
                  </a:lnTo>
                  <a:lnTo>
                    <a:pt x="19088" y="35356"/>
                  </a:lnTo>
                  <a:lnTo>
                    <a:pt x="25641" y="25641"/>
                  </a:lnTo>
                  <a:lnTo>
                    <a:pt x="35369" y="19075"/>
                  </a:lnTo>
                  <a:lnTo>
                    <a:pt x="47269" y="16662"/>
                  </a:lnTo>
                  <a:lnTo>
                    <a:pt x="680669" y="16662"/>
                  </a:lnTo>
                  <a:lnTo>
                    <a:pt x="692581" y="19075"/>
                  </a:lnTo>
                  <a:lnTo>
                    <a:pt x="702297" y="25641"/>
                  </a:lnTo>
                  <a:lnTo>
                    <a:pt x="708850" y="35356"/>
                  </a:lnTo>
                  <a:lnTo>
                    <a:pt x="711276" y="47256"/>
                  </a:lnTo>
                  <a:lnTo>
                    <a:pt x="711276" y="220091"/>
                  </a:lnTo>
                  <a:lnTo>
                    <a:pt x="727925" y="220091"/>
                  </a:lnTo>
                  <a:lnTo>
                    <a:pt x="727925" y="47256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69">
              <a:extLst>
                <a:ext uri="{FF2B5EF4-FFF2-40B4-BE49-F238E27FC236}">
                  <a16:creationId xmlns:a16="http://schemas.microsoft.com/office/drawing/2014/main" id="{BBE9BC07-158D-27C0-3F74-AFADE5520FB3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998941" y="4197710"/>
              <a:ext cx="199768" cy="375726"/>
            </a:xfrm>
            <a:prstGeom prst="rect">
              <a:avLst/>
            </a:prstGeom>
          </p:spPr>
        </p:pic>
        <p:pic>
          <p:nvPicPr>
            <p:cNvPr id="195" name="object 70">
              <a:extLst>
                <a:ext uri="{FF2B5EF4-FFF2-40B4-BE49-F238E27FC236}">
                  <a16:creationId xmlns:a16="http://schemas.microsoft.com/office/drawing/2014/main" id="{23FE2147-FA16-4FEF-3912-9CC46BCAA8D5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456998" y="4197710"/>
              <a:ext cx="199853" cy="375726"/>
            </a:xfrm>
            <a:prstGeom prst="rect">
              <a:avLst/>
            </a:prstGeom>
          </p:spPr>
        </p:pic>
        <p:sp>
          <p:nvSpPr>
            <p:cNvPr id="196" name="object 71">
              <a:extLst>
                <a:ext uri="{FF2B5EF4-FFF2-40B4-BE49-F238E27FC236}">
                  <a16:creationId xmlns:a16="http://schemas.microsoft.com/office/drawing/2014/main" id="{9481A91F-E85C-CB71-43E9-5BA9451E3FFD}"/>
                </a:ext>
              </a:extLst>
            </p:cNvPr>
            <p:cNvSpPr/>
            <p:nvPr/>
          </p:nvSpPr>
          <p:spPr>
            <a:xfrm>
              <a:off x="14623761" y="3854011"/>
              <a:ext cx="384810" cy="173990"/>
            </a:xfrm>
            <a:custGeom>
              <a:avLst/>
              <a:gdLst/>
              <a:ahLst/>
              <a:cxnLst/>
              <a:rect l="l" t="t" r="r" b="b"/>
              <a:pathLst>
                <a:path w="384809" h="173989">
                  <a:moveTo>
                    <a:pt x="16659" y="0"/>
                  </a:moveTo>
                  <a:lnTo>
                    <a:pt x="0" y="0"/>
                  </a:lnTo>
                  <a:lnTo>
                    <a:pt x="4785" y="23708"/>
                  </a:lnTo>
                  <a:lnTo>
                    <a:pt x="17837" y="43066"/>
                  </a:lnTo>
                  <a:lnTo>
                    <a:pt x="37194" y="56118"/>
                  </a:lnTo>
                  <a:lnTo>
                    <a:pt x="60898" y="60909"/>
                  </a:lnTo>
                  <a:lnTo>
                    <a:pt x="338984" y="60909"/>
                  </a:lnTo>
                  <a:lnTo>
                    <a:pt x="350278" y="63203"/>
                  </a:lnTo>
                  <a:lnTo>
                    <a:pt x="359496" y="69421"/>
                  </a:lnTo>
                  <a:lnTo>
                    <a:pt x="365715" y="78640"/>
                  </a:lnTo>
                  <a:lnTo>
                    <a:pt x="368009" y="89934"/>
                  </a:lnTo>
                  <a:lnTo>
                    <a:pt x="365715" y="101223"/>
                  </a:lnTo>
                  <a:lnTo>
                    <a:pt x="359496" y="110441"/>
                  </a:lnTo>
                  <a:lnTo>
                    <a:pt x="350278" y="116659"/>
                  </a:lnTo>
                  <a:lnTo>
                    <a:pt x="338984" y="118949"/>
                  </a:lnTo>
                  <a:lnTo>
                    <a:pt x="249709" y="118949"/>
                  </a:lnTo>
                  <a:lnTo>
                    <a:pt x="228457" y="123245"/>
                  </a:lnTo>
                  <a:lnTo>
                    <a:pt x="211103" y="134947"/>
                  </a:lnTo>
                  <a:lnTo>
                    <a:pt x="199404" y="152302"/>
                  </a:lnTo>
                  <a:lnTo>
                    <a:pt x="195114" y="173554"/>
                  </a:lnTo>
                  <a:lnTo>
                    <a:pt x="211773" y="173554"/>
                  </a:lnTo>
                  <a:lnTo>
                    <a:pt x="214772" y="158792"/>
                  </a:lnTo>
                  <a:lnTo>
                    <a:pt x="222900" y="146741"/>
                  </a:lnTo>
                  <a:lnTo>
                    <a:pt x="234948" y="138613"/>
                  </a:lnTo>
                  <a:lnTo>
                    <a:pt x="249709" y="135618"/>
                  </a:lnTo>
                  <a:lnTo>
                    <a:pt x="338984" y="135618"/>
                  </a:lnTo>
                  <a:lnTo>
                    <a:pt x="356768" y="132024"/>
                  </a:lnTo>
                  <a:lnTo>
                    <a:pt x="371289" y="122235"/>
                  </a:lnTo>
                  <a:lnTo>
                    <a:pt x="381079" y="107717"/>
                  </a:lnTo>
                  <a:lnTo>
                    <a:pt x="384668" y="89934"/>
                  </a:lnTo>
                  <a:lnTo>
                    <a:pt x="381079" y="72145"/>
                  </a:lnTo>
                  <a:lnTo>
                    <a:pt x="371289" y="57623"/>
                  </a:lnTo>
                  <a:lnTo>
                    <a:pt x="356768" y="47833"/>
                  </a:lnTo>
                  <a:lnTo>
                    <a:pt x="338984" y="44239"/>
                  </a:lnTo>
                  <a:lnTo>
                    <a:pt x="60898" y="44239"/>
                  </a:lnTo>
                  <a:lnTo>
                    <a:pt x="43686" y="40744"/>
                  </a:lnTo>
                  <a:lnTo>
                    <a:pt x="29633" y="31264"/>
                  </a:lnTo>
                  <a:lnTo>
                    <a:pt x="20154" y="17212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72">
              <a:extLst>
                <a:ext uri="{FF2B5EF4-FFF2-40B4-BE49-F238E27FC236}">
                  <a16:creationId xmlns:a16="http://schemas.microsoft.com/office/drawing/2014/main" id="{EA75C7F1-86D4-C5FB-FEB6-33DF77364399}"/>
                </a:ext>
              </a:extLst>
            </p:cNvPr>
            <p:cNvSpPr/>
            <p:nvPr/>
          </p:nvSpPr>
          <p:spPr>
            <a:xfrm>
              <a:off x="14530783" y="4099351"/>
              <a:ext cx="594360" cy="0"/>
            </a:xfrm>
            <a:custGeom>
              <a:avLst/>
              <a:gdLst/>
              <a:ahLst/>
              <a:cxnLst/>
              <a:rect l="l" t="t" r="r" b="b"/>
              <a:pathLst>
                <a:path w="594359">
                  <a:moveTo>
                    <a:pt x="0" y="0"/>
                  </a:moveTo>
                  <a:lnTo>
                    <a:pt x="594138" y="0"/>
                  </a:lnTo>
                </a:path>
              </a:pathLst>
            </a:custGeom>
            <a:ln w="40585">
              <a:solidFill>
                <a:srgbClr val="1C184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73">
              <a:extLst>
                <a:ext uri="{FF2B5EF4-FFF2-40B4-BE49-F238E27FC236}">
                  <a16:creationId xmlns:a16="http://schemas.microsoft.com/office/drawing/2014/main" id="{ADEBDF86-C108-E283-7C19-73E2C46004A3}"/>
                </a:ext>
              </a:extLst>
            </p:cNvPr>
            <p:cNvSpPr/>
            <p:nvPr/>
          </p:nvSpPr>
          <p:spPr>
            <a:xfrm>
              <a:off x="14715300" y="4173149"/>
              <a:ext cx="225425" cy="40640"/>
            </a:xfrm>
            <a:custGeom>
              <a:avLst/>
              <a:gdLst/>
              <a:ahLst/>
              <a:cxnLst/>
              <a:rect l="l" t="t" r="r" b="b"/>
              <a:pathLst>
                <a:path w="225425" h="40639">
                  <a:moveTo>
                    <a:pt x="40576" y="0"/>
                  </a:moveTo>
                  <a:lnTo>
                    <a:pt x="0" y="0"/>
                  </a:lnTo>
                  <a:lnTo>
                    <a:pt x="0" y="40576"/>
                  </a:lnTo>
                  <a:lnTo>
                    <a:pt x="40576" y="40576"/>
                  </a:lnTo>
                  <a:lnTo>
                    <a:pt x="40576" y="0"/>
                  </a:lnTo>
                  <a:close/>
                </a:path>
                <a:path w="225425" h="40639">
                  <a:moveTo>
                    <a:pt x="132842" y="0"/>
                  </a:moveTo>
                  <a:lnTo>
                    <a:pt x="92252" y="0"/>
                  </a:lnTo>
                  <a:lnTo>
                    <a:pt x="92252" y="40576"/>
                  </a:lnTo>
                  <a:lnTo>
                    <a:pt x="132842" y="40576"/>
                  </a:lnTo>
                  <a:lnTo>
                    <a:pt x="132842" y="0"/>
                  </a:lnTo>
                  <a:close/>
                </a:path>
                <a:path w="225425" h="40639">
                  <a:moveTo>
                    <a:pt x="225094" y="0"/>
                  </a:moveTo>
                  <a:lnTo>
                    <a:pt x="184518" y="0"/>
                  </a:lnTo>
                  <a:lnTo>
                    <a:pt x="184518" y="40576"/>
                  </a:lnTo>
                  <a:lnTo>
                    <a:pt x="225094" y="40576"/>
                  </a:lnTo>
                  <a:lnTo>
                    <a:pt x="225094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74">
              <a:extLst>
                <a:ext uri="{FF2B5EF4-FFF2-40B4-BE49-F238E27FC236}">
                  <a16:creationId xmlns:a16="http://schemas.microsoft.com/office/drawing/2014/main" id="{702ACD71-ABF5-589F-7689-82FEB2DFA3AD}"/>
                </a:ext>
              </a:extLst>
            </p:cNvPr>
            <p:cNvSpPr/>
            <p:nvPr/>
          </p:nvSpPr>
          <p:spPr>
            <a:xfrm>
              <a:off x="14692707" y="6838549"/>
              <a:ext cx="154940" cy="595630"/>
            </a:xfrm>
            <a:custGeom>
              <a:avLst/>
              <a:gdLst/>
              <a:ahLst/>
              <a:cxnLst/>
              <a:rect l="l" t="t" r="r" b="b"/>
              <a:pathLst>
                <a:path w="154940" h="595629">
                  <a:moveTo>
                    <a:pt x="154635" y="571"/>
                  </a:moveTo>
                  <a:lnTo>
                    <a:pt x="146304" y="571"/>
                  </a:lnTo>
                  <a:lnTo>
                    <a:pt x="146304" y="0"/>
                  </a:lnTo>
                  <a:lnTo>
                    <a:pt x="137972" y="0"/>
                  </a:lnTo>
                  <a:lnTo>
                    <a:pt x="137972" y="17780"/>
                  </a:lnTo>
                  <a:lnTo>
                    <a:pt x="137972" y="579120"/>
                  </a:lnTo>
                  <a:lnTo>
                    <a:pt x="16649" y="579120"/>
                  </a:lnTo>
                  <a:lnTo>
                    <a:pt x="16649" y="17780"/>
                  </a:lnTo>
                  <a:lnTo>
                    <a:pt x="137972" y="17780"/>
                  </a:lnTo>
                  <a:lnTo>
                    <a:pt x="13797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79120"/>
                  </a:lnTo>
                  <a:lnTo>
                    <a:pt x="0" y="595630"/>
                  </a:lnTo>
                  <a:lnTo>
                    <a:pt x="154635" y="595630"/>
                  </a:lnTo>
                  <a:lnTo>
                    <a:pt x="154635" y="579120"/>
                  </a:lnTo>
                  <a:lnTo>
                    <a:pt x="154635" y="17780"/>
                  </a:lnTo>
                  <a:lnTo>
                    <a:pt x="146304" y="17780"/>
                  </a:lnTo>
                  <a:lnTo>
                    <a:pt x="146304" y="17233"/>
                  </a:lnTo>
                  <a:lnTo>
                    <a:pt x="154635" y="17233"/>
                  </a:lnTo>
                  <a:lnTo>
                    <a:pt x="154635" y="571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75">
              <a:extLst>
                <a:ext uri="{FF2B5EF4-FFF2-40B4-BE49-F238E27FC236}">
                  <a16:creationId xmlns:a16="http://schemas.microsoft.com/office/drawing/2014/main" id="{9EDB5061-24B6-A4F2-E202-BF15D143366C}"/>
                </a:ext>
              </a:extLst>
            </p:cNvPr>
            <p:cNvSpPr/>
            <p:nvPr/>
          </p:nvSpPr>
          <p:spPr>
            <a:xfrm>
              <a:off x="14812531" y="6855770"/>
              <a:ext cx="17145" cy="554355"/>
            </a:xfrm>
            <a:custGeom>
              <a:avLst/>
              <a:gdLst/>
              <a:ahLst/>
              <a:cxnLst/>
              <a:rect l="l" t="t" r="r" b="b"/>
              <a:pathLst>
                <a:path w="17144" h="554354">
                  <a:moveTo>
                    <a:pt x="16649" y="478002"/>
                  </a:moveTo>
                  <a:lnTo>
                    <a:pt x="0" y="478002"/>
                  </a:lnTo>
                  <a:lnTo>
                    <a:pt x="0" y="554240"/>
                  </a:lnTo>
                  <a:lnTo>
                    <a:pt x="16649" y="554240"/>
                  </a:lnTo>
                  <a:lnTo>
                    <a:pt x="16649" y="478002"/>
                  </a:lnTo>
                  <a:close/>
                </a:path>
                <a:path w="17144" h="554354">
                  <a:moveTo>
                    <a:pt x="16649" y="127584"/>
                  </a:moveTo>
                  <a:lnTo>
                    <a:pt x="0" y="127584"/>
                  </a:lnTo>
                  <a:lnTo>
                    <a:pt x="0" y="434505"/>
                  </a:lnTo>
                  <a:lnTo>
                    <a:pt x="16649" y="434505"/>
                  </a:lnTo>
                  <a:lnTo>
                    <a:pt x="16649" y="127584"/>
                  </a:lnTo>
                  <a:close/>
                </a:path>
                <a:path w="17144" h="554354">
                  <a:moveTo>
                    <a:pt x="1664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16649" y="84086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76">
              <a:extLst>
                <a:ext uri="{FF2B5EF4-FFF2-40B4-BE49-F238E27FC236}">
                  <a16:creationId xmlns:a16="http://schemas.microsoft.com/office/drawing/2014/main" id="{CF644ABE-F8C2-19C1-EBDB-F713DE28F596}"/>
                </a:ext>
              </a:extLst>
            </p:cNvPr>
            <p:cNvSpPr/>
            <p:nvPr/>
          </p:nvSpPr>
          <p:spPr>
            <a:xfrm>
              <a:off x="14709369" y="7410011"/>
              <a:ext cx="120014" cy="7620"/>
            </a:xfrm>
            <a:custGeom>
              <a:avLst/>
              <a:gdLst/>
              <a:ahLst/>
              <a:cxnLst/>
              <a:rect l="l" t="t" r="r" b="b"/>
              <a:pathLst>
                <a:path w="120015" h="7620">
                  <a:moveTo>
                    <a:pt x="119811" y="0"/>
                  </a:moveTo>
                  <a:lnTo>
                    <a:pt x="103149" y="0"/>
                  </a:lnTo>
                  <a:lnTo>
                    <a:pt x="103149" y="254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119811" y="7620"/>
                  </a:lnTo>
                  <a:lnTo>
                    <a:pt x="119811" y="2540"/>
                  </a:lnTo>
                  <a:lnTo>
                    <a:pt x="119811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77">
              <a:extLst>
                <a:ext uri="{FF2B5EF4-FFF2-40B4-BE49-F238E27FC236}">
                  <a16:creationId xmlns:a16="http://schemas.microsoft.com/office/drawing/2014/main" id="{4AD3E300-5D4B-E456-9786-D1F65E43FE3F}"/>
                </a:ext>
              </a:extLst>
            </p:cNvPr>
            <p:cNvSpPr/>
            <p:nvPr/>
          </p:nvSpPr>
          <p:spPr>
            <a:xfrm>
              <a:off x="14812531" y="6956520"/>
              <a:ext cx="17145" cy="360680"/>
            </a:xfrm>
            <a:custGeom>
              <a:avLst/>
              <a:gdLst/>
              <a:ahLst/>
              <a:cxnLst/>
              <a:rect l="l" t="t" r="r" b="b"/>
              <a:pathLst>
                <a:path w="17144" h="360679">
                  <a:moveTo>
                    <a:pt x="16649" y="350431"/>
                  </a:moveTo>
                  <a:lnTo>
                    <a:pt x="0" y="350431"/>
                  </a:lnTo>
                  <a:lnTo>
                    <a:pt x="0" y="360591"/>
                  </a:lnTo>
                  <a:lnTo>
                    <a:pt x="16649" y="360591"/>
                  </a:lnTo>
                  <a:lnTo>
                    <a:pt x="16649" y="350431"/>
                  </a:lnTo>
                  <a:close/>
                </a:path>
                <a:path w="17144" h="360679">
                  <a:moveTo>
                    <a:pt x="1664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6649" y="10160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78">
              <a:extLst>
                <a:ext uri="{FF2B5EF4-FFF2-40B4-BE49-F238E27FC236}">
                  <a16:creationId xmlns:a16="http://schemas.microsoft.com/office/drawing/2014/main" id="{88647685-6185-7E74-4900-50A01194E770}"/>
                </a:ext>
              </a:extLst>
            </p:cNvPr>
            <p:cNvSpPr/>
            <p:nvPr/>
          </p:nvSpPr>
          <p:spPr>
            <a:xfrm>
              <a:off x="14692712" y="6839109"/>
              <a:ext cx="154940" cy="595630"/>
            </a:xfrm>
            <a:custGeom>
              <a:avLst/>
              <a:gdLst/>
              <a:ahLst/>
              <a:cxnLst/>
              <a:rect l="l" t="t" r="r" b="b"/>
              <a:pathLst>
                <a:path w="154940" h="595629">
                  <a:moveTo>
                    <a:pt x="16659" y="573291"/>
                  </a:moveTo>
                  <a:lnTo>
                    <a:pt x="15831" y="573291"/>
                  </a:lnTo>
                  <a:lnTo>
                    <a:pt x="13737" y="581867"/>
                  </a:lnTo>
                  <a:lnTo>
                    <a:pt x="7821" y="588955"/>
                  </a:lnTo>
                  <a:lnTo>
                    <a:pt x="0" y="592641"/>
                  </a:lnTo>
                  <a:lnTo>
                    <a:pt x="0" y="595395"/>
                  </a:lnTo>
                  <a:lnTo>
                    <a:pt x="154634" y="595395"/>
                  </a:lnTo>
                  <a:lnTo>
                    <a:pt x="154634" y="578736"/>
                  </a:lnTo>
                  <a:lnTo>
                    <a:pt x="16659" y="578736"/>
                  </a:lnTo>
                  <a:lnTo>
                    <a:pt x="16659" y="573291"/>
                  </a:lnTo>
                  <a:close/>
                </a:path>
                <a:path w="154940" h="595629">
                  <a:moveTo>
                    <a:pt x="154634" y="494655"/>
                  </a:moveTo>
                  <a:lnTo>
                    <a:pt x="137974" y="494655"/>
                  </a:lnTo>
                  <a:lnTo>
                    <a:pt x="137974" y="578736"/>
                  </a:lnTo>
                  <a:lnTo>
                    <a:pt x="154634" y="578736"/>
                  </a:lnTo>
                  <a:lnTo>
                    <a:pt x="154634" y="494655"/>
                  </a:lnTo>
                  <a:close/>
                </a:path>
                <a:path w="154940" h="595629">
                  <a:moveTo>
                    <a:pt x="154634" y="144236"/>
                  </a:moveTo>
                  <a:lnTo>
                    <a:pt x="137974" y="144236"/>
                  </a:lnTo>
                  <a:lnTo>
                    <a:pt x="137974" y="451159"/>
                  </a:lnTo>
                  <a:lnTo>
                    <a:pt x="154634" y="451159"/>
                  </a:lnTo>
                  <a:lnTo>
                    <a:pt x="154634" y="144236"/>
                  </a:lnTo>
                  <a:close/>
                </a:path>
                <a:path w="154940" h="595629">
                  <a:moveTo>
                    <a:pt x="154634" y="0"/>
                  </a:moveTo>
                  <a:lnTo>
                    <a:pt x="119818" y="0"/>
                  </a:lnTo>
                  <a:lnTo>
                    <a:pt x="119818" y="16659"/>
                  </a:lnTo>
                  <a:lnTo>
                    <a:pt x="137974" y="16659"/>
                  </a:lnTo>
                  <a:lnTo>
                    <a:pt x="137974" y="100740"/>
                  </a:lnTo>
                  <a:lnTo>
                    <a:pt x="154634" y="100740"/>
                  </a:lnTo>
                  <a:lnTo>
                    <a:pt x="154634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79">
              <a:extLst>
                <a:ext uri="{FF2B5EF4-FFF2-40B4-BE49-F238E27FC236}">
                  <a16:creationId xmlns:a16="http://schemas.microsoft.com/office/drawing/2014/main" id="{429D8AA6-E768-86E6-9A70-9C16C86F16BB}"/>
                </a:ext>
              </a:extLst>
            </p:cNvPr>
            <p:cNvSpPr/>
            <p:nvPr/>
          </p:nvSpPr>
          <p:spPr>
            <a:xfrm>
              <a:off x="13994550" y="6884193"/>
              <a:ext cx="852805" cy="552450"/>
            </a:xfrm>
            <a:custGeom>
              <a:avLst/>
              <a:gdLst/>
              <a:ahLst/>
              <a:cxnLst/>
              <a:rect l="l" t="t" r="r" b="b"/>
              <a:pathLst>
                <a:path w="852805" h="552450">
                  <a:moveTo>
                    <a:pt x="318592" y="11163"/>
                  </a:moveTo>
                  <a:lnTo>
                    <a:pt x="310286" y="10426"/>
                  </a:lnTo>
                  <a:lnTo>
                    <a:pt x="302056" y="9715"/>
                  </a:lnTo>
                  <a:lnTo>
                    <a:pt x="293776" y="8966"/>
                  </a:lnTo>
                  <a:lnTo>
                    <a:pt x="292303" y="8839"/>
                  </a:lnTo>
                  <a:lnTo>
                    <a:pt x="292303" y="25577"/>
                  </a:lnTo>
                  <a:lnTo>
                    <a:pt x="283959" y="25577"/>
                  </a:lnTo>
                  <a:lnTo>
                    <a:pt x="239420" y="531507"/>
                  </a:lnTo>
                  <a:lnTo>
                    <a:pt x="213309" y="529209"/>
                  </a:lnTo>
                  <a:lnTo>
                    <a:pt x="178879" y="526173"/>
                  </a:lnTo>
                  <a:lnTo>
                    <a:pt x="223456" y="19519"/>
                  </a:lnTo>
                  <a:lnTo>
                    <a:pt x="292303" y="25577"/>
                  </a:lnTo>
                  <a:lnTo>
                    <a:pt x="292303" y="8839"/>
                  </a:lnTo>
                  <a:lnTo>
                    <a:pt x="208330" y="1447"/>
                  </a:lnTo>
                  <a:lnTo>
                    <a:pt x="191833" y="0"/>
                  </a:lnTo>
                  <a:lnTo>
                    <a:pt x="186194" y="64020"/>
                  </a:lnTo>
                  <a:lnTo>
                    <a:pt x="184708" y="63627"/>
                  </a:lnTo>
                  <a:lnTo>
                    <a:pt x="184708" y="80899"/>
                  </a:lnTo>
                  <a:lnTo>
                    <a:pt x="183934" y="89649"/>
                  </a:lnTo>
                  <a:lnTo>
                    <a:pt x="63068" y="531761"/>
                  </a:lnTo>
                  <a:lnTo>
                    <a:pt x="20472" y="520103"/>
                  </a:lnTo>
                  <a:lnTo>
                    <a:pt x="143624" y="69659"/>
                  </a:lnTo>
                  <a:lnTo>
                    <a:pt x="184708" y="80899"/>
                  </a:lnTo>
                  <a:lnTo>
                    <a:pt x="184708" y="63627"/>
                  </a:lnTo>
                  <a:lnTo>
                    <a:pt x="131953" y="49199"/>
                  </a:lnTo>
                  <a:lnTo>
                    <a:pt x="0" y="531787"/>
                  </a:lnTo>
                  <a:lnTo>
                    <a:pt x="74739" y="552221"/>
                  </a:lnTo>
                  <a:lnTo>
                    <a:pt x="80340" y="531761"/>
                  </a:lnTo>
                  <a:lnTo>
                    <a:pt x="175717" y="182905"/>
                  </a:lnTo>
                  <a:lnTo>
                    <a:pt x="144297" y="539864"/>
                  </a:lnTo>
                  <a:lnTo>
                    <a:pt x="214261" y="546023"/>
                  </a:lnTo>
                  <a:lnTo>
                    <a:pt x="254558" y="549567"/>
                  </a:lnTo>
                  <a:lnTo>
                    <a:pt x="271056" y="551014"/>
                  </a:lnTo>
                  <a:lnTo>
                    <a:pt x="272656" y="532955"/>
                  </a:lnTo>
                  <a:lnTo>
                    <a:pt x="317195" y="27038"/>
                  </a:lnTo>
                  <a:lnTo>
                    <a:pt x="308825" y="27038"/>
                  </a:lnTo>
                  <a:lnTo>
                    <a:pt x="300532" y="27038"/>
                  </a:lnTo>
                  <a:lnTo>
                    <a:pt x="300596" y="26301"/>
                  </a:lnTo>
                  <a:lnTo>
                    <a:pt x="308889" y="26301"/>
                  </a:lnTo>
                  <a:lnTo>
                    <a:pt x="317258" y="26301"/>
                  </a:lnTo>
                  <a:lnTo>
                    <a:pt x="318592" y="11163"/>
                  </a:lnTo>
                  <a:close/>
                </a:path>
                <a:path w="852805" h="552450">
                  <a:moveTo>
                    <a:pt x="852792" y="406082"/>
                  </a:moveTo>
                  <a:lnTo>
                    <a:pt x="844461" y="406082"/>
                  </a:lnTo>
                  <a:lnTo>
                    <a:pt x="844461" y="405523"/>
                  </a:lnTo>
                  <a:lnTo>
                    <a:pt x="836129" y="405523"/>
                  </a:lnTo>
                  <a:lnTo>
                    <a:pt x="836129" y="423303"/>
                  </a:lnTo>
                  <a:lnTo>
                    <a:pt x="836129" y="433463"/>
                  </a:lnTo>
                  <a:lnTo>
                    <a:pt x="714806" y="433463"/>
                  </a:lnTo>
                  <a:lnTo>
                    <a:pt x="714806" y="423303"/>
                  </a:lnTo>
                  <a:lnTo>
                    <a:pt x="836129" y="423303"/>
                  </a:lnTo>
                  <a:lnTo>
                    <a:pt x="836129" y="405523"/>
                  </a:lnTo>
                  <a:lnTo>
                    <a:pt x="698157" y="405523"/>
                  </a:lnTo>
                  <a:lnTo>
                    <a:pt x="698157" y="414413"/>
                  </a:lnTo>
                  <a:lnTo>
                    <a:pt x="698157" y="423303"/>
                  </a:lnTo>
                  <a:lnTo>
                    <a:pt x="698157" y="433463"/>
                  </a:lnTo>
                  <a:lnTo>
                    <a:pt x="698157" y="449973"/>
                  </a:lnTo>
                  <a:lnTo>
                    <a:pt x="852792" y="449973"/>
                  </a:lnTo>
                  <a:lnTo>
                    <a:pt x="852792" y="433463"/>
                  </a:lnTo>
                  <a:lnTo>
                    <a:pt x="852792" y="423303"/>
                  </a:lnTo>
                  <a:lnTo>
                    <a:pt x="844461" y="423303"/>
                  </a:lnTo>
                  <a:lnTo>
                    <a:pt x="844461" y="422744"/>
                  </a:lnTo>
                  <a:lnTo>
                    <a:pt x="852792" y="422744"/>
                  </a:lnTo>
                  <a:lnTo>
                    <a:pt x="852792" y="406082"/>
                  </a:lnTo>
                  <a:close/>
                </a:path>
                <a:path w="852805" h="552450">
                  <a:moveTo>
                    <a:pt x="852792" y="55270"/>
                  </a:moveTo>
                  <a:lnTo>
                    <a:pt x="836129" y="55270"/>
                  </a:lnTo>
                  <a:lnTo>
                    <a:pt x="836129" y="71780"/>
                  </a:lnTo>
                  <a:lnTo>
                    <a:pt x="836129" y="81940"/>
                  </a:lnTo>
                  <a:lnTo>
                    <a:pt x="714806" y="81940"/>
                  </a:lnTo>
                  <a:lnTo>
                    <a:pt x="714806" y="71780"/>
                  </a:lnTo>
                  <a:lnTo>
                    <a:pt x="836129" y="71780"/>
                  </a:lnTo>
                  <a:lnTo>
                    <a:pt x="836129" y="55270"/>
                  </a:lnTo>
                  <a:lnTo>
                    <a:pt x="698157" y="55270"/>
                  </a:lnTo>
                  <a:lnTo>
                    <a:pt x="698157" y="71780"/>
                  </a:lnTo>
                  <a:lnTo>
                    <a:pt x="698157" y="81940"/>
                  </a:lnTo>
                  <a:lnTo>
                    <a:pt x="698157" y="90830"/>
                  </a:lnTo>
                  <a:lnTo>
                    <a:pt x="698157" y="99720"/>
                  </a:lnTo>
                  <a:lnTo>
                    <a:pt x="852792" y="99720"/>
                  </a:lnTo>
                  <a:lnTo>
                    <a:pt x="852792" y="90830"/>
                  </a:lnTo>
                  <a:lnTo>
                    <a:pt x="852792" y="82486"/>
                  </a:lnTo>
                  <a:lnTo>
                    <a:pt x="844461" y="82486"/>
                  </a:lnTo>
                  <a:lnTo>
                    <a:pt x="844461" y="81940"/>
                  </a:lnTo>
                  <a:lnTo>
                    <a:pt x="852792" y="81940"/>
                  </a:lnTo>
                  <a:lnTo>
                    <a:pt x="852792" y="71780"/>
                  </a:lnTo>
                  <a:lnTo>
                    <a:pt x="852792" y="5527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80">
              <a:extLst>
                <a:ext uri="{FF2B5EF4-FFF2-40B4-BE49-F238E27FC236}">
                  <a16:creationId xmlns:a16="http://schemas.microsoft.com/office/drawing/2014/main" id="{D3B655AE-1FC4-826D-0906-B09A691DFB6B}"/>
                </a:ext>
              </a:extLst>
            </p:cNvPr>
            <p:cNvSpPr/>
            <p:nvPr/>
          </p:nvSpPr>
          <p:spPr>
            <a:xfrm>
              <a:off x="14155365" y="6893940"/>
              <a:ext cx="46990" cy="532130"/>
            </a:xfrm>
            <a:custGeom>
              <a:avLst/>
              <a:gdLst/>
              <a:ahLst/>
              <a:cxnLst/>
              <a:rect l="l" t="t" r="r" b="b"/>
              <a:pathLst>
                <a:path w="46990" h="532129">
                  <a:moveTo>
                    <a:pt x="46794" y="0"/>
                  </a:moveTo>
                  <a:lnTo>
                    <a:pt x="0" y="531564"/>
                  </a:lnTo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81">
              <a:extLst>
                <a:ext uri="{FF2B5EF4-FFF2-40B4-BE49-F238E27FC236}">
                  <a16:creationId xmlns:a16="http://schemas.microsoft.com/office/drawing/2014/main" id="{A1A2844D-E234-8AC5-2EF4-6B57A4FC804C}"/>
                </a:ext>
              </a:extLst>
            </p:cNvPr>
            <p:cNvSpPr/>
            <p:nvPr/>
          </p:nvSpPr>
          <p:spPr>
            <a:xfrm>
              <a:off x="14208791" y="6903702"/>
              <a:ext cx="34925" cy="506730"/>
            </a:xfrm>
            <a:custGeom>
              <a:avLst/>
              <a:gdLst/>
              <a:ahLst/>
              <a:cxnLst/>
              <a:rect l="l" t="t" r="r" b="b"/>
              <a:pathLst>
                <a:path w="34925" h="506729">
                  <a:moveTo>
                    <a:pt x="9235" y="0"/>
                  </a:moveTo>
                  <a:lnTo>
                    <a:pt x="0" y="104921"/>
                  </a:lnTo>
                  <a:lnTo>
                    <a:pt x="23538" y="506298"/>
                  </a:lnTo>
                  <a:lnTo>
                    <a:pt x="25684" y="506298"/>
                  </a:lnTo>
                  <a:lnTo>
                    <a:pt x="34417" y="407108"/>
                  </a:lnTo>
                  <a:lnTo>
                    <a:pt x="10543" y="115"/>
                  </a:lnTo>
                  <a:lnTo>
                    <a:pt x="9235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82">
              <a:extLst>
                <a:ext uri="{FF2B5EF4-FFF2-40B4-BE49-F238E27FC236}">
                  <a16:creationId xmlns:a16="http://schemas.microsoft.com/office/drawing/2014/main" id="{663FD937-D3E2-9B88-7847-3995D22B7FC5}"/>
                </a:ext>
              </a:extLst>
            </p:cNvPr>
            <p:cNvSpPr/>
            <p:nvPr/>
          </p:nvSpPr>
          <p:spPr>
            <a:xfrm>
              <a:off x="14232329" y="7410005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40" h="5715">
                  <a:moveTo>
                    <a:pt x="2146" y="0"/>
                  </a:moveTo>
                  <a:lnTo>
                    <a:pt x="0" y="0"/>
                  </a:lnTo>
                  <a:lnTo>
                    <a:pt x="335" y="5570"/>
                  </a:lnTo>
                  <a:lnTo>
                    <a:pt x="1643" y="5685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83">
              <a:extLst>
                <a:ext uri="{FF2B5EF4-FFF2-40B4-BE49-F238E27FC236}">
                  <a16:creationId xmlns:a16="http://schemas.microsoft.com/office/drawing/2014/main" id="{AF3185B4-FF32-F9A4-C705-47C127EABBDC}"/>
                </a:ext>
              </a:extLst>
            </p:cNvPr>
            <p:cNvSpPr/>
            <p:nvPr/>
          </p:nvSpPr>
          <p:spPr>
            <a:xfrm>
              <a:off x="14155357" y="6893947"/>
              <a:ext cx="95250" cy="540385"/>
            </a:xfrm>
            <a:custGeom>
              <a:avLst/>
              <a:gdLst/>
              <a:ahLst/>
              <a:cxnLst/>
              <a:rect l="l" t="t" r="r" b="b"/>
              <a:pathLst>
                <a:path w="95250" h="540384">
                  <a:moveTo>
                    <a:pt x="95059" y="539927"/>
                  </a:moveTo>
                  <a:lnTo>
                    <a:pt x="94526" y="530999"/>
                  </a:lnTo>
                  <a:lnTo>
                    <a:pt x="93992" y="521754"/>
                  </a:lnTo>
                  <a:lnTo>
                    <a:pt x="87845" y="416864"/>
                  </a:lnTo>
                  <a:lnTo>
                    <a:pt x="78613" y="521754"/>
                  </a:lnTo>
                  <a:lnTo>
                    <a:pt x="18059" y="516420"/>
                  </a:lnTo>
                  <a:lnTo>
                    <a:pt x="62661" y="9766"/>
                  </a:lnTo>
                  <a:lnTo>
                    <a:pt x="63982" y="9880"/>
                  </a:lnTo>
                  <a:lnTo>
                    <a:pt x="63449" y="736"/>
                  </a:lnTo>
                  <a:lnTo>
                    <a:pt x="63411" y="241"/>
                  </a:lnTo>
                  <a:lnTo>
                    <a:pt x="46799" y="0"/>
                  </a:lnTo>
                  <a:lnTo>
                    <a:pt x="46685" y="1219"/>
                  </a:lnTo>
                  <a:lnTo>
                    <a:pt x="0" y="531558"/>
                  </a:lnTo>
                  <a:lnTo>
                    <a:pt x="93738" y="539813"/>
                  </a:lnTo>
                  <a:lnTo>
                    <a:pt x="95059" y="539927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84">
              <a:extLst>
                <a:ext uri="{FF2B5EF4-FFF2-40B4-BE49-F238E27FC236}">
                  <a16:creationId xmlns:a16="http://schemas.microsoft.com/office/drawing/2014/main" id="{A4EA8150-BF58-A5A4-81B5-4CB350617A57}"/>
                </a:ext>
              </a:extLst>
            </p:cNvPr>
            <p:cNvSpPr/>
            <p:nvPr/>
          </p:nvSpPr>
          <p:spPr>
            <a:xfrm>
              <a:off x="14295984" y="6834866"/>
              <a:ext cx="153670" cy="599440"/>
            </a:xfrm>
            <a:custGeom>
              <a:avLst/>
              <a:gdLst/>
              <a:ahLst/>
              <a:cxnLst/>
              <a:rect l="l" t="t" r="r" b="b"/>
              <a:pathLst>
                <a:path w="153669" h="599440">
                  <a:moveTo>
                    <a:pt x="153060" y="0"/>
                  </a:moveTo>
                  <a:lnTo>
                    <a:pt x="136398" y="0"/>
                  </a:lnTo>
                  <a:lnTo>
                    <a:pt x="136398" y="17780"/>
                  </a:lnTo>
                  <a:lnTo>
                    <a:pt x="136398" y="582930"/>
                  </a:lnTo>
                  <a:lnTo>
                    <a:pt x="16675" y="582930"/>
                  </a:lnTo>
                  <a:lnTo>
                    <a:pt x="16675" y="17780"/>
                  </a:lnTo>
                  <a:lnTo>
                    <a:pt x="8343" y="17780"/>
                  </a:lnTo>
                  <a:lnTo>
                    <a:pt x="8343" y="17233"/>
                  </a:lnTo>
                  <a:lnTo>
                    <a:pt x="16675" y="17233"/>
                  </a:lnTo>
                  <a:lnTo>
                    <a:pt x="16675" y="17780"/>
                  </a:lnTo>
                  <a:lnTo>
                    <a:pt x="136398" y="17780"/>
                  </a:lnTo>
                  <a:lnTo>
                    <a:pt x="13639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153060" y="599440"/>
                  </a:lnTo>
                  <a:lnTo>
                    <a:pt x="153060" y="582930"/>
                  </a:lnTo>
                  <a:lnTo>
                    <a:pt x="153060" y="17780"/>
                  </a:lnTo>
                  <a:lnTo>
                    <a:pt x="153060" y="8890"/>
                  </a:lnTo>
                  <a:lnTo>
                    <a:pt x="153060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85">
              <a:extLst>
                <a:ext uri="{FF2B5EF4-FFF2-40B4-BE49-F238E27FC236}">
                  <a16:creationId xmlns:a16="http://schemas.microsoft.com/office/drawing/2014/main" id="{A079AC08-D48E-AF6E-91B7-DAE4E3A9CA79}"/>
                </a:ext>
              </a:extLst>
            </p:cNvPr>
            <p:cNvSpPr/>
            <p:nvPr/>
          </p:nvSpPr>
          <p:spPr>
            <a:xfrm>
              <a:off x="14421289" y="6852084"/>
              <a:ext cx="11430" cy="558165"/>
            </a:xfrm>
            <a:custGeom>
              <a:avLst/>
              <a:gdLst/>
              <a:ahLst/>
              <a:cxnLst/>
              <a:rect l="l" t="t" r="r" b="b"/>
              <a:pathLst>
                <a:path w="11430" h="558165">
                  <a:moveTo>
                    <a:pt x="11099" y="0"/>
                  </a:moveTo>
                  <a:lnTo>
                    <a:pt x="0" y="0"/>
                  </a:lnTo>
                  <a:lnTo>
                    <a:pt x="0" y="557920"/>
                  </a:lnTo>
                  <a:lnTo>
                    <a:pt x="11099" y="557920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86">
              <a:extLst>
                <a:ext uri="{FF2B5EF4-FFF2-40B4-BE49-F238E27FC236}">
                  <a16:creationId xmlns:a16="http://schemas.microsoft.com/office/drawing/2014/main" id="{FD37682F-9D88-7DC6-0E05-EB4B5C4B089F}"/>
                </a:ext>
              </a:extLst>
            </p:cNvPr>
            <p:cNvSpPr/>
            <p:nvPr/>
          </p:nvSpPr>
          <p:spPr>
            <a:xfrm>
              <a:off x="14421289" y="7410004"/>
              <a:ext cx="11430" cy="8255"/>
            </a:xfrm>
            <a:custGeom>
              <a:avLst/>
              <a:gdLst/>
              <a:ahLst/>
              <a:cxnLst/>
              <a:rect l="l" t="t" r="r" b="b"/>
              <a:pathLst>
                <a:path w="11430" h="8254">
                  <a:moveTo>
                    <a:pt x="11099" y="0"/>
                  </a:moveTo>
                  <a:lnTo>
                    <a:pt x="0" y="0"/>
                  </a:lnTo>
                  <a:lnTo>
                    <a:pt x="0" y="7832"/>
                  </a:lnTo>
                  <a:lnTo>
                    <a:pt x="11099" y="7832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87">
              <a:extLst>
                <a:ext uri="{FF2B5EF4-FFF2-40B4-BE49-F238E27FC236}">
                  <a16:creationId xmlns:a16="http://schemas.microsoft.com/office/drawing/2014/main" id="{D7ADFF66-DEF4-499E-E92B-5E077D09F26A}"/>
                </a:ext>
              </a:extLst>
            </p:cNvPr>
            <p:cNvSpPr/>
            <p:nvPr/>
          </p:nvSpPr>
          <p:spPr>
            <a:xfrm>
              <a:off x="14421282" y="6835425"/>
              <a:ext cx="27940" cy="599440"/>
            </a:xfrm>
            <a:custGeom>
              <a:avLst/>
              <a:gdLst/>
              <a:ahLst/>
              <a:cxnLst/>
              <a:rect l="l" t="t" r="r" b="b"/>
              <a:pathLst>
                <a:path w="27940" h="599440">
                  <a:moveTo>
                    <a:pt x="2776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1099" y="16510"/>
                  </a:lnTo>
                  <a:lnTo>
                    <a:pt x="11099" y="58293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27762" y="599440"/>
                  </a:lnTo>
                  <a:lnTo>
                    <a:pt x="27762" y="582930"/>
                  </a:lnTo>
                  <a:lnTo>
                    <a:pt x="27762" y="16510"/>
                  </a:lnTo>
                  <a:lnTo>
                    <a:pt x="27762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88">
              <a:extLst>
                <a:ext uri="{FF2B5EF4-FFF2-40B4-BE49-F238E27FC236}">
                  <a16:creationId xmlns:a16="http://schemas.microsoft.com/office/drawing/2014/main" id="{EB8F152D-4F3C-86A7-DB14-7676DE8989C7}"/>
                </a:ext>
              </a:extLst>
            </p:cNvPr>
            <p:cNvSpPr/>
            <p:nvPr/>
          </p:nvSpPr>
          <p:spPr>
            <a:xfrm>
              <a:off x="14320101" y="6816997"/>
              <a:ext cx="389890" cy="617855"/>
            </a:xfrm>
            <a:custGeom>
              <a:avLst/>
              <a:gdLst/>
              <a:ahLst/>
              <a:cxnLst/>
              <a:rect l="l" t="t" r="r" b="b"/>
              <a:pathLst>
                <a:path w="389890" h="617854">
                  <a:moveTo>
                    <a:pt x="104838" y="514032"/>
                  </a:moveTo>
                  <a:lnTo>
                    <a:pt x="96507" y="514032"/>
                  </a:lnTo>
                  <a:lnTo>
                    <a:pt x="96507" y="513473"/>
                  </a:lnTo>
                  <a:lnTo>
                    <a:pt x="88176" y="513473"/>
                  </a:lnTo>
                  <a:lnTo>
                    <a:pt x="88176" y="531253"/>
                  </a:lnTo>
                  <a:lnTo>
                    <a:pt x="88176" y="532523"/>
                  </a:lnTo>
                  <a:lnTo>
                    <a:pt x="16662" y="532523"/>
                  </a:lnTo>
                  <a:lnTo>
                    <a:pt x="16662" y="531253"/>
                  </a:lnTo>
                  <a:lnTo>
                    <a:pt x="88176" y="531253"/>
                  </a:lnTo>
                  <a:lnTo>
                    <a:pt x="88176" y="513473"/>
                  </a:lnTo>
                  <a:lnTo>
                    <a:pt x="0" y="513473"/>
                  </a:lnTo>
                  <a:lnTo>
                    <a:pt x="0" y="522363"/>
                  </a:lnTo>
                  <a:lnTo>
                    <a:pt x="0" y="531253"/>
                  </a:lnTo>
                  <a:lnTo>
                    <a:pt x="0" y="532523"/>
                  </a:lnTo>
                  <a:lnTo>
                    <a:pt x="0" y="549033"/>
                  </a:lnTo>
                  <a:lnTo>
                    <a:pt x="104838" y="549033"/>
                  </a:lnTo>
                  <a:lnTo>
                    <a:pt x="104838" y="532523"/>
                  </a:lnTo>
                  <a:lnTo>
                    <a:pt x="104838" y="531253"/>
                  </a:lnTo>
                  <a:lnTo>
                    <a:pt x="96507" y="531253"/>
                  </a:lnTo>
                  <a:lnTo>
                    <a:pt x="96507" y="530694"/>
                  </a:lnTo>
                  <a:lnTo>
                    <a:pt x="104838" y="530694"/>
                  </a:lnTo>
                  <a:lnTo>
                    <a:pt x="104838" y="514032"/>
                  </a:lnTo>
                  <a:close/>
                </a:path>
                <a:path w="389890" h="617854">
                  <a:moveTo>
                    <a:pt x="104838" y="405561"/>
                  </a:moveTo>
                  <a:lnTo>
                    <a:pt x="96507" y="405561"/>
                  </a:lnTo>
                  <a:lnTo>
                    <a:pt x="96507" y="405003"/>
                  </a:lnTo>
                  <a:lnTo>
                    <a:pt x="88176" y="405003"/>
                  </a:lnTo>
                  <a:lnTo>
                    <a:pt x="88176" y="422783"/>
                  </a:lnTo>
                  <a:lnTo>
                    <a:pt x="88176" y="424053"/>
                  </a:lnTo>
                  <a:lnTo>
                    <a:pt x="16662" y="424053"/>
                  </a:lnTo>
                  <a:lnTo>
                    <a:pt x="16662" y="422783"/>
                  </a:lnTo>
                  <a:lnTo>
                    <a:pt x="88176" y="422783"/>
                  </a:lnTo>
                  <a:lnTo>
                    <a:pt x="88176" y="405003"/>
                  </a:lnTo>
                  <a:lnTo>
                    <a:pt x="0" y="405003"/>
                  </a:lnTo>
                  <a:lnTo>
                    <a:pt x="0" y="413893"/>
                  </a:lnTo>
                  <a:lnTo>
                    <a:pt x="0" y="422783"/>
                  </a:lnTo>
                  <a:lnTo>
                    <a:pt x="0" y="424053"/>
                  </a:lnTo>
                  <a:lnTo>
                    <a:pt x="0" y="440563"/>
                  </a:lnTo>
                  <a:lnTo>
                    <a:pt x="104838" y="440563"/>
                  </a:lnTo>
                  <a:lnTo>
                    <a:pt x="104838" y="424053"/>
                  </a:lnTo>
                  <a:lnTo>
                    <a:pt x="104838" y="422783"/>
                  </a:lnTo>
                  <a:lnTo>
                    <a:pt x="96507" y="422783"/>
                  </a:lnTo>
                  <a:lnTo>
                    <a:pt x="96507" y="422224"/>
                  </a:lnTo>
                  <a:lnTo>
                    <a:pt x="104838" y="422224"/>
                  </a:lnTo>
                  <a:lnTo>
                    <a:pt x="104838" y="405561"/>
                  </a:lnTo>
                  <a:close/>
                </a:path>
                <a:path w="389890" h="617854">
                  <a:moveTo>
                    <a:pt x="104838" y="297091"/>
                  </a:moveTo>
                  <a:lnTo>
                    <a:pt x="96507" y="297091"/>
                  </a:lnTo>
                  <a:lnTo>
                    <a:pt x="96507" y="296532"/>
                  </a:lnTo>
                  <a:lnTo>
                    <a:pt x="88176" y="296532"/>
                  </a:lnTo>
                  <a:lnTo>
                    <a:pt x="88176" y="314312"/>
                  </a:lnTo>
                  <a:lnTo>
                    <a:pt x="88176" y="315582"/>
                  </a:lnTo>
                  <a:lnTo>
                    <a:pt x="16662" y="315582"/>
                  </a:lnTo>
                  <a:lnTo>
                    <a:pt x="16662" y="314312"/>
                  </a:lnTo>
                  <a:lnTo>
                    <a:pt x="88176" y="314312"/>
                  </a:lnTo>
                  <a:lnTo>
                    <a:pt x="88176" y="296532"/>
                  </a:lnTo>
                  <a:lnTo>
                    <a:pt x="0" y="296532"/>
                  </a:lnTo>
                  <a:lnTo>
                    <a:pt x="0" y="305422"/>
                  </a:lnTo>
                  <a:lnTo>
                    <a:pt x="0" y="314312"/>
                  </a:lnTo>
                  <a:lnTo>
                    <a:pt x="0" y="315582"/>
                  </a:lnTo>
                  <a:lnTo>
                    <a:pt x="0" y="332092"/>
                  </a:lnTo>
                  <a:lnTo>
                    <a:pt x="104838" y="332092"/>
                  </a:lnTo>
                  <a:lnTo>
                    <a:pt x="104838" y="315582"/>
                  </a:lnTo>
                  <a:lnTo>
                    <a:pt x="104838" y="314312"/>
                  </a:lnTo>
                  <a:lnTo>
                    <a:pt x="96507" y="314312"/>
                  </a:lnTo>
                  <a:lnTo>
                    <a:pt x="96507" y="313753"/>
                  </a:lnTo>
                  <a:lnTo>
                    <a:pt x="104838" y="313753"/>
                  </a:lnTo>
                  <a:lnTo>
                    <a:pt x="104838" y="297091"/>
                  </a:lnTo>
                  <a:close/>
                </a:path>
                <a:path w="389890" h="617854">
                  <a:moveTo>
                    <a:pt x="104838" y="58978"/>
                  </a:moveTo>
                  <a:lnTo>
                    <a:pt x="96507" y="58978"/>
                  </a:lnTo>
                  <a:lnTo>
                    <a:pt x="96507" y="58420"/>
                  </a:lnTo>
                  <a:lnTo>
                    <a:pt x="88176" y="58420"/>
                  </a:lnTo>
                  <a:lnTo>
                    <a:pt x="88176" y="76200"/>
                  </a:lnTo>
                  <a:lnTo>
                    <a:pt x="88176" y="228600"/>
                  </a:lnTo>
                  <a:lnTo>
                    <a:pt x="16662" y="228600"/>
                  </a:lnTo>
                  <a:lnTo>
                    <a:pt x="16662" y="76200"/>
                  </a:lnTo>
                  <a:lnTo>
                    <a:pt x="88176" y="76200"/>
                  </a:lnTo>
                  <a:lnTo>
                    <a:pt x="88176" y="58420"/>
                  </a:lnTo>
                  <a:lnTo>
                    <a:pt x="0" y="58420"/>
                  </a:lnTo>
                  <a:lnTo>
                    <a:pt x="0" y="6731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0" y="245110"/>
                  </a:lnTo>
                  <a:lnTo>
                    <a:pt x="104838" y="245110"/>
                  </a:lnTo>
                  <a:lnTo>
                    <a:pt x="104838" y="228600"/>
                  </a:lnTo>
                  <a:lnTo>
                    <a:pt x="104838" y="76200"/>
                  </a:lnTo>
                  <a:lnTo>
                    <a:pt x="96507" y="76200"/>
                  </a:lnTo>
                  <a:lnTo>
                    <a:pt x="96507" y="75641"/>
                  </a:lnTo>
                  <a:lnTo>
                    <a:pt x="104838" y="75641"/>
                  </a:lnTo>
                  <a:lnTo>
                    <a:pt x="104838" y="58978"/>
                  </a:lnTo>
                  <a:close/>
                </a:path>
                <a:path w="389890" h="617854">
                  <a:moveTo>
                    <a:pt x="389267" y="32613"/>
                  </a:moveTo>
                  <a:lnTo>
                    <a:pt x="386702" y="19913"/>
                  </a:lnTo>
                  <a:lnTo>
                    <a:pt x="379717" y="9550"/>
                  </a:lnTo>
                  <a:lnTo>
                    <a:pt x="372579" y="4749"/>
                  </a:lnTo>
                  <a:lnTo>
                    <a:pt x="372579" y="23812"/>
                  </a:lnTo>
                  <a:lnTo>
                    <a:pt x="372579" y="593699"/>
                  </a:lnTo>
                  <a:lnTo>
                    <a:pt x="365455" y="600837"/>
                  </a:lnTo>
                  <a:lnTo>
                    <a:pt x="237896" y="600837"/>
                  </a:lnTo>
                  <a:lnTo>
                    <a:pt x="230771" y="593699"/>
                  </a:lnTo>
                  <a:lnTo>
                    <a:pt x="230771" y="23812"/>
                  </a:lnTo>
                  <a:lnTo>
                    <a:pt x="237896" y="16675"/>
                  </a:lnTo>
                  <a:lnTo>
                    <a:pt x="356654" y="16662"/>
                  </a:lnTo>
                  <a:lnTo>
                    <a:pt x="365455" y="16675"/>
                  </a:lnTo>
                  <a:lnTo>
                    <a:pt x="372579" y="23812"/>
                  </a:lnTo>
                  <a:lnTo>
                    <a:pt x="372579" y="4749"/>
                  </a:lnTo>
                  <a:lnTo>
                    <a:pt x="369354" y="2565"/>
                  </a:lnTo>
                  <a:lnTo>
                    <a:pt x="356654" y="0"/>
                  </a:lnTo>
                  <a:lnTo>
                    <a:pt x="246697" y="0"/>
                  </a:lnTo>
                  <a:lnTo>
                    <a:pt x="234010" y="2565"/>
                  </a:lnTo>
                  <a:lnTo>
                    <a:pt x="223647" y="9550"/>
                  </a:lnTo>
                  <a:lnTo>
                    <a:pt x="216662" y="19913"/>
                  </a:lnTo>
                  <a:lnTo>
                    <a:pt x="214096" y="32613"/>
                  </a:lnTo>
                  <a:lnTo>
                    <a:pt x="214096" y="584898"/>
                  </a:lnTo>
                  <a:lnTo>
                    <a:pt x="216662" y="597598"/>
                  </a:lnTo>
                  <a:lnTo>
                    <a:pt x="223647" y="607961"/>
                  </a:lnTo>
                  <a:lnTo>
                    <a:pt x="234010" y="614946"/>
                  </a:lnTo>
                  <a:lnTo>
                    <a:pt x="246697" y="617512"/>
                  </a:lnTo>
                  <a:lnTo>
                    <a:pt x="356654" y="617512"/>
                  </a:lnTo>
                  <a:lnTo>
                    <a:pt x="369354" y="614946"/>
                  </a:lnTo>
                  <a:lnTo>
                    <a:pt x="379717" y="607961"/>
                  </a:lnTo>
                  <a:lnTo>
                    <a:pt x="384517" y="600837"/>
                  </a:lnTo>
                  <a:lnTo>
                    <a:pt x="386702" y="597598"/>
                  </a:lnTo>
                  <a:lnTo>
                    <a:pt x="389267" y="584898"/>
                  </a:lnTo>
                  <a:lnTo>
                    <a:pt x="389267" y="3261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89">
              <a:extLst>
                <a:ext uri="{FF2B5EF4-FFF2-40B4-BE49-F238E27FC236}">
                  <a16:creationId xmlns:a16="http://schemas.microsoft.com/office/drawing/2014/main" id="{6515A7AE-7F0A-DEF3-9F51-91E9FB7CF8D2}"/>
                </a:ext>
              </a:extLst>
            </p:cNvPr>
            <p:cNvSpPr/>
            <p:nvPr/>
          </p:nvSpPr>
          <p:spPr>
            <a:xfrm>
              <a:off x="14662207" y="6815080"/>
              <a:ext cx="46355" cy="619760"/>
            </a:xfrm>
            <a:custGeom>
              <a:avLst/>
              <a:gdLst/>
              <a:ahLst/>
              <a:cxnLst/>
              <a:rect l="l" t="t" r="r" b="b"/>
              <a:pathLst>
                <a:path w="46355" h="619759">
                  <a:moveTo>
                    <a:pt x="30501" y="615269"/>
                  </a:moveTo>
                  <a:lnTo>
                    <a:pt x="25789" y="617918"/>
                  </a:lnTo>
                  <a:lnTo>
                    <a:pt x="20355" y="619426"/>
                  </a:lnTo>
                  <a:lnTo>
                    <a:pt x="22564" y="619426"/>
                  </a:lnTo>
                  <a:lnTo>
                    <a:pt x="26753" y="618431"/>
                  </a:lnTo>
                  <a:lnTo>
                    <a:pt x="30501" y="616672"/>
                  </a:lnTo>
                  <a:lnTo>
                    <a:pt x="30501" y="615269"/>
                  </a:lnTo>
                  <a:close/>
                </a:path>
                <a:path w="46355" h="619759">
                  <a:moveTo>
                    <a:pt x="0" y="0"/>
                  </a:moveTo>
                  <a:lnTo>
                    <a:pt x="1675" y="1916"/>
                  </a:lnTo>
                  <a:lnTo>
                    <a:pt x="14554" y="1916"/>
                  </a:lnTo>
                  <a:lnTo>
                    <a:pt x="24818" y="3561"/>
                  </a:lnTo>
                  <a:lnTo>
                    <a:pt x="33739" y="8147"/>
                  </a:lnTo>
                  <a:lnTo>
                    <a:pt x="40788" y="15146"/>
                  </a:lnTo>
                  <a:lnTo>
                    <a:pt x="45433" y="24030"/>
                  </a:lnTo>
                  <a:lnTo>
                    <a:pt x="46333" y="24030"/>
                  </a:lnTo>
                  <a:lnTo>
                    <a:pt x="42903" y="15829"/>
                  </a:lnTo>
                  <a:lnTo>
                    <a:pt x="37243" y="9156"/>
                  </a:lnTo>
                  <a:lnTo>
                    <a:pt x="29822" y="4455"/>
                  </a:lnTo>
                  <a:lnTo>
                    <a:pt x="21109" y="2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90">
              <a:extLst>
                <a:ext uri="{FF2B5EF4-FFF2-40B4-BE49-F238E27FC236}">
                  <a16:creationId xmlns:a16="http://schemas.microsoft.com/office/drawing/2014/main" id="{BBCD25B2-0AB2-F98D-84E6-2594635E4246}"/>
                </a:ext>
              </a:extLst>
            </p:cNvPr>
            <p:cNvSpPr/>
            <p:nvPr/>
          </p:nvSpPr>
          <p:spPr>
            <a:xfrm>
              <a:off x="14707644" y="6839116"/>
              <a:ext cx="1905" cy="573405"/>
            </a:xfrm>
            <a:custGeom>
              <a:avLst/>
              <a:gdLst/>
              <a:ahLst/>
              <a:cxnLst/>
              <a:rect l="l" t="t" r="r" b="b"/>
              <a:pathLst>
                <a:path w="1905" h="573404">
                  <a:moveTo>
                    <a:pt x="1727" y="566453"/>
                  </a:moveTo>
                  <a:lnTo>
                    <a:pt x="1120" y="569982"/>
                  </a:lnTo>
                  <a:lnTo>
                    <a:pt x="0" y="573280"/>
                  </a:lnTo>
                  <a:lnTo>
                    <a:pt x="900" y="573280"/>
                  </a:lnTo>
                  <a:lnTo>
                    <a:pt x="1434" y="571061"/>
                  </a:lnTo>
                  <a:lnTo>
                    <a:pt x="1727" y="568757"/>
                  </a:lnTo>
                  <a:lnTo>
                    <a:pt x="1727" y="566453"/>
                  </a:lnTo>
                  <a:close/>
                </a:path>
                <a:path w="1905" h="573404">
                  <a:moveTo>
                    <a:pt x="900" y="0"/>
                  </a:moveTo>
                  <a:lnTo>
                    <a:pt x="0" y="0"/>
                  </a:lnTo>
                  <a:lnTo>
                    <a:pt x="1120" y="3287"/>
                  </a:lnTo>
                  <a:lnTo>
                    <a:pt x="1727" y="6816"/>
                  </a:lnTo>
                  <a:lnTo>
                    <a:pt x="1727" y="4512"/>
                  </a:lnTo>
                  <a:lnTo>
                    <a:pt x="1434" y="2198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91">
              <a:extLst>
                <a:ext uri="{FF2B5EF4-FFF2-40B4-BE49-F238E27FC236}">
                  <a16:creationId xmlns:a16="http://schemas.microsoft.com/office/drawing/2014/main" id="{05564824-9740-A005-8C6C-606DBD223FDE}"/>
                </a:ext>
              </a:extLst>
            </p:cNvPr>
            <p:cNvSpPr/>
            <p:nvPr/>
          </p:nvSpPr>
          <p:spPr>
            <a:xfrm>
              <a:off x="14692711" y="7412395"/>
              <a:ext cx="15875" cy="19685"/>
            </a:xfrm>
            <a:custGeom>
              <a:avLst/>
              <a:gdLst/>
              <a:ahLst/>
              <a:cxnLst/>
              <a:rect l="l" t="t" r="r" b="b"/>
              <a:pathLst>
                <a:path w="15875" h="19684">
                  <a:moveTo>
                    <a:pt x="15831" y="0"/>
                  </a:moveTo>
                  <a:lnTo>
                    <a:pt x="14931" y="0"/>
                  </a:lnTo>
                  <a:lnTo>
                    <a:pt x="12324" y="7664"/>
                  </a:lnTo>
                  <a:lnTo>
                    <a:pt x="6952" y="14051"/>
                  </a:lnTo>
                  <a:lnTo>
                    <a:pt x="0" y="17957"/>
                  </a:lnTo>
                  <a:lnTo>
                    <a:pt x="0" y="19360"/>
                  </a:lnTo>
                  <a:lnTo>
                    <a:pt x="7821" y="15664"/>
                  </a:lnTo>
                  <a:lnTo>
                    <a:pt x="13737" y="8586"/>
                  </a:lnTo>
                  <a:lnTo>
                    <a:pt x="15831" y="0"/>
                  </a:lnTo>
                  <a:close/>
                </a:path>
              </a:pathLst>
            </a:custGeom>
            <a:solidFill>
              <a:srgbClr val="FFE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92">
              <a:extLst>
                <a:ext uri="{FF2B5EF4-FFF2-40B4-BE49-F238E27FC236}">
                  <a16:creationId xmlns:a16="http://schemas.microsoft.com/office/drawing/2014/main" id="{B6BF4240-6DBE-1CF7-7181-D0AC5929B1ED}"/>
                </a:ext>
              </a:extLst>
            </p:cNvPr>
            <p:cNvSpPr/>
            <p:nvPr/>
          </p:nvSpPr>
          <p:spPr>
            <a:xfrm>
              <a:off x="14671696" y="6833705"/>
              <a:ext cx="21590" cy="576580"/>
            </a:xfrm>
            <a:custGeom>
              <a:avLst/>
              <a:gdLst/>
              <a:ahLst/>
              <a:cxnLst/>
              <a:rect l="l" t="t" r="r" b="b"/>
              <a:pathLst>
                <a:path w="21590" h="576579">
                  <a:moveTo>
                    <a:pt x="6324" y="0"/>
                  </a:moveTo>
                  <a:lnTo>
                    <a:pt x="7162" y="1643"/>
                  </a:lnTo>
                  <a:lnTo>
                    <a:pt x="7622" y="3465"/>
                  </a:lnTo>
                  <a:lnTo>
                    <a:pt x="7622" y="570034"/>
                  </a:lnTo>
                  <a:lnTo>
                    <a:pt x="4471" y="574443"/>
                  </a:lnTo>
                  <a:lnTo>
                    <a:pt x="0" y="576296"/>
                  </a:lnTo>
                  <a:lnTo>
                    <a:pt x="18784" y="576296"/>
                  </a:lnTo>
                  <a:lnTo>
                    <a:pt x="20198" y="573919"/>
                  </a:lnTo>
                  <a:lnTo>
                    <a:pt x="21004" y="571155"/>
                  </a:lnTo>
                  <a:lnTo>
                    <a:pt x="20994" y="7518"/>
                  </a:lnTo>
                  <a:lnTo>
                    <a:pt x="14533" y="659"/>
                  </a:lnTo>
                  <a:lnTo>
                    <a:pt x="6324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93">
              <a:extLst>
                <a:ext uri="{FF2B5EF4-FFF2-40B4-BE49-F238E27FC236}">
                  <a16:creationId xmlns:a16="http://schemas.microsoft.com/office/drawing/2014/main" id="{0E8CA80A-E5FA-C439-FD15-B23C6D57B8A1}"/>
                </a:ext>
              </a:extLst>
            </p:cNvPr>
            <p:cNvSpPr/>
            <p:nvPr/>
          </p:nvSpPr>
          <p:spPr>
            <a:xfrm>
              <a:off x="14553693" y="7410005"/>
              <a:ext cx="137160" cy="8255"/>
            </a:xfrm>
            <a:custGeom>
              <a:avLst/>
              <a:gdLst/>
              <a:ahLst/>
              <a:cxnLst/>
              <a:rect l="l" t="t" r="r" b="b"/>
              <a:pathLst>
                <a:path w="137159" h="8254">
                  <a:moveTo>
                    <a:pt x="136791" y="0"/>
                  </a:moveTo>
                  <a:lnTo>
                    <a:pt x="117996" y="0"/>
                  </a:lnTo>
                  <a:lnTo>
                    <a:pt x="116540" y="607"/>
                  </a:lnTo>
                  <a:lnTo>
                    <a:pt x="114949" y="942"/>
                  </a:lnTo>
                  <a:lnTo>
                    <a:pt x="0" y="942"/>
                  </a:lnTo>
                  <a:lnTo>
                    <a:pt x="2879" y="5099"/>
                  </a:lnTo>
                  <a:lnTo>
                    <a:pt x="7675" y="7832"/>
                  </a:lnTo>
                  <a:lnTo>
                    <a:pt x="128907" y="7821"/>
                  </a:lnTo>
                  <a:lnTo>
                    <a:pt x="134016" y="4680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94">
              <a:extLst>
                <a:ext uri="{FF2B5EF4-FFF2-40B4-BE49-F238E27FC236}">
                  <a16:creationId xmlns:a16="http://schemas.microsoft.com/office/drawing/2014/main" id="{D5562A9D-B534-2D6D-3577-5A598DF645E1}"/>
                </a:ext>
              </a:extLst>
            </p:cNvPr>
            <p:cNvSpPr/>
            <p:nvPr/>
          </p:nvSpPr>
          <p:spPr>
            <a:xfrm>
              <a:off x="14527519" y="7408658"/>
              <a:ext cx="39370" cy="26034"/>
            </a:xfrm>
            <a:custGeom>
              <a:avLst/>
              <a:gdLst/>
              <a:ahLst/>
              <a:cxnLst/>
              <a:rect l="l" t="t" r="r" b="b"/>
              <a:pathLst>
                <a:path w="39369" h="26034">
                  <a:moveTo>
                    <a:pt x="18083" y="18009"/>
                  </a:moveTo>
                  <a:lnTo>
                    <a:pt x="15978" y="18009"/>
                  </a:lnTo>
                  <a:lnTo>
                    <a:pt x="21088" y="22795"/>
                  </a:lnTo>
                  <a:lnTo>
                    <a:pt x="28020" y="25852"/>
                  </a:lnTo>
                  <a:lnTo>
                    <a:pt x="39286" y="25852"/>
                  </a:lnTo>
                  <a:lnTo>
                    <a:pt x="31192" y="25842"/>
                  </a:lnTo>
                  <a:lnTo>
                    <a:pt x="23779" y="22899"/>
                  </a:lnTo>
                  <a:lnTo>
                    <a:pt x="18083" y="18009"/>
                  </a:lnTo>
                  <a:close/>
                </a:path>
                <a:path w="39369" h="26034">
                  <a:moveTo>
                    <a:pt x="0" y="0"/>
                  </a:moveTo>
                  <a:lnTo>
                    <a:pt x="1183" y="1350"/>
                  </a:lnTo>
                  <a:lnTo>
                    <a:pt x="7696" y="1350"/>
                  </a:lnTo>
                  <a:lnTo>
                    <a:pt x="7559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95">
              <a:extLst>
                <a:ext uri="{FF2B5EF4-FFF2-40B4-BE49-F238E27FC236}">
                  <a16:creationId xmlns:a16="http://schemas.microsoft.com/office/drawing/2014/main" id="{E9BAC471-2D07-2307-5BB2-6E9F6B5FA408}"/>
                </a:ext>
              </a:extLst>
            </p:cNvPr>
            <p:cNvSpPr/>
            <p:nvPr/>
          </p:nvSpPr>
          <p:spPr>
            <a:xfrm>
              <a:off x="14528697" y="741000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6523" y="0"/>
                  </a:moveTo>
                  <a:lnTo>
                    <a:pt x="0" y="0"/>
                  </a:lnTo>
                  <a:lnTo>
                    <a:pt x="13402" y="15287"/>
                  </a:lnTo>
                  <a:lnTo>
                    <a:pt x="14083" y="15989"/>
                  </a:lnTo>
                  <a:lnTo>
                    <a:pt x="14805" y="16659"/>
                  </a:lnTo>
                  <a:lnTo>
                    <a:pt x="16910" y="16659"/>
                  </a:lnTo>
                  <a:lnTo>
                    <a:pt x="11894" y="12376"/>
                  </a:lnTo>
                  <a:lnTo>
                    <a:pt x="8209" y="6586"/>
                  </a:lnTo>
                  <a:lnTo>
                    <a:pt x="6523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96">
              <a:extLst>
                <a:ext uri="{FF2B5EF4-FFF2-40B4-BE49-F238E27FC236}">
                  <a16:creationId xmlns:a16="http://schemas.microsoft.com/office/drawing/2014/main" id="{EF804145-3FE0-C031-469C-DD7BCC236AAB}"/>
                </a:ext>
              </a:extLst>
            </p:cNvPr>
            <p:cNvSpPr/>
            <p:nvPr/>
          </p:nvSpPr>
          <p:spPr>
            <a:xfrm>
              <a:off x="14535075" y="6816994"/>
              <a:ext cx="174625" cy="617855"/>
            </a:xfrm>
            <a:custGeom>
              <a:avLst/>
              <a:gdLst/>
              <a:ahLst/>
              <a:cxnLst/>
              <a:rect l="l" t="t" r="r" b="b"/>
              <a:pathLst>
                <a:path w="174625" h="617854">
                  <a:moveTo>
                    <a:pt x="0" y="592421"/>
                  </a:moveTo>
                  <a:lnTo>
                    <a:pt x="1832" y="599604"/>
                  </a:lnTo>
                  <a:lnTo>
                    <a:pt x="5518" y="605384"/>
                  </a:lnTo>
                  <a:lnTo>
                    <a:pt x="16229" y="614557"/>
                  </a:lnTo>
                  <a:lnTo>
                    <a:pt x="23632" y="617509"/>
                  </a:lnTo>
                  <a:lnTo>
                    <a:pt x="147482" y="617509"/>
                  </a:lnTo>
                  <a:lnTo>
                    <a:pt x="152916" y="616002"/>
                  </a:lnTo>
                  <a:lnTo>
                    <a:pt x="164591" y="609447"/>
                  </a:lnTo>
                  <a:lnTo>
                    <a:pt x="169963" y="603070"/>
                  </a:lnTo>
                  <a:lnTo>
                    <a:pt x="170721" y="600840"/>
                  </a:lnTo>
                  <a:lnTo>
                    <a:pt x="26292" y="600840"/>
                  </a:lnTo>
                  <a:lnTo>
                    <a:pt x="21496" y="598117"/>
                  </a:lnTo>
                  <a:lnTo>
                    <a:pt x="18617" y="593950"/>
                  </a:lnTo>
                  <a:lnTo>
                    <a:pt x="15182" y="593950"/>
                  </a:lnTo>
                  <a:lnTo>
                    <a:pt x="0" y="592421"/>
                  </a:lnTo>
                  <a:close/>
                </a:path>
                <a:path w="174625" h="617854">
                  <a:moveTo>
                    <a:pt x="147388" y="8544"/>
                  </a:moveTo>
                  <a:lnTo>
                    <a:pt x="141126" y="14041"/>
                  </a:lnTo>
                  <a:lnTo>
                    <a:pt x="141849" y="14868"/>
                  </a:lnTo>
                  <a:lnTo>
                    <a:pt x="142466" y="15758"/>
                  </a:lnTo>
                  <a:lnTo>
                    <a:pt x="142948" y="16711"/>
                  </a:lnTo>
                  <a:lnTo>
                    <a:pt x="151157" y="17371"/>
                  </a:lnTo>
                  <a:lnTo>
                    <a:pt x="157618" y="24229"/>
                  </a:lnTo>
                  <a:lnTo>
                    <a:pt x="157628" y="587866"/>
                  </a:lnTo>
                  <a:lnTo>
                    <a:pt x="156822" y="590631"/>
                  </a:lnTo>
                  <a:lnTo>
                    <a:pt x="152634" y="597699"/>
                  </a:lnTo>
                  <a:lnTo>
                    <a:pt x="147534" y="600840"/>
                  </a:lnTo>
                  <a:lnTo>
                    <a:pt x="170721" y="600840"/>
                  </a:lnTo>
                  <a:lnTo>
                    <a:pt x="173691" y="592107"/>
                  </a:lnTo>
                  <a:lnTo>
                    <a:pt x="174298" y="588578"/>
                  </a:lnTo>
                  <a:lnTo>
                    <a:pt x="174298" y="28931"/>
                  </a:lnTo>
                  <a:lnTo>
                    <a:pt x="173691" y="25412"/>
                  </a:lnTo>
                  <a:lnTo>
                    <a:pt x="172570" y="22114"/>
                  </a:lnTo>
                  <a:lnTo>
                    <a:pt x="169807" y="16837"/>
                  </a:lnTo>
                  <a:lnTo>
                    <a:pt x="146540" y="16837"/>
                  </a:lnTo>
                  <a:lnTo>
                    <a:pt x="147388" y="8544"/>
                  </a:lnTo>
                  <a:close/>
                </a:path>
                <a:path w="174625" h="617854">
                  <a:moveTo>
                    <a:pt x="163198" y="8544"/>
                  </a:moveTo>
                  <a:lnTo>
                    <a:pt x="147388" y="8544"/>
                  </a:lnTo>
                  <a:lnTo>
                    <a:pt x="146540" y="16837"/>
                  </a:lnTo>
                  <a:lnTo>
                    <a:pt x="169807" y="16837"/>
                  </a:lnTo>
                  <a:lnTo>
                    <a:pt x="167921" y="13234"/>
                  </a:lnTo>
                  <a:lnTo>
                    <a:pt x="163198" y="8544"/>
                  </a:lnTo>
                  <a:close/>
                </a:path>
                <a:path w="174625" h="617854">
                  <a:moveTo>
                    <a:pt x="141692" y="0"/>
                  </a:moveTo>
                  <a:lnTo>
                    <a:pt x="128812" y="0"/>
                  </a:lnTo>
                  <a:lnTo>
                    <a:pt x="141126" y="14041"/>
                  </a:lnTo>
                  <a:lnTo>
                    <a:pt x="147388" y="8544"/>
                  </a:lnTo>
                  <a:lnTo>
                    <a:pt x="163198" y="8544"/>
                  </a:lnTo>
                  <a:lnTo>
                    <a:pt x="160873" y="6235"/>
                  </a:lnTo>
                  <a:lnTo>
                    <a:pt x="151954" y="1647"/>
                  </a:lnTo>
                  <a:lnTo>
                    <a:pt x="141692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97">
              <a:extLst>
                <a:ext uri="{FF2B5EF4-FFF2-40B4-BE49-F238E27FC236}">
                  <a16:creationId xmlns:a16="http://schemas.microsoft.com/office/drawing/2014/main" id="{D1A22997-6913-0D89-CD9F-D28F358825CE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572909" y="6816987"/>
              <a:ext cx="80542" cy="151314"/>
            </a:xfrm>
            <a:prstGeom prst="rect">
              <a:avLst/>
            </a:prstGeom>
          </p:spPr>
        </p:pic>
        <p:sp>
          <p:nvSpPr>
            <p:cNvPr id="223" name="object 98">
              <a:extLst>
                <a:ext uri="{FF2B5EF4-FFF2-40B4-BE49-F238E27FC236}">
                  <a16:creationId xmlns:a16="http://schemas.microsoft.com/office/drawing/2014/main" id="{D2CD8332-FCC7-F8AE-8847-57D62FD552F4}"/>
                </a:ext>
              </a:extLst>
            </p:cNvPr>
            <p:cNvSpPr/>
            <p:nvPr/>
          </p:nvSpPr>
          <p:spPr>
            <a:xfrm>
              <a:off x="14432382" y="6892003"/>
              <a:ext cx="116205" cy="542290"/>
            </a:xfrm>
            <a:custGeom>
              <a:avLst/>
              <a:gdLst/>
              <a:ahLst/>
              <a:cxnLst/>
              <a:rect l="l" t="t" r="r" b="b"/>
              <a:pathLst>
                <a:path w="116205" h="542290">
                  <a:moveTo>
                    <a:pt x="116192" y="0"/>
                  </a:moveTo>
                  <a:lnTo>
                    <a:pt x="107861" y="0"/>
                  </a:lnTo>
                  <a:lnTo>
                    <a:pt x="88430" y="0"/>
                  </a:lnTo>
                  <a:lnTo>
                    <a:pt x="88430" y="17780"/>
                  </a:lnTo>
                  <a:lnTo>
                    <a:pt x="88430" y="525780"/>
                  </a:lnTo>
                  <a:lnTo>
                    <a:pt x="16662" y="525780"/>
                  </a:lnTo>
                  <a:lnTo>
                    <a:pt x="16662" y="17780"/>
                  </a:lnTo>
                  <a:lnTo>
                    <a:pt x="88430" y="17780"/>
                  </a:lnTo>
                  <a:lnTo>
                    <a:pt x="88430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25780"/>
                  </a:lnTo>
                  <a:lnTo>
                    <a:pt x="0" y="542290"/>
                  </a:lnTo>
                  <a:lnTo>
                    <a:pt x="88430" y="542290"/>
                  </a:lnTo>
                  <a:lnTo>
                    <a:pt x="116192" y="542290"/>
                  </a:lnTo>
                  <a:lnTo>
                    <a:pt x="116192" y="534670"/>
                  </a:lnTo>
                  <a:lnTo>
                    <a:pt x="116192" y="534174"/>
                  </a:lnTo>
                  <a:lnTo>
                    <a:pt x="116192" y="558"/>
                  </a:lnTo>
                  <a:lnTo>
                    <a:pt x="116192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99">
              <a:extLst>
                <a:ext uri="{FF2B5EF4-FFF2-40B4-BE49-F238E27FC236}">
                  <a16:creationId xmlns:a16="http://schemas.microsoft.com/office/drawing/2014/main" id="{C7145011-1CC3-B6A6-98CE-AAB1E74AF193}"/>
                </a:ext>
              </a:extLst>
            </p:cNvPr>
            <p:cNvSpPr/>
            <p:nvPr/>
          </p:nvSpPr>
          <p:spPr>
            <a:xfrm>
              <a:off x="15255037" y="7428286"/>
              <a:ext cx="641985" cy="641985"/>
            </a:xfrm>
            <a:custGeom>
              <a:avLst/>
              <a:gdLst/>
              <a:ahLst/>
              <a:cxnLst/>
              <a:rect l="l" t="t" r="r" b="b"/>
              <a:pathLst>
                <a:path w="641984" h="641984">
                  <a:moveTo>
                    <a:pt x="393001" y="248526"/>
                  </a:moveTo>
                  <a:lnTo>
                    <a:pt x="325374" y="248526"/>
                  </a:lnTo>
                  <a:lnTo>
                    <a:pt x="325374" y="316153"/>
                  </a:lnTo>
                  <a:lnTo>
                    <a:pt x="393001" y="316153"/>
                  </a:lnTo>
                  <a:lnTo>
                    <a:pt x="393001" y="248526"/>
                  </a:lnTo>
                  <a:close/>
                </a:path>
                <a:path w="641984" h="641984">
                  <a:moveTo>
                    <a:pt x="393001" y="124269"/>
                  </a:moveTo>
                  <a:lnTo>
                    <a:pt x="325374" y="124269"/>
                  </a:lnTo>
                  <a:lnTo>
                    <a:pt x="325374" y="191884"/>
                  </a:lnTo>
                  <a:lnTo>
                    <a:pt x="393001" y="191884"/>
                  </a:lnTo>
                  <a:lnTo>
                    <a:pt x="393001" y="124269"/>
                  </a:lnTo>
                  <a:close/>
                </a:path>
                <a:path w="641984" h="641984">
                  <a:moveTo>
                    <a:pt x="393001" y="0"/>
                  </a:moveTo>
                  <a:lnTo>
                    <a:pt x="325374" y="0"/>
                  </a:lnTo>
                  <a:lnTo>
                    <a:pt x="325374" y="67614"/>
                  </a:lnTo>
                  <a:lnTo>
                    <a:pt x="393001" y="67614"/>
                  </a:lnTo>
                  <a:lnTo>
                    <a:pt x="393001" y="0"/>
                  </a:lnTo>
                  <a:close/>
                </a:path>
                <a:path w="641984" h="641984">
                  <a:moveTo>
                    <a:pt x="517283" y="248526"/>
                  </a:moveTo>
                  <a:lnTo>
                    <a:pt x="449630" y="248526"/>
                  </a:lnTo>
                  <a:lnTo>
                    <a:pt x="449630" y="316153"/>
                  </a:lnTo>
                  <a:lnTo>
                    <a:pt x="517283" y="316153"/>
                  </a:lnTo>
                  <a:lnTo>
                    <a:pt x="517283" y="248526"/>
                  </a:lnTo>
                  <a:close/>
                </a:path>
                <a:path w="641984" h="641984">
                  <a:moveTo>
                    <a:pt x="517283" y="124269"/>
                  </a:moveTo>
                  <a:lnTo>
                    <a:pt x="449630" y="124269"/>
                  </a:lnTo>
                  <a:lnTo>
                    <a:pt x="449630" y="191884"/>
                  </a:lnTo>
                  <a:lnTo>
                    <a:pt x="517283" y="191884"/>
                  </a:lnTo>
                  <a:lnTo>
                    <a:pt x="517283" y="124269"/>
                  </a:lnTo>
                  <a:close/>
                </a:path>
                <a:path w="641984" h="641984">
                  <a:moveTo>
                    <a:pt x="517283" y="0"/>
                  </a:moveTo>
                  <a:lnTo>
                    <a:pt x="449630" y="0"/>
                  </a:lnTo>
                  <a:lnTo>
                    <a:pt x="449630" y="67614"/>
                  </a:lnTo>
                  <a:lnTo>
                    <a:pt x="517283" y="67614"/>
                  </a:lnTo>
                  <a:lnTo>
                    <a:pt x="517283" y="0"/>
                  </a:lnTo>
                  <a:close/>
                </a:path>
                <a:path w="641984" h="641984">
                  <a:moveTo>
                    <a:pt x="564413" y="550557"/>
                  </a:moveTo>
                  <a:lnTo>
                    <a:pt x="462394" y="434886"/>
                  </a:lnTo>
                  <a:lnTo>
                    <a:pt x="439102" y="425246"/>
                  </a:lnTo>
                  <a:lnTo>
                    <a:pt x="426707" y="427647"/>
                  </a:lnTo>
                  <a:lnTo>
                    <a:pt x="415810" y="434886"/>
                  </a:lnTo>
                  <a:lnTo>
                    <a:pt x="369404" y="481291"/>
                  </a:lnTo>
                  <a:lnTo>
                    <a:pt x="359625" y="488226"/>
                  </a:lnTo>
                  <a:lnTo>
                    <a:pt x="348399" y="491477"/>
                  </a:lnTo>
                  <a:lnTo>
                    <a:pt x="336753" y="490893"/>
                  </a:lnTo>
                  <a:lnTo>
                    <a:pt x="325704" y="486321"/>
                  </a:lnTo>
                  <a:lnTo>
                    <a:pt x="285521" y="458266"/>
                  </a:lnTo>
                  <a:lnTo>
                    <a:pt x="248145" y="427037"/>
                  </a:lnTo>
                  <a:lnTo>
                    <a:pt x="213791" y="392772"/>
                  </a:lnTo>
                  <a:lnTo>
                    <a:pt x="182664" y="355650"/>
                  </a:lnTo>
                  <a:lnTo>
                    <a:pt x="154965" y="315798"/>
                  </a:lnTo>
                  <a:lnTo>
                    <a:pt x="149923" y="293179"/>
                  </a:lnTo>
                  <a:lnTo>
                    <a:pt x="153187" y="282003"/>
                  </a:lnTo>
                  <a:lnTo>
                    <a:pt x="160096" y="272262"/>
                  </a:lnTo>
                  <a:lnTo>
                    <a:pt x="206641" y="225717"/>
                  </a:lnTo>
                  <a:lnTo>
                    <a:pt x="213880" y="214820"/>
                  </a:lnTo>
                  <a:lnTo>
                    <a:pt x="114287" y="86753"/>
                  </a:lnTo>
                  <a:lnTo>
                    <a:pt x="90982" y="77114"/>
                  </a:lnTo>
                  <a:lnTo>
                    <a:pt x="78587" y="79527"/>
                  </a:lnTo>
                  <a:lnTo>
                    <a:pt x="12966" y="141516"/>
                  </a:lnTo>
                  <a:lnTo>
                    <a:pt x="0" y="175755"/>
                  </a:lnTo>
                  <a:lnTo>
                    <a:pt x="2603" y="188163"/>
                  </a:lnTo>
                  <a:lnTo>
                    <a:pt x="21869" y="235610"/>
                  </a:lnTo>
                  <a:lnTo>
                    <a:pt x="44132" y="281381"/>
                  </a:lnTo>
                  <a:lnTo>
                    <a:pt x="69278" y="325335"/>
                  </a:lnTo>
                  <a:lnTo>
                    <a:pt x="97205" y="367360"/>
                  </a:lnTo>
                  <a:lnTo>
                    <a:pt x="127774" y="407327"/>
                  </a:lnTo>
                  <a:lnTo>
                    <a:pt x="160883" y="445135"/>
                  </a:lnTo>
                  <a:lnTo>
                    <a:pt x="196392" y="480656"/>
                  </a:lnTo>
                  <a:lnTo>
                    <a:pt x="234200" y="513753"/>
                  </a:lnTo>
                  <a:lnTo>
                    <a:pt x="274180" y="544334"/>
                  </a:lnTo>
                  <a:lnTo>
                    <a:pt x="316191" y="572249"/>
                  </a:lnTo>
                  <a:lnTo>
                    <a:pt x="360146" y="597408"/>
                  </a:lnTo>
                  <a:lnTo>
                    <a:pt x="405917" y="619671"/>
                  </a:lnTo>
                  <a:lnTo>
                    <a:pt x="453364" y="638924"/>
                  </a:lnTo>
                  <a:lnTo>
                    <a:pt x="465785" y="641527"/>
                  </a:lnTo>
                  <a:lnTo>
                    <a:pt x="478193" y="640549"/>
                  </a:lnTo>
                  <a:lnTo>
                    <a:pt x="489851" y="636168"/>
                  </a:lnTo>
                  <a:lnTo>
                    <a:pt x="500011" y="628561"/>
                  </a:lnTo>
                  <a:lnTo>
                    <a:pt x="554774" y="573849"/>
                  </a:lnTo>
                  <a:lnTo>
                    <a:pt x="562000" y="562952"/>
                  </a:lnTo>
                  <a:lnTo>
                    <a:pt x="564413" y="550557"/>
                  </a:lnTo>
                  <a:close/>
                </a:path>
                <a:path w="641984" h="641984">
                  <a:moveTo>
                    <a:pt x="641527" y="248526"/>
                  </a:moveTo>
                  <a:lnTo>
                    <a:pt x="573913" y="248526"/>
                  </a:lnTo>
                  <a:lnTo>
                    <a:pt x="573913" y="316153"/>
                  </a:lnTo>
                  <a:lnTo>
                    <a:pt x="641527" y="316153"/>
                  </a:lnTo>
                  <a:lnTo>
                    <a:pt x="641527" y="248526"/>
                  </a:lnTo>
                  <a:close/>
                </a:path>
                <a:path w="641984" h="641984">
                  <a:moveTo>
                    <a:pt x="641527" y="124269"/>
                  </a:moveTo>
                  <a:lnTo>
                    <a:pt x="573913" y="124269"/>
                  </a:lnTo>
                  <a:lnTo>
                    <a:pt x="573913" y="191884"/>
                  </a:lnTo>
                  <a:lnTo>
                    <a:pt x="641527" y="191884"/>
                  </a:lnTo>
                  <a:lnTo>
                    <a:pt x="641527" y="124269"/>
                  </a:lnTo>
                  <a:close/>
                </a:path>
                <a:path w="641984" h="641984">
                  <a:moveTo>
                    <a:pt x="641527" y="0"/>
                  </a:moveTo>
                  <a:lnTo>
                    <a:pt x="573913" y="0"/>
                  </a:lnTo>
                  <a:lnTo>
                    <a:pt x="573913" y="67614"/>
                  </a:lnTo>
                  <a:lnTo>
                    <a:pt x="641527" y="67614"/>
                  </a:lnTo>
                  <a:lnTo>
                    <a:pt x="64152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100">
              <a:extLst>
                <a:ext uri="{FF2B5EF4-FFF2-40B4-BE49-F238E27FC236}">
                  <a16:creationId xmlns:a16="http://schemas.microsoft.com/office/drawing/2014/main" id="{DAE10988-254A-8CC8-9EC0-4F3C6F91201B}"/>
                </a:ext>
              </a:extLst>
            </p:cNvPr>
            <p:cNvSpPr/>
            <p:nvPr/>
          </p:nvSpPr>
          <p:spPr>
            <a:xfrm>
              <a:off x="15173446" y="638246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30" h="468629">
                  <a:moveTo>
                    <a:pt x="234128" y="0"/>
                  </a:moveTo>
                  <a:lnTo>
                    <a:pt x="186944" y="4759"/>
                  </a:lnTo>
                  <a:lnTo>
                    <a:pt x="142997" y="18403"/>
                  </a:lnTo>
                  <a:lnTo>
                    <a:pt x="103228" y="39990"/>
                  </a:lnTo>
                  <a:lnTo>
                    <a:pt x="68579" y="68579"/>
                  </a:lnTo>
                  <a:lnTo>
                    <a:pt x="39990" y="103228"/>
                  </a:lnTo>
                  <a:lnTo>
                    <a:pt x="18403" y="142997"/>
                  </a:lnTo>
                  <a:lnTo>
                    <a:pt x="4759" y="186944"/>
                  </a:lnTo>
                  <a:lnTo>
                    <a:pt x="0" y="234128"/>
                  </a:lnTo>
                  <a:lnTo>
                    <a:pt x="4759" y="281313"/>
                  </a:lnTo>
                  <a:lnTo>
                    <a:pt x="18403" y="325260"/>
                  </a:lnTo>
                  <a:lnTo>
                    <a:pt x="39990" y="365029"/>
                  </a:lnTo>
                  <a:lnTo>
                    <a:pt x="68579" y="399678"/>
                  </a:lnTo>
                  <a:lnTo>
                    <a:pt x="103228" y="428267"/>
                  </a:lnTo>
                  <a:lnTo>
                    <a:pt x="142997" y="449854"/>
                  </a:lnTo>
                  <a:lnTo>
                    <a:pt x="186944" y="463498"/>
                  </a:lnTo>
                  <a:lnTo>
                    <a:pt x="234128" y="468257"/>
                  </a:lnTo>
                  <a:lnTo>
                    <a:pt x="281313" y="463498"/>
                  </a:lnTo>
                  <a:lnTo>
                    <a:pt x="319641" y="451598"/>
                  </a:lnTo>
                  <a:lnTo>
                    <a:pt x="234128" y="451598"/>
                  </a:lnTo>
                  <a:lnTo>
                    <a:pt x="190296" y="447176"/>
                  </a:lnTo>
                  <a:lnTo>
                    <a:pt x="149482" y="434506"/>
                  </a:lnTo>
                  <a:lnTo>
                    <a:pt x="112547" y="414455"/>
                  </a:lnTo>
                  <a:lnTo>
                    <a:pt x="80353" y="387893"/>
                  </a:lnTo>
                  <a:lnTo>
                    <a:pt x="53797" y="355707"/>
                  </a:lnTo>
                  <a:lnTo>
                    <a:pt x="33750" y="318778"/>
                  </a:lnTo>
                  <a:lnTo>
                    <a:pt x="21080" y="277965"/>
                  </a:lnTo>
                  <a:lnTo>
                    <a:pt x="16659" y="234128"/>
                  </a:lnTo>
                  <a:lnTo>
                    <a:pt x="21080" y="190292"/>
                  </a:lnTo>
                  <a:lnTo>
                    <a:pt x="33750" y="149479"/>
                  </a:lnTo>
                  <a:lnTo>
                    <a:pt x="53797" y="112550"/>
                  </a:lnTo>
                  <a:lnTo>
                    <a:pt x="80353" y="80364"/>
                  </a:lnTo>
                  <a:lnTo>
                    <a:pt x="112547" y="53802"/>
                  </a:lnTo>
                  <a:lnTo>
                    <a:pt x="149482" y="33752"/>
                  </a:lnTo>
                  <a:lnTo>
                    <a:pt x="190296" y="21085"/>
                  </a:lnTo>
                  <a:lnTo>
                    <a:pt x="234128" y="16669"/>
                  </a:lnTo>
                  <a:lnTo>
                    <a:pt x="319675" y="16669"/>
                  </a:lnTo>
                  <a:lnTo>
                    <a:pt x="281313" y="4759"/>
                  </a:lnTo>
                  <a:lnTo>
                    <a:pt x="234128" y="0"/>
                  </a:lnTo>
                  <a:close/>
                </a:path>
                <a:path w="468630" h="468629">
                  <a:moveTo>
                    <a:pt x="319675" y="16669"/>
                  </a:moveTo>
                  <a:lnTo>
                    <a:pt x="234128" y="16669"/>
                  </a:lnTo>
                  <a:lnTo>
                    <a:pt x="277965" y="21085"/>
                  </a:lnTo>
                  <a:lnTo>
                    <a:pt x="318778" y="33752"/>
                  </a:lnTo>
                  <a:lnTo>
                    <a:pt x="355707" y="53802"/>
                  </a:lnTo>
                  <a:lnTo>
                    <a:pt x="387893" y="80364"/>
                  </a:lnTo>
                  <a:lnTo>
                    <a:pt x="414455" y="112550"/>
                  </a:lnTo>
                  <a:lnTo>
                    <a:pt x="434505" y="149479"/>
                  </a:lnTo>
                  <a:lnTo>
                    <a:pt x="447172" y="190292"/>
                  </a:lnTo>
                  <a:lnTo>
                    <a:pt x="451588" y="234128"/>
                  </a:lnTo>
                  <a:lnTo>
                    <a:pt x="447172" y="277965"/>
                  </a:lnTo>
                  <a:lnTo>
                    <a:pt x="434505" y="318778"/>
                  </a:lnTo>
                  <a:lnTo>
                    <a:pt x="414455" y="355707"/>
                  </a:lnTo>
                  <a:lnTo>
                    <a:pt x="387893" y="387893"/>
                  </a:lnTo>
                  <a:lnTo>
                    <a:pt x="355707" y="414455"/>
                  </a:lnTo>
                  <a:lnTo>
                    <a:pt x="318778" y="434506"/>
                  </a:lnTo>
                  <a:lnTo>
                    <a:pt x="277965" y="447176"/>
                  </a:lnTo>
                  <a:lnTo>
                    <a:pt x="234128" y="451598"/>
                  </a:lnTo>
                  <a:lnTo>
                    <a:pt x="319641" y="451598"/>
                  </a:lnTo>
                  <a:lnTo>
                    <a:pt x="365029" y="428267"/>
                  </a:lnTo>
                  <a:lnTo>
                    <a:pt x="399678" y="399678"/>
                  </a:lnTo>
                  <a:lnTo>
                    <a:pt x="428267" y="365029"/>
                  </a:lnTo>
                  <a:lnTo>
                    <a:pt x="449854" y="325260"/>
                  </a:lnTo>
                  <a:lnTo>
                    <a:pt x="463498" y="281313"/>
                  </a:lnTo>
                  <a:lnTo>
                    <a:pt x="468257" y="234128"/>
                  </a:lnTo>
                  <a:lnTo>
                    <a:pt x="463498" y="186944"/>
                  </a:lnTo>
                  <a:lnTo>
                    <a:pt x="449854" y="142997"/>
                  </a:lnTo>
                  <a:lnTo>
                    <a:pt x="428267" y="103228"/>
                  </a:lnTo>
                  <a:lnTo>
                    <a:pt x="399678" y="68579"/>
                  </a:lnTo>
                  <a:lnTo>
                    <a:pt x="365029" y="39990"/>
                  </a:lnTo>
                  <a:lnTo>
                    <a:pt x="325260" y="18403"/>
                  </a:lnTo>
                  <a:lnTo>
                    <a:pt x="319675" y="16669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6" name="object 101">
              <a:extLst>
                <a:ext uri="{FF2B5EF4-FFF2-40B4-BE49-F238E27FC236}">
                  <a16:creationId xmlns:a16="http://schemas.microsoft.com/office/drawing/2014/main" id="{73E2BD8B-C282-4760-9D14-D9F02C1A0A01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60088" y="6469101"/>
              <a:ext cx="294977" cy="294975"/>
            </a:xfrm>
            <a:prstGeom prst="rect">
              <a:avLst/>
            </a:prstGeom>
          </p:spPr>
        </p:pic>
        <p:sp>
          <p:nvSpPr>
            <p:cNvPr id="227" name="object 102">
              <a:extLst>
                <a:ext uri="{FF2B5EF4-FFF2-40B4-BE49-F238E27FC236}">
                  <a16:creationId xmlns:a16="http://schemas.microsoft.com/office/drawing/2014/main" id="{4D651A82-F3FB-8246-A99F-9317DAAF15E4}"/>
                </a:ext>
              </a:extLst>
            </p:cNvPr>
            <p:cNvSpPr/>
            <p:nvPr/>
          </p:nvSpPr>
          <p:spPr>
            <a:xfrm>
              <a:off x="15008099" y="5278672"/>
              <a:ext cx="1831975" cy="1572260"/>
            </a:xfrm>
            <a:custGeom>
              <a:avLst/>
              <a:gdLst/>
              <a:ahLst/>
              <a:cxnLst/>
              <a:rect l="l" t="t" r="r" b="b"/>
              <a:pathLst>
                <a:path w="1831975" h="1572259">
                  <a:moveTo>
                    <a:pt x="179425" y="1207744"/>
                  </a:moveTo>
                  <a:lnTo>
                    <a:pt x="150025" y="1230071"/>
                  </a:lnTo>
                  <a:lnTo>
                    <a:pt x="134785" y="1242415"/>
                  </a:lnTo>
                  <a:lnTo>
                    <a:pt x="134785" y="1263865"/>
                  </a:lnTo>
                  <a:lnTo>
                    <a:pt x="128689" y="1283652"/>
                  </a:lnTo>
                  <a:lnTo>
                    <a:pt x="123672" y="1311211"/>
                  </a:lnTo>
                  <a:lnTo>
                    <a:pt x="121958" y="1339926"/>
                  </a:lnTo>
                  <a:lnTo>
                    <a:pt x="123444" y="1366659"/>
                  </a:lnTo>
                  <a:lnTo>
                    <a:pt x="127787" y="1392440"/>
                  </a:lnTo>
                  <a:lnTo>
                    <a:pt x="132918" y="1410385"/>
                  </a:lnTo>
                  <a:lnTo>
                    <a:pt x="132499" y="1410042"/>
                  </a:lnTo>
                  <a:lnTo>
                    <a:pt x="107924" y="1387246"/>
                  </a:lnTo>
                  <a:lnTo>
                    <a:pt x="83362" y="1361541"/>
                  </a:lnTo>
                  <a:lnTo>
                    <a:pt x="67767" y="1343113"/>
                  </a:lnTo>
                  <a:lnTo>
                    <a:pt x="63373" y="1337932"/>
                  </a:lnTo>
                  <a:lnTo>
                    <a:pt x="58966" y="1343113"/>
                  </a:lnTo>
                  <a:lnTo>
                    <a:pt x="63360" y="1337932"/>
                  </a:lnTo>
                  <a:lnTo>
                    <a:pt x="67779" y="1332725"/>
                  </a:lnTo>
                  <a:lnTo>
                    <a:pt x="84150" y="1313434"/>
                  </a:lnTo>
                  <a:lnTo>
                    <a:pt x="109512" y="1287056"/>
                  </a:lnTo>
                  <a:lnTo>
                    <a:pt x="134785" y="1263865"/>
                  </a:lnTo>
                  <a:lnTo>
                    <a:pt x="134785" y="1242415"/>
                  </a:lnTo>
                  <a:lnTo>
                    <a:pt x="97878" y="1275130"/>
                  </a:lnTo>
                  <a:lnTo>
                    <a:pt x="45948" y="1332725"/>
                  </a:lnTo>
                  <a:lnTo>
                    <a:pt x="41821" y="1337932"/>
                  </a:lnTo>
                  <a:lnTo>
                    <a:pt x="45948" y="1343113"/>
                  </a:lnTo>
                  <a:lnTo>
                    <a:pt x="70967" y="1372679"/>
                  </a:lnTo>
                  <a:lnTo>
                    <a:pt x="121551" y="1422603"/>
                  </a:lnTo>
                  <a:lnTo>
                    <a:pt x="174358" y="1464614"/>
                  </a:lnTo>
                  <a:lnTo>
                    <a:pt x="162788" y="1440294"/>
                  </a:lnTo>
                  <a:lnTo>
                    <a:pt x="159385" y="1433144"/>
                  </a:lnTo>
                  <a:lnTo>
                    <a:pt x="150558" y="1411592"/>
                  </a:lnTo>
                  <a:lnTo>
                    <a:pt x="144043" y="1388757"/>
                  </a:lnTo>
                  <a:lnTo>
                    <a:pt x="140004" y="1364805"/>
                  </a:lnTo>
                  <a:lnTo>
                    <a:pt x="138620" y="1339926"/>
                  </a:lnTo>
                  <a:lnTo>
                    <a:pt x="140220" y="1313218"/>
                  </a:lnTo>
                  <a:lnTo>
                    <a:pt x="144868" y="1287602"/>
                  </a:lnTo>
                  <a:lnTo>
                    <a:pt x="152361" y="1263307"/>
                  </a:lnTo>
                  <a:lnTo>
                    <a:pt x="162471" y="1240548"/>
                  </a:lnTo>
                  <a:lnTo>
                    <a:pt x="166433" y="1232877"/>
                  </a:lnTo>
                  <a:lnTo>
                    <a:pt x="179425" y="1207744"/>
                  </a:lnTo>
                  <a:close/>
                </a:path>
                <a:path w="1831975" h="1572259">
                  <a:moveTo>
                    <a:pt x="562622" y="1250492"/>
                  </a:moveTo>
                  <a:lnTo>
                    <a:pt x="556920" y="1221232"/>
                  </a:lnTo>
                  <a:lnTo>
                    <a:pt x="548728" y="1222832"/>
                  </a:lnTo>
                  <a:lnTo>
                    <a:pt x="549351" y="1214526"/>
                  </a:lnTo>
                  <a:lnTo>
                    <a:pt x="523430" y="1212596"/>
                  </a:lnTo>
                  <a:lnTo>
                    <a:pt x="522198" y="1229220"/>
                  </a:lnTo>
                  <a:lnTo>
                    <a:pt x="532790" y="1230007"/>
                  </a:lnTo>
                  <a:lnTo>
                    <a:pt x="446849" y="1342605"/>
                  </a:lnTo>
                  <a:lnTo>
                    <a:pt x="410337" y="1315440"/>
                  </a:lnTo>
                  <a:lnTo>
                    <a:pt x="364109" y="1379347"/>
                  </a:lnTo>
                  <a:lnTo>
                    <a:pt x="328891" y="1355102"/>
                  </a:lnTo>
                  <a:lnTo>
                    <a:pt x="252069" y="1451838"/>
                  </a:lnTo>
                  <a:lnTo>
                    <a:pt x="265112" y="1462201"/>
                  </a:lnTo>
                  <a:lnTo>
                    <a:pt x="332257" y="1377657"/>
                  </a:lnTo>
                  <a:lnTo>
                    <a:pt x="368071" y="1402295"/>
                  </a:lnTo>
                  <a:lnTo>
                    <a:pt x="413931" y="1338884"/>
                  </a:lnTo>
                  <a:lnTo>
                    <a:pt x="450100" y="1365796"/>
                  </a:lnTo>
                  <a:lnTo>
                    <a:pt x="544106" y="1242631"/>
                  </a:lnTo>
                  <a:lnTo>
                    <a:pt x="546265" y="1253693"/>
                  </a:lnTo>
                  <a:lnTo>
                    <a:pt x="562622" y="1250492"/>
                  </a:lnTo>
                  <a:close/>
                </a:path>
                <a:path w="1831975" h="1572259">
                  <a:moveTo>
                    <a:pt x="755269" y="1337919"/>
                  </a:moveTo>
                  <a:lnTo>
                    <a:pt x="751141" y="1332725"/>
                  </a:lnTo>
                  <a:lnTo>
                    <a:pt x="733717" y="1312189"/>
                  </a:lnTo>
                  <a:lnTo>
                    <a:pt x="733717" y="1337932"/>
                  </a:lnTo>
                  <a:lnTo>
                    <a:pt x="713727" y="1361541"/>
                  </a:lnTo>
                  <a:lnTo>
                    <a:pt x="689165" y="1387246"/>
                  </a:lnTo>
                  <a:lnTo>
                    <a:pt x="664578" y="1410042"/>
                  </a:lnTo>
                  <a:lnTo>
                    <a:pt x="664171" y="1410385"/>
                  </a:lnTo>
                  <a:lnTo>
                    <a:pt x="669290" y="1392440"/>
                  </a:lnTo>
                  <a:lnTo>
                    <a:pt x="673646" y="1366659"/>
                  </a:lnTo>
                  <a:lnTo>
                    <a:pt x="675132" y="1339926"/>
                  </a:lnTo>
                  <a:lnTo>
                    <a:pt x="673404" y="1311211"/>
                  </a:lnTo>
                  <a:lnTo>
                    <a:pt x="668401" y="1283652"/>
                  </a:lnTo>
                  <a:lnTo>
                    <a:pt x="662305" y="1263865"/>
                  </a:lnTo>
                  <a:lnTo>
                    <a:pt x="687565" y="1287056"/>
                  </a:lnTo>
                  <a:lnTo>
                    <a:pt x="712927" y="1313434"/>
                  </a:lnTo>
                  <a:lnTo>
                    <a:pt x="733717" y="1337932"/>
                  </a:lnTo>
                  <a:lnTo>
                    <a:pt x="733717" y="1312189"/>
                  </a:lnTo>
                  <a:lnTo>
                    <a:pt x="699211" y="1275130"/>
                  </a:lnTo>
                  <a:lnTo>
                    <a:pt x="650519" y="1232877"/>
                  </a:lnTo>
                  <a:lnTo>
                    <a:pt x="617639" y="1207731"/>
                  </a:lnTo>
                  <a:lnTo>
                    <a:pt x="634619" y="1240548"/>
                  </a:lnTo>
                  <a:lnTo>
                    <a:pt x="644728" y="1263307"/>
                  </a:lnTo>
                  <a:lnTo>
                    <a:pt x="652208" y="1287602"/>
                  </a:lnTo>
                  <a:lnTo>
                    <a:pt x="656856" y="1313218"/>
                  </a:lnTo>
                  <a:lnTo>
                    <a:pt x="658456" y="1339926"/>
                  </a:lnTo>
                  <a:lnTo>
                    <a:pt x="657072" y="1364805"/>
                  </a:lnTo>
                  <a:lnTo>
                    <a:pt x="653034" y="1388757"/>
                  </a:lnTo>
                  <a:lnTo>
                    <a:pt x="646518" y="1411592"/>
                  </a:lnTo>
                  <a:lnTo>
                    <a:pt x="637692" y="1433144"/>
                  </a:lnTo>
                  <a:lnTo>
                    <a:pt x="622719" y="1464614"/>
                  </a:lnTo>
                  <a:lnTo>
                    <a:pt x="650316" y="1443316"/>
                  </a:lnTo>
                  <a:lnTo>
                    <a:pt x="653986" y="1440294"/>
                  </a:lnTo>
                  <a:lnTo>
                    <a:pt x="675525" y="1422603"/>
                  </a:lnTo>
                  <a:lnTo>
                    <a:pt x="700849" y="1399120"/>
                  </a:lnTo>
                  <a:lnTo>
                    <a:pt x="726109" y="1372679"/>
                  </a:lnTo>
                  <a:lnTo>
                    <a:pt x="751141" y="1343113"/>
                  </a:lnTo>
                  <a:lnTo>
                    <a:pt x="755269" y="1337919"/>
                  </a:lnTo>
                  <a:close/>
                </a:path>
                <a:path w="1831975" h="1572259">
                  <a:moveTo>
                    <a:pt x="798944" y="1337919"/>
                  </a:moveTo>
                  <a:lnTo>
                    <a:pt x="795286" y="1332979"/>
                  </a:lnTo>
                  <a:lnTo>
                    <a:pt x="777862" y="1311541"/>
                  </a:lnTo>
                  <a:lnTo>
                    <a:pt x="777862" y="1337932"/>
                  </a:lnTo>
                  <a:lnTo>
                    <a:pt x="741718" y="1382395"/>
                  </a:lnTo>
                  <a:lnTo>
                    <a:pt x="700887" y="1423885"/>
                  </a:lnTo>
                  <a:lnTo>
                    <a:pt x="660069" y="1458150"/>
                  </a:lnTo>
                  <a:lnTo>
                    <a:pt x="619925" y="1485874"/>
                  </a:lnTo>
                  <a:lnTo>
                    <a:pt x="581113" y="1507769"/>
                  </a:lnTo>
                  <a:lnTo>
                    <a:pt x="544322" y="1524520"/>
                  </a:lnTo>
                  <a:lnTo>
                    <a:pt x="494360" y="1541513"/>
                  </a:lnTo>
                  <a:lnTo>
                    <a:pt x="452716" y="1550797"/>
                  </a:lnTo>
                  <a:lnTo>
                    <a:pt x="403606" y="1555457"/>
                  </a:lnTo>
                  <a:lnTo>
                    <a:pt x="400735" y="1555419"/>
                  </a:lnTo>
                  <a:lnTo>
                    <a:pt x="399872" y="1555394"/>
                  </a:lnTo>
                  <a:lnTo>
                    <a:pt x="399465" y="1563738"/>
                  </a:lnTo>
                  <a:lnTo>
                    <a:pt x="399072" y="1555457"/>
                  </a:lnTo>
                  <a:lnTo>
                    <a:pt x="398208" y="1555432"/>
                  </a:lnTo>
                  <a:lnTo>
                    <a:pt x="346227" y="1550797"/>
                  </a:lnTo>
                  <a:lnTo>
                    <a:pt x="304584" y="1541513"/>
                  </a:lnTo>
                  <a:lnTo>
                    <a:pt x="254622" y="1524520"/>
                  </a:lnTo>
                  <a:lnTo>
                    <a:pt x="217830" y="1507756"/>
                  </a:lnTo>
                  <a:lnTo>
                    <a:pt x="179019" y="1485861"/>
                  </a:lnTo>
                  <a:lnTo>
                    <a:pt x="138874" y="1458137"/>
                  </a:lnTo>
                  <a:lnTo>
                    <a:pt x="98044" y="1423885"/>
                  </a:lnTo>
                  <a:lnTo>
                    <a:pt x="57226" y="1382395"/>
                  </a:lnTo>
                  <a:lnTo>
                    <a:pt x="25095" y="1342872"/>
                  </a:lnTo>
                  <a:lnTo>
                    <a:pt x="21082" y="1337919"/>
                  </a:lnTo>
                  <a:lnTo>
                    <a:pt x="25095" y="1332966"/>
                  </a:lnTo>
                  <a:lnTo>
                    <a:pt x="57226" y="1293444"/>
                  </a:lnTo>
                  <a:lnTo>
                    <a:pt x="98044" y="1251953"/>
                  </a:lnTo>
                  <a:lnTo>
                    <a:pt x="138874" y="1217701"/>
                  </a:lnTo>
                  <a:lnTo>
                    <a:pt x="179019" y="1189977"/>
                  </a:lnTo>
                  <a:lnTo>
                    <a:pt x="217830" y="1168082"/>
                  </a:lnTo>
                  <a:lnTo>
                    <a:pt x="254622" y="1151318"/>
                  </a:lnTo>
                  <a:lnTo>
                    <a:pt x="304584" y="1134325"/>
                  </a:lnTo>
                  <a:lnTo>
                    <a:pt x="346227" y="1125042"/>
                  </a:lnTo>
                  <a:lnTo>
                    <a:pt x="395338" y="1120394"/>
                  </a:lnTo>
                  <a:lnTo>
                    <a:pt x="399072" y="1120444"/>
                  </a:lnTo>
                  <a:lnTo>
                    <a:pt x="399465" y="1112113"/>
                  </a:lnTo>
                  <a:lnTo>
                    <a:pt x="399884" y="1120444"/>
                  </a:lnTo>
                  <a:lnTo>
                    <a:pt x="400735" y="1120419"/>
                  </a:lnTo>
                  <a:lnTo>
                    <a:pt x="452716" y="1125042"/>
                  </a:lnTo>
                  <a:lnTo>
                    <a:pt x="494360" y="1134325"/>
                  </a:lnTo>
                  <a:lnTo>
                    <a:pt x="544322" y="1151331"/>
                  </a:lnTo>
                  <a:lnTo>
                    <a:pt x="581113" y="1168082"/>
                  </a:lnTo>
                  <a:lnTo>
                    <a:pt x="619925" y="1189977"/>
                  </a:lnTo>
                  <a:lnTo>
                    <a:pt x="660069" y="1217701"/>
                  </a:lnTo>
                  <a:lnTo>
                    <a:pt x="700887" y="1251966"/>
                  </a:lnTo>
                  <a:lnTo>
                    <a:pt x="741718" y="1293456"/>
                  </a:lnTo>
                  <a:lnTo>
                    <a:pt x="777862" y="1337932"/>
                  </a:lnTo>
                  <a:lnTo>
                    <a:pt x="777862" y="1311541"/>
                  </a:lnTo>
                  <a:lnTo>
                    <a:pt x="712190" y="1239710"/>
                  </a:lnTo>
                  <a:lnTo>
                    <a:pt x="670153" y="1204442"/>
                  </a:lnTo>
                  <a:lnTo>
                    <a:pt x="628738" y="1175842"/>
                  </a:lnTo>
                  <a:lnTo>
                    <a:pt x="588645" y="1153210"/>
                  </a:lnTo>
                  <a:lnTo>
                    <a:pt x="550583" y="1135888"/>
                  </a:lnTo>
                  <a:lnTo>
                    <a:pt x="505040" y="1120394"/>
                  </a:lnTo>
                  <a:lnTo>
                    <a:pt x="455498" y="1108608"/>
                  </a:lnTo>
                  <a:lnTo>
                    <a:pt x="403606" y="1103731"/>
                  </a:lnTo>
                  <a:lnTo>
                    <a:pt x="400748" y="1103731"/>
                  </a:lnTo>
                  <a:lnTo>
                    <a:pt x="399542" y="1103795"/>
                  </a:lnTo>
                  <a:lnTo>
                    <a:pt x="398195" y="1103718"/>
                  </a:lnTo>
                  <a:lnTo>
                    <a:pt x="395338" y="1103718"/>
                  </a:lnTo>
                  <a:lnTo>
                    <a:pt x="375958" y="1104557"/>
                  </a:lnTo>
                  <a:lnTo>
                    <a:pt x="300151" y="1118260"/>
                  </a:lnTo>
                  <a:lnTo>
                    <a:pt x="248373" y="1135875"/>
                  </a:lnTo>
                  <a:lnTo>
                    <a:pt x="210299" y="1153210"/>
                  </a:lnTo>
                  <a:lnTo>
                    <a:pt x="170205" y="1175842"/>
                  </a:lnTo>
                  <a:lnTo>
                    <a:pt x="128790" y="1204442"/>
                  </a:lnTo>
                  <a:lnTo>
                    <a:pt x="86753" y="1239710"/>
                  </a:lnTo>
                  <a:lnTo>
                    <a:pt x="44805" y="1282319"/>
                  </a:lnTo>
                  <a:lnTo>
                    <a:pt x="3657" y="1332966"/>
                  </a:lnTo>
                  <a:lnTo>
                    <a:pt x="0" y="1337919"/>
                  </a:lnTo>
                  <a:lnTo>
                    <a:pt x="3657" y="1342872"/>
                  </a:lnTo>
                  <a:lnTo>
                    <a:pt x="44805" y="1393520"/>
                  </a:lnTo>
                  <a:lnTo>
                    <a:pt x="86753" y="1436128"/>
                  </a:lnTo>
                  <a:lnTo>
                    <a:pt x="128790" y="1471396"/>
                  </a:lnTo>
                  <a:lnTo>
                    <a:pt x="170205" y="1500009"/>
                  </a:lnTo>
                  <a:lnTo>
                    <a:pt x="210299" y="1522628"/>
                  </a:lnTo>
                  <a:lnTo>
                    <a:pt x="248373" y="1539963"/>
                  </a:lnTo>
                  <a:lnTo>
                    <a:pt x="300151" y="1557578"/>
                  </a:lnTo>
                  <a:lnTo>
                    <a:pt x="343458" y="1567230"/>
                  </a:lnTo>
                  <a:lnTo>
                    <a:pt x="395338" y="1572120"/>
                  </a:lnTo>
                  <a:lnTo>
                    <a:pt x="398195" y="1572120"/>
                  </a:lnTo>
                  <a:lnTo>
                    <a:pt x="399415" y="1572069"/>
                  </a:lnTo>
                  <a:lnTo>
                    <a:pt x="400748" y="1572120"/>
                  </a:lnTo>
                  <a:lnTo>
                    <a:pt x="403606" y="1572120"/>
                  </a:lnTo>
                  <a:lnTo>
                    <a:pt x="422986" y="1571294"/>
                  </a:lnTo>
                  <a:lnTo>
                    <a:pt x="498792" y="1557578"/>
                  </a:lnTo>
                  <a:lnTo>
                    <a:pt x="550570" y="1539963"/>
                  </a:lnTo>
                  <a:lnTo>
                    <a:pt x="588645" y="1522628"/>
                  </a:lnTo>
                  <a:lnTo>
                    <a:pt x="628738" y="1500009"/>
                  </a:lnTo>
                  <a:lnTo>
                    <a:pt x="670153" y="1471409"/>
                  </a:lnTo>
                  <a:lnTo>
                    <a:pt x="712190" y="1436141"/>
                  </a:lnTo>
                  <a:lnTo>
                    <a:pt x="754138" y="1393520"/>
                  </a:lnTo>
                  <a:lnTo>
                    <a:pt x="795286" y="1342872"/>
                  </a:lnTo>
                  <a:lnTo>
                    <a:pt x="798944" y="1337919"/>
                  </a:lnTo>
                  <a:close/>
                </a:path>
                <a:path w="1831975" h="1572259">
                  <a:moveTo>
                    <a:pt x="1479499" y="174091"/>
                  </a:moveTo>
                  <a:lnTo>
                    <a:pt x="1473276" y="127812"/>
                  </a:lnTo>
                  <a:lnTo>
                    <a:pt x="1455724" y="86233"/>
                  </a:lnTo>
                  <a:lnTo>
                    <a:pt x="1428496" y="50990"/>
                  </a:lnTo>
                  <a:lnTo>
                    <a:pt x="1393266" y="23774"/>
                  </a:lnTo>
                  <a:lnTo>
                    <a:pt x="1351673" y="6223"/>
                  </a:lnTo>
                  <a:lnTo>
                    <a:pt x="1305382" y="0"/>
                  </a:lnTo>
                  <a:lnTo>
                    <a:pt x="1301305" y="0"/>
                  </a:lnTo>
                  <a:lnTo>
                    <a:pt x="1244307" y="11074"/>
                  </a:lnTo>
                  <a:lnTo>
                    <a:pt x="1201610" y="34455"/>
                  </a:lnTo>
                  <a:lnTo>
                    <a:pt x="1167168" y="68414"/>
                  </a:lnTo>
                  <a:lnTo>
                    <a:pt x="1143190" y="110782"/>
                  </a:lnTo>
                  <a:lnTo>
                    <a:pt x="1131887" y="159372"/>
                  </a:lnTo>
                  <a:lnTo>
                    <a:pt x="1131290" y="169240"/>
                  </a:lnTo>
                  <a:lnTo>
                    <a:pt x="1131290" y="174104"/>
                  </a:lnTo>
                  <a:lnTo>
                    <a:pt x="1144701" y="241198"/>
                  </a:lnTo>
                  <a:lnTo>
                    <a:pt x="1181303" y="296176"/>
                  </a:lnTo>
                  <a:lnTo>
                    <a:pt x="1192644" y="310007"/>
                  </a:lnTo>
                  <a:lnTo>
                    <a:pt x="1201102" y="325437"/>
                  </a:lnTo>
                  <a:lnTo>
                    <a:pt x="1206385" y="342087"/>
                  </a:lnTo>
                  <a:lnTo>
                    <a:pt x="1208214" y="359575"/>
                  </a:lnTo>
                  <a:lnTo>
                    <a:pt x="1208214" y="368515"/>
                  </a:lnTo>
                  <a:lnTo>
                    <a:pt x="1305394" y="368515"/>
                  </a:lnTo>
                  <a:lnTo>
                    <a:pt x="1305394" y="360184"/>
                  </a:lnTo>
                  <a:lnTo>
                    <a:pt x="1305394" y="351866"/>
                  </a:lnTo>
                  <a:lnTo>
                    <a:pt x="1224064" y="351866"/>
                  </a:lnTo>
                  <a:lnTo>
                    <a:pt x="1222692" y="338670"/>
                  </a:lnTo>
                  <a:lnTo>
                    <a:pt x="1216418" y="318871"/>
                  </a:lnTo>
                  <a:lnTo>
                    <a:pt x="1206449" y="300659"/>
                  </a:lnTo>
                  <a:lnTo>
                    <a:pt x="1174318" y="261289"/>
                  </a:lnTo>
                  <a:lnTo>
                    <a:pt x="1160081" y="234772"/>
                  </a:lnTo>
                  <a:lnTo>
                    <a:pt x="1151089" y="205511"/>
                  </a:lnTo>
                  <a:lnTo>
                    <a:pt x="1147953" y="174104"/>
                  </a:lnTo>
                  <a:lnTo>
                    <a:pt x="1147978" y="169240"/>
                  </a:lnTo>
                  <a:lnTo>
                    <a:pt x="1158697" y="116878"/>
                  </a:lnTo>
                  <a:lnTo>
                    <a:pt x="1180401" y="78574"/>
                  </a:lnTo>
                  <a:lnTo>
                    <a:pt x="1211580" y="47828"/>
                  </a:lnTo>
                  <a:lnTo>
                    <a:pt x="1250188" y="26657"/>
                  </a:lnTo>
                  <a:lnTo>
                    <a:pt x="1294206" y="17056"/>
                  </a:lnTo>
                  <a:lnTo>
                    <a:pt x="1301686" y="16662"/>
                  </a:lnTo>
                  <a:lnTo>
                    <a:pt x="1305382" y="16662"/>
                  </a:lnTo>
                  <a:lnTo>
                    <a:pt x="1366672" y="29032"/>
                  </a:lnTo>
                  <a:lnTo>
                    <a:pt x="1416710" y="62776"/>
                  </a:lnTo>
                  <a:lnTo>
                    <a:pt x="1450454" y="112814"/>
                  </a:lnTo>
                  <a:lnTo>
                    <a:pt x="1462824" y="174104"/>
                  </a:lnTo>
                  <a:lnTo>
                    <a:pt x="1459585" y="206006"/>
                  </a:lnTo>
                  <a:lnTo>
                    <a:pt x="1450314" y="235686"/>
                  </a:lnTo>
                  <a:lnTo>
                    <a:pt x="1435646" y="262509"/>
                  </a:lnTo>
                  <a:lnTo>
                    <a:pt x="1416215" y="285864"/>
                  </a:lnTo>
                  <a:lnTo>
                    <a:pt x="1403184" y="301739"/>
                  </a:lnTo>
                  <a:lnTo>
                    <a:pt x="1393685" y="319722"/>
                  </a:lnTo>
                  <a:lnTo>
                    <a:pt x="1387881" y="339191"/>
                  </a:lnTo>
                  <a:lnTo>
                    <a:pt x="1385900" y="359575"/>
                  </a:lnTo>
                  <a:lnTo>
                    <a:pt x="1385900" y="360273"/>
                  </a:lnTo>
                  <a:lnTo>
                    <a:pt x="1386954" y="400837"/>
                  </a:lnTo>
                  <a:lnTo>
                    <a:pt x="1386967" y="412915"/>
                  </a:lnTo>
                  <a:lnTo>
                    <a:pt x="1375740" y="449643"/>
                  </a:lnTo>
                  <a:lnTo>
                    <a:pt x="1334490" y="477304"/>
                  </a:lnTo>
                  <a:lnTo>
                    <a:pt x="1321244" y="478637"/>
                  </a:lnTo>
                  <a:lnTo>
                    <a:pt x="1289545" y="478637"/>
                  </a:lnTo>
                  <a:lnTo>
                    <a:pt x="1252804" y="467410"/>
                  </a:lnTo>
                  <a:lnTo>
                    <a:pt x="1225156" y="426161"/>
                  </a:lnTo>
                  <a:lnTo>
                    <a:pt x="1223822" y="412915"/>
                  </a:lnTo>
                  <a:lnTo>
                    <a:pt x="1223822" y="400913"/>
                  </a:lnTo>
                  <a:lnTo>
                    <a:pt x="1207160" y="400913"/>
                  </a:lnTo>
                  <a:lnTo>
                    <a:pt x="1207160" y="412915"/>
                  </a:lnTo>
                  <a:lnTo>
                    <a:pt x="1213637" y="444982"/>
                  </a:lnTo>
                  <a:lnTo>
                    <a:pt x="1231290" y="471170"/>
                  </a:lnTo>
                  <a:lnTo>
                    <a:pt x="1257477" y="488823"/>
                  </a:lnTo>
                  <a:lnTo>
                    <a:pt x="1289545" y="495300"/>
                  </a:lnTo>
                  <a:lnTo>
                    <a:pt x="1321244" y="495300"/>
                  </a:lnTo>
                  <a:lnTo>
                    <a:pt x="1368425" y="478637"/>
                  </a:lnTo>
                  <a:lnTo>
                    <a:pt x="1397152" y="444982"/>
                  </a:lnTo>
                  <a:lnTo>
                    <a:pt x="1403629" y="412915"/>
                  </a:lnTo>
                  <a:lnTo>
                    <a:pt x="1403629" y="400837"/>
                  </a:lnTo>
                  <a:lnTo>
                    <a:pt x="1402562" y="359575"/>
                  </a:lnTo>
                  <a:lnTo>
                    <a:pt x="1404226" y="342392"/>
                  </a:lnTo>
                  <a:lnTo>
                    <a:pt x="1409115" y="326009"/>
                  </a:lnTo>
                  <a:lnTo>
                    <a:pt x="1417066" y="310946"/>
                  </a:lnTo>
                  <a:lnTo>
                    <a:pt x="1427949" y="297700"/>
                  </a:lnTo>
                  <a:lnTo>
                    <a:pt x="1449412" y="271881"/>
                  </a:lnTo>
                  <a:lnTo>
                    <a:pt x="1465643" y="242201"/>
                  </a:lnTo>
                  <a:lnTo>
                    <a:pt x="1475917" y="209359"/>
                  </a:lnTo>
                  <a:lnTo>
                    <a:pt x="1479499" y="174091"/>
                  </a:lnTo>
                  <a:close/>
                </a:path>
                <a:path w="1831975" h="1572259">
                  <a:moveTo>
                    <a:pt x="1831771" y="105879"/>
                  </a:moveTo>
                  <a:lnTo>
                    <a:pt x="1824367" y="69253"/>
                  </a:lnTo>
                  <a:lnTo>
                    <a:pt x="1815109" y="55524"/>
                  </a:lnTo>
                  <a:lnTo>
                    <a:pt x="1815109" y="105879"/>
                  </a:lnTo>
                  <a:lnTo>
                    <a:pt x="1815109" y="207632"/>
                  </a:lnTo>
                  <a:lnTo>
                    <a:pt x="1801888" y="250926"/>
                  </a:lnTo>
                  <a:lnTo>
                    <a:pt x="1767801" y="278993"/>
                  </a:lnTo>
                  <a:lnTo>
                    <a:pt x="1737664" y="285076"/>
                  </a:lnTo>
                  <a:lnTo>
                    <a:pt x="1723732" y="285076"/>
                  </a:lnTo>
                  <a:lnTo>
                    <a:pt x="1680438" y="271856"/>
                  </a:lnTo>
                  <a:lnTo>
                    <a:pt x="1652371" y="237782"/>
                  </a:lnTo>
                  <a:lnTo>
                    <a:pt x="1646288" y="207632"/>
                  </a:lnTo>
                  <a:lnTo>
                    <a:pt x="1646288" y="105879"/>
                  </a:lnTo>
                  <a:lnTo>
                    <a:pt x="1659509" y="62585"/>
                  </a:lnTo>
                  <a:lnTo>
                    <a:pt x="1693583" y="34518"/>
                  </a:lnTo>
                  <a:lnTo>
                    <a:pt x="1722361" y="28575"/>
                  </a:lnTo>
                  <a:lnTo>
                    <a:pt x="1722361" y="66281"/>
                  </a:lnTo>
                  <a:lnTo>
                    <a:pt x="1718602" y="67030"/>
                  </a:lnTo>
                  <a:lnTo>
                    <a:pt x="1708734" y="73685"/>
                  </a:lnTo>
                  <a:lnTo>
                    <a:pt x="1702066" y="83566"/>
                  </a:lnTo>
                  <a:lnTo>
                    <a:pt x="1699628" y="95656"/>
                  </a:lnTo>
                  <a:lnTo>
                    <a:pt x="1702066" y="107746"/>
                  </a:lnTo>
                  <a:lnTo>
                    <a:pt x="1708734" y="117627"/>
                  </a:lnTo>
                  <a:lnTo>
                    <a:pt x="1718602" y="124282"/>
                  </a:lnTo>
                  <a:lnTo>
                    <a:pt x="1730705" y="126720"/>
                  </a:lnTo>
                  <a:lnTo>
                    <a:pt x="1742795" y="124282"/>
                  </a:lnTo>
                  <a:lnTo>
                    <a:pt x="1752663" y="117627"/>
                  </a:lnTo>
                  <a:lnTo>
                    <a:pt x="1757756" y="110058"/>
                  </a:lnTo>
                  <a:lnTo>
                    <a:pt x="1759318" y="107746"/>
                  </a:lnTo>
                  <a:lnTo>
                    <a:pt x="1761769" y="95656"/>
                  </a:lnTo>
                  <a:lnTo>
                    <a:pt x="1759318" y="83566"/>
                  </a:lnTo>
                  <a:lnTo>
                    <a:pt x="1757756" y="81241"/>
                  </a:lnTo>
                  <a:lnTo>
                    <a:pt x="1752663" y="73685"/>
                  </a:lnTo>
                  <a:lnTo>
                    <a:pt x="1745081" y="68580"/>
                  </a:lnTo>
                  <a:lnTo>
                    <a:pt x="1745081" y="87693"/>
                  </a:lnTo>
                  <a:lnTo>
                    <a:pt x="1745081" y="103619"/>
                  </a:lnTo>
                  <a:lnTo>
                    <a:pt x="1738642" y="110045"/>
                  </a:lnTo>
                  <a:lnTo>
                    <a:pt x="1730705" y="110058"/>
                  </a:lnTo>
                  <a:lnTo>
                    <a:pt x="1722742" y="110045"/>
                  </a:lnTo>
                  <a:lnTo>
                    <a:pt x="1716316" y="103619"/>
                  </a:lnTo>
                  <a:lnTo>
                    <a:pt x="1716303" y="87693"/>
                  </a:lnTo>
                  <a:lnTo>
                    <a:pt x="1722742" y="81267"/>
                  </a:lnTo>
                  <a:lnTo>
                    <a:pt x="1735696" y="81267"/>
                  </a:lnTo>
                  <a:lnTo>
                    <a:pt x="1738642" y="81267"/>
                  </a:lnTo>
                  <a:lnTo>
                    <a:pt x="1745081" y="87693"/>
                  </a:lnTo>
                  <a:lnTo>
                    <a:pt x="1745081" y="68580"/>
                  </a:lnTo>
                  <a:lnTo>
                    <a:pt x="1742795" y="67030"/>
                  </a:lnTo>
                  <a:lnTo>
                    <a:pt x="1739023" y="66281"/>
                  </a:lnTo>
                  <a:lnTo>
                    <a:pt x="1739023" y="28575"/>
                  </a:lnTo>
                  <a:lnTo>
                    <a:pt x="1780959" y="41656"/>
                  </a:lnTo>
                  <a:lnTo>
                    <a:pt x="1809026" y="75730"/>
                  </a:lnTo>
                  <a:lnTo>
                    <a:pt x="1815109" y="105879"/>
                  </a:lnTo>
                  <a:lnTo>
                    <a:pt x="1815109" y="55524"/>
                  </a:lnTo>
                  <a:lnTo>
                    <a:pt x="1804200" y="39331"/>
                  </a:lnTo>
                  <a:lnTo>
                    <a:pt x="1774291" y="19164"/>
                  </a:lnTo>
                  <a:lnTo>
                    <a:pt x="1737664" y="11772"/>
                  </a:lnTo>
                  <a:lnTo>
                    <a:pt x="1723732" y="11772"/>
                  </a:lnTo>
                  <a:lnTo>
                    <a:pt x="1687106" y="19164"/>
                  </a:lnTo>
                  <a:lnTo>
                    <a:pt x="1657184" y="39331"/>
                  </a:lnTo>
                  <a:lnTo>
                    <a:pt x="1637017" y="69253"/>
                  </a:lnTo>
                  <a:lnTo>
                    <a:pt x="1629625" y="105879"/>
                  </a:lnTo>
                  <a:lnTo>
                    <a:pt x="1629625" y="207632"/>
                  </a:lnTo>
                  <a:lnTo>
                    <a:pt x="1637017" y="244271"/>
                  </a:lnTo>
                  <a:lnTo>
                    <a:pt x="1657184" y="274180"/>
                  </a:lnTo>
                  <a:lnTo>
                    <a:pt x="1687106" y="294347"/>
                  </a:lnTo>
                  <a:lnTo>
                    <a:pt x="1723732" y="301739"/>
                  </a:lnTo>
                  <a:lnTo>
                    <a:pt x="1737664" y="301739"/>
                  </a:lnTo>
                  <a:lnTo>
                    <a:pt x="1774291" y="294347"/>
                  </a:lnTo>
                  <a:lnTo>
                    <a:pt x="1788033" y="285076"/>
                  </a:lnTo>
                  <a:lnTo>
                    <a:pt x="1804200" y="274180"/>
                  </a:lnTo>
                  <a:lnTo>
                    <a:pt x="1824367" y="244271"/>
                  </a:lnTo>
                  <a:lnTo>
                    <a:pt x="1831771" y="207632"/>
                  </a:lnTo>
                  <a:lnTo>
                    <a:pt x="1831771" y="105879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8" name="object 103">
              <a:extLst>
                <a:ext uri="{FF2B5EF4-FFF2-40B4-BE49-F238E27FC236}">
                  <a16:creationId xmlns:a16="http://schemas.microsoft.com/office/drawing/2014/main" id="{79E0C573-E22C-FB52-06F1-A6D89DBEFBF1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261553" y="5767039"/>
              <a:ext cx="103892" cy="67422"/>
            </a:xfrm>
            <a:prstGeom prst="rect">
              <a:avLst/>
            </a:prstGeom>
          </p:spPr>
        </p:pic>
        <p:sp>
          <p:nvSpPr>
            <p:cNvPr id="229" name="object 104">
              <a:extLst>
                <a:ext uri="{FF2B5EF4-FFF2-40B4-BE49-F238E27FC236}">
                  <a16:creationId xmlns:a16="http://schemas.microsoft.com/office/drawing/2014/main" id="{CAC36C94-CEA0-4C4B-7249-97E3548D8B68}"/>
                </a:ext>
              </a:extLst>
            </p:cNvPr>
            <p:cNvSpPr/>
            <p:nvPr/>
          </p:nvSpPr>
          <p:spPr>
            <a:xfrm>
              <a:off x="15396465" y="5210130"/>
              <a:ext cx="1351280" cy="5706110"/>
            </a:xfrm>
            <a:custGeom>
              <a:avLst/>
              <a:gdLst/>
              <a:ahLst/>
              <a:cxnLst/>
              <a:rect l="l" t="t" r="r" b="b"/>
              <a:pathLst>
                <a:path w="1351280" h="5706109">
                  <a:moveTo>
                    <a:pt x="745388" y="137274"/>
                  </a:moveTo>
                  <a:lnTo>
                    <a:pt x="712444" y="118262"/>
                  </a:lnTo>
                  <a:lnTo>
                    <a:pt x="704113" y="132689"/>
                  </a:lnTo>
                  <a:lnTo>
                    <a:pt x="737057" y="151701"/>
                  </a:lnTo>
                  <a:lnTo>
                    <a:pt x="745388" y="137274"/>
                  </a:lnTo>
                  <a:close/>
                </a:path>
                <a:path w="1351280" h="5706109">
                  <a:moveTo>
                    <a:pt x="792327" y="83515"/>
                  </a:moveTo>
                  <a:lnTo>
                    <a:pt x="767880" y="54368"/>
                  </a:lnTo>
                  <a:lnTo>
                    <a:pt x="755116" y="65087"/>
                  </a:lnTo>
                  <a:lnTo>
                    <a:pt x="779564" y="94221"/>
                  </a:lnTo>
                  <a:lnTo>
                    <a:pt x="792327" y="83515"/>
                  </a:lnTo>
                  <a:close/>
                </a:path>
                <a:path w="1351280" h="5706109">
                  <a:moveTo>
                    <a:pt x="796912" y="5563730"/>
                  </a:moveTo>
                  <a:lnTo>
                    <a:pt x="796785" y="5560707"/>
                  </a:lnTo>
                  <a:lnTo>
                    <a:pt x="780249" y="5362791"/>
                  </a:lnTo>
                  <a:lnTo>
                    <a:pt x="780249" y="5563730"/>
                  </a:lnTo>
                  <a:lnTo>
                    <a:pt x="778738" y="5571071"/>
                  </a:lnTo>
                  <a:lnTo>
                    <a:pt x="774674" y="5577078"/>
                  </a:lnTo>
                  <a:lnTo>
                    <a:pt x="768692" y="5581129"/>
                  </a:lnTo>
                  <a:lnTo>
                    <a:pt x="761415" y="5582615"/>
                  </a:lnTo>
                  <a:lnTo>
                    <a:pt x="758964" y="5582463"/>
                  </a:lnTo>
                  <a:lnTo>
                    <a:pt x="748157" y="5581243"/>
                  </a:lnTo>
                  <a:lnTo>
                    <a:pt x="736003" y="5580265"/>
                  </a:lnTo>
                  <a:lnTo>
                    <a:pt x="722566" y="5579592"/>
                  </a:lnTo>
                  <a:lnTo>
                    <a:pt x="707847" y="5579351"/>
                  </a:lnTo>
                  <a:lnTo>
                    <a:pt x="672617" y="5580672"/>
                  </a:lnTo>
                  <a:lnTo>
                    <a:pt x="632231" y="5585231"/>
                  </a:lnTo>
                  <a:lnTo>
                    <a:pt x="587057" y="5593956"/>
                  </a:lnTo>
                  <a:lnTo>
                    <a:pt x="537489" y="5607761"/>
                  </a:lnTo>
                  <a:lnTo>
                    <a:pt x="483895" y="5627548"/>
                  </a:lnTo>
                  <a:lnTo>
                    <a:pt x="478955" y="5633339"/>
                  </a:lnTo>
                  <a:lnTo>
                    <a:pt x="477862" y="5636577"/>
                  </a:lnTo>
                  <a:lnTo>
                    <a:pt x="442785" y="5677217"/>
                  </a:lnTo>
                  <a:lnTo>
                    <a:pt x="398449" y="5689155"/>
                  </a:lnTo>
                  <a:lnTo>
                    <a:pt x="375513" y="5686158"/>
                  </a:lnTo>
                  <a:lnTo>
                    <a:pt x="354101" y="5677217"/>
                  </a:lnTo>
                  <a:lnTo>
                    <a:pt x="335597" y="5662295"/>
                  </a:lnTo>
                  <a:lnTo>
                    <a:pt x="322440" y="5642940"/>
                  </a:lnTo>
                  <a:lnTo>
                    <a:pt x="321360" y="5641352"/>
                  </a:lnTo>
                  <a:lnTo>
                    <a:pt x="316611" y="5629059"/>
                  </a:lnTo>
                  <a:lnTo>
                    <a:pt x="313004" y="5627548"/>
                  </a:lnTo>
                  <a:lnTo>
                    <a:pt x="259410" y="5607761"/>
                  </a:lnTo>
                  <a:lnTo>
                    <a:pt x="217258" y="5596026"/>
                  </a:lnTo>
                  <a:lnTo>
                    <a:pt x="209842" y="5593956"/>
                  </a:lnTo>
                  <a:lnTo>
                    <a:pt x="164680" y="5585231"/>
                  </a:lnTo>
                  <a:lnTo>
                    <a:pt x="141541" y="5582615"/>
                  </a:lnTo>
                  <a:lnTo>
                    <a:pt x="124294" y="5580672"/>
                  </a:lnTo>
                  <a:lnTo>
                    <a:pt x="89052" y="5579351"/>
                  </a:lnTo>
                  <a:lnTo>
                    <a:pt x="74345" y="5579592"/>
                  </a:lnTo>
                  <a:lnTo>
                    <a:pt x="60896" y="5580265"/>
                  </a:lnTo>
                  <a:lnTo>
                    <a:pt x="48742" y="5581243"/>
                  </a:lnTo>
                  <a:lnTo>
                    <a:pt x="37934" y="5582463"/>
                  </a:lnTo>
                  <a:lnTo>
                    <a:pt x="35483" y="5582615"/>
                  </a:lnTo>
                  <a:lnTo>
                    <a:pt x="28206" y="5581129"/>
                  </a:lnTo>
                  <a:lnTo>
                    <a:pt x="22225" y="5577065"/>
                  </a:lnTo>
                  <a:lnTo>
                    <a:pt x="18161" y="5571071"/>
                  </a:lnTo>
                  <a:lnTo>
                    <a:pt x="16662" y="5563730"/>
                  </a:lnTo>
                  <a:lnTo>
                    <a:pt x="16713" y="5562092"/>
                  </a:lnTo>
                  <a:lnTo>
                    <a:pt x="46520" y="5205476"/>
                  </a:lnTo>
                  <a:lnTo>
                    <a:pt x="65201" y="5188102"/>
                  </a:lnTo>
                  <a:lnTo>
                    <a:pt x="66090" y="5188115"/>
                  </a:lnTo>
                  <a:lnTo>
                    <a:pt x="71488" y="5188369"/>
                  </a:lnTo>
                  <a:lnTo>
                    <a:pt x="77025" y="5188826"/>
                  </a:lnTo>
                  <a:lnTo>
                    <a:pt x="86423" y="5190274"/>
                  </a:lnTo>
                  <a:lnTo>
                    <a:pt x="87261" y="5190528"/>
                  </a:lnTo>
                  <a:lnTo>
                    <a:pt x="57404" y="5544324"/>
                  </a:lnTo>
                  <a:lnTo>
                    <a:pt x="76454" y="5544312"/>
                  </a:lnTo>
                  <a:lnTo>
                    <a:pt x="135826" y="5546737"/>
                  </a:lnTo>
                  <a:lnTo>
                    <a:pt x="190817" y="5553595"/>
                  </a:lnTo>
                  <a:lnTo>
                    <a:pt x="239026" y="5563705"/>
                  </a:lnTo>
                  <a:lnTo>
                    <a:pt x="280543" y="5575947"/>
                  </a:lnTo>
                  <a:lnTo>
                    <a:pt x="333908" y="5597626"/>
                  </a:lnTo>
                  <a:lnTo>
                    <a:pt x="374154" y="5620029"/>
                  </a:lnTo>
                  <a:lnTo>
                    <a:pt x="390118" y="5631269"/>
                  </a:lnTo>
                  <a:lnTo>
                    <a:pt x="390118" y="5645683"/>
                  </a:lnTo>
                  <a:lnTo>
                    <a:pt x="398449" y="5638393"/>
                  </a:lnTo>
                  <a:lnTo>
                    <a:pt x="406781" y="5645683"/>
                  </a:lnTo>
                  <a:lnTo>
                    <a:pt x="406781" y="5631396"/>
                  </a:lnTo>
                  <a:lnTo>
                    <a:pt x="412089" y="5627319"/>
                  </a:lnTo>
                  <a:lnTo>
                    <a:pt x="465455" y="5596445"/>
                  </a:lnTo>
                  <a:lnTo>
                    <a:pt x="510628" y="5577929"/>
                  </a:lnTo>
                  <a:lnTo>
                    <a:pt x="568464" y="5561127"/>
                  </a:lnTo>
                  <a:lnTo>
                    <a:pt x="639165" y="5548922"/>
                  </a:lnTo>
                  <a:lnTo>
                    <a:pt x="722922" y="5544210"/>
                  </a:lnTo>
                  <a:lnTo>
                    <a:pt x="739495" y="5544324"/>
                  </a:lnTo>
                  <a:lnTo>
                    <a:pt x="738847" y="5536603"/>
                  </a:lnTo>
                  <a:lnTo>
                    <a:pt x="738073" y="5527535"/>
                  </a:lnTo>
                  <a:lnTo>
                    <a:pt x="721372" y="5329694"/>
                  </a:lnTo>
                  <a:lnTo>
                    <a:pt x="721372" y="5527624"/>
                  </a:lnTo>
                  <a:lnTo>
                    <a:pt x="634682" y="5532653"/>
                  </a:lnTo>
                  <a:lnTo>
                    <a:pt x="560438" y="5545899"/>
                  </a:lnTo>
                  <a:lnTo>
                    <a:pt x="500024" y="5564035"/>
                  </a:lnTo>
                  <a:lnTo>
                    <a:pt x="453237" y="5583847"/>
                  </a:lnTo>
                  <a:lnTo>
                    <a:pt x="419925" y="5602097"/>
                  </a:lnTo>
                  <a:lnTo>
                    <a:pt x="406781" y="5610936"/>
                  </a:lnTo>
                  <a:lnTo>
                    <a:pt x="406781" y="5247767"/>
                  </a:lnTo>
                  <a:lnTo>
                    <a:pt x="406781" y="5245951"/>
                  </a:lnTo>
                  <a:lnTo>
                    <a:pt x="408940" y="5243157"/>
                  </a:lnTo>
                  <a:lnTo>
                    <a:pt x="410083" y="5241671"/>
                  </a:lnTo>
                  <a:lnTo>
                    <a:pt x="440550" y="5212296"/>
                  </a:lnTo>
                  <a:lnTo>
                    <a:pt x="503059" y="5174754"/>
                  </a:lnTo>
                  <a:lnTo>
                    <a:pt x="547751" y="5158587"/>
                  </a:lnTo>
                  <a:lnTo>
                    <a:pt x="602208" y="5147208"/>
                  </a:lnTo>
                  <a:lnTo>
                    <a:pt x="667042" y="5142903"/>
                  </a:lnTo>
                  <a:lnTo>
                    <a:pt x="674154" y="5142941"/>
                  </a:lnTo>
                  <a:lnTo>
                    <a:pt x="681380" y="5143093"/>
                  </a:lnTo>
                  <a:lnTo>
                    <a:pt x="688924" y="5143335"/>
                  </a:lnTo>
                  <a:lnTo>
                    <a:pt x="721372" y="5527624"/>
                  </a:lnTo>
                  <a:lnTo>
                    <a:pt x="721372" y="5329694"/>
                  </a:lnTo>
                  <a:lnTo>
                    <a:pt x="709625" y="5190515"/>
                  </a:lnTo>
                  <a:lnTo>
                    <a:pt x="710463" y="5190274"/>
                  </a:lnTo>
                  <a:lnTo>
                    <a:pt x="719874" y="5188826"/>
                  </a:lnTo>
                  <a:lnTo>
                    <a:pt x="725411" y="5188369"/>
                  </a:lnTo>
                  <a:lnTo>
                    <a:pt x="730796" y="5188115"/>
                  </a:lnTo>
                  <a:lnTo>
                    <a:pt x="731697" y="5188102"/>
                  </a:lnTo>
                  <a:lnTo>
                    <a:pt x="738568" y="5189423"/>
                  </a:lnTo>
                  <a:lnTo>
                    <a:pt x="780186" y="5562092"/>
                  </a:lnTo>
                  <a:lnTo>
                    <a:pt x="780249" y="5563730"/>
                  </a:lnTo>
                  <a:lnTo>
                    <a:pt x="780249" y="5362791"/>
                  </a:lnTo>
                  <a:lnTo>
                    <a:pt x="766991" y="5204091"/>
                  </a:lnTo>
                  <a:lnTo>
                    <a:pt x="763409" y="5191214"/>
                  </a:lnTo>
                  <a:lnTo>
                    <a:pt x="761072" y="5188102"/>
                  </a:lnTo>
                  <a:lnTo>
                    <a:pt x="755675" y="5180863"/>
                  </a:lnTo>
                  <a:lnTo>
                    <a:pt x="744766" y="5173954"/>
                  </a:lnTo>
                  <a:lnTo>
                    <a:pt x="731697" y="5171440"/>
                  </a:lnTo>
                  <a:lnTo>
                    <a:pt x="730021" y="5171465"/>
                  </a:lnTo>
                  <a:lnTo>
                    <a:pt x="724217" y="5171757"/>
                  </a:lnTo>
                  <a:lnTo>
                    <a:pt x="718185" y="5172240"/>
                  </a:lnTo>
                  <a:lnTo>
                    <a:pt x="708215" y="5173840"/>
                  </a:lnTo>
                  <a:lnTo>
                    <a:pt x="705675" y="5143678"/>
                  </a:lnTo>
                  <a:lnTo>
                    <a:pt x="667042" y="5126228"/>
                  </a:lnTo>
                  <a:lnTo>
                    <a:pt x="597928" y="5130978"/>
                  </a:lnTo>
                  <a:lnTo>
                    <a:pt x="539851" y="5143538"/>
                  </a:lnTo>
                  <a:lnTo>
                    <a:pt x="492264" y="5161356"/>
                  </a:lnTo>
                  <a:lnTo>
                    <a:pt x="454609" y="5181828"/>
                  </a:lnTo>
                  <a:lnTo>
                    <a:pt x="406806" y="5220398"/>
                  </a:lnTo>
                  <a:lnTo>
                    <a:pt x="398449" y="5229860"/>
                  </a:lnTo>
                  <a:lnTo>
                    <a:pt x="390118" y="5220436"/>
                  </a:lnTo>
                  <a:lnTo>
                    <a:pt x="390118" y="5245874"/>
                  </a:lnTo>
                  <a:lnTo>
                    <a:pt x="390118" y="5610936"/>
                  </a:lnTo>
                  <a:lnTo>
                    <a:pt x="376974" y="5602097"/>
                  </a:lnTo>
                  <a:lnTo>
                    <a:pt x="343662" y="5583847"/>
                  </a:lnTo>
                  <a:lnTo>
                    <a:pt x="296887" y="5564035"/>
                  </a:lnTo>
                  <a:lnTo>
                    <a:pt x="236461" y="5545899"/>
                  </a:lnTo>
                  <a:lnTo>
                    <a:pt x="226949" y="5544210"/>
                  </a:lnTo>
                  <a:lnTo>
                    <a:pt x="184327" y="5536603"/>
                  </a:lnTo>
                  <a:lnTo>
                    <a:pt x="162217" y="5532653"/>
                  </a:lnTo>
                  <a:lnTo>
                    <a:pt x="75539" y="5527624"/>
                  </a:lnTo>
                  <a:lnTo>
                    <a:pt x="107950" y="5143678"/>
                  </a:lnTo>
                  <a:lnTo>
                    <a:pt x="107988" y="5143335"/>
                  </a:lnTo>
                  <a:lnTo>
                    <a:pt x="115519" y="5143093"/>
                  </a:lnTo>
                  <a:lnTo>
                    <a:pt x="122745" y="5142941"/>
                  </a:lnTo>
                  <a:lnTo>
                    <a:pt x="130378" y="5142941"/>
                  </a:lnTo>
                  <a:lnTo>
                    <a:pt x="196608" y="5147475"/>
                  </a:lnTo>
                  <a:lnTo>
                    <a:pt x="252323" y="5159514"/>
                  </a:lnTo>
                  <a:lnTo>
                    <a:pt x="297662" y="5176494"/>
                  </a:lnTo>
                  <a:lnTo>
                    <a:pt x="333324" y="5195875"/>
                  </a:lnTo>
                  <a:lnTo>
                    <a:pt x="370039" y="5224069"/>
                  </a:lnTo>
                  <a:lnTo>
                    <a:pt x="390118" y="5245874"/>
                  </a:lnTo>
                  <a:lnTo>
                    <a:pt x="390118" y="5220436"/>
                  </a:lnTo>
                  <a:lnTo>
                    <a:pt x="342290" y="5181828"/>
                  </a:lnTo>
                  <a:lnTo>
                    <a:pt x="304634" y="5161356"/>
                  </a:lnTo>
                  <a:lnTo>
                    <a:pt x="257048" y="5143538"/>
                  </a:lnTo>
                  <a:lnTo>
                    <a:pt x="254063" y="5142903"/>
                  </a:lnTo>
                  <a:lnTo>
                    <a:pt x="198970" y="5130978"/>
                  </a:lnTo>
                  <a:lnTo>
                    <a:pt x="129857" y="5126228"/>
                  </a:lnTo>
                  <a:lnTo>
                    <a:pt x="122516" y="5126279"/>
                  </a:lnTo>
                  <a:lnTo>
                    <a:pt x="115074" y="5126431"/>
                  </a:lnTo>
                  <a:lnTo>
                    <a:pt x="107518" y="5126672"/>
                  </a:lnTo>
                  <a:lnTo>
                    <a:pt x="92608" y="5127422"/>
                  </a:lnTo>
                  <a:lnTo>
                    <a:pt x="91986" y="5134661"/>
                  </a:lnTo>
                  <a:lnTo>
                    <a:pt x="88671" y="5173840"/>
                  </a:lnTo>
                  <a:lnTo>
                    <a:pt x="78701" y="5172240"/>
                  </a:lnTo>
                  <a:lnTo>
                    <a:pt x="72682" y="5171757"/>
                  </a:lnTo>
                  <a:lnTo>
                    <a:pt x="66878" y="5171465"/>
                  </a:lnTo>
                  <a:lnTo>
                    <a:pt x="65201" y="5171440"/>
                  </a:lnTo>
                  <a:lnTo>
                    <a:pt x="52133" y="5173954"/>
                  </a:lnTo>
                  <a:lnTo>
                    <a:pt x="114" y="5560707"/>
                  </a:lnTo>
                  <a:lnTo>
                    <a:pt x="0" y="5563730"/>
                  </a:lnTo>
                  <a:lnTo>
                    <a:pt x="2806" y="5577586"/>
                  </a:lnTo>
                  <a:lnTo>
                    <a:pt x="10426" y="5588876"/>
                  </a:lnTo>
                  <a:lnTo>
                    <a:pt x="21704" y="5596483"/>
                  </a:lnTo>
                  <a:lnTo>
                    <a:pt x="35483" y="5599277"/>
                  </a:lnTo>
                  <a:lnTo>
                    <a:pt x="36995" y="5599277"/>
                  </a:lnTo>
                  <a:lnTo>
                    <a:pt x="38506" y="5599188"/>
                  </a:lnTo>
                  <a:lnTo>
                    <a:pt x="40043" y="5598985"/>
                  </a:lnTo>
                  <a:lnTo>
                    <a:pt x="50355" y="5597830"/>
                  </a:lnTo>
                  <a:lnTo>
                    <a:pt x="61976" y="5596890"/>
                  </a:lnTo>
                  <a:lnTo>
                    <a:pt x="74891" y="5596255"/>
                  </a:lnTo>
                  <a:lnTo>
                    <a:pt x="89052" y="5596026"/>
                  </a:lnTo>
                  <a:lnTo>
                    <a:pt x="132384" y="5598071"/>
                  </a:lnTo>
                  <a:lnTo>
                    <a:pt x="183540" y="5605386"/>
                  </a:lnTo>
                  <a:lnTo>
                    <a:pt x="241833" y="5619750"/>
                  </a:lnTo>
                  <a:lnTo>
                    <a:pt x="303098" y="5641695"/>
                  </a:lnTo>
                  <a:lnTo>
                    <a:pt x="303276" y="5642267"/>
                  </a:lnTo>
                  <a:lnTo>
                    <a:pt x="306362" y="5648630"/>
                  </a:lnTo>
                  <a:lnTo>
                    <a:pt x="323392" y="5673636"/>
                  </a:lnTo>
                  <a:lnTo>
                    <a:pt x="345605" y="5691530"/>
                  </a:lnTo>
                  <a:lnTo>
                    <a:pt x="371221" y="5702274"/>
                  </a:lnTo>
                  <a:lnTo>
                    <a:pt x="398449" y="5705830"/>
                  </a:lnTo>
                  <a:lnTo>
                    <a:pt x="425678" y="5702274"/>
                  </a:lnTo>
                  <a:lnTo>
                    <a:pt x="451294" y="5691530"/>
                  </a:lnTo>
                  <a:lnTo>
                    <a:pt x="454228" y="5689155"/>
                  </a:lnTo>
                  <a:lnTo>
                    <a:pt x="473506" y="5673636"/>
                  </a:lnTo>
                  <a:lnTo>
                    <a:pt x="490537" y="5648630"/>
                  </a:lnTo>
                  <a:lnTo>
                    <a:pt x="493293" y="5642940"/>
                  </a:lnTo>
                  <a:lnTo>
                    <a:pt x="493623" y="5642267"/>
                  </a:lnTo>
                  <a:lnTo>
                    <a:pt x="493801" y="5641695"/>
                  </a:lnTo>
                  <a:lnTo>
                    <a:pt x="495058" y="5637720"/>
                  </a:lnTo>
                  <a:lnTo>
                    <a:pt x="493814" y="5641683"/>
                  </a:lnTo>
                  <a:lnTo>
                    <a:pt x="511784" y="5635244"/>
                  </a:lnTo>
                  <a:lnTo>
                    <a:pt x="555066" y="5619750"/>
                  </a:lnTo>
                  <a:lnTo>
                    <a:pt x="613371" y="5605386"/>
                  </a:lnTo>
                  <a:lnTo>
                    <a:pt x="664527" y="5598071"/>
                  </a:lnTo>
                  <a:lnTo>
                    <a:pt x="707847" y="5596026"/>
                  </a:lnTo>
                  <a:lnTo>
                    <a:pt x="722007" y="5596255"/>
                  </a:lnTo>
                  <a:lnTo>
                    <a:pt x="734923" y="5596890"/>
                  </a:lnTo>
                  <a:lnTo>
                    <a:pt x="746544" y="5597830"/>
                  </a:lnTo>
                  <a:lnTo>
                    <a:pt x="756843" y="5598985"/>
                  </a:lnTo>
                  <a:lnTo>
                    <a:pt x="758380" y="5599188"/>
                  </a:lnTo>
                  <a:lnTo>
                    <a:pt x="759917" y="5599277"/>
                  </a:lnTo>
                  <a:lnTo>
                    <a:pt x="761415" y="5599277"/>
                  </a:lnTo>
                  <a:lnTo>
                    <a:pt x="775195" y="5596483"/>
                  </a:lnTo>
                  <a:lnTo>
                    <a:pt x="775881" y="5596026"/>
                  </a:lnTo>
                  <a:lnTo>
                    <a:pt x="786472" y="5588876"/>
                  </a:lnTo>
                  <a:lnTo>
                    <a:pt x="790702" y="5582615"/>
                  </a:lnTo>
                  <a:lnTo>
                    <a:pt x="794105" y="5577586"/>
                  </a:lnTo>
                  <a:lnTo>
                    <a:pt x="796912" y="5563730"/>
                  </a:lnTo>
                  <a:close/>
                </a:path>
                <a:path w="1351280" h="5706109">
                  <a:moveTo>
                    <a:pt x="854837" y="49047"/>
                  </a:moveTo>
                  <a:lnTo>
                    <a:pt x="841832" y="13296"/>
                  </a:lnTo>
                  <a:lnTo>
                    <a:pt x="826160" y="19011"/>
                  </a:lnTo>
                  <a:lnTo>
                    <a:pt x="839177" y="54749"/>
                  </a:lnTo>
                  <a:lnTo>
                    <a:pt x="854837" y="49047"/>
                  </a:lnTo>
                  <a:close/>
                </a:path>
                <a:path w="1351280" h="5706109">
                  <a:moveTo>
                    <a:pt x="925347" y="0"/>
                  </a:moveTo>
                  <a:lnTo>
                    <a:pt x="908697" y="0"/>
                  </a:lnTo>
                  <a:lnTo>
                    <a:pt x="908697" y="38036"/>
                  </a:lnTo>
                  <a:lnTo>
                    <a:pt x="925347" y="38036"/>
                  </a:lnTo>
                  <a:lnTo>
                    <a:pt x="925347" y="0"/>
                  </a:lnTo>
                  <a:close/>
                </a:path>
                <a:path w="1351280" h="5706109">
                  <a:moveTo>
                    <a:pt x="1007884" y="18999"/>
                  </a:moveTo>
                  <a:lnTo>
                    <a:pt x="992212" y="13309"/>
                  </a:lnTo>
                  <a:lnTo>
                    <a:pt x="979208" y="49047"/>
                  </a:lnTo>
                  <a:lnTo>
                    <a:pt x="994867" y="54749"/>
                  </a:lnTo>
                  <a:lnTo>
                    <a:pt x="1007884" y="18999"/>
                  </a:lnTo>
                  <a:close/>
                </a:path>
                <a:path w="1351280" h="5706109">
                  <a:moveTo>
                    <a:pt x="1057706" y="242633"/>
                  </a:moveTo>
                  <a:lnTo>
                    <a:pt x="1054785" y="213741"/>
                  </a:lnTo>
                  <a:lnTo>
                    <a:pt x="1046162" y="186512"/>
                  </a:lnTo>
                  <a:lnTo>
                    <a:pt x="1045006" y="184467"/>
                  </a:lnTo>
                  <a:lnTo>
                    <a:pt x="1045006" y="289331"/>
                  </a:lnTo>
                  <a:lnTo>
                    <a:pt x="1043673" y="284175"/>
                  </a:lnTo>
                  <a:lnTo>
                    <a:pt x="1043724" y="284340"/>
                  </a:lnTo>
                  <a:lnTo>
                    <a:pt x="1045006" y="289331"/>
                  </a:lnTo>
                  <a:lnTo>
                    <a:pt x="1045006" y="184467"/>
                  </a:lnTo>
                  <a:lnTo>
                    <a:pt x="1041044" y="177444"/>
                  </a:lnTo>
                  <a:lnTo>
                    <a:pt x="1041044" y="242633"/>
                  </a:lnTo>
                  <a:lnTo>
                    <a:pt x="1040371" y="255714"/>
                  </a:lnTo>
                  <a:lnTo>
                    <a:pt x="1038352" y="268490"/>
                  </a:lnTo>
                  <a:lnTo>
                    <a:pt x="1038161" y="269214"/>
                  </a:lnTo>
                  <a:lnTo>
                    <a:pt x="1028941" y="246113"/>
                  </a:lnTo>
                  <a:lnTo>
                    <a:pt x="1009916" y="215633"/>
                  </a:lnTo>
                  <a:lnTo>
                    <a:pt x="985113" y="189903"/>
                  </a:lnTo>
                  <a:lnTo>
                    <a:pt x="963218" y="176326"/>
                  </a:lnTo>
                  <a:lnTo>
                    <a:pt x="954519" y="170929"/>
                  </a:lnTo>
                  <a:lnTo>
                    <a:pt x="941247" y="165925"/>
                  </a:lnTo>
                  <a:lnTo>
                    <a:pt x="927481" y="162394"/>
                  </a:lnTo>
                  <a:lnTo>
                    <a:pt x="913650" y="160337"/>
                  </a:lnTo>
                  <a:lnTo>
                    <a:pt x="899591" y="159651"/>
                  </a:lnTo>
                  <a:lnTo>
                    <a:pt x="885240" y="160350"/>
                  </a:lnTo>
                  <a:lnTo>
                    <a:pt x="843495" y="170383"/>
                  </a:lnTo>
                  <a:lnTo>
                    <a:pt x="805408" y="191731"/>
                  </a:lnTo>
                  <a:lnTo>
                    <a:pt x="809053" y="181749"/>
                  </a:lnTo>
                  <a:lnTo>
                    <a:pt x="834263" y="150444"/>
                  </a:lnTo>
                  <a:lnTo>
                    <a:pt x="868146" y="128663"/>
                  </a:lnTo>
                  <a:lnTo>
                    <a:pt x="908126" y="118910"/>
                  </a:lnTo>
                  <a:lnTo>
                    <a:pt x="914107" y="118618"/>
                  </a:lnTo>
                  <a:lnTo>
                    <a:pt x="917079" y="118618"/>
                  </a:lnTo>
                  <a:lnTo>
                    <a:pt x="962494" y="127152"/>
                  </a:lnTo>
                  <a:lnTo>
                    <a:pt x="1001623" y="151955"/>
                  </a:lnTo>
                  <a:lnTo>
                    <a:pt x="1030884" y="193154"/>
                  </a:lnTo>
                  <a:lnTo>
                    <a:pt x="1041044" y="242633"/>
                  </a:lnTo>
                  <a:lnTo>
                    <a:pt x="1041044" y="177444"/>
                  </a:lnTo>
                  <a:lnTo>
                    <a:pt x="1032129" y="161632"/>
                  </a:lnTo>
                  <a:lnTo>
                    <a:pt x="1013002" y="139763"/>
                  </a:lnTo>
                  <a:lnTo>
                    <a:pt x="991946" y="123494"/>
                  </a:lnTo>
                  <a:lnTo>
                    <a:pt x="982319" y="118618"/>
                  </a:lnTo>
                  <a:lnTo>
                    <a:pt x="968590" y="111645"/>
                  </a:lnTo>
                  <a:lnTo>
                    <a:pt x="943457" y="104406"/>
                  </a:lnTo>
                  <a:lnTo>
                    <a:pt x="917079" y="101955"/>
                  </a:lnTo>
                  <a:lnTo>
                    <a:pt x="913726" y="101955"/>
                  </a:lnTo>
                  <a:lnTo>
                    <a:pt x="861529" y="113372"/>
                  </a:lnTo>
                  <a:lnTo>
                    <a:pt x="823125" y="138049"/>
                  </a:lnTo>
                  <a:lnTo>
                    <a:pt x="794562" y="173532"/>
                  </a:lnTo>
                  <a:lnTo>
                    <a:pt x="778675" y="217017"/>
                  </a:lnTo>
                  <a:lnTo>
                    <a:pt x="773760" y="243776"/>
                  </a:lnTo>
                  <a:lnTo>
                    <a:pt x="792810" y="224370"/>
                  </a:lnTo>
                  <a:lnTo>
                    <a:pt x="797483" y="220027"/>
                  </a:lnTo>
                  <a:lnTo>
                    <a:pt x="834034" y="193090"/>
                  </a:lnTo>
                  <a:lnTo>
                    <a:pt x="874280" y="178752"/>
                  </a:lnTo>
                  <a:lnTo>
                    <a:pt x="899591" y="176326"/>
                  </a:lnTo>
                  <a:lnTo>
                    <a:pt x="912126" y="176949"/>
                  </a:lnTo>
                  <a:lnTo>
                    <a:pt x="974547" y="202768"/>
                  </a:lnTo>
                  <a:lnTo>
                    <a:pt x="1014044" y="253568"/>
                  </a:lnTo>
                  <a:lnTo>
                    <a:pt x="1028839" y="293395"/>
                  </a:lnTo>
                  <a:lnTo>
                    <a:pt x="1035723" y="322084"/>
                  </a:lnTo>
                  <a:lnTo>
                    <a:pt x="1045692" y="299580"/>
                  </a:lnTo>
                  <a:lnTo>
                    <a:pt x="1046988" y="296214"/>
                  </a:lnTo>
                  <a:lnTo>
                    <a:pt x="1050886" y="286016"/>
                  </a:lnTo>
                  <a:lnTo>
                    <a:pt x="1054646" y="271945"/>
                  </a:lnTo>
                  <a:lnTo>
                    <a:pt x="1056944" y="257454"/>
                  </a:lnTo>
                  <a:lnTo>
                    <a:pt x="1057706" y="242633"/>
                  </a:lnTo>
                  <a:close/>
                </a:path>
                <a:path w="1351280" h="5706109">
                  <a:moveTo>
                    <a:pt x="1078928" y="65087"/>
                  </a:moveTo>
                  <a:lnTo>
                    <a:pt x="1066165" y="54368"/>
                  </a:lnTo>
                  <a:lnTo>
                    <a:pt x="1041717" y="83515"/>
                  </a:lnTo>
                  <a:lnTo>
                    <a:pt x="1054481" y="94221"/>
                  </a:lnTo>
                  <a:lnTo>
                    <a:pt x="1078928" y="65087"/>
                  </a:lnTo>
                  <a:close/>
                </a:path>
                <a:path w="1351280" h="5706109">
                  <a:moveTo>
                    <a:pt x="1129931" y="132689"/>
                  </a:moveTo>
                  <a:lnTo>
                    <a:pt x="1121600" y="118249"/>
                  </a:lnTo>
                  <a:lnTo>
                    <a:pt x="1088656" y="137274"/>
                  </a:lnTo>
                  <a:lnTo>
                    <a:pt x="1096987" y="151701"/>
                  </a:lnTo>
                  <a:lnTo>
                    <a:pt x="1129931" y="132689"/>
                  </a:lnTo>
                  <a:close/>
                </a:path>
                <a:path w="1351280" h="5706109">
                  <a:moveTo>
                    <a:pt x="1350657" y="361950"/>
                  </a:moveTo>
                  <a:lnTo>
                    <a:pt x="1333995" y="361950"/>
                  </a:lnTo>
                  <a:lnTo>
                    <a:pt x="1333995" y="391160"/>
                  </a:lnTo>
                  <a:lnTo>
                    <a:pt x="1332915" y="419811"/>
                  </a:lnTo>
                  <a:lnTo>
                    <a:pt x="1323848" y="476135"/>
                  </a:lnTo>
                  <a:lnTo>
                    <a:pt x="1293075" y="549694"/>
                  </a:lnTo>
                  <a:lnTo>
                    <a:pt x="1265821" y="580491"/>
                  </a:lnTo>
                  <a:lnTo>
                    <a:pt x="1207223" y="602996"/>
                  </a:lnTo>
                  <a:lnTo>
                    <a:pt x="1193774" y="601814"/>
                  </a:lnTo>
                  <a:lnTo>
                    <a:pt x="1150924" y="576300"/>
                  </a:lnTo>
                  <a:lnTo>
                    <a:pt x="1137285" y="539280"/>
                  </a:lnTo>
                  <a:lnTo>
                    <a:pt x="1137119" y="534441"/>
                  </a:lnTo>
                  <a:lnTo>
                    <a:pt x="1138301" y="522058"/>
                  </a:lnTo>
                  <a:lnTo>
                    <a:pt x="1161008" y="487083"/>
                  </a:lnTo>
                  <a:lnTo>
                    <a:pt x="1200937" y="480555"/>
                  </a:lnTo>
                  <a:lnTo>
                    <a:pt x="1228458" y="510197"/>
                  </a:lnTo>
                  <a:lnTo>
                    <a:pt x="1234198" y="552157"/>
                  </a:lnTo>
                  <a:lnTo>
                    <a:pt x="1232865" y="564718"/>
                  </a:lnTo>
                  <a:lnTo>
                    <a:pt x="1249362" y="567080"/>
                  </a:lnTo>
                  <a:lnTo>
                    <a:pt x="1250365" y="560006"/>
                  </a:lnTo>
                  <a:lnTo>
                    <a:pt x="1250873" y="552945"/>
                  </a:lnTo>
                  <a:lnTo>
                    <a:pt x="1250873" y="546011"/>
                  </a:lnTo>
                  <a:lnTo>
                    <a:pt x="1244104" y="504520"/>
                  </a:lnTo>
                  <a:lnTo>
                    <a:pt x="1214907" y="468464"/>
                  </a:lnTo>
                  <a:lnTo>
                    <a:pt x="1187970" y="461822"/>
                  </a:lnTo>
                  <a:lnTo>
                    <a:pt x="1175270" y="463169"/>
                  </a:lnTo>
                  <a:lnTo>
                    <a:pt x="1141450" y="481761"/>
                  </a:lnTo>
                  <a:lnTo>
                    <a:pt x="1121943" y="518845"/>
                  </a:lnTo>
                  <a:lnTo>
                    <a:pt x="1120457" y="534441"/>
                  </a:lnTo>
                  <a:lnTo>
                    <a:pt x="1120660" y="540423"/>
                  </a:lnTo>
                  <a:lnTo>
                    <a:pt x="1137704" y="586447"/>
                  </a:lnTo>
                  <a:lnTo>
                    <a:pt x="1175372" y="614019"/>
                  </a:lnTo>
                  <a:lnTo>
                    <a:pt x="1207223" y="619658"/>
                  </a:lnTo>
                  <a:lnTo>
                    <a:pt x="1210081" y="619137"/>
                  </a:lnTo>
                  <a:lnTo>
                    <a:pt x="1205433" y="624344"/>
                  </a:lnTo>
                  <a:lnTo>
                    <a:pt x="1151140" y="661238"/>
                  </a:lnTo>
                  <a:lnTo>
                    <a:pt x="1085392" y="680516"/>
                  </a:lnTo>
                  <a:lnTo>
                    <a:pt x="1049477" y="683069"/>
                  </a:lnTo>
                  <a:lnTo>
                    <a:pt x="1039444" y="682866"/>
                  </a:lnTo>
                  <a:lnTo>
                    <a:pt x="986409" y="674217"/>
                  </a:lnTo>
                  <a:lnTo>
                    <a:pt x="948283" y="650519"/>
                  </a:lnTo>
                  <a:lnTo>
                    <a:pt x="925144" y="614121"/>
                  </a:lnTo>
                  <a:lnTo>
                    <a:pt x="908913" y="617893"/>
                  </a:lnTo>
                  <a:lnTo>
                    <a:pt x="936688" y="662482"/>
                  </a:lnTo>
                  <a:lnTo>
                    <a:pt x="980694" y="689864"/>
                  </a:lnTo>
                  <a:lnTo>
                    <a:pt x="1028014" y="698906"/>
                  </a:lnTo>
                  <a:lnTo>
                    <a:pt x="1049477" y="699731"/>
                  </a:lnTo>
                  <a:lnTo>
                    <a:pt x="1087767" y="697014"/>
                  </a:lnTo>
                  <a:lnTo>
                    <a:pt x="1158087" y="676389"/>
                  </a:lnTo>
                  <a:lnTo>
                    <a:pt x="1198600" y="652640"/>
                  </a:lnTo>
                  <a:lnTo>
                    <a:pt x="1228394" y="623087"/>
                  </a:lnTo>
                  <a:lnTo>
                    <a:pt x="1233678" y="614832"/>
                  </a:lnTo>
                  <a:lnTo>
                    <a:pt x="1242187" y="613270"/>
                  </a:lnTo>
                  <a:lnTo>
                    <a:pt x="1276362" y="593356"/>
                  </a:lnTo>
                  <a:lnTo>
                    <a:pt x="1306995" y="558914"/>
                  </a:lnTo>
                  <a:lnTo>
                    <a:pt x="1331366" y="508965"/>
                  </a:lnTo>
                  <a:lnTo>
                    <a:pt x="1346022" y="450837"/>
                  </a:lnTo>
                  <a:lnTo>
                    <a:pt x="1350657" y="391160"/>
                  </a:lnTo>
                  <a:lnTo>
                    <a:pt x="1350657" y="36195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105">
              <a:extLst>
                <a:ext uri="{FF2B5EF4-FFF2-40B4-BE49-F238E27FC236}">
                  <a16:creationId xmlns:a16="http://schemas.microsoft.com/office/drawing/2014/main" id="{045E33BF-10FE-DFED-BC1B-689CF37F7E80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520967" y="10381429"/>
              <a:ext cx="237228" cy="113881"/>
            </a:xfrm>
            <a:prstGeom prst="rect">
              <a:avLst/>
            </a:prstGeom>
          </p:spPr>
        </p:pic>
        <p:sp>
          <p:nvSpPr>
            <p:cNvPr id="231" name="object 106">
              <a:extLst>
                <a:ext uri="{FF2B5EF4-FFF2-40B4-BE49-F238E27FC236}">
                  <a16:creationId xmlns:a16="http://schemas.microsoft.com/office/drawing/2014/main" id="{7B57ACD0-1259-CD54-1FEC-A8CF8527ED4A}"/>
                </a:ext>
              </a:extLst>
            </p:cNvPr>
            <p:cNvSpPr/>
            <p:nvPr/>
          </p:nvSpPr>
          <p:spPr>
            <a:xfrm>
              <a:off x="15551602" y="1837987"/>
              <a:ext cx="494665" cy="589280"/>
            </a:xfrm>
            <a:custGeom>
              <a:avLst/>
              <a:gdLst/>
              <a:ahLst/>
              <a:cxnLst/>
              <a:rect l="l" t="t" r="r" b="b"/>
              <a:pathLst>
                <a:path w="494665" h="589280">
                  <a:moveTo>
                    <a:pt x="173268" y="487680"/>
                  </a:moveTo>
                  <a:lnTo>
                    <a:pt x="133158" y="487680"/>
                  </a:lnTo>
                  <a:lnTo>
                    <a:pt x="147288" y="490220"/>
                  </a:lnTo>
                  <a:lnTo>
                    <a:pt x="159462" y="496570"/>
                  </a:lnTo>
                  <a:lnTo>
                    <a:pt x="175575" y="533400"/>
                  </a:lnTo>
                  <a:lnTo>
                    <a:pt x="178486" y="589280"/>
                  </a:lnTo>
                  <a:lnTo>
                    <a:pt x="195156" y="589280"/>
                  </a:lnTo>
                  <a:lnTo>
                    <a:pt x="193737" y="548640"/>
                  </a:lnTo>
                  <a:lnTo>
                    <a:pt x="182911" y="499110"/>
                  </a:lnTo>
                  <a:lnTo>
                    <a:pt x="173268" y="487680"/>
                  </a:lnTo>
                  <a:close/>
                </a:path>
                <a:path w="494665" h="589280">
                  <a:moveTo>
                    <a:pt x="386865" y="35560"/>
                  </a:moveTo>
                  <a:lnTo>
                    <a:pt x="371014" y="35560"/>
                  </a:lnTo>
                  <a:lnTo>
                    <a:pt x="367182" y="43180"/>
                  </a:lnTo>
                  <a:lnTo>
                    <a:pt x="421570" y="81280"/>
                  </a:lnTo>
                  <a:lnTo>
                    <a:pt x="455399" y="125730"/>
                  </a:lnTo>
                  <a:lnTo>
                    <a:pt x="472875" y="171450"/>
                  </a:lnTo>
                  <a:lnTo>
                    <a:pt x="477880" y="217170"/>
                  </a:lnTo>
                  <a:lnTo>
                    <a:pt x="476912" y="237490"/>
                  </a:lnTo>
                  <a:lnTo>
                    <a:pt x="470456" y="275590"/>
                  </a:lnTo>
                  <a:lnTo>
                    <a:pt x="453238" y="320040"/>
                  </a:lnTo>
                  <a:lnTo>
                    <a:pt x="435693" y="346710"/>
                  </a:lnTo>
                  <a:lnTo>
                    <a:pt x="415547" y="381000"/>
                  </a:lnTo>
                  <a:lnTo>
                    <a:pt x="405072" y="412750"/>
                  </a:lnTo>
                  <a:lnTo>
                    <a:pt x="401094" y="436880"/>
                  </a:lnTo>
                  <a:lnTo>
                    <a:pt x="400438" y="448310"/>
                  </a:lnTo>
                  <a:lnTo>
                    <a:pt x="400448" y="589280"/>
                  </a:lnTo>
                  <a:lnTo>
                    <a:pt x="417107" y="589280"/>
                  </a:lnTo>
                  <a:lnTo>
                    <a:pt x="417107" y="448310"/>
                  </a:lnTo>
                  <a:lnTo>
                    <a:pt x="417673" y="438150"/>
                  </a:lnTo>
                  <a:lnTo>
                    <a:pt x="421323" y="416560"/>
                  </a:lnTo>
                  <a:lnTo>
                    <a:pt x="430817" y="387350"/>
                  </a:lnTo>
                  <a:lnTo>
                    <a:pt x="448918" y="356870"/>
                  </a:lnTo>
                  <a:lnTo>
                    <a:pt x="458866" y="342900"/>
                  </a:lnTo>
                  <a:lnTo>
                    <a:pt x="467803" y="327660"/>
                  </a:lnTo>
                  <a:lnTo>
                    <a:pt x="486615" y="279400"/>
                  </a:lnTo>
                  <a:lnTo>
                    <a:pt x="493507" y="238760"/>
                  </a:lnTo>
                  <a:lnTo>
                    <a:pt x="494550" y="217170"/>
                  </a:lnTo>
                  <a:lnTo>
                    <a:pt x="493277" y="193040"/>
                  </a:lnTo>
                  <a:lnTo>
                    <a:pt x="481519" y="142240"/>
                  </a:lnTo>
                  <a:lnTo>
                    <a:pt x="454005" y="92710"/>
                  </a:lnTo>
                  <a:lnTo>
                    <a:pt x="406912" y="48260"/>
                  </a:lnTo>
                  <a:lnTo>
                    <a:pt x="386865" y="35560"/>
                  </a:lnTo>
                  <a:close/>
                </a:path>
                <a:path w="494665" h="589280">
                  <a:moveTo>
                    <a:pt x="48248" y="419849"/>
                  </a:moveTo>
                  <a:lnTo>
                    <a:pt x="47642" y="422910"/>
                  </a:lnTo>
                  <a:lnTo>
                    <a:pt x="46406" y="430530"/>
                  </a:lnTo>
                  <a:lnTo>
                    <a:pt x="46406" y="439420"/>
                  </a:lnTo>
                  <a:lnTo>
                    <a:pt x="60708" y="480060"/>
                  </a:lnTo>
                  <a:lnTo>
                    <a:pt x="91054" y="491490"/>
                  </a:lnTo>
                  <a:lnTo>
                    <a:pt x="92468" y="491490"/>
                  </a:lnTo>
                  <a:lnTo>
                    <a:pt x="129085" y="487680"/>
                  </a:lnTo>
                  <a:lnTo>
                    <a:pt x="173268" y="487680"/>
                  </a:lnTo>
                  <a:lnTo>
                    <a:pt x="170053" y="483870"/>
                  </a:lnTo>
                  <a:lnTo>
                    <a:pt x="167917" y="482600"/>
                  </a:lnTo>
                  <a:lnTo>
                    <a:pt x="91997" y="482600"/>
                  </a:lnTo>
                  <a:lnTo>
                    <a:pt x="91190" y="473710"/>
                  </a:lnTo>
                  <a:lnTo>
                    <a:pt x="78133" y="473710"/>
                  </a:lnTo>
                  <a:lnTo>
                    <a:pt x="72678" y="469900"/>
                  </a:lnTo>
                  <a:lnTo>
                    <a:pt x="68626" y="463550"/>
                  </a:lnTo>
                  <a:lnTo>
                    <a:pt x="64647" y="458470"/>
                  </a:lnTo>
                  <a:lnTo>
                    <a:pt x="63024" y="448310"/>
                  </a:lnTo>
                  <a:lnTo>
                    <a:pt x="63066" y="433070"/>
                  </a:lnTo>
                  <a:lnTo>
                    <a:pt x="64134" y="425450"/>
                  </a:lnTo>
                  <a:lnTo>
                    <a:pt x="65003" y="420370"/>
                  </a:lnTo>
                  <a:lnTo>
                    <a:pt x="50299" y="420366"/>
                  </a:lnTo>
                  <a:lnTo>
                    <a:pt x="48248" y="419849"/>
                  </a:lnTo>
                  <a:close/>
                </a:path>
                <a:path w="494665" h="589280">
                  <a:moveTo>
                    <a:pt x="133158" y="469900"/>
                  </a:moveTo>
                  <a:lnTo>
                    <a:pt x="129367" y="469900"/>
                  </a:lnTo>
                  <a:lnTo>
                    <a:pt x="91190" y="473710"/>
                  </a:lnTo>
                  <a:lnTo>
                    <a:pt x="91997" y="482600"/>
                  </a:lnTo>
                  <a:lnTo>
                    <a:pt x="91861" y="473710"/>
                  </a:lnTo>
                  <a:lnTo>
                    <a:pt x="152965" y="473710"/>
                  </a:lnTo>
                  <a:lnTo>
                    <a:pt x="133158" y="469900"/>
                  </a:lnTo>
                  <a:close/>
                </a:path>
                <a:path w="494665" h="589280">
                  <a:moveTo>
                    <a:pt x="152965" y="473710"/>
                  </a:moveTo>
                  <a:lnTo>
                    <a:pt x="91861" y="473710"/>
                  </a:lnTo>
                  <a:lnTo>
                    <a:pt x="91997" y="482600"/>
                  </a:lnTo>
                  <a:lnTo>
                    <a:pt x="167917" y="482600"/>
                  </a:lnTo>
                  <a:lnTo>
                    <a:pt x="152965" y="473710"/>
                  </a:lnTo>
                  <a:close/>
                </a:path>
                <a:path w="494665" h="589280">
                  <a:moveTo>
                    <a:pt x="50302" y="420367"/>
                  </a:moveTo>
                  <a:close/>
                </a:path>
                <a:path w="494665" h="589280">
                  <a:moveTo>
                    <a:pt x="65254" y="417830"/>
                  </a:moveTo>
                  <a:lnTo>
                    <a:pt x="51056" y="417830"/>
                  </a:lnTo>
                  <a:lnTo>
                    <a:pt x="50312" y="420370"/>
                  </a:lnTo>
                  <a:lnTo>
                    <a:pt x="65003" y="420370"/>
                  </a:lnTo>
                  <a:lnTo>
                    <a:pt x="65254" y="417830"/>
                  </a:lnTo>
                  <a:close/>
                </a:path>
                <a:path w="494665" h="589280">
                  <a:moveTo>
                    <a:pt x="51056" y="417830"/>
                  </a:moveTo>
                  <a:lnTo>
                    <a:pt x="48647" y="417830"/>
                  </a:lnTo>
                  <a:lnTo>
                    <a:pt x="50302" y="420367"/>
                  </a:lnTo>
                  <a:lnTo>
                    <a:pt x="51056" y="417830"/>
                  </a:lnTo>
                  <a:close/>
                </a:path>
                <a:path w="494665" h="589280">
                  <a:moveTo>
                    <a:pt x="48635" y="417890"/>
                  </a:moveTo>
                  <a:lnTo>
                    <a:pt x="48248" y="419849"/>
                  </a:lnTo>
                  <a:lnTo>
                    <a:pt x="50299" y="420366"/>
                  </a:lnTo>
                  <a:lnTo>
                    <a:pt x="48635" y="417890"/>
                  </a:lnTo>
                  <a:close/>
                </a:path>
                <a:path w="494665" h="589280">
                  <a:moveTo>
                    <a:pt x="35666" y="393218"/>
                  </a:moveTo>
                  <a:lnTo>
                    <a:pt x="35360" y="393700"/>
                  </a:lnTo>
                  <a:lnTo>
                    <a:pt x="33663" y="397510"/>
                  </a:lnTo>
                  <a:lnTo>
                    <a:pt x="33548" y="406400"/>
                  </a:lnTo>
                  <a:lnTo>
                    <a:pt x="35046" y="410210"/>
                  </a:lnTo>
                  <a:lnTo>
                    <a:pt x="38124" y="414020"/>
                  </a:lnTo>
                  <a:lnTo>
                    <a:pt x="41192" y="416560"/>
                  </a:lnTo>
                  <a:lnTo>
                    <a:pt x="45276" y="419100"/>
                  </a:lnTo>
                  <a:lnTo>
                    <a:pt x="48248" y="419849"/>
                  </a:lnTo>
                  <a:lnTo>
                    <a:pt x="48635" y="417890"/>
                  </a:lnTo>
                  <a:lnTo>
                    <a:pt x="65254" y="417830"/>
                  </a:lnTo>
                  <a:lnTo>
                    <a:pt x="65233" y="411480"/>
                  </a:lnTo>
                  <a:lnTo>
                    <a:pt x="60877" y="406400"/>
                  </a:lnTo>
                  <a:lnTo>
                    <a:pt x="51883" y="403860"/>
                  </a:lnTo>
                  <a:lnTo>
                    <a:pt x="50605" y="402590"/>
                  </a:lnTo>
                  <a:lnTo>
                    <a:pt x="50281" y="402590"/>
                  </a:lnTo>
                  <a:lnTo>
                    <a:pt x="51380" y="400050"/>
                  </a:lnTo>
                  <a:lnTo>
                    <a:pt x="52658" y="397510"/>
                  </a:lnTo>
                  <a:lnTo>
                    <a:pt x="53317" y="394970"/>
                  </a:lnTo>
                  <a:lnTo>
                    <a:pt x="37904" y="394970"/>
                  </a:lnTo>
                  <a:lnTo>
                    <a:pt x="35666" y="393218"/>
                  </a:lnTo>
                  <a:close/>
                </a:path>
                <a:path w="494665" h="589280">
                  <a:moveTo>
                    <a:pt x="48647" y="417830"/>
                  </a:moveTo>
                  <a:close/>
                </a:path>
                <a:path w="494665" h="589280">
                  <a:moveTo>
                    <a:pt x="36972" y="391160"/>
                  </a:moveTo>
                  <a:lnTo>
                    <a:pt x="35666" y="393218"/>
                  </a:lnTo>
                  <a:lnTo>
                    <a:pt x="37904" y="394970"/>
                  </a:lnTo>
                  <a:lnTo>
                    <a:pt x="36648" y="392430"/>
                  </a:lnTo>
                  <a:lnTo>
                    <a:pt x="36972" y="391160"/>
                  </a:lnTo>
                  <a:close/>
                </a:path>
                <a:path w="494665" h="589280">
                  <a:moveTo>
                    <a:pt x="36972" y="391160"/>
                  </a:moveTo>
                  <a:lnTo>
                    <a:pt x="36648" y="392430"/>
                  </a:lnTo>
                  <a:lnTo>
                    <a:pt x="37904" y="394970"/>
                  </a:lnTo>
                  <a:lnTo>
                    <a:pt x="39098" y="392430"/>
                  </a:lnTo>
                  <a:lnTo>
                    <a:pt x="36972" y="391160"/>
                  </a:lnTo>
                  <a:close/>
                </a:path>
                <a:path w="494665" h="589280">
                  <a:moveTo>
                    <a:pt x="53312" y="391160"/>
                  </a:moveTo>
                  <a:lnTo>
                    <a:pt x="36972" y="391160"/>
                  </a:lnTo>
                  <a:lnTo>
                    <a:pt x="39119" y="392430"/>
                  </a:lnTo>
                  <a:lnTo>
                    <a:pt x="37904" y="394970"/>
                  </a:lnTo>
                  <a:lnTo>
                    <a:pt x="53317" y="394970"/>
                  </a:lnTo>
                  <a:lnTo>
                    <a:pt x="53312" y="391160"/>
                  </a:lnTo>
                  <a:close/>
                </a:path>
                <a:path w="494665" h="589280">
                  <a:moveTo>
                    <a:pt x="29372" y="369223"/>
                  </a:moveTo>
                  <a:lnTo>
                    <a:pt x="27119" y="372110"/>
                  </a:lnTo>
                  <a:lnTo>
                    <a:pt x="26952" y="382270"/>
                  </a:lnTo>
                  <a:lnTo>
                    <a:pt x="27999" y="384810"/>
                  </a:lnTo>
                  <a:lnTo>
                    <a:pt x="31967" y="391160"/>
                  </a:lnTo>
                  <a:lnTo>
                    <a:pt x="34658" y="392430"/>
                  </a:lnTo>
                  <a:lnTo>
                    <a:pt x="35666" y="393218"/>
                  </a:lnTo>
                  <a:lnTo>
                    <a:pt x="36972" y="391160"/>
                  </a:lnTo>
                  <a:lnTo>
                    <a:pt x="53312" y="391160"/>
                  </a:lnTo>
                  <a:lnTo>
                    <a:pt x="53328" y="387350"/>
                  </a:lnTo>
                  <a:lnTo>
                    <a:pt x="50511" y="382270"/>
                  </a:lnTo>
                  <a:lnTo>
                    <a:pt x="44187" y="378460"/>
                  </a:lnTo>
                  <a:lnTo>
                    <a:pt x="43642" y="378460"/>
                  </a:lnTo>
                  <a:lnTo>
                    <a:pt x="44982" y="377190"/>
                  </a:lnTo>
                  <a:lnTo>
                    <a:pt x="47234" y="374650"/>
                  </a:lnTo>
                  <a:lnTo>
                    <a:pt x="48354" y="370840"/>
                  </a:lnTo>
                  <a:lnTo>
                    <a:pt x="33318" y="370840"/>
                  </a:lnTo>
                  <a:lnTo>
                    <a:pt x="30627" y="369570"/>
                  </a:lnTo>
                  <a:lnTo>
                    <a:pt x="29372" y="369223"/>
                  </a:lnTo>
                  <a:close/>
                </a:path>
                <a:path w="494665" h="589280">
                  <a:moveTo>
                    <a:pt x="32350" y="365776"/>
                  </a:moveTo>
                  <a:lnTo>
                    <a:pt x="30093" y="368300"/>
                  </a:lnTo>
                  <a:lnTo>
                    <a:pt x="29372" y="369223"/>
                  </a:lnTo>
                  <a:lnTo>
                    <a:pt x="30627" y="369570"/>
                  </a:lnTo>
                  <a:lnTo>
                    <a:pt x="33318" y="370840"/>
                  </a:lnTo>
                  <a:lnTo>
                    <a:pt x="31684" y="368300"/>
                  </a:lnTo>
                  <a:lnTo>
                    <a:pt x="32350" y="365776"/>
                  </a:lnTo>
                  <a:close/>
                </a:path>
                <a:path w="494665" h="589280">
                  <a:moveTo>
                    <a:pt x="32360" y="365766"/>
                  </a:moveTo>
                  <a:lnTo>
                    <a:pt x="31684" y="368300"/>
                  </a:lnTo>
                  <a:lnTo>
                    <a:pt x="33318" y="370840"/>
                  </a:lnTo>
                  <a:lnTo>
                    <a:pt x="34375" y="368300"/>
                  </a:lnTo>
                  <a:lnTo>
                    <a:pt x="32360" y="365766"/>
                  </a:lnTo>
                  <a:close/>
                </a:path>
                <a:path w="494665" h="589280">
                  <a:moveTo>
                    <a:pt x="48352" y="365760"/>
                  </a:moveTo>
                  <a:lnTo>
                    <a:pt x="32365" y="365760"/>
                  </a:lnTo>
                  <a:lnTo>
                    <a:pt x="34480" y="368300"/>
                  </a:lnTo>
                  <a:lnTo>
                    <a:pt x="33318" y="370840"/>
                  </a:lnTo>
                  <a:lnTo>
                    <a:pt x="48354" y="370840"/>
                  </a:lnTo>
                  <a:lnTo>
                    <a:pt x="48352" y="365760"/>
                  </a:lnTo>
                  <a:close/>
                </a:path>
                <a:path w="494665" h="589280">
                  <a:moveTo>
                    <a:pt x="34333" y="285795"/>
                  </a:moveTo>
                  <a:lnTo>
                    <a:pt x="2931" y="331470"/>
                  </a:lnTo>
                  <a:lnTo>
                    <a:pt x="2638" y="332740"/>
                  </a:lnTo>
                  <a:lnTo>
                    <a:pt x="2397" y="332740"/>
                  </a:lnTo>
                  <a:lnTo>
                    <a:pt x="94" y="337820"/>
                  </a:lnTo>
                  <a:lnTo>
                    <a:pt x="0" y="347980"/>
                  </a:lnTo>
                  <a:lnTo>
                    <a:pt x="1109" y="354330"/>
                  </a:lnTo>
                  <a:lnTo>
                    <a:pt x="4963" y="358140"/>
                  </a:lnTo>
                  <a:lnTo>
                    <a:pt x="8785" y="363220"/>
                  </a:lnTo>
                  <a:lnTo>
                    <a:pt x="14816" y="367030"/>
                  </a:lnTo>
                  <a:lnTo>
                    <a:pt x="22910" y="368300"/>
                  </a:lnTo>
                  <a:lnTo>
                    <a:pt x="26030" y="368300"/>
                  </a:lnTo>
                  <a:lnTo>
                    <a:pt x="29372" y="369223"/>
                  </a:lnTo>
                  <a:lnTo>
                    <a:pt x="30093" y="368300"/>
                  </a:lnTo>
                  <a:lnTo>
                    <a:pt x="32355" y="365760"/>
                  </a:lnTo>
                  <a:lnTo>
                    <a:pt x="48352" y="365760"/>
                  </a:lnTo>
                  <a:lnTo>
                    <a:pt x="48365" y="361950"/>
                  </a:lnTo>
                  <a:lnTo>
                    <a:pt x="46815" y="359410"/>
                  </a:lnTo>
                  <a:lnTo>
                    <a:pt x="24030" y="359410"/>
                  </a:lnTo>
                  <a:lnTo>
                    <a:pt x="24763" y="351790"/>
                  </a:lnTo>
                  <a:lnTo>
                    <a:pt x="25517" y="351790"/>
                  </a:lnTo>
                  <a:lnTo>
                    <a:pt x="20418" y="350520"/>
                  </a:lnTo>
                  <a:lnTo>
                    <a:pt x="18617" y="349250"/>
                  </a:lnTo>
                  <a:lnTo>
                    <a:pt x="17810" y="347980"/>
                  </a:lnTo>
                  <a:lnTo>
                    <a:pt x="17036" y="346710"/>
                  </a:lnTo>
                  <a:lnTo>
                    <a:pt x="16711" y="345440"/>
                  </a:lnTo>
                  <a:lnTo>
                    <a:pt x="16690" y="344170"/>
                  </a:lnTo>
                  <a:lnTo>
                    <a:pt x="17266" y="340360"/>
                  </a:lnTo>
                  <a:lnTo>
                    <a:pt x="17046" y="340360"/>
                  </a:lnTo>
                  <a:lnTo>
                    <a:pt x="10188" y="335280"/>
                  </a:lnTo>
                  <a:lnTo>
                    <a:pt x="20506" y="335280"/>
                  </a:lnTo>
                  <a:lnTo>
                    <a:pt x="48187" y="294640"/>
                  </a:lnTo>
                  <a:lnTo>
                    <a:pt x="50375" y="290830"/>
                  </a:lnTo>
                  <a:lnTo>
                    <a:pt x="41223" y="290830"/>
                  </a:lnTo>
                  <a:lnTo>
                    <a:pt x="34333" y="285795"/>
                  </a:lnTo>
                  <a:close/>
                </a:path>
                <a:path w="494665" h="589280">
                  <a:moveTo>
                    <a:pt x="25517" y="351790"/>
                  </a:moveTo>
                  <a:lnTo>
                    <a:pt x="24763" y="351790"/>
                  </a:lnTo>
                  <a:lnTo>
                    <a:pt x="24030" y="359410"/>
                  </a:lnTo>
                  <a:lnTo>
                    <a:pt x="25517" y="351790"/>
                  </a:lnTo>
                  <a:close/>
                </a:path>
                <a:path w="494665" h="589280">
                  <a:moveTo>
                    <a:pt x="32627" y="351790"/>
                  </a:moveTo>
                  <a:lnTo>
                    <a:pt x="25517" y="351790"/>
                  </a:lnTo>
                  <a:lnTo>
                    <a:pt x="24030" y="359410"/>
                  </a:lnTo>
                  <a:lnTo>
                    <a:pt x="46815" y="359410"/>
                  </a:lnTo>
                  <a:lnTo>
                    <a:pt x="45265" y="356870"/>
                  </a:lnTo>
                  <a:lnTo>
                    <a:pt x="39883" y="354330"/>
                  </a:lnTo>
                  <a:lnTo>
                    <a:pt x="32627" y="351790"/>
                  </a:lnTo>
                  <a:close/>
                </a:path>
                <a:path w="494665" h="589280">
                  <a:moveTo>
                    <a:pt x="10188" y="335280"/>
                  </a:moveTo>
                  <a:lnTo>
                    <a:pt x="17046" y="340360"/>
                  </a:lnTo>
                  <a:lnTo>
                    <a:pt x="17444" y="339775"/>
                  </a:lnTo>
                  <a:lnTo>
                    <a:pt x="17653" y="339090"/>
                  </a:lnTo>
                  <a:lnTo>
                    <a:pt x="10188" y="335280"/>
                  </a:lnTo>
                  <a:close/>
                </a:path>
                <a:path w="494665" h="589280">
                  <a:moveTo>
                    <a:pt x="17444" y="339775"/>
                  </a:moveTo>
                  <a:lnTo>
                    <a:pt x="17046" y="340360"/>
                  </a:lnTo>
                  <a:lnTo>
                    <a:pt x="17266" y="340360"/>
                  </a:lnTo>
                  <a:lnTo>
                    <a:pt x="17444" y="339775"/>
                  </a:lnTo>
                  <a:close/>
                </a:path>
                <a:path w="494665" h="589280">
                  <a:moveTo>
                    <a:pt x="18776" y="337820"/>
                  </a:moveTo>
                  <a:lnTo>
                    <a:pt x="15831" y="337820"/>
                  </a:lnTo>
                  <a:lnTo>
                    <a:pt x="17758" y="339090"/>
                  </a:lnTo>
                  <a:lnTo>
                    <a:pt x="17444" y="339775"/>
                  </a:lnTo>
                  <a:lnTo>
                    <a:pt x="18776" y="337820"/>
                  </a:lnTo>
                  <a:close/>
                </a:path>
                <a:path w="494665" h="589280">
                  <a:moveTo>
                    <a:pt x="20506" y="335280"/>
                  </a:moveTo>
                  <a:lnTo>
                    <a:pt x="10188" y="335280"/>
                  </a:lnTo>
                  <a:lnTo>
                    <a:pt x="17727" y="339090"/>
                  </a:lnTo>
                  <a:lnTo>
                    <a:pt x="15831" y="337820"/>
                  </a:lnTo>
                  <a:lnTo>
                    <a:pt x="18776" y="337820"/>
                  </a:lnTo>
                  <a:lnTo>
                    <a:pt x="20506" y="335280"/>
                  </a:lnTo>
                  <a:close/>
                </a:path>
                <a:path w="494665" h="589280">
                  <a:moveTo>
                    <a:pt x="15831" y="337820"/>
                  </a:moveTo>
                  <a:lnTo>
                    <a:pt x="17727" y="339090"/>
                  </a:lnTo>
                  <a:lnTo>
                    <a:pt x="15831" y="337820"/>
                  </a:lnTo>
                  <a:close/>
                </a:path>
                <a:path w="494665" h="589280">
                  <a:moveTo>
                    <a:pt x="34365" y="285750"/>
                  </a:moveTo>
                  <a:lnTo>
                    <a:pt x="41223" y="290830"/>
                  </a:lnTo>
                  <a:lnTo>
                    <a:pt x="34365" y="285750"/>
                  </a:lnTo>
                  <a:close/>
                </a:path>
                <a:path w="494665" h="589280">
                  <a:moveTo>
                    <a:pt x="53293" y="285750"/>
                  </a:moveTo>
                  <a:lnTo>
                    <a:pt x="34365" y="285750"/>
                  </a:lnTo>
                  <a:lnTo>
                    <a:pt x="41223" y="290830"/>
                  </a:lnTo>
                  <a:lnTo>
                    <a:pt x="50375" y="290830"/>
                  </a:lnTo>
                  <a:lnTo>
                    <a:pt x="53293" y="285750"/>
                  </a:lnTo>
                  <a:close/>
                </a:path>
                <a:path w="494665" h="589280">
                  <a:moveTo>
                    <a:pt x="248578" y="0"/>
                  </a:moveTo>
                  <a:lnTo>
                    <a:pt x="172912" y="11430"/>
                  </a:lnTo>
                  <a:lnTo>
                    <a:pt x="134148" y="29210"/>
                  </a:lnTo>
                  <a:lnTo>
                    <a:pt x="96531" y="57150"/>
                  </a:lnTo>
                  <a:lnTo>
                    <a:pt x="67244" y="92710"/>
                  </a:lnTo>
                  <a:lnTo>
                    <a:pt x="48825" y="134620"/>
                  </a:lnTo>
                  <a:lnTo>
                    <a:pt x="41992" y="175260"/>
                  </a:lnTo>
                  <a:lnTo>
                    <a:pt x="41433" y="191770"/>
                  </a:lnTo>
                  <a:lnTo>
                    <a:pt x="41535" y="198120"/>
                  </a:lnTo>
                  <a:lnTo>
                    <a:pt x="44427" y="228600"/>
                  </a:lnTo>
                  <a:lnTo>
                    <a:pt x="45569" y="234950"/>
                  </a:lnTo>
                  <a:lnTo>
                    <a:pt x="46145" y="240030"/>
                  </a:lnTo>
                  <a:lnTo>
                    <a:pt x="46145" y="245110"/>
                  </a:lnTo>
                  <a:lnTo>
                    <a:pt x="45640" y="254000"/>
                  </a:lnTo>
                  <a:lnTo>
                    <a:pt x="43808" y="264160"/>
                  </a:lnTo>
                  <a:lnTo>
                    <a:pt x="40177" y="275590"/>
                  </a:lnTo>
                  <a:lnTo>
                    <a:pt x="34271" y="285750"/>
                  </a:lnTo>
                  <a:lnTo>
                    <a:pt x="53293" y="285750"/>
                  </a:lnTo>
                  <a:lnTo>
                    <a:pt x="55481" y="281940"/>
                  </a:lnTo>
                  <a:lnTo>
                    <a:pt x="59952" y="267970"/>
                  </a:lnTo>
                  <a:lnTo>
                    <a:pt x="62194" y="256540"/>
                  </a:lnTo>
                  <a:lnTo>
                    <a:pt x="62804" y="245110"/>
                  </a:lnTo>
                  <a:lnTo>
                    <a:pt x="62804" y="238760"/>
                  </a:lnTo>
                  <a:lnTo>
                    <a:pt x="62113" y="233680"/>
                  </a:lnTo>
                  <a:lnTo>
                    <a:pt x="60165" y="222250"/>
                  </a:lnTo>
                  <a:lnTo>
                    <a:pt x="58998" y="212090"/>
                  </a:lnTo>
                  <a:lnTo>
                    <a:pt x="58486" y="204470"/>
                  </a:lnTo>
                  <a:lnTo>
                    <a:pt x="58188" y="198120"/>
                  </a:lnTo>
                  <a:lnTo>
                    <a:pt x="58092" y="191770"/>
                  </a:lnTo>
                  <a:lnTo>
                    <a:pt x="58611" y="176530"/>
                  </a:lnTo>
                  <a:lnTo>
                    <a:pt x="64909" y="138430"/>
                  </a:lnTo>
                  <a:lnTo>
                    <a:pt x="81366" y="101600"/>
                  </a:lnTo>
                  <a:lnTo>
                    <a:pt x="107797" y="69850"/>
                  </a:lnTo>
                  <a:lnTo>
                    <a:pt x="142622" y="44450"/>
                  </a:lnTo>
                  <a:lnTo>
                    <a:pt x="178368" y="27940"/>
                  </a:lnTo>
                  <a:lnTo>
                    <a:pt x="248578" y="16510"/>
                  </a:lnTo>
                  <a:lnTo>
                    <a:pt x="344652" y="16510"/>
                  </a:lnTo>
                  <a:lnTo>
                    <a:pt x="337945" y="13970"/>
                  </a:lnTo>
                  <a:lnTo>
                    <a:pt x="298009" y="3810"/>
                  </a:lnTo>
                  <a:lnTo>
                    <a:pt x="248578" y="0"/>
                  </a:lnTo>
                  <a:close/>
                </a:path>
                <a:path w="494665" h="589280">
                  <a:moveTo>
                    <a:pt x="367102" y="43152"/>
                  </a:moveTo>
                  <a:close/>
                </a:path>
                <a:path w="494665" h="589280">
                  <a:moveTo>
                    <a:pt x="371014" y="35560"/>
                  </a:moveTo>
                  <a:lnTo>
                    <a:pt x="367102" y="43152"/>
                  </a:lnTo>
                  <a:lnTo>
                    <a:pt x="371014" y="35560"/>
                  </a:lnTo>
                  <a:close/>
                </a:path>
                <a:path w="494665" h="589280">
                  <a:moveTo>
                    <a:pt x="344652" y="16510"/>
                  </a:moveTo>
                  <a:lnTo>
                    <a:pt x="248578" y="16510"/>
                  </a:lnTo>
                  <a:lnTo>
                    <a:pt x="272678" y="17780"/>
                  </a:lnTo>
                  <a:lnTo>
                    <a:pt x="295087" y="20320"/>
                  </a:lnTo>
                  <a:lnTo>
                    <a:pt x="332911" y="29210"/>
                  </a:lnTo>
                  <a:lnTo>
                    <a:pt x="358219" y="39370"/>
                  </a:lnTo>
                  <a:lnTo>
                    <a:pt x="361182" y="40640"/>
                  </a:lnTo>
                  <a:lnTo>
                    <a:pt x="363465" y="41910"/>
                  </a:lnTo>
                  <a:lnTo>
                    <a:pt x="367102" y="43152"/>
                  </a:lnTo>
                  <a:lnTo>
                    <a:pt x="371014" y="35560"/>
                  </a:lnTo>
                  <a:lnTo>
                    <a:pt x="386865" y="35560"/>
                  </a:lnTo>
                  <a:lnTo>
                    <a:pt x="374836" y="27940"/>
                  </a:lnTo>
                  <a:lnTo>
                    <a:pt x="344652" y="1651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107">
              <a:extLst>
                <a:ext uri="{FF2B5EF4-FFF2-40B4-BE49-F238E27FC236}">
                  <a16:creationId xmlns:a16="http://schemas.microsoft.com/office/drawing/2014/main" id="{0F5DAF89-A15E-CCC7-A161-48BABA817CA0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725438" y="1925019"/>
              <a:ext cx="192877" cy="192876"/>
            </a:xfrm>
            <a:prstGeom prst="rect">
              <a:avLst/>
            </a:prstGeom>
          </p:spPr>
        </p:pic>
        <p:sp>
          <p:nvSpPr>
            <p:cNvPr id="233" name="object 108">
              <a:extLst>
                <a:ext uri="{FF2B5EF4-FFF2-40B4-BE49-F238E27FC236}">
                  <a16:creationId xmlns:a16="http://schemas.microsoft.com/office/drawing/2014/main" id="{93F81D4D-D999-30A9-A2EA-9AC3DD2D9289}"/>
                </a:ext>
              </a:extLst>
            </p:cNvPr>
            <p:cNvSpPr/>
            <p:nvPr/>
          </p:nvSpPr>
          <p:spPr>
            <a:xfrm>
              <a:off x="15647102" y="2027434"/>
              <a:ext cx="255904" cy="185420"/>
            </a:xfrm>
            <a:custGeom>
              <a:avLst/>
              <a:gdLst/>
              <a:ahLst/>
              <a:cxnLst/>
              <a:rect l="l" t="t" r="r" b="b"/>
              <a:pathLst>
                <a:path w="255905" h="185419">
                  <a:moveTo>
                    <a:pt x="732" y="0"/>
                  </a:moveTo>
                  <a:lnTo>
                    <a:pt x="240" y="5151"/>
                  </a:lnTo>
                  <a:lnTo>
                    <a:pt x="0" y="10334"/>
                  </a:lnTo>
                  <a:lnTo>
                    <a:pt x="0" y="15507"/>
                  </a:lnTo>
                  <a:lnTo>
                    <a:pt x="11830" y="76271"/>
                  </a:lnTo>
                  <a:lnTo>
                    <a:pt x="47307" y="129692"/>
                  </a:lnTo>
                  <a:lnTo>
                    <a:pt x="111908" y="169751"/>
                  </a:lnTo>
                  <a:lnTo>
                    <a:pt x="151509" y="180919"/>
                  </a:lnTo>
                  <a:lnTo>
                    <a:pt x="192915" y="184915"/>
                  </a:lnTo>
                  <a:lnTo>
                    <a:pt x="209112" y="184264"/>
                  </a:lnTo>
                  <a:lnTo>
                    <a:pt x="225095" y="182253"/>
                  </a:lnTo>
                  <a:lnTo>
                    <a:pt x="240720" y="178802"/>
                  </a:lnTo>
                  <a:lnTo>
                    <a:pt x="255845" y="173827"/>
                  </a:lnTo>
                  <a:lnTo>
                    <a:pt x="249803" y="158298"/>
                  </a:lnTo>
                  <a:lnTo>
                    <a:pt x="236340" y="162725"/>
                  </a:lnTo>
                  <a:lnTo>
                    <a:pt x="222274" y="165828"/>
                  </a:lnTo>
                  <a:lnTo>
                    <a:pt x="207751" y="167653"/>
                  </a:lnTo>
                  <a:lnTo>
                    <a:pt x="192915" y="168246"/>
                  </a:lnTo>
                  <a:lnTo>
                    <a:pt x="154619" y="164566"/>
                  </a:lnTo>
                  <a:lnTo>
                    <a:pt x="117845" y="154144"/>
                  </a:lnTo>
                  <a:lnTo>
                    <a:pt x="59087" y="117912"/>
                  </a:lnTo>
                  <a:lnTo>
                    <a:pt x="27267" y="70004"/>
                  </a:lnTo>
                  <a:lnTo>
                    <a:pt x="16659" y="15507"/>
                  </a:lnTo>
                  <a:lnTo>
                    <a:pt x="16659" y="10858"/>
                  </a:lnTo>
                  <a:lnTo>
                    <a:pt x="16879" y="6209"/>
                  </a:lnTo>
                  <a:lnTo>
                    <a:pt x="17318" y="158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277" y="702508"/>
            <a:ext cx="16933545" cy="8444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sz="8700" spc="-50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5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z="8700" spc="-45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5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spoken</a:t>
            </a:r>
            <a:r>
              <a:rPr sz="8700" spc="-409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6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sz="8700" spc="-45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</a:t>
            </a:r>
            <a:r>
              <a:rPr sz="8700" spc="-31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8700" spc="-1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700" spc="-18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700" spc="-21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8700" spc="-1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r>
              <a:rPr sz="8700" spc="-204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700" spc="31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sz="8700" spc="4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8700" spc="-37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8700" spc="-3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8700" spc="-3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2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sz="8700" spc="-3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z="8700" spc="-3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</a:t>
            </a:r>
            <a:r>
              <a:rPr sz="8700" spc="-36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lives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8700" spc="-484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8700" spc="-47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</a:t>
            </a:r>
            <a:r>
              <a:rPr sz="8700" spc="-47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2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homework.</a:t>
            </a:r>
            <a:endParaRPr sz="8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835660">
              <a:lnSpc>
                <a:spcPct val="105800"/>
              </a:lnSpc>
              <a:spcBef>
                <a:spcPts val="5"/>
              </a:spcBef>
            </a:pPr>
            <a:r>
              <a:rPr sz="8700" spc="-1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z="8700" spc="-4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now</a:t>
            </a:r>
            <a:r>
              <a:rPr sz="8700" spc="-4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talk</a:t>
            </a:r>
            <a:r>
              <a:rPr sz="8700" spc="-4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6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sz="8700" spc="-4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8700" spc="-4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3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unethical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sz="8700" spc="-35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8700" spc="-35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2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8700" spc="-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700" spc="-114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700" spc="-1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8700" spc="-114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r>
              <a:rPr sz="8700" spc="-14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700" spc="37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sz="8700" spc="-53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8700" spc="10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8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277" y="934892"/>
            <a:ext cx="15854044" cy="283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b="0" spc="-235" dirty="0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b="0" spc="-215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b="0" spc="-260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b="0" spc="-21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b="0" spc="235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b="0" spc="-2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b="0" spc="-250" dirty="0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b="0" spc="-24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b="0" spc="-19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b="0" spc="-33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b="0" spc="-225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b="0" spc="-35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b="0" spc="-605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b="0" spc="2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b="0" spc="-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spc="-31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b="0" spc="-145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b="0" spc="-18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b="0" spc="-21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b="0" spc="-180" dirty="0"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r>
              <a:rPr b="0" spc="-204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b="0" spc="31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b="0" spc="40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b="0" spc="-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dirty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b="0"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spc="-25" dirty="0">
                <a:latin typeface="Calibri" panose="020F0502020204030204" pitchFamily="34" charset="0"/>
                <a:cs typeface="Calibri" panose="020F0502020204030204" pitchFamily="34" charset="0"/>
              </a:rPr>
              <a:t>be </a:t>
            </a:r>
            <a:r>
              <a:rPr b="0" spc="-20" dirty="0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b="0" spc="-5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spc="-80" dirty="0">
                <a:latin typeface="Calibri" panose="020F0502020204030204" pitchFamily="34" charset="0"/>
                <a:cs typeface="Calibri" panose="020F0502020204030204" pitchFamily="34" charset="0"/>
              </a:rPr>
              <a:t>unethically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747" y="5337539"/>
            <a:ext cx="15043785" cy="322961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255" indent="-377190">
              <a:lnSpc>
                <a:spcPct val="100000"/>
              </a:lnSpc>
              <a:spcBef>
                <a:spcPts val="1420"/>
              </a:spcBef>
              <a:buChar char="•"/>
              <a:tabLst>
                <a:tab pos="389890" algn="l"/>
              </a:tabLst>
            </a:pP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sz="5900" spc="-2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sz="5900" spc="-2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hurt</a:t>
            </a:r>
            <a:r>
              <a:rPr sz="5900" spc="-229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5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people?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89255" indent="-377190">
              <a:lnSpc>
                <a:spcPct val="100000"/>
              </a:lnSpc>
              <a:spcBef>
                <a:spcPts val="1330"/>
              </a:spcBef>
              <a:buChar char="•"/>
              <a:tabLst>
                <a:tab pos="389890" algn="l"/>
              </a:tabLst>
            </a:pP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sz="5900" spc="-2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5900" spc="-2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sz="5900" spc="-2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5900" spc="-2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sz="5900" spc="-2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sz="59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5900" spc="-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5900" spc="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5900" spc="-5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5900" spc="-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5900" spc="5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5900" spc="-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5900" spc="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5900" spc="-3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5900" spc="1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89255" indent="-377190">
              <a:lnSpc>
                <a:spcPct val="100000"/>
              </a:lnSpc>
              <a:spcBef>
                <a:spcPts val="1330"/>
              </a:spcBef>
              <a:buChar char="•"/>
              <a:tabLst>
                <a:tab pos="389890" algn="l"/>
              </a:tabLst>
            </a:pP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this?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233253" y="7309536"/>
            <a:ext cx="4833620" cy="3517900"/>
          </a:xfrm>
          <a:custGeom>
            <a:avLst/>
            <a:gdLst/>
            <a:ahLst/>
            <a:cxnLst/>
            <a:rect l="l" t="t" r="r" b="b"/>
            <a:pathLst>
              <a:path w="4833619" h="3517900">
                <a:moveTo>
                  <a:pt x="2103179" y="0"/>
                </a:moveTo>
                <a:lnTo>
                  <a:pt x="648153" y="0"/>
                </a:lnTo>
                <a:lnTo>
                  <a:pt x="602798" y="12700"/>
                </a:lnTo>
                <a:lnTo>
                  <a:pt x="559524" y="25400"/>
                </a:lnTo>
                <a:lnTo>
                  <a:pt x="518687" y="38100"/>
                </a:lnTo>
                <a:lnTo>
                  <a:pt x="480642" y="63500"/>
                </a:lnTo>
                <a:lnTo>
                  <a:pt x="445743" y="88900"/>
                </a:lnTo>
                <a:lnTo>
                  <a:pt x="414346" y="127000"/>
                </a:lnTo>
                <a:lnTo>
                  <a:pt x="386805" y="165100"/>
                </a:lnTo>
                <a:lnTo>
                  <a:pt x="363476" y="203200"/>
                </a:lnTo>
                <a:lnTo>
                  <a:pt x="344713" y="241300"/>
                </a:lnTo>
                <a:lnTo>
                  <a:pt x="330871" y="279400"/>
                </a:lnTo>
                <a:lnTo>
                  <a:pt x="322306" y="330200"/>
                </a:lnTo>
                <a:lnTo>
                  <a:pt x="319372" y="381000"/>
                </a:lnTo>
                <a:lnTo>
                  <a:pt x="322668" y="431800"/>
                </a:lnTo>
                <a:lnTo>
                  <a:pt x="332262" y="482600"/>
                </a:lnTo>
                <a:lnTo>
                  <a:pt x="347714" y="520700"/>
                </a:lnTo>
                <a:lnTo>
                  <a:pt x="368585" y="571500"/>
                </a:lnTo>
                <a:lnTo>
                  <a:pt x="328894" y="596900"/>
                </a:lnTo>
                <a:lnTo>
                  <a:pt x="292435" y="622300"/>
                </a:lnTo>
                <a:lnTo>
                  <a:pt x="259591" y="647700"/>
                </a:lnTo>
                <a:lnTo>
                  <a:pt x="230746" y="685800"/>
                </a:lnTo>
                <a:lnTo>
                  <a:pt x="206284" y="723900"/>
                </a:lnTo>
                <a:lnTo>
                  <a:pt x="186590" y="762000"/>
                </a:lnTo>
                <a:lnTo>
                  <a:pt x="172048" y="812800"/>
                </a:lnTo>
                <a:lnTo>
                  <a:pt x="163040" y="850900"/>
                </a:lnTo>
                <a:lnTo>
                  <a:pt x="159953" y="901700"/>
                </a:lnTo>
                <a:lnTo>
                  <a:pt x="159953" y="914400"/>
                </a:lnTo>
                <a:lnTo>
                  <a:pt x="163239" y="965200"/>
                </a:lnTo>
                <a:lnTo>
                  <a:pt x="172807" y="1003300"/>
                </a:lnTo>
                <a:lnTo>
                  <a:pt x="188220" y="1054100"/>
                </a:lnTo>
                <a:lnTo>
                  <a:pt x="209040" y="1092200"/>
                </a:lnTo>
                <a:lnTo>
                  <a:pt x="169275" y="1117600"/>
                </a:lnTo>
                <a:lnTo>
                  <a:pt x="132745" y="1143000"/>
                </a:lnTo>
                <a:lnTo>
                  <a:pt x="99837" y="1181100"/>
                </a:lnTo>
                <a:lnTo>
                  <a:pt x="70936" y="1219200"/>
                </a:lnTo>
                <a:lnTo>
                  <a:pt x="46426" y="1257300"/>
                </a:lnTo>
                <a:lnTo>
                  <a:pt x="26692" y="1295400"/>
                </a:lnTo>
                <a:lnTo>
                  <a:pt x="12119" y="1333500"/>
                </a:lnTo>
                <a:lnTo>
                  <a:pt x="3094" y="1384300"/>
                </a:lnTo>
                <a:lnTo>
                  <a:pt x="0" y="1435100"/>
                </a:lnTo>
                <a:lnTo>
                  <a:pt x="2994" y="1485900"/>
                </a:lnTo>
                <a:lnTo>
                  <a:pt x="11733" y="1536700"/>
                </a:lnTo>
                <a:lnTo>
                  <a:pt x="25852" y="1574800"/>
                </a:lnTo>
                <a:lnTo>
                  <a:pt x="44982" y="1612900"/>
                </a:lnTo>
                <a:lnTo>
                  <a:pt x="68758" y="1651000"/>
                </a:lnTo>
                <a:lnTo>
                  <a:pt x="96815" y="1689100"/>
                </a:lnTo>
                <a:lnTo>
                  <a:pt x="128784" y="1727200"/>
                </a:lnTo>
                <a:lnTo>
                  <a:pt x="164301" y="1752600"/>
                </a:lnTo>
                <a:lnTo>
                  <a:pt x="202999" y="1778000"/>
                </a:lnTo>
                <a:lnTo>
                  <a:pt x="244512" y="1790700"/>
                </a:lnTo>
                <a:lnTo>
                  <a:pt x="288472" y="1803400"/>
                </a:lnTo>
                <a:lnTo>
                  <a:pt x="273851" y="1841500"/>
                </a:lnTo>
                <a:lnTo>
                  <a:pt x="263092" y="1879600"/>
                </a:lnTo>
                <a:lnTo>
                  <a:pt x="256451" y="1917700"/>
                </a:lnTo>
                <a:lnTo>
                  <a:pt x="254180" y="1968500"/>
                </a:lnTo>
                <a:lnTo>
                  <a:pt x="257114" y="2019300"/>
                </a:lnTo>
                <a:lnTo>
                  <a:pt x="265679" y="2057400"/>
                </a:lnTo>
                <a:lnTo>
                  <a:pt x="279521" y="2108200"/>
                </a:lnTo>
                <a:lnTo>
                  <a:pt x="298284" y="2146300"/>
                </a:lnTo>
                <a:lnTo>
                  <a:pt x="321613" y="2184400"/>
                </a:lnTo>
                <a:lnTo>
                  <a:pt x="349153" y="2222500"/>
                </a:lnTo>
                <a:lnTo>
                  <a:pt x="380550" y="2247900"/>
                </a:lnTo>
                <a:lnTo>
                  <a:pt x="415448" y="2273300"/>
                </a:lnTo>
                <a:lnTo>
                  <a:pt x="453492" y="2298700"/>
                </a:lnTo>
                <a:lnTo>
                  <a:pt x="494328" y="2324100"/>
                </a:lnTo>
                <a:lnTo>
                  <a:pt x="537600" y="2336800"/>
                </a:lnTo>
                <a:lnTo>
                  <a:pt x="582953" y="2336800"/>
                </a:lnTo>
                <a:lnTo>
                  <a:pt x="630033" y="2349500"/>
                </a:lnTo>
                <a:lnTo>
                  <a:pt x="1721800" y="2349500"/>
                </a:lnTo>
                <a:lnTo>
                  <a:pt x="1711245" y="2387600"/>
                </a:lnTo>
                <a:lnTo>
                  <a:pt x="1700212" y="2438400"/>
                </a:lnTo>
                <a:lnTo>
                  <a:pt x="1688720" y="2489200"/>
                </a:lnTo>
                <a:lnTo>
                  <a:pt x="1665314" y="2590800"/>
                </a:lnTo>
                <a:lnTo>
                  <a:pt x="1653521" y="2641600"/>
                </a:lnTo>
                <a:lnTo>
                  <a:pt x="1641469" y="2692400"/>
                </a:lnTo>
                <a:lnTo>
                  <a:pt x="1629214" y="2755900"/>
                </a:lnTo>
                <a:lnTo>
                  <a:pt x="1616818" y="2806700"/>
                </a:lnTo>
                <a:lnTo>
                  <a:pt x="1579365" y="2959100"/>
                </a:lnTo>
                <a:lnTo>
                  <a:pt x="1569029" y="3009900"/>
                </a:lnTo>
                <a:lnTo>
                  <a:pt x="1564537" y="3060700"/>
                </a:lnTo>
                <a:lnTo>
                  <a:pt x="1565525" y="3111500"/>
                </a:lnTo>
                <a:lnTo>
                  <a:pt x="1571630" y="3149600"/>
                </a:lnTo>
                <a:lnTo>
                  <a:pt x="1582488" y="3200400"/>
                </a:lnTo>
                <a:lnTo>
                  <a:pt x="1597735" y="3238500"/>
                </a:lnTo>
                <a:lnTo>
                  <a:pt x="1617008" y="3276600"/>
                </a:lnTo>
                <a:lnTo>
                  <a:pt x="1639942" y="3314700"/>
                </a:lnTo>
                <a:lnTo>
                  <a:pt x="1666175" y="3352800"/>
                </a:lnTo>
                <a:lnTo>
                  <a:pt x="1695341" y="3378200"/>
                </a:lnTo>
                <a:lnTo>
                  <a:pt x="1727078" y="3403600"/>
                </a:lnTo>
                <a:lnTo>
                  <a:pt x="1761022" y="3429000"/>
                </a:lnTo>
                <a:lnTo>
                  <a:pt x="1796809" y="3454400"/>
                </a:lnTo>
                <a:lnTo>
                  <a:pt x="1834074" y="3479800"/>
                </a:lnTo>
                <a:lnTo>
                  <a:pt x="1872456" y="3492500"/>
                </a:lnTo>
                <a:lnTo>
                  <a:pt x="1983346" y="3517900"/>
                </a:lnTo>
                <a:lnTo>
                  <a:pt x="2085878" y="3517900"/>
                </a:lnTo>
                <a:lnTo>
                  <a:pt x="2132117" y="3505200"/>
                </a:lnTo>
                <a:lnTo>
                  <a:pt x="2173996" y="3492500"/>
                </a:lnTo>
                <a:lnTo>
                  <a:pt x="2210757" y="3467100"/>
                </a:lnTo>
                <a:lnTo>
                  <a:pt x="2241644" y="3441700"/>
                </a:lnTo>
                <a:lnTo>
                  <a:pt x="2265899" y="3403600"/>
                </a:lnTo>
                <a:lnTo>
                  <a:pt x="2283500" y="3365500"/>
                </a:lnTo>
                <a:lnTo>
                  <a:pt x="2300313" y="3327400"/>
                </a:lnTo>
                <a:lnTo>
                  <a:pt x="2312567" y="3289300"/>
                </a:lnTo>
                <a:lnTo>
                  <a:pt x="1997295" y="3289300"/>
                </a:lnTo>
                <a:lnTo>
                  <a:pt x="1945772" y="3276600"/>
                </a:lnTo>
                <a:lnTo>
                  <a:pt x="1889680" y="3238500"/>
                </a:lnTo>
                <a:lnTo>
                  <a:pt x="1861568" y="3225800"/>
                </a:lnTo>
                <a:lnTo>
                  <a:pt x="1835339" y="3187700"/>
                </a:lnTo>
                <a:lnTo>
                  <a:pt x="1813639" y="3162300"/>
                </a:lnTo>
                <a:lnTo>
                  <a:pt x="1799115" y="3111500"/>
                </a:lnTo>
                <a:lnTo>
                  <a:pt x="1794411" y="3073400"/>
                </a:lnTo>
                <a:lnTo>
                  <a:pt x="1802175" y="3009900"/>
                </a:lnTo>
                <a:lnTo>
                  <a:pt x="1813443" y="2971800"/>
                </a:lnTo>
                <a:lnTo>
                  <a:pt x="1824724" y="2921000"/>
                </a:lnTo>
                <a:lnTo>
                  <a:pt x="1835977" y="2870200"/>
                </a:lnTo>
                <a:lnTo>
                  <a:pt x="1847165" y="2832100"/>
                </a:lnTo>
                <a:lnTo>
                  <a:pt x="1858248" y="2781300"/>
                </a:lnTo>
                <a:lnTo>
                  <a:pt x="1869186" y="2730500"/>
                </a:lnTo>
                <a:lnTo>
                  <a:pt x="1879942" y="2679700"/>
                </a:lnTo>
                <a:lnTo>
                  <a:pt x="1913396" y="2540000"/>
                </a:lnTo>
                <a:lnTo>
                  <a:pt x="1925737" y="2489200"/>
                </a:lnTo>
                <a:lnTo>
                  <a:pt x="1937669" y="2425700"/>
                </a:lnTo>
                <a:lnTo>
                  <a:pt x="1949089" y="2387600"/>
                </a:lnTo>
                <a:lnTo>
                  <a:pt x="1959894" y="2336800"/>
                </a:lnTo>
                <a:lnTo>
                  <a:pt x="1969981" y="2298700"/>
                </a:lnTo>
                <a:lnTo>
                  <a:pt x="1979248" y="2260600"/>
                </a:lnTo>
                <a:lnTo>
                  <a:pt x="1983053" y="2235200"/>
                </a:lnTo>
                <a:lnTo>
                  <a:pt x="1980861" y="2209800"/>
                </a:lnTo>
                <a:lnTo>
                  <a:pt x="1972872" y="2184400"/>
                </a:lnTo>
                <a:lnTo>
                  <a:pt x="1959291" y="2159000"/>
                </a:lnTo>
                <a:lnTo>
                  <a:pt x="1940916" y="2146300"/>
                </a:lnTo>
                <a:lnTo>
                  <a:pt x="1919001" y="2133600"/>
                </a:lnTo>
                <a:lnTo>
                  <a:pt x="1894476" y="2120900"/>
                </a:lnTo>
                <a:lnTo>
                  <a:pt x="630033" y="2120900"/>
                </a:lnTo>
                <a:lnTo>
                  <a:pt x="583872" y="2108200"/>
                </a:lnTo>
                <a:lnTo>
                  <a:pt x="543746" y="2082800"/>
                </a:lnTo>
                <a:lnTo>
                  <a:pt x="512081" y="2057400"/>
                </a:lnTo>
                <a:lnTo>
                  <a:pt x="491303" y="2019300"/>
                </a:lnTo>
                <a:lnTo>
                  <a:pt x="483838" y="1968500"/>
                </a:lnTo>
                <a:lnTo>
                  <a:pt x="491303" y="1917700"/>
                </a:lnTo>
                <a:lnTo>
                  <a:pt x="512081" y="1879600"/>
                </a:lnTo>
                <a:lnTo>
                  <a:pt x="543746" y="1841500"/>
                </a:lnTo>
                <a:lnTo>
                  <a:pt x="583872" y="1828800"/>
                </a:lnTo>
                <a:lnTo>
                  <a:pt x="674732" y="1803400"/>
                </a:lnTo>
                <a:lnTo>
                  <a:pt x="711233" y="1778000"/>
                </a:lnTo>
                <a:lnTo>
                  <a:pt x="735843" y="1752600"/>
                </a:lnTo>
                <a:lnTo>
                  <a:pt x="744867" y="1701800"/>
                </a:lnTo>
                <a:lnTo>
                  <a:pt x="735843" y="1651000"/>
                </a:lnTo>
                <a:lnTo>
                  <a:pt x="711233" y="1625600"/>
                </a:lnTo>
                <a:lnTo>
                  <a:pt x="674732" y="1600200"/>
                </a:lnTo>
                <a:lnTo>
                  <a:pt x="630033" y="1587500"/>
                </a:lnTo>
                <a:lnTo>
                  <a:pt x="375852" y="1587500"/>
                </a:lnTo>
                <a:lnTo>
                  <a:pt x="329691" y="1574800"/>
                </a:lnTo>
                <a:lnTo>
                  <a:pt x="289566" y="1562100"/>
                </a:lnTo>
                <a:lnTo>
                  <a:pt x="257901" y="1524000"/>
                </a:lnTo>
                <a:lnTo>
                  <a:pt x="237123" y="1485900"/>
                </a:lnTo>
                <a:lnTo>
                  <a:pt x="229657" y="1435100"/>
                </a:lnTo>
                <a:lnTo>
                  <a:pt x="237123" y="1384300"/>
                </a:lnTo>
                <a:lnTo>
                  <a:pt x="257901" y="1346200"/>
                </a:lnTo>
                <a:lnTo>
                  <a:pt x="289566" y="1320800"/>
                </a:lnTo>
                <a:lnTo>
                  <a:pt x="329691" y="1295400"/>
                </a:lnTo>
                <a:lnTo>
                  <a:pt x="375852" y="1282700"/>
                </a:lnTo>
                <a:lnTo>
                  <a:pt x="580498" y="1282700"/>
                </a:lnTo>
                <a:lnTo>
                  <a:pt x="616999" y="1257300"/>
                </a:lnTo>
                <a:lnTo>
                  <a:pt x="641606" y="1219200"/>
                </a:lnTo>
                <a:lnTo>
                  <a:pt x="650629" y="1168400"/>
                </a:lnTo>
                <a:lnTo>
                  <a:pt x="641606" y="1130300"/>
                </a:lnTo>
                <a:lnTo>
                  <a:pt x="616999" y="1092200"/>
                </a:lnTo>
                <a:lnTo>
                  <a:pt x="580498" y="1066800"/>
                </a:lnTo>
                <a:lnTo>
                  <a:pt x="535795" y="1054100"/>
                </a:lnTo>
                <a:lnTo>
                  <a:pt x="489639" y="1054100"/>
                </a:lnTo>
                <a:lnTo>
                  <a:pt x="449517" y="1028700"/>
                </a:lnTo>
                <a:lnTo>
                  <a:pt x="417853" y="1003300"/>
                </a:lnTo>
                <a:lnTo>
                  <a:pt x="397076" y="952500"/>
                </a:lnTo>
                <a:lnTo>
                  <a:pt x="389611" y="914400"/>
                </a:lnTo>
                <a:lnTo>
                  <a:pt x="389611" y="901700"/>
                </a:lnTo>
                <a:lnTo>
                  <a:pt x="397076" y="863600"/>
                </a:lnTo>
                <a:lnTo>
                  <a:pt x="417853" y="812800"/>
                </a:lnTo>
                <a:lnTo>
                  <a:pt x="449517" y="787400"/>
                </a:lnTo>
                <a:lnTo>
                  <a:pt x="489639" y="762000"/>
                </a:lnTo>
                <a:lnTo>
                  <a:pt x="695235" y="762000"/>
                </a:lnTo>
                <a:lnTo>
                  <a:pt x="739932" y="749300"/>
                </a:lnTo>
                <a:lnTo>
                  <a:pt x="776430" y="723900"/>
                </a:lnTo>
                <a:lnTo>
                  <a:pt x="801036" y="685800"/>
                </a:lnTo>
                <a:lnTo>
                  <a:pt x="810059" y="647700"/>
                </a:lnTo>
                <a:lnTo>
                  <a:pt x="801036" y="596900"/>
                </a:lnTo>
                <a:lnTo>
                  <a:pt x="776430" y="558800"/>
                </a:lnTo>
                <a:lnTo>
                  <a:pt x="739932" y="533400"/>
                </a:lnTo>
                <a:lnTo>
                  <a:pt x="695235" y="533400"/>
                </a:lnTo>
                <a:lnTo>
                  <a:pt x="649073" y="520700"/>
                </a:lnTo>
                <a:lnTo>
                  <a:pt x="608945" y="495300"/>
                </a:lnTo>
                <a:lnTo>
                  <a:pt x="577277" y="469900"/>
                </a:lnTo>
                <a:lnTo>
                  <a:pt x="556496" y="431800"/>
                </a:lnTo>
                <a:lnTo>
                  <a:pt x="549030" y="381000"/>
                </a:lnTo>
                <a:lnTo>
                  <a:pt x="556496" y="330200"/>
                </a:lnTo>
                <a:lnTo>
                  <a:pt x="577277" y="292100"/>
                </a:lnTo>
                <a:lnTo>
                  <a:pt x="608945" y="254000"/>
                </a:lnTo>
                <a:lnTo>
                  <a:pt x="649073" y="241300"/>
                </a:lnTo>
                <a:lnTo>
                  <a:pt x="695235" y="228600"/>
                </a:lnTo>
                <a:lnTo>
                  <a:pt x="2598320" y="228600"/>
                </a:lnTo>
                <a:lnTo>
                  <a:pt x="2544772" y="190500"/>
                </a:lnTo>
                <a:lnTo>
                  <a:pt x="2371886" y="88900"/>
                </a:lnTo>
                <a:lnTo>
                  <a:pt x="2327938" y="76200"/>
                </a:lnTo>
                <a:lnTo>
                  <a:pt x="2283673" y="50800"/>
                </a:lnTo>
                <a:lnTo>
                  <a:pt x="2103179" y="0"/>
                </a:lnTo>
                <a:close/>
              </a:path>
              <a:path w="4833619" h="3517900">
                <a:moveTo>
                  <a:pt x="2598320" y="228600"/>
                </a:moveTo>
                <a:lnTo>
                  <a:pt x="2094506" y="228600"/>
                </a:lnTo>
                <a:lnTo>
                  <a:pt x="2136777" y="241300"/>
                </a:lnTo>
                <a:lnTo>
                  <a:pt x="2180662" y="254000"/>
                </a:lnTo>
                <a:lnTo>
                  <a:pt x="2225883" y="279400"/>
                </a:lnTo>
                <a:lnTo>
                  <a:pt x="2272164" y="304800"/>
                </a:lnTo>
                <a:lnTo>
                  <a:pt x="2414595" y="381000"/>
                </a:lnTo>
                <a:lnTo>
                  <a:pt x="2507584" y="444500"/>
                </a:lnTo>
                <a:lnTo>
                  <a:pt x="2553125" y="469900"/>
                </a:lnTo>
                <a:lnTo>
                  <a:pt x="2598990" y="508000"/>
                </a:lnTo>
                <a:lnTo>
                  <a:pt x="2738747" y="584200"/>
                </a:lnTo>
                <a:lnTo>
                  <a:pt x="2833944" y="609600"/>
                </a:lnTo>
                <a:lnTo>
                  <a:pt x="2882217" y="635000"/>
                </a:lnTo>
                <a:lnTo>
                  <a:pt x="2930969" y="635000"/>
                </a:lnTo>
                <a:lnTo>
                  <a:pt x="2980223" y="647700"/>
                </a:lnTo>
                <a:lnTo>
                  <a:pt x="3233571" y="647700"/>
                </a:lnTo>
                <a:lnTo>
                  <a:pt x="3267376" y="660400"/>
                </a:lnTo>
                <a:lnTo>
                  <a:pt x="3267376" y="1981200"/>
                </a:lnTo>
                <a:lnTo>
                  <a:pt x="3233617" y="1993900"/>
                </a:lnTo>
                <a:lnTo>
                  <a:pt x="3196255" y="2006600"/>
                </a:lnTo>
                <a:lnTo>
                  <a:pt x="3155726" y="2006600"/>
                </a:lnTo>
                <a:lnTo>
                  <a:pt x="3112462" y="2019300"/>
                </a:lnTo>
                <a:lnTo>
                  <a:pt x="3066900" y="2032000"/>
                </a:lnTo>
                <a:lnTo>
                  <a:pt x="3019473" y="2044700"/>
                </a:lnTo>
                <a:lnTo>
                  <a:pt x="2970616" y="2070100"/>
                </a:lnTo>
                <a:lnTo>
                  <a:pt x="2870349" y="2095500"/>
                </a:lnTo>
                <a:lnTo>
                  <a:pt x="2720086" y="2171700"/>
                </a:lnTo>
                <a:lnTo>
                  <a:pt x="2671773" y="2197100"/>
                </a:lnTo>
                <a:lnTo>
                  <a:pt x="2625070" y="2222500"/>
                </a:lnTo>
                <a:lnTo>
                  <a:pt x="2580414" y="2247900"/>
                </a:lnTo>
                <a:lnTo>
                  <a:pt x="2538238" y="2273300"/>
                </a:lnTo>
                <a:lnTo>
                  <a:pt x="2498977" y="2311400"/>
                </a:lnTo>
                <a:lnTo>
                  <a:pt x="2463064" y="2336800"/>
                </a:lnTo>
                <a:lnTo>
                  <a:pt x="2430936" y="2374900"/>
                </a:lnTo>
                <a:lnTo>
                  <a:pt x="2403026" y="2413000"/>
                </a:lnTo>
                <a:lnTo>
                  <a:pt x="2376362" y="2451100"/>
                </a:lnTo>
                <a:lnTo>
                  <a:pt x="2351343" y="2501900"/>
                </a:lnTo>
                <a:lnTo>
                  <a:pt x="2327877" y="2540000"/>
                </a:lnTo>
                <a:lnTo>
                  <a:pt x="2305868" y="2590800"/>
                </a:lnTo>
                <a:lnTo>
                  <a:pt x="2285225" y="2628900"/>
                </a:lnTo>
                <a:lnTo>
                  <a:pt x="2265853" y="2679700"/>
                </a:lnTo>
                <a:lnTo>
                  <a:pt x="2247659" y="2730500"/>
                </a:lnTo>
                <a:lnTo>
                  <a:pt x="2230550" y="2768600"/>
                </a:lnTo>
                <a:lnTo>
                  <a:pt x="2214432" y="2819400"/>
                </a:lnTo>
                <a:lnTo>
                  <a:pt x="2199212" y="2870200"/>
                </a:lnTo>
                <a:lnTo>
                  <a:pt x="2184796" y="2921000"/>
                </a:lnTo>
                <a:lnTo>
                  <a:pt x="2171092" y="2959100"/>
                </a:lnTo>
                <a:lnTo>
                  <a:pt x="2158005" y="3009900"/>
                </a:lnTo>
                <a:lnTo>
                  <a:pt x="2145442" y="3048000"/>
                </a:lnTo>
                <a:lnTo>
                  <a:pt x="2128367" y="3111500"/>
                </a:lnTo>
                <a:lnTo>
                  <a:pt x="2111692" y="3162300"/>
                </a:lnTo>
                <a:lnTo>
                  <a:pt x="2095445" y="3213100"/>
                </a:lnTo>
                <a:lnTo>
                  <a:pt x="2079656" y="3251200"/>
                </a:lnTo>
                <a:lnTo>
                  <a:pt x="2064355" y="3289300"/>
                </a:lnTo>
                <a:lnTo>
                  <a:pt x="2312567" y="3289300"/>
                </a:lnTo>
                <a:lnTo>
                  <a:pt x="2316651" y="3276600"/>
                </a:lnTo>
                <a:lnTo>
                  <a:pt x="2332830" y="3225800"/>
                </a:lnTo>
                <a:lnTo>
                  <a:pt x="2349161" y="3175000"/>
                </a:lnTo>
                <a:lnTo>
                  <a:pt x="2379515" y="3060700"/>
                </a:lnTo>
                <a:lnTo>
                  <a:pt x="2393714" y="3022600"/>
                </a:lnTo>
                <a:lnTo>
                  <a:pt x="2408657" y="2971800"/>
                </a:lnTo>
                <a:lnTo>
                  <a:pt x="2424445" y="2921000"/>
                </a:lnTo>
                <a:lnTo>
                  <a:pt x="2441180" y="2870200"/>
                </a:lnTo>
                <a:lnTo>
                  <a:pt x="2458964" y="2819400"/>
                </a:lnTo>
                <a:lnTo>
                  <a:pt x="2477898" y="2768600"/>
                </a:lnTo>
                <a:lnTo>
                  <a:pt x="2498085" y="2717800"/>
                </a:lnTo>
                <a:lnTo>
                  <a:pt x="2519626" y="2667000"/>
                </a:lnTo>
                <a:lnTo>
                  <a:pt x="2542622" y="2628900"/>
                </a:lnTo>
                <a:lnTo>
                  <a:pt x="2567175" y="2578100"/>
                </a:lnTo>
                <a:lnTo>
                  <a:pt x="2593387" y="2540000"/>
                </a:lnTo>
                <a:lnTo>
                  <a:pt x="2643933" y="2489200"/>
                </a:lnTo>
                <a:lnTo>
                  <a:pt x="2676979" y="2463800"/>
                </a:lnTo>
                <a:lnTo>
                  <a:pt x="2714489" y="2438400"/>
                </a:lnTo>
                <a:lnTo>
                  <a:pt x="2755923" y="2413000"/>
                </a:lnTo>
                <a:lnTo>
                  <a:pt x="2800740" y="2387600"/>
                </a:lnTo>
                <a:lnTo>
                  <a:pt x="2848403" y="2362200"/>
                </a:lnTo>
                <a:lnTo>
                  <a:pt x="2898370" y="2336800"/>
                </a:lnTo>
                <a:lnTo>
                  <a:pt x="2950104" y="2324100"/>
                </a:lnTo>
                <a:lnTo>
                  <a:pt x="3003063" y="2298700"/>
                </a:lnTo>
                <a:lnTo>
                  <a:pt x="3056710" y="2286000"/>
                </a:lnTo>
                <a:lnTo>
                  <a:pt x="3110504" y="2260600"/>
                </a:lnTo>
                <a:lnTo>
                  <a:pt x="3267376" y="2222500"/>
                </a:lnTo>
                <a:lnTo>
                  <a:pt x="4833465" y="2222500"/>
                </a:lnTo>
                <a:lnTo>
                  <a:pt x="4833465" y="800100"/>
                </a:lnTo>
                <a:lnTo>
                  <a:pt x="3949481" y="800100"/>
                </a:lnTo>
                <a:lnTo>
                  <a:pt x="3909900" y="787400"/>
                </a:lnTo>
                <a:lnTo>
                  <a:pt x="3877541" y="774700"/>
                </a:lnTo>
                <a:lnTo>
                  <a:pt x="3855706" y="736600"/>
                </a:lnTo>
                <a:lnTo>
                  <a:pt x="3847694" y="698500"/>
                </a:lnTo>
                <a:lnTo>
                  <a:pt x="3855706" y="660400"/>
                </a:lnTo>
                <a:lnTo>
                  <a:pt x="3877541" y="622300"/>
                </a:lnTo>
                <a:lnTo>
                  <a:pt x="3909900" y="609600"/>
                </a:lnTo>
                <a:lnTo>
                  <a:pt x="3949481" y="596900"/>
                </a:lnTo>
                <a:lnTo>
                  <a:pt x="4833465" y="596900"/>
                </a:lnTo>
                <a:lnTo>
                  <a:pt x="4833465" y="419100"/>
                </a:lnTo>
                <a:lnTo>
                  <a:pt x="2990652" y="419100"/>
                </a:lnTo>
                <a:lnTo>
                  <a:pt x="2950005" y="406400"/>
                </a:lnTo>
                <a:lnTo>
                  <a:pt x="2864111" y="381000"/>
                </a:lnTo>
                <a:lnTo>
                  <a:pt x="2819356" y="368300"/>
                </a:lnTo>
                <a:lnTo>
                  <a:pt x="2727460" y="317500"/>
                </a:lnTo>
                <a:lnTo>
                  <a:pt x="2680809" y="279400"/>
                </a:lnTo>
                <a:lnTo>
                  <a:pt x="2634019" y="254000"/>
                </a:lnTo>
                <a:lnTo>
                  <a:pt x="2598320" y="228600"/>
                </a:lnTo>
                <a:close/>
              </a:path>
              <a:path w="4833619" h="3517900">
                <a:moveTo>
                  <a:pt x="4833465" y="2222500"/>
                </a:moveTo>
                <a:lnTo>
                  <a:pt x="3267376" y="2222500"/>
                </a:lnTo>
                <a:lnTo>
                  <a:pt x="3267376" y="2247900"/>
                </a:lnTo>
                <a:lnTo>
                  <a:pt x="3276399" y="2298700"/>
                </a:lnTo>
                <a:lnTo>
                  <a:pt x="3301005" y="2336800"/>
                </a:lnTo>
                <a:lnTo>
                  <a:pt x="3337503" y="2362200"/>
                </a:lnTo>
                <a:lnTo>
                  <a:pt x="4763339" y="2362200"/>
                </a:lnTo>
                <a:lnTo>
                  <a:pt x="4799836" y="2336800"/>
                </a:lnTo>
                <a:lnTo>
                  <a:pt x="4824442" y="2298700"/>
                </a:lnTo>
                <a:lnTo>
                  <a:pt x="4833465" y="2247900"/>
                </a:lnTo>
                <a:lnTo>
                  <a:pt x="4833465" y="2222500"/>
                </a:lnTo>
                <a:close/>
              </a:path>
              <a:path w="4833619" h="3517900">
                <a:moveTo>
                  <a:pt x="4833465" y="596900"/>
                </a:moveTo>
                <a:lnTo>
                  <a:pt x="3949481" y="596900"/>
                </a:lnTo>
                <a:lnTo>
                  <a:pt x="3989075" y="609600"/>
                </a:lnTo>
                <a:lnTo>
                  <a:pt x="4021440" y="622300"/>
                </a:lnTo>
                <a:lnTo>
                  <a:pt x="4043278" y="660400"/>
                </a:lnTo>
                <a:lnTo>
                  <a:pt x="4051290" y="698500"/>
                </a:lnTo>
                <a:lnTo>
                  <a:pt x="4043278" y="736600"/>
                </a:lnTo>
                <a:lnTo>
                  <a:pt x="4021440" y="774700"/>
                </a:lnTo>
                <a:lnTo>
                  <a:pt x="3989075" y="787400"/>
                </a:lnTo>
                <a:lnTo>
                  <a:pt x="3949481" y="800100"/>
                </a:lnTo>
                <a:lnTo>
                  <a:pt x="4833465" y="800100"/>
                </a:lnTo>
                <a:lnTo>
                  <a:pt x="4833465" y="596900"/>
                </a:lnTo>
                <a:close/>
              </a:path>
              <a:path w="4833619" h="3517900">
                <a:moveTo>
                  <a:pt x="4718641" y="0"/>
                </a:moveTo>
                <a:lnTo>
                  <a:pt x="3382200" y="0"/>
                </a:lnTo>
                <a:lnTo>
                  <a:pt x="3337503" y="12700"/>
                </a:lnTo>
                <a:lnTo>
                  <a:pt x="3301005" y="25400"/>
                </a:lnTo>
                <a:lnTo>
                  <a:pt x="3276399" y="63500"/>
                </a:lnTo>
                <a:lnTo>
                  <a:pt x="3267376" y="114300"/>
                </a:lnTo>
                <a:lnTo>
                  <a:pt x="3267376" y="419100"/>
                </a:lnTo>
                <a:lnTo>
                  <a:pt x="4833465" y="419100"/>
                </a:lnTo>
                <a:lnTo>
                  <a:pt x="4833465" y="114300"/>
                </a:lnTo>
                <a:lnTo>
                  <a:pt x="4824442" y="63500"/>
                </a:lnTo>
                <a:lnTo>
                  <a:pt x="4799836" y="25400"/>
                </a:lnTo>
                <a:lnTo>
                  <a:pt x="4763339" y="12700"/>
                </a:lnTo>
                <a:lnTo>
                  <a:pt x="4718641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277" y="597799"/>
            <a:ext cx="14964410" cy="283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b="0" spc="-235" dirty="0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b="0" spc="-215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b="0" spc="-260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b="0" spc="-21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b="0" spc="235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b="0" spc="-2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b="0" spc="-250" dirty="0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b="0" spc="-24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b="0" spc="-19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b="0" spc="-33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b="0" spc="-225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b="0" spc="-35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b="0" spc="-605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b="0" spc="2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b="0" spc="-3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spc="-114" dirty="0">
                <a:latin typeface="Calibri" panose="020F0502020204030204" pitchFamily="34" charset="0"/>
                <a:cs typeface="Calibri" panose="020F0502020204030204" pitchFamily="34" charset="0"/>
              </a:rPr>
              <a:t>social</a:t>
            </a:r>
            <a:r>
              <a:rPr b="0" spc="-4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spc="-100" dirty="0">
                <a:latin typeface="Calibri" panose="020F0502020204030204" pitchFamily="34" charset="0"/>
                <a:cs typeface="Calibri" panose="020F0502020204030204" pitchFamily="34" charset="0"/>
              </a:rPr>
              <a:t>media</a:t>
            </a:r>
            <a:r>
              <a:rPr b="0" spc="-3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spc="-25" dirty="0">
                <a:latin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b="0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b="0" spc="-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spc="-20" dirty="0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b="0" spc="-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0" spc="-80" dirty="0">
                <a:latin typeface="Calibri" panose="020F0502020204030204" pitchFamily="34" charset="0"/>
                <a:cs typeface="Calibri" panose="020F0502020204030204" pitchFamily="34" charset="0"/>
              </a:rPr>
              <a:t>unethically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747" y="5034366"/>
            <a:ext cx="17185640" cy="3229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9255" marR="5080" indent="-377190">
              <a:lnSpc>
                <a:spcPct val="118800"/>
              </a:lnSpc>
              <a:spcBef>
                <a:spcPts val="90"/>
              </a:spcBef>
              <a:buChar char="•"/>
              <a:tabLst>
                <a:tab pos="389890" algn="l"/>
              </a:tabLst>
            </a:pP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en-IE" sz="5900" spc="-3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IE"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</a:t>
            </a:r>
            <a:r>
              <a:rPr lang="en-IE"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media</a:t>
            </a:r>
            <a:r>
              <a:rPr lang="en-IE"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such</a:t>
            </a:r>
            <a:r>
              <a:rPr lang="en-IE"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E"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Tik</a:t>
            </a:r>
            <a:r>
              <a:rPr lang="en-IE"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6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E" sz="5900" spc="-1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IE" sz="5900" spc="-1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E"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Snapchat 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en-IE" sz="5900" spc="-229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en-IE" sz="5900" spc="-2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IE"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IE"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IE" sz="5900" spc="-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E" sz="5900" spc="-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IE" sz="5900" spc="-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E" sz="5900" spc="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IE" sz="5900" spc="-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E" sz="5900" spc="-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IE" sz="5900" spc="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IE" sz="5900" spc="-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IE" sz="5900" spc="10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IE"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89255" indent="-377190">
              <a:lnSpc>
                <a:spcPct val="100000"/>
              </a:lnSpc>
              <a:spcBef>
                <a:spcPts val="1330"/>
              </a:spcBef>
              <a:buChar char="•"/>
              <a:tabLst>
                <a:tab pos="389890" algn="l"/>
              </a:tabLst>
            </a:pP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IE" sz="5900" spc="-2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en-IE" sz="5900" spc="-2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lang="en-IE" sz="5900" spc="-2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E" sz="5900" spc="-2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en-IE" sz="5900" spc="-2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examples?</a:t>
            </a:r>
            <a:endParaRPr lang="en-IE"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29168" y="6806077"/>
            <a:ext cx="1626870" cy="2162175"/>
          </a:xfrm>
          <a:custGeom>
            <a:avLst/>
            <a:gdLst/>
            <a:ahLst/>
            <a:cxnLst/>
            <a:rect l="l" t="t" r="r" b="b"/>
            <a:pathLst>
              <a:path w="1626869" h="2162175">
                <a:moveTo>
                  <a:pt x="1136119" y="0"/>
                </a:moveTo>
                <a:lnTo>
                  <a:pt x="490526" y="0"/>
                </a:lnTo>
                <a:lnTo>
                  <a:pt x="440378" y="10123"/>
                </a:lnTo>
                <a:lnTo>
                  <a:pt x="399423" y="37733"/>
                </a:lnTo>
                <a:lnTo>
                  <a:pt x="371809" y="78687"/>
                </a:lnTo>
                <a:lnTo>
                  <a:pt x="361682" y="128844"/>
                </a:lnTo>
                <a:lnTo>
                  <a:pt x="361682" y="1098113"/>
                </a:lnTo>
                <a:lnTo>
                  <a:pt x="127658" y="1098113"/>
                </a:lnTo>
                <a:lnTo>
                  <a:pt x="58250" y="1118404"/>
                </a:lnTo>
                <a:lnTo>
                  <a:pt x="10698" y="1172896"/>
                </a:lnTo>
                <a:lnTo>
                  <a:pt x="0" y="1244407"/>
                </a:lnTo>
                <a:lnTo>
                  <a:pt x="9874" y="1279202"/>
                </a:lnTo>
                <a:lnTo>
                  <a:pt x="715169" y="2116783"/>
                </a:lnTo>
                <a:lnTo>
                  <a:pt x="759259" y="2150268"/>
                </a:lnTo>
                <a:lnTo>
                  <a:pt x="813323" y="2162164"/>
                </a:lnTo>
                <a:lnTo>
                  <a:pt x="841159" y="2159121"/>
                </a:lnTo>
                <a:lnTo>
                  <a:pt x="891131" y="2136017"/>
                </a:lnTo>
                <a:lnTo>
                  <a:pt x="1597152" y="1310420"/>
                </a:lnTo>
                <a:lnTo>
                  <a:pt x="1626654" y="1244407"/>
                </a:lnTo>
                <a:lnTo>
                  <a:pt x="1626478" y="1208237"/>
                </a:lnTo>
                <a:lnTo>
                  <a:pt x="1595844" y="1141973"/>
                </a:lnTo>
                <a:lnTo>
                  <a:pt x="1535493" y="1103385"/>
                </a:lnTo>
                <a:lnTo>
                  <a:pt x="1498998" y="1098113"/>
                </a:lnTo>
                <a:lnTo>
                  <a:pt x="1264964" y="1098113"/>
                </a:lnTo>
                <a:lnTo>
                  <a:pt x="1264964" y="128844"/>
                </a:lnTo>
                <a:lnTo>
                  <a:pt x="1254839" y="78687"/>
                </a:lnTo>
                <a:lnTo>
                  <a:pt x="1227227" y="37733"/>
                </a:lnTo>
                <a:lnTo>
                  <a:pt x="1186272" y="10123"/>
                </a:lnTo>
                <a:lnTo>
                  <a:pt x="1136119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655272" y="6806073"/>
            <a:ext cx="1626870" cy="2750185"/>
          </a:xfrm>
          <a:custGeom>
            <a:avLst/>
            <a:gdLst/>
            <a:ahLst/>
            <a:cxnLst/>
            <a:rect l="l" t="t" r="r" b="b"/>
            <a:pathLst>
              <a:path w="1626869" h="2750184">
                <a:moveTo>
                  <a:pt x="1136123" y="0"/>
                </a:moveTo>
                <a:lnTo>
                  <a:pt x="490530" y="0"/>
                </a:lnTo>
                <a:lnTo>
                  <a:pt x="440378" y="10125"/>
                </a:lnTo>
                <a:lnTo>
                  <a:pt x="399423" y="37737"/>
                </a:lnTo>
                <a:lnTo>
                  <a:pt x="371811" y="78691"/>
                </a:lnTo>
                <a:lnTo>
                  <a:pt x="361686" y="128844"/>
                </a:lnTo>
                <a:lnTo>
                  <a:pt x="361686" y="1685948"/>
                </a:lnTo>
                <a:lnTo>
                  <a:pt x="127651" y="1685948"/>
                </a:lnTo>
                <a:lnTo>
                  <a:pt x="58249" y="1706239"/>
                </a:lnTo>
                <a:lnTo>
                  <a:pt x="10702" y="1760731"/>
                </a:lnTo>
                <a:lnTo>
                  <a:pt x="0" y="1832238"/>
                </a:lnTo>
                <a:lnTo>
                  <a:pt x="9876" y="1867036"/>
                </a:lnTo>
                <a:lnTo>
                  <a:pt x="715173" y="2704608"/>
                </a:lnTo>
                <a:lnTo>
                  <a:pt x="759259" y="2738097"/>
                </a:lnTo>
                <a:lnTo>
                  <a:pt x="813327" y="2749989"/>
                </a:lnTo>
                <a:lnTo>
                  <a:pt x="841163" y="2746948"/>
                </a:lnTo>
                <a:lnTo>
                  <a:pt x="891131" y="2723851"/>
                </a:lnTo>
                <a:lnTo>
                  <a:pt x="1597177" y="1898256"/>
                </a:lnTo>
                <a:lnTo>
                  <a:pt x="1626670" y="1832238"/>
                </a:lnTo>
                <a:lnTo>
                  <a:pt x="1626493" y="1796068"/>
                </a:lnTo>
                <a:lnTo>
                  <a:pt x="1595858" y="1729809"/>
                </a:lnTo>
                <a:lnTo>
                  <a:pt x="1535508" y="1691220"/>
                </a:lnTo>
                <a:lnTo>
                  <a:pt x="1499013" y="1685948"/>
                </a:lnTo>
                <a:lnTo>
                  <a:pt x="1264968" y="1685948"/>
                </a:lnTo>
                <a:lnTo>
                  <a:pt x="1264968" y="128844"/>
                </a:lnTo>
                <a:lnTo>
                  <a:pt x="1254843" y="78691"/>
                </a:lnTo>
                <a:lnTo>
                  <a:pt x="1227230" y="37737"/>
                </a:lnTo>
                <a:lnTo>
                  <a:pt x="1186276" y="10125"/>
                </a:lnTo>
                <a:lnTo>
                  <a:pt x="1136123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81393" y="6806070"/>
            <a:ext cx="1626870" cy="3455670"/>
          </a:xfrm>
          <a:custGeom>
            <a:avLst/>
            <a:gdLst/>
            <a:ahLst/>
            <a:cxnLst/>
            <a:rect l="l" t="t" r="r" b="b"/>
            <a:pathLst>
              <a:path w="1626869" h="3455670">
                <a:moveTo>
                  <a:pt x="1136138" y="0"/>
                </a:moveTo>
                <a:lnTo>
                  <a:pt x="490545" y="0"/>
                </a:lnTo>
                <a:lnTo>
                  <a:pt x="440397" y="10125"/>
                </a:lnTo>
                <a:lnTo>
                  <a:pt x="399442" y="37737"/>
                </a:lnTo>
                <a:lnTo>
                  <a:pt x="371827" y="78691"/>
                </a:lnTo>
                <a:lnTo>
                  <a:pt x="361701" y="128844"/>
                </a:lnTo>
                <a:lnTo>
                  <a:pt x="361701" y="2391340"/>
                </a:lnTo>
                <a:lnTo>
                  <a:pt x="127655" y="2391340"/>
                </a:lnTo>
                <a:lnTo>
                  <a:pt x="58253" y="2411634"/>
                </a:lnTo>
                <a:lnTo>
                  <a:pt x="10706" y="2466113"/>
                </a:lnTo>
                <a:lnTo>
                  <a:pt x="0" y="2537629"/>
                </a:lnTo>
                <a:lnTo>
                  <a:pt x="9876" y="2572428"/>
                </a:lnTo>
                <a:lnTo>
                  <a:pt x="715166" y="3410011"/>
                </a:lnTo>
                <a:lnTo>
                  <a:pt x="759262" y="3443499"/>
                </a:lnTo>
                <a:lnTo>
                  <a:pt x="813331" y="3455392"/>
                </a:lnTo>
                <a:lnTo>
                  <a:pt x="841166" y="3452350"/>
                </a:lnTo>
                <a:lnTo>
                  <a:pt x="891130" y="3429254"/>
                </a:lnTo>
                <a:lnTo>
                  <a:pt x="1597171" y="2603658"/>
                </a:lnTo>
                <a:lnTo>
                  <a:pt x="1626665" y="2537632"/>
                </a:lnTo>
                <a:lnTo>
                  <a:pt x="1626491" y="2501460"/>
                </a:lnTo>
                <a:lnTo>
                  <a:pt x="1595861" y="2435205"/>
                </a:lnTo>
                <a:lnTo>
                  <a:pt x="1535507" y="2396614"/>
                </a:lnTo>
                <a:lnTo>
                  <a:pt x="1499017" y="2391340"/>
                </a:lnTo>
                <a:lnTo>
                  <a:pt x="1264982" y="2391340"/>
                </a:lnTo>
                <a:lnTo>
                  <a:pt x="1264982" y="128844"/>
                </a:lnTo>
                <a:lnTo>
                  <a:pt x="1254855" y="78691"/>
                </a:lnTo>
                <a:lnTo>
                  <a:pt x="1227241" y="37737"/>
                </a:lnTo>
                <a:lnTo>
                  <a:pt x="1186286" y="10125"/>
                </a:lnTo>
                <a:lnTo>
                  <a:pt x="1136138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5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spc="-5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30" dirty="0">
                <a:latin typeface="Calibri" panose="020F0502020204030204" pitchFamily="34" charset="0"/>
                <a:cs typeface="Calibri" panose="020F0502020204030204" pitchFamily="34" charset="0"/>
              </a:rPr>
              <a:t>Discussion!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950" y="3278895"/>
            <a:ext cx="15640050" cy="2161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sz="5900" spc="-3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z="5900" spc="-3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  <a:r>
              <a:rPr sz="5900" spc="-3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sz="5900" spc="-3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</a:t>
            </a:r>
            <a:r>
              <a:rPr sz="5900" spc="-3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students</a:t>
            </a:r>
            <a:r>
              <a:rPr sz="5900" spc="-3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should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sz="5900" spc="-2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z="5900" spc="-2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sz="5900" spc="-2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59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5900" spc="-5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5900" spc="3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sz="5900" spc="-3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5900" spc="1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5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spc="-5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0" dirty="0">
                <a:latin typeface="Calibri" panose="020F0502020204030204" pitchFamily="34" charset="0"/>
                <a:cs typeface="Calibri" panose="020F0502020204030204" pitchFamily="34" charset="0"/>
              </a:rPr>
              <a:t>Activity!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950" y="3049926"/>
            <a:ext cx="16391890" cy="4297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z="5900" spc="-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</a:t>
            </a:r>
            <a:r>
              <a:rPr sz="5900" spc="-3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</a:t>
            </a:r>
            <a:r>
              <a:rPr sz="5900" spc="-3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sz="5900" spc="-3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</a:t>
            </a:r>
            <a:r>
              <a:rPr sz="59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students</a:t>
            </a:r>
            <a:r>
              <a:rPr sz="5900" spc="-2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should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given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their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phone.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71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sz="5900" spc="-2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agree</a:t>
            </a:r>
            <a:r>
              <a:rPr sz="5900" spc="-20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sz="5900" spc="-2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sz="5900" spc="-20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age?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20708" y="5654287"/>
            <a:ext cx="3308985" cy="4502785"/>
          </a:xfrm>
          <a:custGeom>
            <a:avLst/>
            <a:gdLst/>
            <a:ahLst/>
            <a:cxnLst/>
            <a:rect l="l" t="t" r="r" b="b"/>
            <a:pathLst>
              <a:path w="3308984" h="4502784">
                <a:moveTo>
                  <a:pt x="2073071" y="1746707"/>
                </a:moveTo>
                <a:lnTo>
                  <a:pt x="2070989" y="1698866"/>
                </a:lnTo>
                <a:lnTo>
                  <a:pt x="2064842" y="1652143"/>
                </a:lnTo>
                <a:lnTo>
                  <a:pt x="2061032" y="1634921"/>
                </a:lnTo>
                <a:lnTo>
                  <a:pt x="2054809" y="1606702"/>
                </a:lnTo>
                <a:lnTo>
                  <a:pt x="2041055" y="1562709"/>
                </a:lnTo>
                <a:lnTo>
                  <a:pt x="2023757" y="1520342"/>
                </a:lnTo>
                <a:lnTo>
                  <a:pt x="2003094" y="1479765"/>
                </a:lnTo>
                <a:lnTo>
                  <a:pt x="1979218" y="1441145"/>
                </a:lnTo>
                <a:lnTo>
                  <a:pt x="1952320" y="1404645"/>
                </a:lnTo>
                <a:lnTo>
                  <a:pt x="1922564" y="1370444"/>
                </a:lnTo>
                <a:lnTo>
                  <a:pt x="1890115" y="1338707"/>
                </a:lnTo>
                <a:lnTo>
                  <a:pt x="1855165" y="1309585"/>
                </a:lnTo>
                <a:lnTo>
                  <a:pt x="1817865" y="1283271"/>
                </a:lnTo>
                <a:lnTo>
                  <a:pt x="1778393" y="1259916"/>
                </a:lnTo>
                <a:lnTo>
                  <a:pt x="1736915" y="1239685"/>
                </a:lnTo>
                <a:lnTo>
                  <a:pt x="1693621" y="1222768"/>
                </a:lnTo>
                <a:lnTo>
                  <a:pt x="1648663" y="1209306"/>
                </a:lnTo>
                <a:lnTo>
                  <a:pt x="1632966" y="1205992"/>
                </a:lnTo>
                <a:lnTo>
                  <a:pt x="1632966" y="1634921"/>
                </a:lnTo>
                <a:lnTo>
                  <a:pt x="1632966" y="4180675"/>
                </a:lnTo>
                <a:lnTo>
                  <a:pt x="263258" y="4180675"/>
                </a:lnTo>
                <a:lnTo>
                  <a:pt x="263258" y="1634921"/>
                </a:lnTo>
                <a:lnTo>
                  <a:pt x="1632966" y="1634921"/>
                </a:lnTo>
                <a:lnTo>
                  <a:pt x="1632966" y="1205992"/>
                </a:lnTo>
                <a:lnTo>
                  <a:pt x="1602219" y="1199489"/>
                </a:lnTo>
                <a:lnTo>
                  <a:pt x="1554467" y="1193482"/>
                </a:lnTo>
                <a:lnTo>
                  <a:pt x="1505572" y="1191437"/>
                </a:lnTo>
                <a:lnTo>
                  <a:pt x="567499" y="1191437"/>
                </a:lnTo>
                <a:lnTo>
                  <a:pt x="518604" y="1193482"/>
                </a:lnTo>
                <a:lnTo>
                  <a:pt x="470839" y="1199489"/>
                </a:lnTo>
                <a:lnTo>
                  <a:pt x="424408" y="1209306"/>
                </a:lnTo>
                <a:lnTo>
                  <a:pt x="379450" y="1222768"/>
                </a:lnTo>
                <a:lnTo>
                  <a:pt x="336143" y="1239685"/>
                </a:lnTo>
                <a:lnTo>
                  <a:pt x="294678" y="1259916"/>
                </a:lnTo>
                <a:lnTo>
                  <a:pt x="255206" y="1283271"/>
                </a:lnTo>
                <a:lnTo>
                  <a:pt x="217906" y="1309585"/>
                </a:lnTo>
                <a:lnTo>
                  <a:pt x="182943" y="1338707"/>
                </a:lnTo>
                <a:lnTo>
                  <a:pt x="150507" y="1370444"/>
                </a:lnTo>
                <a:lnTo>
                  <a:pt x="120738" y="1404645"/>
                </a:lnTo>
                <a:lnTo>
                  <a:pt x="93840" y="1441145"/>
                </a:lnTo>
                <a:lnTo>
                  <a:pt x="69977" y="1479765"/>
                </a:lnTo>
                <a:lnTo>
                  <a:pt x="49314" y="1520342"/>
                </a:lnTo>
                <a:lnTo>
                  <a:pt x="32016" y="1562709"/>
                </a:lnTo>
                <a:lnTo>
                  <a:pt x="18262" y="1606702"/>
                </a:lnTo>
                <a:lnTo>
                  <a:pt x="8229" y="1652143"/>
                </a:lnTo>
                <a:lnTo>
                  <a:pt x="2082" y="1698866"/>
                </a:lnTo>
                <a:lnTo>
                  <a:pt x="0" y="1746707"/>
                </a:lnTo>
                <a:lnTo>
                  <a:pt x="0" y="3947210"/>
                </a:lnTo>
                <a:lnTo>
                  <a:pt x="2082" y="3995051"/>
                </a:lnTo>
                <a:lnTo>
                  <a:pt x="8229" y="4041775"/>
                </a:lnTo>
                <a:lnTo>
                  <a:pt x="18262" y="4087215"/>
                </a:lnTo>
                <a:lnTo>
                  <a:pt x="32016" y="4131195"/>
                </a:lnTo>
                <a:lnTo>
                  <a:pt x="49314" y="4173563"/>
                </a:lnTo>
                <a:lnTo>
                  <a:pt x="69977" y="4214139"/>
                </a:lnTo>
                <a:lnTo>
                  <a:pt x="93840" y="4252773"/>
                </a:lnTo>
                <a:lnTo>
                  <a:pt x="120738" y="4289260"/>
                </a:lnTo>
                <a:lnTo>
                  <a:pt x="150507" y="4323473"/>
                </a:lnTo>
                <a:lnTo>
                  <a:pt x="182943" y="4355211"/>
                </a:lnTo>
                <a:lnTo>
                  <a:pt x="217906" y="4384332"/>
                </a:lnTo>
                <a:lnTo>
                  <a:pt x="255206" y="4410646"/>
                </a:lnTo>
                <a:lnTo>
                  <a:pt x="294678" y="4434002"/>
                </a:lnTo>
                <a:lnTo>
                  <a:pt x="336143" y="4454220"/>
                </a:lnTo>
                <a:lnTo>
                  <a:pt x="379450" y="4471149"/>
                </a:lnTo>
                <a:lnTo>
                  <a:pt x="424408" y="4484598"/>
                </a:lnTo>
                <a:lnTo>
                  <a:pt x="470839" y="4494415"/>
                </a:lnTo>
                <a:lnTo>
                  <a:pt x="518604" y="4500435"/>
                </a:lnTo>
                <a:lnTo>
                  <a:pt x="567499" y="4502480"/>
                </a:lnTo>
                <a:lnTo>
                  <a:pt x="1505572" y="4502480"/>
                </a:lnTo>
                <a:lnTo>
                  <a:pt x="1554467" y="4500435"/>
                </a:lnTo>
                <a:lnTo>
                  <a:pt x="1602219" y="4494415"/>
                </a:lnTo>
                <a:lnTo>
                  <a:pt x="1648663" y="4484598"/>
                </a:lnTo>
                <a:lnTo>
                  <a:pt x="1693621" y="4471149"/>
                </a:lnTo>
                <a:lnTo>
                  <a:pt x="1736915" y="4454220"/>
                </a:lnTo>
                <a:lnTo>
                  <a:pt x="1778393" y="4434002"/>
                </a:lnTo>
                <a:lnTo>
                  <a:pt x="1817865" y="4410646"/>
                </a:lnTo>
                <a:lnTo>
                  <a:pt x="1855165" y="4384332"/>
                </a:lnTo>
                <a:lnTo>
                  <a:pt x="1890115" y="4355211"/>
                </a:lnTo>
                <a:lnTo>
                  <a:pt x="1922564" y="4323473"/>
                </a:lnTo>
                <a:lnTo>
                  <a:pt x="1952320" y="4289260"/>
                </a:lnTo>
                <a:lnTo>
                  <a:pt x="1979218" y="4252773"/>
                </a:lnTo>
                <a:lnTo>
                  <a:pt x="2003094" y="4214139"/>
                </a:lnTo>
                <a:lnTo>
                  <a:pt x="2023757" y="4173563"/>
                </a:lnTo>
                <a:lnTo>
                  <a:pt x="2041055" y="4131195"/>
                </a:lnTo>
                <a:lnTo>
                  <a:pt x="2054809" y="4087215"/>
                </a:lnTo>
                <a:lnTo>
                  <a:pt x="2064842" y="4041775"/>
                </a:lnTo>
                <a:lnTo>
                  <a:pt x="2070989" y="3995051"/>
                </a:lnTo>
                <a:lnTo>
                  <a:pt x="2073071" y="3947210"/>
                </a:lnTo>
                <a:lnTo>
                  <a:pt x="2073071" y="1746707"/>
                </a:lnTo>
                <a:close/>
              </a:path>
              <a:path w="3308984" h="4502784">
                <a:moveTo>
                  <a:pt x="2441498" y="1634921"/>
                </a:moveTo>
                <a:lnTo>
                  <a:pt x="2440038" y="1587093"/>
                </a:lnTo>
                <a:lnTo>
                  <a:pt x="2435682" y="1540014"/>
                </a:lnTo>
                <a:lnTo>
                  <a:pt x="2428532" y="1493761"/>
                </a:lnTo>
                <a:lnTo>
                  <a:pt x="2418664" y="1448422"/>
                </a:lnTo>
                <a:lnTo>
                  <a:pt x="2406180" y="1404086"/>
                </a:lnTo>
                <a:lnTo>
                  <a:pt x="2391143" y="1360830"/>
                </a:lnTo>
                <a:lnTo>
                  <a:pt x="2373655" y="1318729"/>
                </a:lnTo>
                <a:lnTo>
                  <a:pt x="2353780" y="1277874"/>
                </a:lnTo>
                <a:lnTo>
                  <a:pt x="2331618" y="1238351"/>
                </a:lnTo>
                <a:lnTo>
                  <a:pt x="2307259" y="1200251"/>
                </a:lnTo>
                <a:lnTo>
                  <a:pt x="2280780" y="1163624"/>
                </a:lnTo>
                <a:lnTo>
                  <a:pt x="2252256" y="1128585"/>
                </a:lnTo>
                <a:lnTo>
                  <a:pt x="2221788" y="1095209"/>
                </a:lnTo>
                <a:lnTo>
                  <a:pt x="2189454" y="1063574"/>
                </a:lnTo>
                <a:lnTo>
                  <a:pt x="2155342" y="1033754"/>
                </a:lnTo>
                <a:lnTo>
                  <a:pt x="2119528" y="1005852"/>
                </a:lnTo>
                <a:lnTo>
                  <a:pt x="2082101" y="979944"/>
                </a:lnTo>
                <a:lnTo>
                  <a:pt x="2043150" y="956106"/>
                </a:lnTo>
                <a:lnTo>
                  <a:pt x="2002764" y="934427"/>
                </a:lnTo>
                <a:lnTo>
                  <a:pt x="1961007" y="914996"/>
                </a:lnTo>
                <a:lnTo>
                  <a:pt x="1917992" y="897877"/>
                </a:lnTo>
                <a:lnTo>
                  <a:pt x="1873770" y="883170"/>
                </a:lnTo>
                <a:lnTo>
                  <a:pt x="1828457" y="870940"/>
                </a:lnTo>
                <a:lnTo>
                  <a:pt x="1782127" y="861288"/>
                </a:lnTo>
                <a:lnTo>
                  <a:pt x="1734858" y="854303"/>
                </a:lnTo>
                <a:lnTo>
                  <a:pt x="1686737" y="850036"/>
                </a:lnTo>
                <a:lnTo>
                  <a:pt x="1637855" y="848601"/>
                </a:lnTo>
                <a:lnTo>
                  <a:pt x="1592503" y="857554"/>
                </a:lnTo>
                <a:lnTo>
                  <a:pt x="1555483" y="881989"/>
                </a:lnTo>
                <a:lnTo>
                  <a:pt x="1530515" y="918222"/>
                </a:lnTo>
                <a:lnTo>
                  <a:pt x="1521358" y="962583"/>
                </a:lnTo>
                <a:lnTo>
                  <a:pt x="1530515" y="1006957"/>
                </a:lnTo>
                <a:lnTo>
                  <a:pt x="1555483" y="1043190"/>
                </a:lnTo>
                <a:lnTo>
                  <a:pt x="1592503" y="1067612"/>
                </a:lnTo>
                <a:lnTo>
                  <a:pt x="1637855" y="1076579"/>
                </a:lnTo>
                <a:lnTo>
                  <a:pt x="1687017" y="1078623"/>
                </a:lnTo>
                <a:lnTo>
                  <a:pt x="1735035" y="1084681"/>
                </a:lnTo>
                <a:lnTo>
                  <a:pt x="1781746" y="1094549"/>
                </a:lnTo>
                <a:lnTo>
                  <a:pt x="1826945" y="1108075"/>
                </a:lnTo>
                <a:lnTo>
                  <a:pt x="1870481" y="1125093"/>
                </a:lnTo>
                <a:lnTo>
                  <a:pt x="1912188" y="1145425"/>
                </a:lnTo>
                <a:lnTo>
                  <a:pt x="1951875" y="1168908"/>
                </a:lnTo>
                <a:lnTo>
                  <a:pt x="1989391" y="1195374"/>
                </a:lnTo>
                <a:lnTo>
                  <a:pt x="2024545" y="1224661"/>
                </a:lnTo>
                <a:lnTo>
                  <a:pt x="2057158" y="1256576"/>
                </a:lnTo>
                <a:lnTo>
                  <a:pt x="2087092" y="1290967"/>
                </a:lnTo>
                <a:lnTo>
                  <a:pt x="2114131" y="1327670"/>
                </a:lnTo>
                <a:lnTo>
                  <a:pt x="2138134" y="1366507"/>
                </a:lnTo>
                <a:lnTo>
                  <a:pt x="2158923" y="1407312"/>
                </a:lnTo>
                <a:lnTo>
                  <a:pt x="2176310" y="1449908"/>
                </a:lnTo>
                <a:lnTo>
                  <a:pt x="2190140" y="1494142"/>
                </a:lnTo>
                <a:lnTo>
                  <a:pt x="2200224" y="1539836"/>
                </a:lnTo>
                <a:lnTo>
                  <a:pt x="2206409" y="1586814"/>
                </a:lnTo>
                <a:lnTo>
                  <a:pt x="2208504" y="1634921"/>
                </a:lnTo>
                <a:lnTo>
                  <a:pt x="2217661" y="1679295"/>
                </a:lnTo>
                <a:lnTo>
                  <a:pt x="2242616" y="1715528"/>
                </a:lnTo>
                <a:lnTo>
                  <a:pt x="2279650" y="1739950"/>
                </a:lnTo>
                <a:lnTo>
                  <a:pt x="2325001" y="1748904"/>
                </a:lnTo>
                <a:lnTo>
                  <a:pt x="2370353" y="1739950"/>
                </a:lnTo>
                <a:lnTo>
                  <a:pt x="2407374" y="1715528"/>
                </a:lnTo>
                <a:lnTo>
                  <a:pt x="2432342" y="1679295"/>
                </a:lnTo>
                <a:lnTo>
                  <a:pt x="2441498" y="1634921"/>
                </a:lnTo>
                <a:close/>
              </a:path>
              <a:path w="3308984" h="4502784">
                <a:moveTo>
                  <a:pt x="2868612" y="1634921"/>
                </a:moveTo>
                <a:lnTo>
                  <a:pt x="2867672" y="1587703"/>
                </a:lnTo>
                <a:lnTo>
                  <a:pt x="2864904" y="1540941"/>
                </a:lnTo>
                <a:lnTo>
                  <a:pt x="2860319" y="1494675"/>
                </a:lnTo>
                <a:lnTo>
                  <a:pt x="2853956" y="1448930"/>
                </a:lnTo>
                <a:lnTo>
                  <a:pt x="2845854" y="1403731"/>
                </a:lnTo>
                <a:lnTo>
                  <a:pt x="2836049" y="1359128"/>
                </a:lnTo>
                <a:lnTo>
                  <a:pt x="2824569" y="1315148"/>
                </a:lnTo>
                <a:lnTo>
                  <a:pt x="2811462" y="1271828"/>
                </a:lnTo>
                <a:lnTo>
                  <a:pt x="2796743" y="1229207"/>
                </a:lnTo>
                <a:lnTo>
                  <a:pt x="2780461" y="1187297"/>
                </a:lnTo>
                <a:lnTo>
                  <a:pt x="2762643" y="1146149"/>
                </a:lnTo>
                <a:lnTo>
                  <a:pt x="2743327" y="1105789"/>
                </a:lnTo>
                <a:lnTo>
                  <a:pt x="2722549" y="1066266"/>
                </a:lnTo>
                <a:lnTo>
                  <a:pt x="2700337" y="1027595"/>
                </a:lnTo>
                <a:lnTo>
                  <a:pt x="2676728" y="989812"/>
                </a:lnTo>
                <a:lnTo>
                  <a:pt x="2651760" y="952969"/>
                </a:lnTo>
                <a:lnTo>
                  <a:pt x="2625471" y="917079"/>
                </a:lnTo>
                <a:lnTo>
                  <a:pt x="2597886" y="882180"/>
                </a:lnTo>
                <a:lnTo>
                  <a:pt x="2569045" y="848309"/>
                </a:lnTo>
                <a:lnTo>
                  <a:pt x="2538984" y="815505"/>
                </a:lnTo>
                <a:lnTo>
                  <a:pt x="2507729" y="783793"/>
                </a:lnTo>
                <a:lnTo>
                  <a:pt x="2475319" y="753211"/>
                </a:lnTo>
                <a:lnTo>
                  <a:pt x="2441791" y="723798"/>
                </a:lnTo>
                <a:lnTo>
                  <a:pt x="2407170" y="695579"/>
                </a:lnTo>
                <a:lnTo>
                  <a:pt x="2371509" y="668591"/>
                </a:lnTo>
                <a:lnTo>
                  <a:pt x="2334831" y="642861"/>
                </a:lnTo>
                <a:lnTo>
                  <a:pt x="2297163" y="618439"/>
                </a:lnTo>
                <a:lnTo>
                  <a:pt x="2258555" y="595337"/>
                </a:lnTo>
                <a:lnTo>
                  <a:pt x="2219033" y="573608"/>
                </a:lnTo>
                <a:lnTo>
                  <a:pt x="2178634" y="553275"/>
                </a:lnTo>
                <a:lnTo>
                  <a:pt x="2137397" y="534377"/>
                </a:lnTo>
                <a:lnTo>
                  <a:pt x="2095334" y="516940"/>
                </a:lnTo>
                <a:lnTo>
                  <a:pt x="2052510" y="501015"/>
                </a:lnTo>
                <a:lnTo>
                  <a:pt x="2008936" y="486613"/>
                </a:lnTo>
                <a:lnTo>
                  <a:pt x="1964664" y="473786"/>
                </a:lnTo>
                <a:lnTo>
                  <a:pt x="1919719" y="462559"/>
                </a:lnTo>
                <a:lnTo>
                  <a:pt x="1874126" y="452958"/>
                </a:lnTo>
                <a:lnTo>
                  <a:pt x="1827936" y="445033"/>
                </a:lnTo>
                <a:lnTo>
                  <a:pt x="1781187" y="438810"/>
                </a:lnTo>
                <a:lnTo>
                  <a:pt x="1733892" y="434327"/>
                </a:lnTo>
                <a:lnTo>
                  <a:pt x="1686102" y="431609"/>
                </a:lnTo>
                <a:lnTo>
                  <a:pt x="1637855" y="430695"/>
                </a:lnTo>
                <a:lnTo>
                  <a:pt x="1592503" y="439648"/>
                </a:lnTo>
                <a:lnTo>
                  <a:pt x="1555483" y="464070"/>
                </a:lnTo>
                <a:lnTo>
                  <a:pt x="1530515" y="500303"/>
                </a:lnTo>
                <a:lnTo>
                  <a:pt x="1521358" y="544677"/>
                </a:lnTo>
                <a:lnTo>
                  <a:pt x="1530515" y="589051"/>
                </a:lnTo>
                <a:lnTo>
                  <a:pt x="1555483" y="625284"/>
                </a:lnTo>
                <a:lnTo>
                  <a:pt x="1592503" y="649706"/>
                </a:lnTo>
                <a:lnTo>
                  <a:pt x="1637855" y="658660"/>
                </a:lnTo>
                <a:lnTo>
                  <a:pt x="1686115" y="659790"/>
                </a:lnTo>
                <a:lnTo>
                  <a:pt x="1733804" y="663143"/>
                </a:lnTo>
                <a:lnTo>
                  <a:pt x="1780857" y="668667"/>
                </a:lnTo>
                <a:lnTo>
                  <a:pt x="1827212" y="676300"/>
                </a:lnTo>
                <a:lnTo>
                  <a:pt x="1872818" y="686003"/>
                </a:lnTo>
                <a:lnTo>
                  <a:pt x="1917636" y="697725"/>
                </a:lnTo>
                <a:lnTo>
                  <a:pt x="1961603" y="711415"/>
                </a:lnTo>
                <a:lnTo>
                  <a:pt x="2004669" y="727011"/>
                </a:lnTo>
                <a:lnTo>
                  <a:pt x="2046795" y="744461"/>
                </a:lnTo>
                <a:lnTo>
                  <a:pt x="2087892" y="763727"/>
                </a:lnTo>
                <a:lnTo>
                  <a:pt x="2127948" y="784758"/>
                </a:lnTo>
                <a:lnTo>
                  <a:pt x="2166886" y="807478"/>
                </a:lnTo>
                <a:lnTo>
                  <a:pt x="2204656" y="831875"/>
                </a:lnTo>
                <a:lnTo>
                  <a:pt x="2241207" y="857859"/>
                </a:lnTo>
                <a:lnTo>
                  <a:pt x="2276500" y="885393"/>
                </a:lnTo>
                <a:lnTo>
                  <a:pt x="2310460" y="914438"/>
                </a:lnTo>
                <a:lnTo>
                  <a:pt x="2343048" y="944930"/>
                </a:lnTo>
                <a:lnTo>
                  <a:pt x="2374201" y="976807"/>
                </a:lnTo>
                <a:lnTo>
                  <a:pt x="2403881" y="1010043"/>
                </a:lnTo>
                <a:lnTo>
                  <a:pt x="2432037" y="1044562"/>
                </a:lnTo>
                <a:lnTo>
                  <a:pt x="2458593" y="1080338"/>
                </a:lnTo>
                <a:lnTo>
                  <a:pt x="2483510" y="1117295"/>
                </a:lnTo>
                <a:lnTo>
                  <a:pt x="2506751" y="1155395"/>
                </a:lnTo>
                <a:lnTo>
                  <a:pt x="2528239" y="1194574"/>
                </a:lnTo>
                <a:lnTo>
                  <a:pt x="2547924" y="1234795"/>
                </a:lnTo>
                <a:lnTo>
                  <a:pt x="2565768" y="1276007"/>
                </a:lnTo>
                <a:lnTo>
                  <a:pt x="2581706" y="1318145"/>
                </a:lnTo>
                <a:lnTo>
                  <a:pt x="2595689" y="1361160"/>
                </a:lnTo>
                <a:lnTo>
                  <a:pt x="2607665" y="1405013"/>
                </a:lnTo>
                <a:lnTo>
                  <a:pt x="2617584" y="1449641"/>
                </a:lnTo>
                <a:lnTo>
                  <a:pt x="2625394" y="1495005"/>
                </a:lnTo>
                <a:lnTo>
                  <a:pt x="2631033" y="1541030"/>
                </a:lnTo>
                <a:lnTo>
                  <a:pt x="2634462" y="1587690"/>
                </a:lnTo>
                <a:lnTo>
                  <a:pt x="2635618" y="1634921"/>
                </a:lnTo>
                <a:lnTo>
                  <a:pt x="2644762" y="1679295"/>
                </a:lnTo>
                <a:lnTo>
                  <a:pt x="2669730" y="1715528"/>
                </a:lnTo>
                <a:lnTo>
                  <a:pt x="2706763" y="1739950"/>
                </a:lnTo>
                <a:lnTo>
                  <a:pt x="2752115" y="1748904"/>
                </a:lnTo>
                <a:lnTo>
                  <a:pt x="2797454" y="1739950"/>
                </a:lnTo>
                <a:lnTo>
                  <a:pt x="2834487" y="1715528"/>
                </a:lnTo>
                <a:lnTo>
                  <a:pt x="2859455" y="1679295"/>
                </a:lnTo>
                <a:lnTo>
                  <a:pt x="2868612" y="1634921"/>
                </a:lnTo>
                <a:close/>
              </a:path>
              <a:path w="3308984" h="4502784">
                <a:moveTo>
                  <a:pt x="3308794" y="1634921"/>
                </a:moveTo>
                <a:lnTo>
                  <a:pt x="3308108" y="1587627"/>
                </a:lnTo>
                <a:lnTo>
                  <a:pt x="3306051" y="1540662"/>
                </a:lnTo>
                <a:lnTo>
                  <a:pt x="3302647" y="1494053"/>
                </a:lnTo>
                <a:lnTo>
                  <a:pt x="3297923" y="1447800"/>
                </a:lnTo>
                <a:lnTo>
                  <a:pt x="3291878" y="1401940"/>
                </a:lnTo>
                <a:lnTo>
                  <a:pt x="3284550" y="1356474"/>
                </a:lnTo>
                <a:lnTo>
                  <a:pt x="3275952" y="1311440"/>
                </a:lnTo>
                <a:lnTo>
                  <a:pt x="3266097" y="1266837"/>
                </a:lnTo>
                <a:lnTo>
                  <a:pt x="3255010" y="1222679"/>
                </a:lnTo>
                <a:lnTo>
                  <a:pt x="3242703" y="1179017"/>
                </a:lnTo>
                <a:lnTo>
                  <a:pt x="3229203" y="1135837"/>
                </a:lnTo>
                <a:lnTo>
                  <a:pt x="3214522" y="1093165"/>
                </a:lnTo>
                <a:lnTo>
                  <a:pt x="3198685" y="1051039"/>
                </a:lnTo>
                <a:lnTo>
                  <a:pt x="3181693" y="1009446"/>
                </a:lnTo>
                <a:lnTo>
                  <a:pt x="3163595" y="968425"/>
                </a:lnTo>
                <a:lnTo>
                  <a:pt x="3144393" y="927989"/>
                </a:lnTo>
                <a:lnTo>
                  <a:pt x="3124098" y="888161"/>
                </a:lnTo>
                <a:lnTo>
                  <a:pt x="3102737" y="848956"/>
                </a:lnTo>
                <a:lnTo>
                  <a:pt x="3080334" y="810387"/>
                </a:lnTo>
                <a:lnTo>
                  <a:pt x="3056902" y="772464"/>
                </a:lnTo>
                <a:lnTo>
                  <a:pt x="3032455" y="735241"/>
                </a:lnTo>
                <a:lnTo>
                  <a:pt x="3007029" y="698690"/>
                </a:lnTo>
                <a:lnTo>
                  <a:pt x="2980613" y="662876"/>
                </a:lnTo>
                <a:lnTo>
                  <a:pt x="2953258" y="627773"/>
                </a:lnTo>
                <a:lnTo>
                  <a:pt x="2924962" y="593432"/>
                </a:lnTo>
                <a:lnTo>
                  <a:pt x="2895752" y="559854"/>
                </a:lnTo>
                <a:lnTo>
                  <a:pt x="2865640" y="527062"/>
                </a:lnTo>
                <a:lnTo>
                  <a:pt x="2834652" y="495084"/>
                </a:lnTo>
                <a:lnTo>
                  <a:pt x="2802801" y="463918"/>
                </a:lnTo>
                <a:lnTo>
                  <a:pt x="2770111" y="433603"/>
                </a:lnTo>
                <a:lnTo>
                  <a:pt x="2736608" y="404139"/>
                </a:lnTo>
                <a:lnTo>
                  <a:pt x="2702280" y="375551"/>
                </a:lnTo>
                <a:lnTo>
                  <a:pt x="2667190" y="347878"/>
                </a:lnTo>
                <a:lnTo>
                  <a:pt x="2631313" y="321106"/>
                </a:lnTo>
                <a:lnTo>
                  <a:pt x="2594699" y="295262"/>
                </a:lnTo>
                <a:lnTo>
                  <a:pt x="2557361" y="270383"/>
                </a:lnTo>
                <a:lnTo>
                  <a:pt x="2519299" y="246468"/>
                </a:lnTo>
                <a:lnTo>
                  <a:pt x="2480551" y="223532"/>
                </a:lnTo>
                <a:lnTo>
                  <a:pt x="2441130" y="201612"/>
                </a:lnTo>
                <a:lnTo>
                  <a:pt x="2401062" y="180721"/>
                </a:lnTo>
                <a:lnTo>
                  <a:pt x="2360345" y="160858"/>
                </a:lnTo>
                <a:lnTo>
                  <a:pt x="2319020" y="142074"/>
                </a:lnTo>
                <a:lnTo>
                  <a:pt x="2277097" y="124358"/>
                </a:lnTo>
                <a:lnTo>
                  <a:pt x="2234603" y="107746"/>
                </a:lnTo>
                <a:lnTo>
                  <a:pt x="2191537" y="92240"/>
                </a:lnTo>
                <a:lnTo>
                  <a:pt x="2147925" y="77876"/>
                </a:lnTo>
                <a:lnTo>
                  <a:pt x="2103793" y="64668"/>
                </a:lnTo>
                <a:lnTo>
                  <a:pt x="2059165" y="52628"/>
                </a:lnTo>
                <a:lnTo>
                  <a:pt x="2014042" y="41783"/>
                </a:lnTo>
                <a:lnTo>
                  <a:pt x="1968461" y="32143"/>
                </a:lnTo>
                <a:lnTo>
                  <a:pt x="1922424" y="23723"/>
                </a:lnTo>
                <a:lnTo>
                  <a:pt x="1875955" y="16548"/>
                </a:lnTo>
                <a:lnTo>
                  <a:pt x="1829079" y="10642"/>
                </a:lnTo>
                <a:lnTo>
                  <a:pt x="1781822" y="6019"/>
                </a:lnTo>
                <a:lnTo>
                  <a:pt x="1734172" y="2692"/>
                </a:lnTo>
                <a:lnTo>
                  <a:pt x="1686179" y="673"/>
                </a:lnTo>
                <a:lnTo>
                  <a:pt x="1637855" y="0"/>
                </a:lnTo>
                <a:lnTo>
                  <a:pt x="1592503" y="8953"/>
                </a:lnTo>
                <a:lnTo>
                  <a:pt x="1555483" y="33388"/>
                </a:lnTo>
                <a:lnTo>
                  <a:pt x="1530515" y="69621"/>
                </a:lnTo>
                <a:lnTo>
                  <a:pt x="1521358" y="113982"/>
                </a:lnTo>
                <a:lnTo>
                  <a:pt x="1530515" y="158356"/>
                </a:lnTo>
                <a:lnTo>
                  <a:pt x="1555483" y="194589"/>
                </a:lnTo>
                <a:lnTo>
                  <a:pt x="1592503" y="219011"/>
                </a:lnTo>
                <a:lnTo>
                  <a:pt x="1637855" y="227977"/>
                </a:lnTo>
                <a:lnTo>
                  <a:pt x="1686204" y="228752"/>
                </a:lnTo>
                <a:lnTo>
                  <a:pt x="1734172" y="231089"/>
                </a:lnTo>
                <a:lnTo>
                  <a:pt x="1781708" y="234962"/>
                </a:lnTo>
                <a:lnTo>
                  <a:pt x="1828800" y="240322"/>
                </a:lnTo>
                <a:lnTo>
                  <a:pt x="1875421" y="247167"/>
                </a:lnTo>
                <a:lnTo>
                  <a:pt x="1921548" y="255473"/>
                </a:lnTo>
                <a:lnTo>
                  <a:pt x="1967166" y="265201"/>
                </a:lnTo>
                <a:lnTo>
                  <a:pt x="2012226" y="276326"/>
                </a:lnTo>
                <a:lnTo>
                  <a:pt x="2056701" y="288836"/>
                </a:lnTo>
                <a:lnTo>
                  <a:pt x="2100592" y="302704"/>
                </a:lnTo>
                <a:lnTo>
                  <a:pt x="2143861" y="317893"/>
                </a:lnTo>
                <a:lnTo>
                  <a:pt x="2186482" y="334391"/>
                </a:lnTo>
                <a:lnTo>
                  <a:pt x="2228431" y="352158"/>
                </a:lnTo>
                <a:lnTo>
                  <a:pt x="2269667" y="371195"/>
                </a:lnTo>
                <a:lnTo>
                  <a:pt x="2310193" y="391452"/>
                </a:lnTo>
                <a:lnTo>
                  <a:pt x="2349957" y="412915"/>
                </a:lnTo>
                <a:lnTo>
                  <a:pt x="2388959" y="435571"/>
                </a:lnTo>
                <a:lnTo>
                  <a:pt x="2427160" y="459371"/>
                </a:lnTo>
                <a:lnTo>
                  <a:pt x="2464524" y="484301"/>
                </a:lnTo>
                <a:lnTo>
                  <a:pt x="2501049" y="510336"/>
                </a:lnTo>
                <a:lnTo>
                  <a:pt x="2536685" y="537451"/>
                </a:lnTo>
                <a:lnTo>
                  <a:pt x="2571419" y="565632"/>
                </a:lnTo>
                <a:lnTo>
                  <a:pt x="2605240" y="594829"/>
                </a:lnTo>
                <a:lnTo>
                  <a:pt x="2638094" y="625043"/>
                </a:lnTo>
                <a:lnTo>
                  <a:pt x="2669984" y="656247"/>
                </a:lnTo>
                <a:lnTo>
                  <a:pt x="2700858" y="688390"/>
                </a:lnTo>
                <a:lnTo>
                  <a:pt x="2730703" y="721474"/>
                </a:lnTo>
                <a:lnTo>
                  <a:pt x="2759506" y="755472"/>
                </a:lnTo>
                <a:lnTo>
                  <a:pt x="2787218" y="790346"/>
                </a:lnTo>
                <a:lnTo>
                  <a:pt x="2813837" y="826071"/>
                </a:lnTo>
                <a:lnTo>
                  <a:pt x="2839313" y="862634"/>
                </a:lnTo>
                <a:lnTo>
                  <a:pt x="2863634" y="900010"/>
                </a:lnTo>
                <a:lnTo>
                  <a:pt x="2886786" y="938161"/>
                </a:lnTo>
                <a:lnTo>
                  <a:pt x="2908719" y="977074"/>
                </a:lnTo>
                <a:lnTo>
                  <a:pt x="2929432" y="1016723"/>
                </a:lnTo>
                <a:lnTo>
                  <a:pt x="2948876" y="1057084"/>
                </a:lnTo>
                <a:lnTo>
                  <a:pt x="2967050" y="1098118"/>
                </a:lnTo>
                <a:lnTo>
                  <a:pt x="2983903" y="1139812"/>
                </a:lnTo>
                <a:lnTo>
                  <a:pt x="2999435" y="1182154"/>
                </a:lnTo>
                <a:lnTo>
                  <a:pt x="3013608" y="1225092"/>
                </a:lnTo>
                <a:lnTo>
                  <a:pt x="3026384" y="1268615"/>
                </a:lnTo>
                <a:lnTo>
                  <a:pt x="3037763" y="1312710"/>
                </a:lnTo>
                <a:lnTo>
                  <a:pt x="3047708" y="1357325"/>
                </a:lnTo>
                <a:lnTo>
                  <a:pt x="3056191" y="1402461"/>
                </a:lnTo>
                <a:lnTo>
                  <a:pt x="3063176" y="1448079"/>
                </a:lnTo>
                <a:lnTo>
                  <a:pt x="3068663" y="1494167"/>
                </a:lnTo>
                <a:lnTo>
                  <a:pt x="3072612" y="1540675"/>
                </a:lnTo>
                <a:lnTo>
                  <a:pt x="3075000" y="1587601"/>
                </a:lnTo>
                <a:lnTo>
                  <a:pt x="3075813" y="1634921"/>
                </a:lnTo>
                <a:lnTo>
                  <a:pt x="3084957" y="1679282"/>
                </a:lnTo>
                <a:lnTo>
                  <a:pt x="3109925" y="1715516"/>
                </a:lnTo>
                <a:lnTo>
                  <a:pt x="3146958" y="1739950"/>
                </a:lnTo>
                <a:lnTo>
                  <a:pt x="3192310" y="1748904"/>
                </a:lnTo>
                <a:lnTo>
                  <a:pt x="3237649" y="1739950"/>
                </a:lnTo>
                <a:lnTo>
                  <a:pt x="3274682" y="1715516"/>
                </a:lnTo>
                <a:lnTo>
                  <a:pt x="3299637" y="1679282"/>
                </a:lnTo>
                <a:lnTo>
                  <a:pt x="3308794" y="1634921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5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spc="-5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0" dirty="0">
                <a:latin typeface="Calibri" panose="020F0502020204030204" pitchFamily="34" charset="0"/>
                <a:cs typeface="Calibri" panose="020F0502020204030204" pitchFamily="34" charset="0"/>
              </a:rPr>
              <a:t>Activity!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950" y="3049926"/>
            <a:ext cx="15543530" cy="536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sz="5900" spc="-2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way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5900" spc="-2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5900" spc="-2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media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1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chances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being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sz="5900" spc="-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5900" spc="-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5900" spc="-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5900" spc="-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5900" spc="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5900" spc="-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5900" spc="-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5900" spc="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5900" spc="-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5900" spc="10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71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z="5900" spc="-3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</a:t>
            </a:r>
            <a:r>
              <a:rPr sz="5900" spc="-3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z="5900" spc="-3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sz="5900" spc="-3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technology!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5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spc="-5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0" dirty="0">
                <a:latin typeface="Calibri" panose="020F0502020204030204" pitchFamily="34" charset="0"/>
                <a:cs typeface="Calibri" panose="020F0502020204030204" pitchFamily="34" charset="0"/>
              </a:rPr>
              <a:t>Activity!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spc="-2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5" dirty="0">
                <a:latin typeface="Calibri" panose="020F0502020204030204" pitchFamily="34" charset="0"/>
                <a:cs typeface="Calibri" panose="020F0502020204030204" pitchFamily="34" charset="0"/>
              </a:rPr>
              <a:t>groups</a:t>
            </a:r>
            <a:r>
              <a:rPr spc="-2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5" dirty="0">
                <a:latin typeface="Calibri" panose="020F0502020204030204" pitchFamily="34" charset="0"/>
                <a:cs typeface="Calibri" panose="020F0502020204030204" pitchFamily="34" charset="0"/>
              </a:rPr>
              <a:t>develop</a:t>
            </a:r>
            <a:r>
              <a:rPr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story</a:t>
            </a:r>
            <a:r>
              <a:rPr spc="-2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5" dirty="0"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spc="-2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latin typeface="Calibri" panose="020F0502020204030204" pitchFamily="34" charset="0"/>
                <a:cs typeface="Calibri" panose="020F0502020204030204" pitchFamily="34" charset="0"/>
              </a:rPr>
              <a:t>how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our</a:t>
            </a:r>
            <a:r>
              <a:rPr spc="-2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25" dirty="0">
                <a:latin typeface="Calibri" panose="020F0502020204030204" pitchFamily="34" charset="0"/>
                <a:cs typeface="Calibri" panose="020F0502020204030204" pitchFamily="34" charset="0"/>
              </a:rPr>
              <a:t>redesigned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0" dirty="0"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now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" dirty="0">
                <a:latin typeface="Calibri" panose="020F0502020204030204" pitchFamily="34" charset="0"/>
                <a:cs typeface="Calibri" panose="020F0502020204030204" pitchFamily="34" charset="0"/>
              </a:rPr>
              <a:t>used.</a:t>
            </a:r>
          </a:p>
          <a:p>
            <a:pPr>
              <a:lnSpc>
                <a:spcPct val="100000"/>
              </a:lnSpc>
            </a:pPr>
            <a:endParaRPr sz="71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pc="-2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0" dirty="0">
                <a:latin typeface="Calibri" panose="020F0502020204030204" pitchFamily="34" charset="0"/>
                <a:cs typeface="Calibri" panose="020F0502020204030204" pitchFamily="34" charset="0"/>
              </a:rPr>
              <a:t>tell</a:t>
            </a:r>
            <a:r>
              <a:rPr spc="-2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our</a:t>
            </a:r>
            <a:r>
              <a:rPr spc="-2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5" dirty="0">
                <a:latin typeface="Calibri" panose="020F0502020204030204" pitchFamily="34" charset="0"/>
                <a:cs typeface="Calibri" panose="020F0502020204030204" pitchFamily="34" charset="0"/>
              </a:rPr>
              <a:t>stories</a:t>
            </a:r>
            <a:r>
              <a:rPr spc="-2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2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class!</a:t>
            </a:r>
          </a:p>
        </p:txBody>
      </p:sp>
      <p:sp>
        <p:nvSpPr>
          <p:cNvPr id="4" name="object 4"/>
          <p:cNvSpPr/>
          <p:nvPr/>
        </p:nvSpPr>
        <p:spPr>
          <a:xfrm>
            <a:off x="14798205" y="5889961"/>
            <a:ext cx="2730500" cy="4435475"/>
          </a:xfrm>
          <a:custGeom>
            <a:avLst/>
            <a:gdLst/>
            <a:ahLst/>
            <a:cxnLst/>
            <a:rect l="l" t="t" r="r" b="b"/>
            <a:pathLst>
              <a:path w="2730500" h="4435475">
                <a:moveTo>
                  <a:pt x="1931314" y="566153"/>
                </a:moveTo>
                <a:lnTo>
                  <a:pt x="1929231" y="517309"/>
                </a:lnTo>
                <a:lnTo>
                  <a:pt x="1923122" y="469607"/>
                </a:lnTo>
                <a:lnTo>
                  <a:pt x="1913128" y="423240"/>
                </a:lnTo>
                <a:lnTo>
                  <a:pt x="1899424" y="378358"/>
                </a:lnTo>
                <a:lnTo>
                  <a:pt x="1882203" y="335140"/>
                </a:lnTo>
                <a:lnTo>
                  <a:pt x="1861604" y="293763"/>
                </a:lnTo>
                <a:lnTo>
                  <a:pt x="1837817" y="254381"/>
                </a:lnTo>
                <a:lnTo>
                  <a:pt x="1811007" y="217170"/>
                </a:lnTo>
                <a:lnTo>
                  <a:pt x="1781352" y="182321"/>
                </a:lnTo>
                <a:lnTo>
                  <a:pt x="1749005" y="149974"/>
                </a:lnTo>
                <a:lnTo>
                  <a:pt x="1714144" y="120307"/>
                </a:lnTo>
                <a:lnTo>
                  <a:pt x="1676946" y="93497"/>
                </a:lnTo>
                <a:lnTo>
                  <a:pt x="1637563" y="69710"/>
                </a:lnTo>
                <a:lnTo>
                  <a:pt x="1596186" y="49110"/>
                </a:lnTo>
                <a:lnTo>
                  <a:pt x="1552968" y="31889"/>
                </a:lnTo>
                <a:lnTo>
                  <a:pt x="1508099" y="18186"/>
                </a:lnTo>
                <a:lnTo>
                  <a:pt x="1461719" y="8191"/>
                </a:lnTo>
                <a:lnTo>
                  <a:pt x="1414030" y="2070"/>
                </a:lnTo>
                <a:lnTo>
                  <a:pt x="1365173" y="0"/>
                </a:lnTo>
                <a:lnTo>
                  <a:pt x="1316329" y="2070"/>
                </a:lnTo>
                <a:lnTo>
                  <a:pt x="1268628" y="8191"/>
                </a:lnTo>
                <a:lnTo>
                  <a:pt x="1222260" y="18186"/>
                </a:lnTo>
                <a:lnTo>
                  <a:pt x="1177378" y="31889"/>
                </a:lnTo>
                <a:lnTo>
                  <a:pt x="1134160" y="49110"/>
                </a:lnTo>
                <a:lnTo>
                  <a:pt x="1092784" y="69710"/>
                </a:lnTo>
                <a:lnTo>
                  <a:pt x="1053401" y="93497"/>
                </a:lnTo>
                <a:lnTo>
                  <a:pt x="1016190" y="120307"/>
                </a:lnTo>
                <a:lnTo>
                  <a:pt x="981329" y="149974"/>
                </a:lnTo>
                <a:lnTo>
                  <a:pt x="948982" y="182321"/>
                </a:lnTo>
                <a:lnTo>
                  <a:pt x="919314" y="217170"/>
                </a:lnTo>
                <a:lnTo>
                  <a:pt x="892505" y="254381"/>
                </a:lnTo>
                <a:lnTo>
                  <a:pt x="868718" y="293763"/>
                </a:lnTo>
                <a:lnTo>
                  <a:pt x="848131" y="335140"/>
                </a:lnTo>
                <a:lnTo>
                  <a:pt x="830897" y="378358"/>
                </a:lnTo>
                <a:lnTo>
                  <a:pt x="817194" y="423240"/>
                </a:lnTo>
                <a:lnTo>
                  <a:pt x="807199" y="469607"/>
                </a:lnTo>
                <a:lnTo>
                  <a:pt x="801077" y="517309"/>
                </a:lnTo>
                <a:lnTo>
                  <a:pt x="799007" y="566153"/>
                </a:lnTo>
                <a:lnTo>
                  <a:pt x="801077" y="615010"/>
                </a:lnTo>
                <a:lnTo>
                  <a:pt x="807199" y="662698"/>
                </a:lnTo>
                <a:lnTo>
                  <a:pt x="817194" y="709079"/>
                </a:lnTo>
                <a:lnTo>
                  <a:pt x="830897" y="753960"/>
                </a:lnTo>
                <a:lnTo>
                  <a:pt x="848131" y="797166"/>
                </a:lnTo>
                <a:lnTo>
                  <a:pt x="868718" y="838555"/>
                </a:lnTo>
                <a:lnTo>
                  <a:pt x="892505" y="877938"/>
                </a:lnTo>
                <a:lnTo>
                  <a:pt x="919314" y="915136"/>
                </a:lnTo>
                <a:lnTo>
                  <a:pt x="948982" y="949998"/>
                </a:lnTo>
                <a:lnTo>
                  <a:pt x="981329" y="982345"/>
                </a:lnTo>
                <a:lnTo>
                  <a:pt x="1016190" y="1012012"/>
                </a:lnTo>
                <a:lnTo>
                  <a:pt x="1053401" y="1038821"/>
                </a:lnTo>
                <a:lnTo>
                  <a:pt x="1092784" y="1062609"/>
                </a:lnTo>
                <a:lnTo>
                  <a:pt x="1134160" y="1083208"/>
                </a:lnTo>
                <a:lnTo>
                  <a:pt x="1177378" y="1100442"/>
                </a:lnTo>
                <a:lnTo>
                  <a:pt x="1222260" y="1114132"/>
                </a:lnTo>
                <a:lnTo>
                  <a:pt x="1268628" y="1124127"/>
                </a:lnTo>
                <a:lnTo>
                  <a:pt x="1316329" y="1130249"/>
                </a:lnTo>
                <a:lnTo>
                  <a:pt x="1365173" y="1132332"/>
                </a:lnTo>
                <a:lnTo>
                  <a:pt x="1414030" y="1130249"/>
                </a:lnTo>
                <a:lnTo>
                  <a:pt x="1461719" y="1124127"/>
                </a:lnTo>
                <a:lnTo>
                  <a:pt x="1508099" y="1114132"/>
                </a:lnTo>
                <a:lnTo>
                  <a:pt x="1552968" y="1100442"/>
                </a:lnTo>
                <a:lnTo>
                  <a:pt x="1596186" y="1083208"/>
                </a:lnTo>
                <a:lnTo>
                  <a:pt x="1637563" y="1062609"/>
                </a:lnTo>
                <a:lnTo>
                  <a:pt x="1676946" y="1038821"/>
                </a:lnTo>
                <a:lnTo>
                  <a:pt x="1714144" y="1012012"/>
                </a:lnTo>
                <a:lnTo>
                  <a:pt x="1749005" y="982345"/>
                </a:lnTo>
                <a:lnTo>
                  <a:pt x="1781352" y="949998"/>
                </a:lnTo>
                <a:lnTo>
                  <a:pt x="1811007" y="915136"/>
                </a:lnTo>
                <a:lnTo>
                  <a:pt x="1837817" y="877938"/>
                </a:lnTo>
                <a:lnTo>
                  <a:pt x="1861604" y="838555"/>
                </a:lnTo>
                <a:lnTo>
                  <a:pt x="1882203" y="797166"/>
                </a:lnTo>
                <a:lnTo>
                  <a:pt x="1899424" y="753960"/>
                </a:lnTo>
                <a:lnTo>
                  <a:pt x="1913128" y="709079"/>
                </a:lnTo>
                <a:lnTo>
                  <a:pt x="1923122" y="662698"/>
                </a:lnTo>
                <a:lnTo>
                  <a:pt x="1929231" y="615010"/>
                </a:lnTo>
                <a:lnTo>
                  <a:pt x="1931314" y="566153"/>
                </a:lnTo>
                <a:close/>
              </a:path>
              <a:path w="2730500" h="4435475">
                <a:moveTo>
                  <a:pt x="2730335" y="1245882"/>
                </a:moveTo>
                <a:lnTo>
                  <a:pt x="2725128" y="1199705"/>
                </a:lnTo>
                <a:lnTo>
                  <a:pt x="2713558" y="1154620"/>
                </a:lnTo>
                <a:lnTo>
                  <a:pt x="2695702" y="1111351"/>
                </a:lnTo>
                <a:lnTo>
                  <a:pt x="2671635" y="1070610"/>
                </a:lnTo>
                <a:lnTo>
                  <a:pt x="2641460" y="1033119"/>
                </a:lnTo>
                <a:lnTo>
                  <a:pt x="2605227" y="999617"/>
                </a:lnTo>
                <a:lnTo>
                  <a:pt x="2564498" y="971753"/>
                </a:lnTo>
                <a:lnTo>
                  <a:pt x="2521242" y="950671"/>
                </a:lnTo>
                <a:lnTo>
                  <a:pt x="2476157" y="936269"/>
                </a:lnTo>
                <a:lnTo>
                  <a:pt x="2430005" y="928497"/>
                </a:lnTo>
                <a:lnTo>
                  <a:pt x="2383472" y="927239"/>
                </a:lnTo>
                <a:lnTo>
                  <a:pt x="2337308" y="932446"/>
                </a:lnTo>
                <a:lnTo>
                  <a:pt x="2292223" y="944016"/>
                </a:lnTo>
                <a:lnTo>
                  <a:pt x="2248954" y="961872"/>
                </a:lnTo>
                <a:lnTo>
                  <a:pt x="2208212" y="985926"/>
                </a:lnTo>
                <a:lnTo>
                  <a:pt x="2170722" y="1016114"/>
                </a:lnTo>
                <a:lnTo>
                  <a:pt x="2137219" y="1052347"/>
                </a:lnTo>
                <a:lnTo>
                  <a:pt x="1449298" y="1914969"/>
                </a:lnTo>
                <a:lnTo>
                  <a:pt x="1281036" y="1914969"/>
                </a:lnTo>
                <a:lnTo>
                  <a:pt x="593115" y="1052347"/>
                </a:lnTo>
                <a:lnTo>
                  <a:pt x="559612" y="1016127"/>
                </a:lnTo>
                <a:lnTo>
                  <a:pt x="522122" y="985939"/>
                </a:lnTo>
                <a:lnTo>
                  <a:pt x="481380" y="961885"/>
                </a:lnTo>
                <a:lnTo>
                  <a:pt x="438111" y="944029"/>
                </a:lnTo>
                <a:lnTo>
                  <a:pt x="393026" y="932459"/>
                </a:lnTo>
                <a:lnTo>
                  <a:pt x="346862" y="927265"/>
                </a:lnTo>
                <a:lnTo>
                  <a:pt x="300342" y="928509"/>
                </a:lnTo>
                <a:lnTo>
                  <a:pt x="254177" y="936282"/>
                </a:lnTo>
                <a:lnTo>
                  <a:pt x="209105" y="950671"/>
                </a:lnTo>
                <a:lnTo>
                  <a:pt x="165836" y="971753"/>
                </a:lnTo>
                <a:lnTo>
                  <a:pt x="125120" y="999617"/>
                </a:lnTo>
                <a:lnTo>
                  <a:pt x="88887" y="1033119"/>
                </a:lnTo>
                <a:lnTo>
                  <a:pt x="58699" y="1070610"/>
                </a:lnTo>
                <a:lnTo>
                  <a:pt x="34632" y="1111351"/>
                </a:lnTo>
                <a:lnTo>
                  <a:pt x="16776" y="1154620"/>
                </a:lnTo>
                <a:lnTo>
                  <a:pt x="5207" y="1199705"/>
                </a:lnTo>
                <a:lnTo>
                  <a:pt x="0" y="1245882"/>
                </a:lnTo>
                <a:lnTo>
                  <a:pt x="1257" y="1292402"/>
                </a:lnTo>
                <a:lnTo>
                  <a:pt x="9029" y="1338567"/>
                </a:lnTo>
                <a:lnTo>
                  <a:pt x="23418" y="1383639"/>
                </a:lnTo>
                <a:lnTo>
                  <a:pt x="44500" y="1426908"/>
                </a:lnTo>
                <a:lnTo>
                  <a:pt x="72364" y="1467637"/>
                </a:lnTo>
                <a:lnTo>
                  <a:pt x="699096" y="2253526"/>
                </a:lnTo>
                <a:lnTo>
                  <a:pt x="699096" y="4101909"/>
                </a:lnTo>
                <a:lnTo>
                  <a:pt x="702716" y="4151122"/>
                </a:lnTo>
                <a:lnTo>
                  <a:pt x="713206" y="4198086"/>
                </a:lnTo>
                <a:lnTo>
                  <a:pt x="730059" y="4242308"/>
                </a:lnTo>
                <a:lnTo>
                  <a:pt x="752754" y="4283253"/>
                </a:lnTo>
                <a:lnTo>
                  <a:pt x="780783" y="4320400"/>
                </a:lnTo>
                <a:lnTo>
                  <a:pt x="813638" y="4353255"/>
                </a:lnTo>
                <a:lnTo>
                  <a:pt x="850798" y="4381284"/>
                </a:lnTo>
                <a:lnTo>
                  <a:pt x="891730" y="4403991"/>
                </a:lnTo>
                <a:lnTo>
                  <a:pt x="935951" y="4420844"/>
                </a:lnTo>
                <a:lnTo>
                  <a:pt x="982916" y="4431335"/>
                </a:lnTo>
                <a:lnTo>
                  <a:pt x="1032129" y="4434941"/>
                </a:lnTo>
                <a:lnTo>
                  <a:pt x="1081341" y="4431335"/>
                </a:lnTo>
                <a:lnTo>
                  <a:pt x="1128318" y="4420844"/>
                </a:lnTo>
                <a:lnTo>
                  <a:pt x="1172540" y="4403991"/>
                </a:lnTo>
                <a:lnTo>
                  <a:pt x="1213472" y="4381284"/>
                </a:lnTo>
                <a:lnTo>
                  <a:pt x="1250632" y="4353255"/>
                </a:lnTo>
                <a:lnTo>
                  <a:pt x="1283487" y="4320400"/>
                </a:lnTo>
                <a:lnTo>
                  <a:pt x="1311516" y="4283253"/>
                </a:lnTo>
                <a:lnTo>
                  <a:pt x="1334223" y="4242308"/>
                </a:lnTo>
                <a:lnTo>
                  <a:pt x="1351076" y="4198086"/>
                </a:lnTo>
                <a:lnTo>
                  <a:pt x="1361567" y="4151122"/>
                </a:lnTo>
                <a:lnTo>
                  <a:pt x="1365173" y="4101909"/>
                </a:lnTo>
                <a:lnTo>
                  <a:pt x="1368780" y="4151122"/>
                </a:lnTo>
                <a:lnTo>
                  <a:pt x="1379270" y="4198086"/>
                </a:lnTo>
                <a:lnTo>
                  <a:pt x="1396123" y="4242308"/>
                </a:lnTo>
                <a:lnTo>
                  <a:pt x="1418831" y="4283253"/>
                </a:lnTo>
                <a:lnTo>
                  <a:pt x="1446860" y="4320400"/>
                </a:lnTo>
                <a:lnTo>
                  <a:pt x="1479715" y="4353255"/>
                </a:lnTo>
                <a:lnTo>
                  <a:pt x="1516875" y="4381284"/>
                </a:lnTo>
                <a:lnTo>
                  <a:pt x="1557807" y="4403991"/>
                </a:lnTo>
                <a:lnTo>
                  <a:pt x="1602028" y="4420844"/>
                </a:lnTo>
                <a:lnTo>
                  <a:pt x="1648993" y="4431335"/>
                </a:lnTo>
                <a:lnTo>
                  <a:pt x="1698205" y="4434941"/>
                </a:lnTo>
                <a:lnTo>
                  <a:pt x="1747418" y="4431335"/>
                </a:lnTo>
                <a:lnTo>
                  <a:pt x="1794395" y="4420844"/>
                </a:lnTo>
                <a:lnTo>
                  <a:pt x="1838617" y="4403991"/>
                </a:lnTo>
                <a:lnTo>
                  <a:pt x="1879549" y="4381284"/>
                </a:lnTo>
                <a:lnTo>
                  <a:pt x="1916709" y="4353255"/>
                </a:lnTo>
                <a:lnTo>
                  <a:pt x="1949551" y="4320400"/>
                </a:lnTo>
                <a:lnTo>
                  <a:pt x="1977593" y="4283253"/>
                </a:lnTo>
                <a:lnTo>
                  <a:pt x="2000288" y="4242308"/>
                </a:lnTo>
                <a:lnTo>
                  <a:pt x="2017141" y="4198086"/>
                </a:lnTo>
                <a:lnTo>
                  <a:pt x="2027631" y="4151122"/>
                </a:lnTo>
                <a:lnTo>
                  <a:pt x="2031238" y="4101909"/>
                </a:lnTo>
                <a:lnTo>
                  <a:pt x="2031238" y="2253526"/>
                </a:lnTo>
                <a:lnTo>
                  <a:pt x="2657957" y="1467637"/>
                </a:lnTo>
                <a:lnTo>
                  <a:pt x="2685821" y="1426908"/>
                </a:lnTo>
                <a:lnTo>
                  <a:pt x="2706916" y="1383639"/>
                </a:lnTo>
                <a:lnTo>
                  <a:pt x="2721305" y="1338567"/>
                </a:lnTo>
                <a:lnTo>
                  <a:pt x="2729077" y="1292402"/>
                </a:lnTo>
                <a:lnTo>
                  <a:pt x="2730335" y="1245882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56910" y="641342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90">
                <a:moveTo>
                  <a:pt x="359769" y="0"/>
                </a:moveTo>
                <a:lnTo>
                  <a:pt x="310952" y="3284"/>
                </a:lnTo>
                <a:lnTo>
                  <a:pt x="264131" y="12851"/>
                </a:lnTo>
                <a:lnTo>
                  <a:pt x="219734" y="28273"/>
                </a:lnTo>
                <a:lnTo>
                  <a:pt x="178191" y="49121"/>
                </a:lnTo>
                <a:lnTo>
                  <a:pt x="139929" y="74965"/>
                </a:lnTo>
                <a:lnTo>
                  <a:pt x="105377" y="105377"/>
                </a:lnTo>
                <a:lnTo>
                  <a:pt x="74965" y="139929"/>
                </a:lnTo>
                <a:lnTo>
                  <a:pt x="49121" y="178191"/>
                </a:lnTo>
                <a:lnTo>
                  <a:pt x="28273" y="219734"/>
                </a:lnTo>
                <a:lnTo>
                  <a:pt x="12851" y="264131"/>
                </a:lnTo>
                <a:lnTo>
                  <a:pt x="3284" y="310952"/>
                </a:lnTo>
                <a:lnTo>
                  <a:pt x="0" y="359769"/>
                </a:lnTo>
                <a:lnTo>
                  <a:pt x="3284" y="408587"/>
                </a:lnTo>
                <a:lnTo>
                  <a:pt x="12851" y="455410"/>
                </a:lnTo>
                <a:lnTo>
                  <a:pt x="28273" y="499807"/>
                </a:lnTo>
                <a:lnTo>
                  <a:pt x="49121" y="541351"/>
                </a:lnTo>
                <a:lnTo>
                  <a:pt x="74965" y="579613"/>
                </a:lnTo>
                <a:lnTo>
                  <a:pt x="105377" y="614164"/>
                </a:lnTo>
                <a:lnTo>
                  <a:pt x="139929" y="644576"/>
                </a:lnTo>
                <a:lnTo>
                  <a:pt x="178191" y="670419"/>
                </a:lnTo>
                <a:lnTo>
                  <a:pt x="219734" y="691265"/>
                </a:lnTo>
                <a:lnTo>
                  <a:pt x="264131" y="706687"/>
                </a:lnTo>
                <a:lnTo>
                  <a:pt x="310952" y="716254"/>
                </a:lnTo>
                <a:lnTo>
                  <a:pt x="359769" y="719538"/>
                </a:lnTo>
                <a:lnTo>
                  <a:pt x="408589" y="716254"/>
                </a:lnTo>
                <a:lnTo>
                  <a:pt x="455413" y="706687"/>
                </a:lnTo>
                <a:lnTo>
                  <a:pt x="499812" y="691265"/>
                </a:lnTo>
                <a:lnTo>
                  <a:pt x="541356" y="670419"/>
                </a:lnTo>
                <a:lnTo>
                  <a:pt x="579618" y="644576"/>
                </a:lnTo>
                <a:lnTo>
                  <a:pt x="614168" y="614164"/>
                </a:lnTo>
                <a:lnTo>
                  <a:pt x="644579" y="579613"/>
                </a:lnTo>
                <a:lnTo>
                  <a:pt x="670421" y="541351"/>
                </a:lnTo>
                <a:lnTo>
                  <a:pt x="691267" y="499807"/>
                </a:lnTo>
                <a:lnTo>
                  <a:pt x="706687" y="455410"/>
                </a:lnTo>
                <a:lnTo>
                  <a:pt x="716254" y="408587"/>
                </a:lnTo>
                <a:lnTo>
                  <a:pt x="719538" y="359769"/>
                </a:lnTo>
                <a:lnTo>
                  <a:pt x="716254" y="310952"/>
                </a:lnTo>
                <a:lnTo>
                  <a:pt x="706687" y="264131"/>
                </a:lnTo>
                <a:lnTo>
                  <a:pt x="691267" y="219734"/>
                </a:lnTo>
                <a:lnTo>
                  <a:pt x="670421" y="178191"/>
                </a:lnTo>
                <a:lnTo>
                  <a:pt x="644579" y="139929"/>
                </a:lnTo>
                <a:lnTo>
                  <a:pt x="614168" y="105377"/>
                </a:lnTo>
                <a:lnTo>
                  <a:pt x="579618" y="74965"/>
                </a:lnTo>
                <a:lnTo>
                  <a:pt x="541356" y="49121"/>
                </a:lnTo>
                <a:lnTo>
                  <a:pt x="499812" y="28273"/>
                </a:lnTo>
                <a:lnTo>
                  <a:pt x="455413" y="12851"/>
                </a:lnTo>
                <a:lnTo>
                  <a:pt x="408589" y="3284"/>
                </a:lnTo>
                <a:lnTo>
                  <a:pt x="359769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97285" y="7196425"/>
            <a:ext cx="1238885" cy="2178050"/>
          </a:xfrm>
          <a:custGeom>
            <a:avLst/>
            <a:gdLst/>
            <a:ahLst/>
            <a:cxnLst/>
            <a:rect l="l" t="t" r="r" b="b"/>
            <a:pathLst>
              <a:path w="1238884" h="2178050">
                <a:moveTo>
                  <a:pt x="786164" y="0"/>
                </a:moveTo>
                <a:lnTo>
                  <a:pt x="452604" y="0"/>
                </a:lnTo>
                <a:lnTo>
                  <a:pt x="403286" y="2655"/>
                </a:lnTo>
                <a:lnTo>
                  <a:pt x="355508" y="10438"/>
                </a:lnTo>
                <a:lnTo>
                  <a:pt x="309544" y="23073"/>
                </a:lnTo>
                <a:lnTo>
                  <a:pt x="265670" y="40283"/>
                </a:lnTo>
                <a:lnTo>
                  <a:pt x="224163" y="61792"/>
                </a:lnTo>
                <a:lnTo>
                  <a:pt x="185299" y="87324"/>
                </a:lnTo>
                <a:lnTo>
                  <a:pt x="149354" y="116603"/>
                </a:lnTo>
                <a:lnTo>
                  <a:pt x="116604" y="149352"/>
                </a:lnTo>
                <a:lnTo>
                  <a:pt x="87324" y="185297"/>
                </a:lnTo>
                <a:lnTo>
                  <a:pt x="61792" y="224160"/>
                </a:lnTo>
                <a:lnTo>
                  <a:pt x="40283" y="265666"/>
                </a:lnTo>
                <a:lnTo>
                  <a:pt x="23073" y="309538"/>
                </a:lnTo>
                <a:lnTo>
                  <a:pt x="10438" y="355501"/>
                </a:lnTo>
                <a:lnTo>
                  <a:pt x="2655" y="403278"/>
                </a:lnTo>
                <a:lnTo>
                  <a:pt x="0" y="452593"/>
                </a:lnTo>
                <a:lnTo>
                  <a:pt x="0" y="995718"/>
                </a:lnTo>
                <a:lnTo>
                  <a:pt x="2826" y="1046572"/>
                </a:lnTo>
                <a:lnTo>
                  <a:pt x="11103" y="1095775"/>
                </a:lnTo>
                <a:lnTo>
                  <a:pt x="24527" y="1143025"/>
                </a:lnTo>
                <a:lnTo>
                  <a:pt x="42794" y="1188019"/>
                </a:lnTo>
                <a:lnTo>
                  <a:pt x="65600" y="1230457"/>
                </a:lnTo>
                <a:lnTo>
                  <a:pt x="92641" y="1270035"/>
                </a:lnTo>
                <a:lnTo>
                  <a:pt x="123614" y="1306452"/>
                </a:lnTo>
                <a:lnTo>
                  <a:pt x="158215" y="1339407"/>
                </a:lnTo>
                <a:lnTo>
                  <a:pt x="196140" y="1368597"/>
                </a:lnTo>
                <a:lnTo>
                  <a:pt x="196140" y="1966023"/>
                </a:lnTo>
                <a:lnTo>
                  <a:pt x="201729" y="2014546"/>
                </a:lnTo>
                <a:lnTo>
                  <a:pt x="217650" y="2059089"/>
                </a:lnTo>
                <a:lnTo>
                  <a:pt x="242630" y="2098380"/>
                </a:lnTo>
                <a:lnTo>
                  <a:pt x="275400" y="2131151"/>
                </a:lnTo>
                <a:lnTo>
                  <a:pt x="314689" y="2156132"/>
                </a:lnTo>
                <a:lnTo>
                  <a:pt x="359224" y="2172051"/>
                </a:lnTo>
                <a:lnTo>
                  <a:pt x="407736" y="2177640"/>
                </a:lnTo>
                <a:lnTo>
                  <a:pt x="456274" y="2172051"/>
                </a:lnTo>
                <a:lnTo>
                  <a:pt x="500828" y="2156132"/>
                </a:lnTo>
                <a:lnTo>
                  <a:pt x="540127" y="2131151"/>
                </a:lnTo>
                <a:lnTo>
                  <a:pt x="572902" y="2098380"/>
                </a:lnTo>
                <a:lnTo>
                  <a:pt x="597885" y="2059089"/>
                </a:lnTo>
                <a:lnTo>
                  <a:pt x="613805" y="2014546"/>
                </a:lnTo>
                <a:lnTo>
                  <a:pt x="619394" y="1966023"/>
                </a:lnTo>
                <a:lnTo>
                  <a:pt x="624984" y="2014546"/>
                </a:lnTo>
                <a:lnTo>
                  <a:pt x="640907" y="2059089"/>
                </a:lnTo>
                <a:lnTo>
                  <a:pt x="665891" y="2098380"/>
                </a:lnTo>
                <a:lnTo>
                  <a:pt x="698667" y="2131151"/>
                </a:lnTo>
                <a:lnTo>
                  <a:pt x="737963" y="2156132"/>
                </a:lnTo>
                <a:lnTo>
                  <a:pt x="782508" y="2172051"/>
                </a:lnTo>
                <a:lnTo>
                  <a:pt x="831032" y="2177640"/>
                </a:lnTo>
                <a:lnTo>
                  <a:pt x="879560" y="2172051"/>
                </a:lnTo>
                <a:lnTo>
                  <a:pt x="924102" y="2156132"/>
                </a:lnTo>
                <a:lnTo>
                  <a:pt x="963389" y="2131151"/>
                </a:lnTo>
                <a:lnTo>
                  <a:pt x="996154" y="2098380"/>
                </a:lnTo>
                <a:lnTo>
                  <a:pt x="1021127" y="2059089"/>
                </a:lnTo>
                <a:lnTo>
                  <a:pt x="1037041" y="2014546"/>
                </a:lnTo>
                <a:lnTo>
                  <a:pt x="1042627" y="1966023"/>
                </a:lnTo>
                <a:lnTo>
                  <a:pt x="1042627" y="1368597"/>
                </a:lnTo>
                <a:lnTo>
                  <a:pt x="1080555" y="1339407"/>
                </a:lnTo>
                <a:lnTo>
                  <a:pt x="1115159" y="1306452"/>
                </a:lnTo>
                <a:lnTo>
                  <a:pt x="1146134" y="1270035"/>
                </a:lnTo>
                <a:lnTo>
                  <a:pt x="1173176" y="1230457"/>
                </a:lnTo>
                <a:lnTo>
                  <a:pt x="1195983" y="1188019"/>
                </a:lnTo>
                <a:lnTo>
                  <a:pt x="1214251" y="1143025"/>
                </a:lnTo>
                <a:lnTo>
                  <a:pt x="1227675" y="1095775"/>
                </a:lnTo>
                <a:lnTo>
                  <a:pt x="1235952" y="1046572"/>
                </a:lnTo>
                <a:lnTo>
                  <a:pt x="1238779" y="995718"/>
                </a:lnTo>
                <a:lnTo>
                  <a:pt x="1238779" y="452593"/>
                </a:lnTo>
                <a:lnTo>
                  <a:pt x="1236123" y="403278"/>
                </a:lnTo>
                <a:lnTo>
                  <a:pt x="1228339" y="355501"/>
                </a:lnTo>
                <a:lnTo>
                  <a:pt x="1215704" y="309538"/>
                </a:lnTo>
                <a:lnTo>
                  <a:pt x="1198493" y="265666"/>
                </a:lnTo>
                <a:lnTo>
                  <a:pt x="1176983" y="224160"/>
                </a:lnTo>
                <a:lnTo>
                  <a:pt x="1151450" y="185297"/>
                </a:lnTo>
                <a:lnTo>
                  <a:pt x="1122170" y="149352"/>
                </a:lnTo>
                <a:lnTo>
                  <a:pt x="1089418" y="116603"/>
                </a:lnTo>
                <a:lnTo>
                  <a:pt x="1053472" y="87324"/>
                </a:lnTo>
                <a:lnTo>
                  <a:pt x="1014607" y="61792"/>
                </a:lnTo>
                <a:lnTo>
                  <a:pt x="973099" y="40283"/>
                </a:lnTo>
                <a:lnTo>
                  <a:pt x="929225" y="23073"/>
                </a:lnTo>
                <a:lnTo>
                  <a:pt x="883260" y="10438"/>
                </a:lnTo>
                <a:lnTo>
                  <a:pt x="835481" y="2655"/>
                </a:lnTo>
                <a:lnTo>
                  <a:pt x="786164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171732" y="641342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90">
                <a:moveTo>
                  <a:pt x="359769" y="0"/>
                </a:moveTo>
                <a:lnTo>
                  <a:pt x="310954" y="3284"/>
                </a:lnTo>
                <a:lnTo>
                  <a:pt x="264135" y="12851"/>
                </a:lnTo>
                <a:lnTo>
                  <a:pt x="219739" y="28273"/>
                </a:lnTo>
                <a:lnTo>
                  <a:pt x="178195" y="49121"/>
                </a:lnTo>
                <a:lnTo>
                  <a:pt x="139933" y="74965"/>
                </a:lnTo>
                <a:lnTo>
                  <a:pt x="105381" y="105377"/>
                </a:lnTo>
                <a:lnTo>
                  <a:pt x="74968" y="139929"/>
                </a:lnTo>
                <a:lnTo>
                  <a:pt x="49123" y="178191"/>
                </a:lnTo>
                <a:lnTo>
                  <a:pt x="28275" y="219734"/>
                </a:lnTo>
                <a:lnTo>
                  <a:pt x="12852" y="264131"/>
                </a:lnTo>
                <a:lnTo>
                  <a:pt x="3284" y="310952"/>
                </a:lnTo>
                <a:lnTo>
                  <a:pt x="0" y="359769"/>
                </a:lnTo>
                <a:lnTo>
                  <a:pt x="3284" y="408587"/>
                </a:lnTo>
                <a:lnTo>
                  <a:pt x="12852" y="455410"/>
                </a:lnTo>
                <a:lnTo>
                  <a:pt x="28275" y="499807"/>
                </a:lnTo>
                <a:lnTo>
                  <a:pt x="49123" y="541351"/>
                </a:lnTo>
                <a:lnTo>
                  <a:pt x="74968" y="579613"/>
                </a:lnTo>
                <a:lnTo>
                  <a:pt x="105381" y="614164"/>
                </a:lnTo>
                <a:lnTo>
                  <a:pt x="139933" y="644576"/>
                </a:lnTo>
                <a:lnTo>
                  <a:pt x="178195" y="670419"/>
                </a:lnTo>
                <a:lnTo>
                  <a:pt x="219739" y="691265"/>
                </a:lnTo>
                <a:lnTo>
                  <a:pt x="264135" y="706687"/>
                </a:lnTo>
                <a:lnTo>
                  <a:pt x="310954" y="716254"/>
                </a:lnTo>
                <a:lnTo>
                  <a:pt x="359769" y="719538"/>
                </a:lnTo>
                <a:lnTo>
                  <a:pt x="408592" y="716254"/>
                </a:lnTo>
                <a:lnTo>
                  <a:pt x="455418" y="706687"/>
                </a:lnTo>
                <a:lnTo>
                  <a:pt x="499818" y="691265"/>
                </a:lnTo>
                <a:lnTo>
                  <a:pt x="541363" y="670419"/>
                </a:lnTo>
                <a:lnTo>
                  <a:pt x="579626" y="644576"/>
                </a:lnTo>
                <a:lnTo>
                  <a:pt x="614177" y="614164"/>
                </a:lnTo>
                <a:lnTo>
                  <a:pt x="644588" y="579613"/>
                </a:lnTo>
                <a:lnTo>
                  <a:pt x="670431" y="541351"/>
                </a:lnTo>
                <a:lnTo>
                  <a:pt x="691277" y="499807"/>
                </a:lnTo>
                <a:lnTo>
                  <a:pt x="706698" y="455410"/>
                </a:lnTo>
                <a:lnTo>
                  <a:pt x="716264" y="408587"/>
                </a:lnTo>
                <a:lnTo>
                  <a:pt x="719548" y="359769"/>
                </a:lnTo>
                <a:lnTo>
                  <a:pt x="716264" y="310952"/>
                </a:lnTo>
                <a:lnTo>
                  <a:pt x="706698" y="264131"/>
                </a:lnTo>
                <a:lnTo>
                  <a:pt x="691277" y="219734"/>
                </a:lnTo>
                <a:lnTo>
                  <a:pt x="670431" y="178191"/>
                </a:lnTo>
                <a:lnTo>
                  <a:pt x="644588" y="139929"/>
                </a:lnTo>
                <a:lnTo>
                  <a:pt x="614177" y="105377"/>
                </a:lnTo>
                <a:lnTo>
                  <a:pt x="579626" y="74965"/>
                </a:lnTo>
                <a:lnTo>
                  <a:pt x="541363" y="49121"/>
                </a:lnTo>
                <a:lnTo>
                  <a:pt x="499818" y="28273"/>
                </a:lnTo>
                <a:lnTo>
                  <a:pt x="455418" y="12851"/>
                </a:lnTo>
                <a:lnTo>
                  <a:pt x="408592" y="3284"/>
                </a:lnTo>
                <a:lnTo>
                  <a:pt x="359769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12122" y="7196428"/>
            <a:ext cx="1238885" cy="2178050"/>
          </a:xfrm>
          <a:custGeom>
            <a:avLst/>
            <a:gdLst/>
            <a:ahLst/>
            <a:cxnLst/>
            <a:rect l="l" t="t" r="r" b="b"/>
            <a:pathLst>
              <a:path w="1238884" h="2178050">
                <a:moveTo>
                  <a:pt x="786164" y="0"/>
                </a:moveTo>
                <a:lnTo>
                  <a:pt x="452604" y="0"/>
                </a:lnTo>
                <a:lnTo>
                  <a:pt x="403286" y="2655"/>
                </a:lnTo>
                <a:lnTo>
                  <a:pt x="355508" y="10438"/>
                </a:lnTo>
                <a:lnTo>
                  <a:pt x="309544" y="23072"/>
                </a:lnTo>
                <a:lnTo>
                  <a:pt x="265670" y="40281"/>
                </a:lnTo>
                <a:lnTo>
                  <a:pt x="224163" y="61789"/>
                </a:lnTo>
                <a:lnTo>
                  <a:pt x="185299" y="87321"/>
                </a:lnTo>
                <a:lnTo>
                  <a:pt x="149354" y="116599"/>
                </a:lnTo>
                <a:lnTo>
                  <a:pt x="116604" y="149348"/>
                </a:lnTo>
                <a:lnTo>
                  <a:pt x="87324" y="185292"/>
                </a:lnTo>
                <a:lnTo>
                  <a:pt x="61792" y="224156"/>
                </a:lnTo>
                <a:lnTo>
                  <a:pt x="40283" y="265662"/>
                </a:lnTo>
                <a:lnTo>
                  <a:pt x="23073" y="309534"/>
                </a:lnTo>
                <a:lnTo>
                  <a:pt x="10438" y="355498"/>
                </a:lnTo>
                <a:lnTo>
                  <a:pt x="2655" y="403276"/>
                </a:lnTo>
                <a:lnTo>
                  <a:pt x="0" y="452593"/>
                </a:lnTo>
                <a:lnTo>
                  <a:pt x="0" y="995718"/>
                </a:lnTo>
                <a:lnTo>
                  <a:pt x="2826" y="1046569"/>
                </a:lnTo>
                <a:lnTo>
                  <a:pt x="11103" y="1095770"/>
                </a:lnTo>
                <a:lnTo>
                  <a:pt x="24527" y="1143018"/>
                </a:lnTo>
                <a:lnTo>
                  <a:pt x="42794" y="1188012"/>
                </a:lnTo>
                <a:lnTo>
                  <a:pt x="65600" y="1230449"/>
                </a:lnTo>
                <a:lnTo>
                  <a:pt x="92641" y="1270028"/>
                </a:lnTo>
                <a:lnTo>
                  <a:pt x="123614" y="1306447"/>
                </a:lnTo>
                <a:lnTo>
                  <a:pt x="158215" y="1339404"/>
                </a:lnTo>
                <a:lnTo>
                  <a:pt x="196140" y="1368597"/>
                </a:lnTo>
                <a:lnTo>
                  <a:pt x="196140" y="1966023"/>
                </a:lnTo>
                <a:lnTo>
                  <a:pt x="201729" y="2014546"/>
                </a:lnTo>
                <a:lnTo>
                  <a:pt x="217648" y="2059089"/>
                </a:lnTo>
                <a:lnTo>
                  <a:pt x="242627" y="2098380"/>
                </a:lnTo>
                <a:lnTo>
                  <a:pt x="275396" y="2131151"/>
                </a:lnTo>
                <a:lnTo>
                  <a:pt x="314684" y="2156132"/>
                </a:lnTo>
                <a:lnTo>
                  <a:pt x="359221" y="2172051"/>
                </a:lnTo>
                <a:lnTo>
                  <a:pt x="407736" y="2177640"/>
                </a:lnTo>
                <a:lnTo>
                  <a:pt x="456274" y="2172051"/>
                </a:lnTo>
                <a:lnTo>
                  <a:pt x="500825" y="2156132"/>
                </a:lnTo>
                <a:lnTo>
                  <a:pt x="540123" y="2131151"/>
                </a:lnTo>
                <a:lnTo>
                  <a:pt x="572896" y="2098380"/>
                </a:lnTo>
                <a:lnTo>
                  <a:pt x="597877" y="2059089"/>
                </a:lnTo>
                <a:lnTo>
                  <a:pt x="613795" y="2014546"/>
                </a:lnTo>
                <a:lnTo>
                  <a:pt x="619384" y="1966023"/>
                </a:lnTo>
                <a:lnTo>
                  <a:pt x="624974" y="2014546"/>
                </a:lnTo>
                <a:lnTo>
                  <a:pt x="640897" y="2059089"/>
                </a:lnTo>
                <a:lnTo>
                  <a:pt x="665882" y="2098380"/>
                </a:lnTo>
                <a:lnTo>
                  <a:pt x="698658" y="2131151"/>
                </a:lnTo>
                <a:lnTo>
                  <a:pt x="737956" y="2156132"/>
                </a:lnTo>
                <a:lnTo>
                  <a:pt x="782504" y="2172051"/>
                </a:lnTo>
                <a:lnTo>
                  <a:pt x="831032" y="2177640"/>
                </a:lnTo>
                <a:lnTo>
                  <a:pt x="879560" y="2172051"/>
                </a:lnTo>
                <a:lnTo>
                  <a:pt x="924102" y="2156132"/>
                </a:lnTo>
                <a:lnTo>
                  <a:pt x="963389" y="2131151"/>
                </a:lnTo>
                <a:lnTo>
                  <a:pt x="996154" y="2098380"/>
                </a:lnTo>
                <a:lnTo>
                  <a:pt x="1021127" y="2059089"/>
                </a:lnTo>
                <a:lnTo>
                  <a:pt x="1037041" y="2014546"/>
                </a:lnTo>
                <a:lnTo>
                  <a:pt x="1042627" y="1966023"/>
                </a:lnTo>
                <a:lnTo>
                  <a:pt x="1042627" y="1368597"/>
                </a:lnTo>
                <a:lnTo>
                  <a:pt x="1080553" y="1339404"/>
                </a:lnTo>
                <a:lnTo>
                  <a:pt x="1115155" y="1306447"/>
                </a:lnTo>
                <a:lnTo>
                  <a:pt x="1146129" y="1270028"/>
                </a:lnTo>
                <a:lnTo>
                  <a:pt x="1173172" y="1230449"/>
                </a:lnTo>
                <a:lnTo>
                  <a:pt x="1195980" y="1188012"/>
                </a:lnTo>
                <a:lnTo>
                  <a:pt x="1214248" y="1143018"/>
                </a:lnTo>
                <a:lnTo>
                  <a:pt x="1227674" y="1095770"/>
                </a:lnTo>
                <a:lnTo>
                  <a:pt x="1235952" y="1046569"/>
                </a:lnTo>
                <a:lnTo>
                  <a:pt x="1238779" y="995718"/>
                </a:lnTo>
                <a:lnTo>
                  <a:pt x="1238779" y="452593"/>
                </a:lnTo>
                <a:lnTo>
                  <a:pt x="1236123" y="403276"/>
                </a:lnTo>
                <a:lnTo>
                  <a:pt x="1228339" y="355498"/>
                </a:lnTo>
                <a:lnTo>
                  <a:pt x="1215704" y="309534"/>
                </a:lnTo>
                <a:lnTo>
                  <a:pt x="1198493" y="265662"/>
                </a:lnTo>
                <a:lnTo>
                  <a:pt x="1176983" y="224156"/>
                </a:lnTo>
                <a:lnTo>
                  <a:pt x="1151450" y="185292"/>
                </a:lnTo>
                <a:lnTo>
                  <a:pt x="1122170" y="149348"/>
                </a:lnTo>
                <a:lnTo>
                  <a:pt x="1089418" y="116599"/>
                </a:lnTo>
                <a:lnTo>
                  <a:pt x="1053472" y="87321"/>
                </a:lnTo>
                <a:lnTo>
                  <a:pt x="1014607" y="61789"/>
                </a:lnTo>
                <a:lnTo>
                  <a:pt x="973099" y="40281"/>
                </a:lnTo>
                <a:lnTo>
                  <a:pt x="929225" y="23072"/>
                </a:lnTo>
                <a:lnTo>
                  <a:pt x="883260" y="10438"/>
                </a:lnTo>
                <a:lnTo>
                  <a:pt x="835481" y="2655"/>
                </a:lnTo>
                <a:lnTo>
                  <a:pt x="786164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5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spc="-5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0" dirty="0">
                <a:latin typeface="Calibri" panose="020F0502020204030204" pitchFamily="34" charset="0"/>
                <a:cs typeface="Calibri" panose="020F0502020204030204" pitchFamily="34" charset="0"/>
              </a:rPr>
              <a:t>Activity!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950" y="3278895"/>
            <a:ext cx="15782290" cy="3229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Zine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draw,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collage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z="5900" spc="-2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5900" spc="-2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ethical</a:t>
            </a:r>
            <a:r>
              <a:rPr sz="5900" spc="-2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5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unethical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4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</a:t>
            </a:r>
            <a:r>
              <a:rPr sz="5900" spc="-2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life.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277" y="1039601"/>
            <a:ext cx="16961485" cy="704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sz="8700" spc="-1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z="8700" spc="-49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2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discuss</a:t>
            </a:r>
            <a:r>
              <a:rPr sz="8700" spc="-4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</a:t>
            </a:r>
            <a:r>
              <a:rPr sz="8700" spc="-459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9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Zines</a:t>
            </a:r>
            <a:r>
              <a:rPr sz="8700" spc="-4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sz="8700" spc="-459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teacher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8700" spc="-44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3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classmates!!</a:t>
            </a:r>
            <a:endParaRPr sz="8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433695">
              <a:lnSpc>
                <a:spcPct val="105800"/>
              </a:lnSpc>
              <a:spcBef>
                <a:spcPts val="5"/>
              </a:spcBef>
            </a:pPr>
            <a:r>
              <a:rPr sz="8700" spc="-9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8700" spc="-2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8700" spc="-36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700" spc="-17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5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sz="8700" spc="-51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5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Zine</a:t>
            </a:r>
            <a:r>
              <a:rPr sz="8700" spc="-4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4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</a:t>
            </a:r>
            <a:r>
              <a:rPr sz="8700" spc="-37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sz="8700" spc="-12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discuss</a:t>
            </a:r>
            <a:r>
              <a:rPr sz="8700" spc="-44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sz="8700" spc="-434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5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sz="8700" spc="-434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8700" spc="-19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8700" spc="-21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</a:t>
            </a:r>
            <a:r>
              <a:rPr sz="8700" spc="-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8700" spc="-58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8700" spc="5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8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863448" y="6139970"/>
            <a:ext cx="5033645" cy="4098925"/>
            <a:chOff x="13863448" y="6139970"/>
            <a:chExt cx="5033645" cy="4098925"/>
          </a:xfrm>
        </p:grpSpPr>
        <p:sp>
          <p:nvSpPr>
            <p:cNvPr id="4" name="object 4"/>
            <p:cNvSpPr/>
            <p:nvPr/>
          </p:nvSpPr>
          <p:spPr>
            <a:xfrm>
              <a:off x="13863447" y="6139973"/>
              <a:ext cx="4537710" cy="3186430"/>
            </a:xfrm>
            <a:custGeom>
              <a:avLst/>
              <a:gdLst/>
              <a:ahLst/>
              <a:cxnLst/>
              <a:rect l="l" t="t" r="r" b="b"/>
              <a:pathLst>
                <a:path w="4537709" h="3186429">
                  <a:moveTo>
                    <a:pt x="1779460" y="227291"/>
                  </a:moveTo>
                  <a:lnTo>
                    <a:pt x="1743405" y="192608"/>
                  </a:lnTo>
                  <a:lnTo>
                    <a:pt x="1705241" y="160528"/>
                  </a:lnTo>
                  <a:lnTo>
                    <a:pt x="1665135" y="131114"/>
                  </a:lnTo>
                  <a:lnTo>
                    <a:pt x="1623250" y="104457"/>
                  </a:lnTo>
                  <a:lnTo>
                    <a:pt x="1579753" y="80632"/>
                  </a:lnTo>
                  <a:lnTo>
                    <a:pt x="1534782" y="59728"/>
                  </a:lnTo>
                  <a:lnTo>
                    <a:pt x="1488503" y="41821"/>
                  </a:lnTo>
                  <a:lnTo>
                    <a:pt x="1441081" y="26987"/>
                  </a:lnTo>
                  <a:lnTo>
                    <a:pt x="1392669" y="15303"/>
                  </a:lnTo>
                  <a:lnTo>
                    <a:pt x="1343431" y="6858"/>
                  </a:lnTo>
                  <a:lnTo>
                    <a:pt x="1293533" y="1739"/>
                  </a:lnTo>
                  <a:lnTo>
                    <a:pt x="1243126" y="12"/>
                  </a:lnTo>
                  <a:lnTo>
                    <a:pt x="1195946" y="1485"/>
                  </a:lnTo>
                  <a:lnTo>
                    <a:pt x="1149527" y="5842"/>
                  </a:lnTo>
                  <a:lnTo>
                    <a:pt x="1103972" y="13004"/>
                  </a:lnTo>
                  <a:lnTo>
                    <a:pt x="1059370" y="22872"/>
                  </a:lnTo>
                  <a:lnTo>
                    <a:pt x="1015796" y="35356"/>
                  </a:lnTo>
                  <a:lnTo>
                    <a:pt x="973353" y="50380"/>
                  </a:lnTo>
                  <a:lnTo>
                    <a:pt x="932116" y="67856"/>
                  </a:lnTo>
                  <a:lnTo>
                    <a:pt x="892175" y="87680"/>
                  </a:lnTo>
                  <a:lnTo>
                    <a:pt x="853617" y="109778"/>
                  </a:lnTo>
                  <a:lnTo>
                    <a:pt x="816546" y="134061"/>
                  </a:lnTo>
                  <a:lnTo>
                    <a:pt x="781024" y="160426"/>
                  </a:lnTo>
                  <a:lnTo>
                    <a:pt x="747166" y="188810"/>
                  </a:lnTo>
                  <a:lnTo>
                    <a:pt x="715048" y="219100"/>
                  </a:lnTo>
                  <a:lnTo>
                    <a:pt x="684745" y="251218"/>
                  </a:lnTo>
                  <a:lnTo>
                    <a:pt x="656374" y="285089"/>
                  </a:lnTo>
                  <a:lnTo>
                    <a:pt x="630008" y="320598"/>
                  </a:lnTo>
                  <a:lnTo>
                    <a:pt x="605726" y="357670"/>
                  </a:lnTo>
                  <a:lnTo>
                    <a:pt x="583628" y="396227"/>
                  </a:lnTo>
                  <a:lnTo>
                    <a:pt x="563803" y="436168"/>
                  </a:lnTo>
                  <a:lnTo>
                    <a:pt x="546328" y="477405"/>
                  </a:lnTo>
                  <a:lnTo>
                    <a:pt x="531304" y="519861"/>
                  </a:lnTo>
                  <a:lnTo>
                    <a:pt x="518807" y="563435"/>
                  </a:lnTo>
                  <a:lnTo>
                    <a:pt x="508939" y="608037"/>
                  </a:lnTo>
                  <a:lnTo>
                    <a:pt x="501789" y="653592"/>
                  </a:lnTo>
                  <a:lnTo>
                    <a:pt x="497433" y="700011"/>
                  </a:lnTo>
                  <a:lnTo>
                    <a:pt x="495960" y="747191"/>
                  </a:lnTo>
                  <a:lnTo>
                    <a:pt x="497433" y="794372"/>
                  </a:lnTo>
                  <a:lnTo>
                    <a:pt x="501789" y="840778"/>
                  </a:lnTo>
                  <a:lnTo>
                    <a:pt x="508939" y="886333"/>
                  </a:lnTo>
                  <a:lnTo>
                    <a:pt x="518807" y="930948"/>
                  </a:lnTo>
                  <a:lnTo>
                    <a:pt x="531304" y="974521"/>
                  </a:lnTo>
                  <a:lnTo>
                    <a:pt x="546328" y="1016965"/>
                  </a:lnTo>
                  <a:lnTo>
                    <a:pt x="563803" y="1058202"/>
                  </a:lnTo>
                  <a:lnTo>
                    <a:pt x="583628" y="1098143"/>
                  </a:lnTo>
                  <a:lnTo>
                    <a:pt x="605726" y="1136700"/>
                  </a:lnTo>
                  <a:lnTo>
                    <a:pt x="630008" y="1173772"/>
                  </a:lnTo>
                  <a:lnTo>
                    <a:pt x="656374" y="1209294"/>
                  </a:lnTo>
                  <a:lnTo>
                    <a:pt x="684745" y="1243152"/>
                  </a:lnTo>
                  <a:lnTo>
                    <a:pt x="715048" y="1275270"/>
                  </a:lnTo>
                  <a:lnTo>
                    <a:pt x="747166" y="1305560"/>
                  </a:lnTo>
                  <a:lnTo>
                    <a:pt x="781024" y="1333944"/>
                  </a:lnTo>
                  <a:lnTo>
                    <a:pt x="816546" y="1360309"/>
                  </a:lnTo>
                  <a:lnTo>
                    <a:pt x="853617" y="1384592"/>
                  </a:lnTo>
                  <a:lnTo>
                    <a:pt x="892175" y="1406690"/>
                  </a:lnTo>
                  <a:lnTo>
                    <a:pt x="932116" y="1426514"/>
                  </a:lnTo>
                  <a:lnTo>
                    <a:pt x="973353" y="1443990"/>
                  </a:lnTo>
                  <a:lnTo>
                    <a:pt x="1015796" y="1459014"/>
                  </a:lnTo>
                  <a:lnTo>
                    <a:pt x="1059370" y="1471498"/>
                  </a:lnTo>
                  <a:lnTo>
                    <a:pt x="1103972" y="1481366"/>
                  </a:lnTo>
                  <a:lnTo>
                    <a:pt x="1149527" y="1488528"/>
                  </a:lnTo>
                  <a:lnTo>
                    <a:pt x="1195946" y="1492885"/>
                  </a:lnTo>
                  <a:lnTo>
                    <a:pt x="1243126" y="1494358"/>
                  </a:lnTo>
                  <a:lnTo>
                    <a:pt x="1291132" y="1492859"/>
                  </a:lnTo>
                  <a:lnTo>
                    <a:pt x="1338541" y="1488376"/>
                  </a:lnTo>
                  <a:lnTo>
                    <a:pt x="1385316" y="1480921"/>
                  </a:lnTo>
                  <a:lnTo>
                    <a:pt x="1431391" y="1470507"/>
                  </a:lnTo>
                  <a:lnTo>
                    <a:pt x="1476717" y="1457147"/>
                  </a:lnTo>
                  <a:lnTo>
                    <a:pt x="1463890" y="1419199"/>
                  </a:lnTo>
                  <a:lnTo>
                    <a:pt x="1452473" y="1380883"/>
                  </a:lnTo>
                  <a:lnTo>
                    <a:pt x="1442427" y="1342224"/>
                  </a:lnTo>
                  <a:lnTo>
                    <a:pt x="1432979" y="1299413"/>
                  </a:lnTo>
                  <a:lnTo>
                    <a:pt x="1422615" y="1239913"/>
                  </a:lnTo>
                  <a:lnTo>
                    <a:pt x="1415605" y="1182649"/>
                  </a:lnTo>
                  <a:lnTo>
                    <a:pt x="1411490" y="1126439"/>
                  </a:lnTo>
                  <a:lnTo>
                    <a:pt x="1410081" y="1070991"/>
                  </a:lnTo>
                  <a:lnTo>
                    <a:pt x="1411185" y="1019860"/>
                  </a:lnTo>
                  <a:lnTo>
                    <a:pt x="1414475" y="969187"/>
                  </a:lnTo>
                  <a:lnTo>
                    <a:pt x="1419936" y="918997"/>
                  </a:lnTo>
                  <a:lnTo>
                    <a:pt x="1427530" y="869353"/>
                  </a:lnTo>
                  <a:lnTo>
                    <a:pt x="1437220" y="820331"/>
                  </a:lnTo>
                  <a:lnTo>
                    <a:pt x="1449006" y="771944"/>
                  </a:lnTo>
                  <a:lnTo>
                    <a:pt x="1462836" y="724281"/>
                  </a:lnTo>
                  <a:lnTo>
                    <a:pt x="1478711" y="677379"/>
                  </a:lnTo>
                  <a:lnTo>
                    <a:pt x="1496568" y="631304"/>
                  </a:lnTo>
                  <a:lnTo>
                    <a:pt x="1516418" y="586092"/>
                  </a:lnTo>
                  <a:lnTo>
                    <a:pt x="1538211" y="541807"/>
                  </a:lnTo>
                  <a:lnTo>
                    <a:pt x="1561922" y="498500"/>
                  </a:lnTo>
                  <a:lnTo>
                    <a:pt x="1587525" y="456234"/>
                  </a:lnTo>
                  <a:lnTo>
                    <a:pt x="1614995" y="415048"/>
                  </a:lnTo>
                  <a:lnTo>
                    <a:pt x="1644319" y="375005"/>
                  </a:lnTo>
                  <a:lnTo>
                    <a:pt x="1675447" y="336143"/>
                  </a:lnTo>
                  <a:lnTo>
                    <a:pt x="1708365" y="298538"/>
                  </a:lnTo>
                  <a:lnTo>
                    <a:pt x="1743049" y="262242"/>
                  </a:lnTo>
                  <a:lnTo>
                    <a:pt x="1779460" y="227291"/>
                  </a:lnTo>
                  <a:close/>
                </a:path>
                <a:path w="4537709" h="3186429">
                  <a:moveTo>
                    <a:pt x="1912277" y="2019554"/>
                  </a:moveTo>
                  <a:lnTo>
                    <a:pt x="1862582" y="1983740"/>
                  </a:lnTo>
                  <a:lnTo>
                    <a:pt x="1827441" y="1955825"/>
                  </a:lnTo>
                  <a:lnTo>
                    <a:pt x="1791754" y="1925167"/>
                  </a:lnTo>
                  <a:lnTo>
                    <a:pt x="1757299" y="1893036"/>
                  </a:lnTo>
                  <a:lnTo>
                    <a:pt x="1724113" y="1859470"/>
                  </a:lnTo>
                  <a:lnTo>
                    <a:pt x="1692287" y="1824507"/>
                  </a:lnTo>
                  <a:lnTo>
                    <a:pt x="1661845" y="1788160"/>
                  </a:lnTo>
                  <a:lnTo>
                    <a:pt x="1632864" y="1750479"/>
                  </a:lnTo>
                  <a:lnTo>
                    <a:pt x="1605381" y="1711477"/>
                  </a:lnTo>
                  <a:lnTo>
                    <a:pt x="889800" y="1711426"/>
                  </a:lnTo>
                  <a:lnTo>
                    <a:pt x="841057" y="1712747"/>
                  </a:lnTo>
                  <a:lnTo>
                    <a:pt x="792988" y="1716659"/>
                  </a:lnTo>
                  <a:lnTo>
                    <a:pt x="745655" y="1723097"/>
                  </a:lnTo>
                  <a:lnTo>
                    <a:pt x="699147" y="1731987"/>
                  </a:lnTo>
                  <a:lnTo>
                    <a:pt x="653529" y="1743265"/>
                  </a:lnTo>
                  <a:lnTo>
                    <a:pt x="608850" y="1756867"/>
                  </a:lnTo>
                  <a:lnTo>
                    <a:pt x="565200" y="1772716"/>
                  </a:lnTo>
                  <a:lnTo>
                    <a:pt x="522643" y="1790750"/>
                  </a:lnTo>
                  <a:lnTo>
                    <a:pt x="481228" y="1810893"/>
                  </a:lnTo>
                  <a:lnTo>
                    <a:pt x="441045" y="1833092"/>
                  </a:lnTo>
                  <a:lnTo>
                    <a:pt x="402158" y="1857260"/>
                  </a:lnTo>
                  <a:lnTo>
                    <a:pt x="364629" y="1883333"/>
                  </a:lnTo>
                  <a:lnTo>
                    <a:pt x="328536" y="1911248"/>
                  </a:lnTo>
                  <a:lnTo>
                    <a:pt x="293941" y="1940941"/>
                  </a:lnTo>
                  <a:lnTo>
                    <a:pt x="260908" y="1972335"/>
                  </a:lnTo>
                  <a:lnTo>
                    <a:pt x="229514" y="2005368"/>
                  </a:lnTo>
                  <a:lnTo>
                    <a:pt x="199821" y="2039962"/>
                  </a:lnTo>
                  <a:lnTo>
                    <a:pt x="171907" y="2076056"/>
                  </a:lnTo>
                  <a:lnTo>
                    <a:pt x="145821" y="2113584"/>
                  </a:lnTo>
                  <a:lnTo>
                    <a:pt x="121653" y="2152472"/>
                  </a:lnTo>
                  <a:lnTo>
                    <a:pt x="99466" y="2192655"/>
                  </a:lnTo>
                  <a:lnTo>
                    <a:pt x="79311" y="2234069"/>
                  </a:lnTo>
                  <a:lnTo>
                    <a:pt x="61277" y="2276627"/>
                  </a:lnTo>
                  <a:lnTo>
                    <a:pt x="45427" y="2320277"/>
                  </a:lnTo>
                  <a:lnTo>
                    <a:pt x="31838" y="2364956"/>
                  </a:lnTo>
                  <a:lnTo>
                    <a:pt x="20548" y="2410574"/>
                  </a:lnTo>
                  <a:lnTo>
                    <a:pt x="11658" y="2457081"/>
                  </a:lnTo>
                  <a:lnTo>
                    <a:pt x="5219" y="2504402"/>
                  </a:lnTo>
                  <a:lnTo>
                    <a:pt x="1308" y="2552471"/>
                  </a:lnTo>
                  <a:lnTo>
                    <a:pt x="0" y="2601214"/>
                  </a:lnTo>
                  <a:lnTo>
                    <a:pt x="0" y="2914142"/>
                  </a:lnTo>
                  <a:lnTo>
                    <a:pt x="44691" y="2937497"/>
                  </a:lnTo>
                  <a:lnTo>
                    <a:pt x="89814" y="2959938"/>
                  </a:lnTo>
                  <a:lnTo>
                    <a:pt x="135382" y="2981477"/>
                  </a:lnTo>
                  <a:lnTo>
                    <a:pt x="181356" y="3002102"/>
                  </a:lnTo>
                  <a:lnTo>
                    <a:pt x="227761" y="3021800"/>
                  </a:lnTo>
                  <a:lnTo>
                    <a:pt x="274574" y="3040583"/>
                  </a:lnTo>
                  <a:lnTo>
                    <a:pt x="321792" y="3058452"/>
                  </a:lnTo>
                  <a:lnTo>
                    <a:pt x="369404" y="3075394"/>
                  </a:lnTo>
                  <a:lnTo>
                    <a:pt x="417398" y="3091421"/>
                  </a:lnTo>
                  <a:lnTo>
                    <a:pt x="465785" y="3106509"/>
                  </a:lnTo>
                  <a:lnTo>
                    <a:pt x="514553" y="3120682"/>
                  </a:lnTo>
                  <a:lnTo>
                    <a:pt x="563689" y="3133915"/>
                  </a:lnTo>
                  <a:lnTo>
                    <a:pt x="613194" y="3146209"/>
                  </a:lnTo>
                  <a:lnTo>
                    <a:pt x="663054" y="3157575"/>
                  </a:lnTo>
                  <a:lnTo>
                    <a:pt x="713257" y="3168015"/>
                  </a:lnTo>
                  <a:lnTo>
                    <a:pt x="763816" y="3177502"/>
                  </a:lnTo>
                  <a:lnTo>
                    <a:pt x="814717" y="3186061"/>
                  </a:lnTo>
                  <a:lnTo>
                    <a:pt x="817905" y="3158185"/>
                  </a:lnTo>
                  <a:lnTo>
                    <a:pt x="821690" y="3130499"/>
                  </a:lnTo>
                  <a:lnTo>
                    <a:pt x="830973" y="3075673"/>
                  </a:lnTo>
                  <a:lnTo>
                    <a:pt x="843318" y="3017558"/>
                  </a:lnTo>
                  <a:lnTo>
                    <a:pt x="853744" y="2976969"/>
                  </a:lnTo>
                  <a:lnTo>
                    <a:pt x="866736" y="2932099"/>
                  </a:lnTo>
                  <a:lnTo>
                    <a:pt x="883869" y="2880474"/>
                  </a:lnTo>
                  <a:lnTo>
                    <a:pt x="901128" y="2834551"/>
                  </a:lnTo>
                  <a:lnTo>
                    <a:pt x="920076" y="2789326"/>
                  </a:lnTo>
                  <a:lnTo>
                    <a:pt x="940714" y="2744825"/>
                  </a:lnTo>
                  <a:lnTo>
                    <a:pt x="963028" y="2701112"/>
                  </a:lnTo>
                  <a:lnTo>
                    <a:pt x="986980" y="2658199"/>
                  </a:lnTo>
                  <a:lnTo>
                    <a:pt x="1012583" y="2616149"/>
                  </a:lnTo>
                  <a:lnTo>
                    <a:pt x="1039799" y="2575001"/>
                  </a:lnTo>
                  <a:lnTo>
                    <a:pt x="1068628" y="2534780"/>
                  </a:lnTo>
                  <a:lnTo>
                    <a:pt x="1099058" y="2495537"/>
                  </a:lnTo>
                  <a:lnTo>
                    <a:pt x="1131049" y="2457323"/>
                  </a:lnTo>
                  <a:lnTo>
                    <a:pt x="1164602" y="2420150"/>
                  </a:lnTo>
                  <a:lnTo>
                    <a:pt x="1199692" y="2384094"/>
                  </a:lnTo>
                  <a:lnTo>
                    <a:pt x="1236179" y="2349296"/>
                  </a:lnTo>
                  <a:lnTo>
                    <a:pt x="1273759" y="2316061"/>
                  </a:lnTo>
                  <a:lnTo>
                    <a:pt x="1312379" y="2284399"/>
                  </a:lnTo>
                  <a:lnTo>
                    <a:pt x="1352003" y="2254339"/>
                  </a:lnTo>
                  <a:lnTo>
                    <a:pt x="1392593" y="2225878"/>
                  </a:lnTo>
                  <a:lnTo>
                    <a:pt x="1434096" y="2199043"/>
                  </a:lnTo>
                  <a:lnTo>
                    <a:pt x="1476489" y="2173846"/>
                  </a:lnTo>
                  <a:lnTo>
                    <a:pt x="1519732" y="2150300"/>
                  </a:lnTo>
                  <a:lnTo>
                    <a:pt x="1563763" y="2128431"/>
                  </a:lnTo>
                  <a:lnTo>
                    <a:pt x="1608569" y="2108238"/>
                  </a:lnTo>
                  <a:lnTo>
                    <a:pt x="1654086" y="2089759"/>
                  </a:lnTo>
                  <a:lnTo>
                    <a:pt x="1700288" y="2072995"/>
                  </a:lnTo>
                  <a:lnTo>
                    <a:pt x="1747113" y="2057971"/>
                  </a:lnTo>
                  <a:lnTo>
                    <a:pt x="1794548" y="2044700"/>
                  </a:lnTo>
                  <a:lnTo>
                    <a:pt x="1842541" y="2033193"/>
                  </a:lnTo>
                  <a:lnTo>
                    <a:pt x="1897240" y="2022322"/>
                  </a:lnTo>
                  <a:lnTo>
                    <a:pt x="1912277" y="2019554"/>
                  </a:lnTo>
                  <a:close/>
                </a:path>
                <a:path w="4537709" h="3186429">
                  <a:moveTo>
                    <a:pt x="4537367" y="747191"/>
                  </a:moveTo>
                  <a:lnTo>
                    <a:pt x="4535894" y="700011"/>
                  </a:lnTo>
                  <a:lnTo>
                    <a:pt x="4531538" y="653592"/>
                  </a:lnTo>
                  <a:lnTo>
                    <a:pt x="4524375" y="608037"/>
                  </a:lnTo>
                  <a:lnTo>
                    <a:pt x="4514507" y="563435"/>
                  </a:lnTo>
                  <a:lnTo>
                    <a:pt x="4502010" y="519861"/>
                  </a:lnTo>
                  <a:lnTo>
                    <a:pt x="4486986" y="477405"/>
                  </a:lnTo>
                  <a:lnTo>
                    <a:pt x="4469523" y="436168"/>
                  </a:lnTo>
                  <a:lnTo>
                    <a:pt x="4449686" y="396227"/>
                  </a:lnTo>
                  <a:lnTo>
                    <a:pt x="4427588" y="357670"/>
                  </a:lnTo>
                  <a:lnTo>
                    <a:pt x="4403318" y="320598"/>
                  </a:lnTo>
                  <a:lnTo>
                    <a:pt x="4376940" y="285076"/>
                  </a:lnTo>
                  <a:lnTo>
                    <a:pt x="4348569" y="251218"/>
                  </a:lnTo>
                  <a:lnTo>
                    <a:pt x="4318266" y="219100"/>
                  </a:lnTo>
                  <a:lnTo>
                    <a:pt x="4286148" y="188798"/>
                  </a:lnTo>
                  <a:lnTo>
                    <a:pt x="4252290" y="160426"/>
                  </a:lnTo>
                  <a:lnTo>
                    <a:pt x="4216781" y="134048"/>
                  </a:lnTo>
                  <a:lnTo>
                    <a:pt x="4179697" y="109778"/>
                  </a:lnTo>
                  <a:lnTo>
                    <a:pt x="4141152" y="87680"/>
                  </a:lnTo>
                  <a:lnTo>
                    <a:pt x="4101211" y="67843"/>
                  </a:lnTo>
                  <a:lnTo>
                    <a:pt x="4059961" y="50380"/>
                  </a:lnTo>
                  <a:lnTo>
                    <a:pt x="4017518" y="35356"/>
                  </a:lnTo>
                  <a:lnTo>
                    <a:pt x="3973944" y="22860"/>
                  </a:lnTo>
                  <a:lnTo>
                    <a:pt x="3929342" y="12992"/>
                  </a:lnTo>
                  <a:lnTo>
                    <a:pt x="3883787" y="5829"/>
                  </a:lnTo>
                  <a:lnTo>
                    <a:pt x="3837381" y="1473"/>
                  </a:lnTo>
                  <a:lnTo>
                    <a:pt x="3790200" y="0"/>
                  </a:lnTo>
                  <a:lnTo>
                    <a:pt x="3739946" y="1676"/>
                  </a:lnTo>
                  <a:lnTo>
                    <a:pt x="3690289" y="6642"/>
                  </a:lnTo>
                  <a:lnTo>
                    <a:pt x="3641369" y="14859"/>
                  </a:lnTo>
                  <a:lnTo>
                    <a:pt x="3593338" y="26238"/>
                  </a:lnTo>
                  <a:lnTo>
                    <a:pt x="3546310" y="40728"/>
                  </a:lnTo>
                  <a:lnTo>
                    <a:pt x="3500437" y="58254"/>
                  </a:lnTo>
                  <a:lnTo>
                    <a:pt x="3455847" y="78752"/>
                  </a:lnTo>
                  <a:lnTo>
                    <a:pt x="3412693" y="102171"/>
                  </a:lnTo>
                  <a:lnTo>
                    <a:pt x="3371100" y="128422"/>
                  </a:lnTo>
                  <a:lnTo>
                    <a:pt x="3331210" y="157467"/>
                  </a:lnTo>
                  <a:lnTo>
                    <a:pt x="3293160" y="189217"/>
                  </a:lnTo>
                  <a:lnTo>
                    <a:pt x="3332340" y="223367"/>
                  </a:lnTo>
                  <a:lnTo>
                    <a:pt x="3369767" y="259080"/>
                  </a:lnTo>
                  <a:lnTo>
                    <a:pt x="3405428" y="296303"/>
                  </a:lnTo>
                  <a:lnTo>
                    <a:pt x="3439274" y="334962"/>
                  </a:lnTo>
                  <a:lnTo>
                    <a:pt x="3471265" y="374992"/>
                  </a:lnTo>
                  <a:lnTo>
                    <a:pt x="3501377" y="416331"/>
                  </a:lnTo>
                  <a:lnTo>
                    <a:pt x="3529584" y="458901"/>
                  </a:lnTo>
                  <a:lnTo>
                    <a:pt x="3555835" y="502653"/>
                  </a:lnTo>
                  <a:lnTo>
                    <a:pt x="3580092" y="547522"/>
                  </a:lnTo>
                  <a:lnTo>
                    <a:pt x="3602342" y="593432"/>
                  </a:lnTo>
                  <a:lnTo>
                    <a:pt x="3622522" y="640321"/>
                  </a:lnTo>
                  <a:lnTo>
                    <a:pt x="3640620" y="688111"/>
                  </a:lnTo>
                  <a:lnTo>
                    <a:pt x="3656584" y="736765"/>
                  </a:lnTo>
                  <a:lnTo>
                    <a:pt x="3670389" y="786193"/>
                  </a:lnTo>
                  <a:lnTo>
                    <a:pt x="3683266" y="842391"/>
                  </a:lnTo>
                  <a:lnTo>
                    <a:pt x="3693503" y="900772"/>
                  </a:lnTo>
                  <a:lnTo>
                    <a:pt x="3700640" y="958850"/>
                  </a:lnTo>
                  <a:lnTo>
                    <a:pt x="3704793" y="1015987"/>
                  </a:lnTo>
                  <a:lnTo>
                    <a:pt x="3706190" y="1070991"/>
                  </a:lnTo>
                  <a:lnTo>
                    <a:pt x="3705809" y="1099362"/>
                  </a:lnTo>
                  <a:lnTo>
                    <a:pt x="3704539" y="1131989"/>
                  </a:lnTo>
                  <a:lnTo>
                    <a:pt x="3703878" y="1140675"/>
                  </a:lnTo>
                  <a:lnTo>
                    <a:pt x="3701529" y="1173683"/>
                  </a:lnTo>
                  <a:lnTo>
                    <a:pt x="3696512" y="1219339"/>
                  </a:lnTo>
                  <a:lnTo>
                    <a:pt x="3687915" y="1275003"/>
                  </a:lnTo>
                  <a:lnTo>
                    <a:pt x="3676637" y="1329918"/>
                  </a:lnTo>
                  <a:lnTo>
                    <a:pt x="3662756" y="1383906"/>
                  </a:lnTo>
                  <a:lnTo>
                    <a:pt x="3646373" y="1436649"/>
                  </a:lnTo>
                  <a:lnTo>
                    <a:pt x="3631984" y="1477479"/>
                  </a:lnTo>
                  <a:lnTo>
                    <a:pt x="3671011" y="1484845"/>
                  </a:lnTo>
                  <a:lnTo>
                    <a:pt x="3710419" y="1490129"/>
                  </a:lnTo>
                  <a:lnTo>
                    <a:pt x="3750157" y="1493304"/>
                  </a:lnTo>
                  <a:lnTo>
                    <a:pt x="3790200" y="1494370"/>
                  </a:lnTo>
                  <a:lnTo>
                    <a:pt x="3837381" y="1492897"/>
                  </a:lnTo>
                  <a:lnTo>
                    <a:pt x="3883787" y="1488528"/>
                  </a:lnTo>
                  <a:lnTo>
                    <a:pt x="3929342" y="1481378"/>
                  </a:lnTo>
                  <a:lnTo>
                    <a:pt x="3973944" y="1471510"/>
                  </a:lnTo>
                  <a:lnTo>
                    <a:pt x="4017518" y="1459014"/>
                  </a:lnTo>
                  <a:lnTo>
                    <a:pt x="4059961" y="1443990"/>
                  </a:lnTo>
                  <a:lnTo>
                    <a:pt x="4101211" y="1426514"/>
                  </a:lnTo>
                  <a:lnTo>
                    <a:pt x="4141152" y="1406690"/>
                  </a:lnTo>
                  <a:lnTo>
                    <a:pt x="4179697" y="1384592"/>
                  </a:lnTo>
                  <a:lnTo>
                    <a:pt x="4216781" y="1360309"/>
                  </a:lnTo>
                  <a:lnTo>
                    <a:pt x="4252290" y="1333944"/>
                  </a:lnTo>
                  <a:lnTo>
                    <a:pt x="4286148" y="1305560"/>
                  </a:lnTo>
                  <a:lnTo>
                    <a:pt x="4318266" y="1275270"/>
                  </a:lnTo>
                  <a:lnTo>
                    <a:pt x="4348569" y="1243152"/>
                  </a:lnTo>
                  <a:lnTo>
                    <a:pt x="4376940" y="1209294"/>
                  </a:lnTo>
                  <a:lnTo>
                    <a:pt x="4403318" y="1173772"/>
                  </a:lnTo>
                  <a:lnTo>
                    <a:pt x="4427588" y="1136700"/>
                  </a:lnTo>
                  <a:lnTo>
                    <a:pt x="4449686" y="1098143"/>
                  </a:lnTo>
                  <a:lnTo>
                    <a:pt x="4469523" y="1058202"/>
                  </a:lnTo>
                  <a:lnTo>
                    <a:pt x="4486986" y="1016965"/>
                  </a:lnTo>
                  <a:lnTo>
                    <a:pt x="4502010" y="974521"/>
                  </a:lnTo>
                  <a:lnTo>
                    <a:pt x="4514507" y="930948"/>
                  </a:lnTo>
                  <a:lnTo>
                    <a:pt x="4524375" y="886333"/>
                  </a:lnTo>
                  <a:lnTo>
                    <a:pt x="4531538" y="840790"/>
                  </a:lnTo>
                  <a:lnTo>
                    <a:pt x="4535894" y="794372"/>
                  </a:lnTo>
                  <a:lnTo>
                    <a:pt x="4537367" y="747191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490613" y="6279982"/>
              <a:ext cx="1862455" cy="1862455"/>
            </a:xfrm>
            <a:custGeom>
              <a:avLst/>
              <a:gdLst/>
              <a:ahLst/>
              <a:cxnLst/>
              <a:rect l="l" t="t" r="r" b="b"/>
              <a:pathLst>
                <a:path w="1862455" h="1862454">
                  <a:moveTo>
                    <a:pt x="930976" y="0"/>
                  </a:moveTo>
                  <a:lnTo>
                    <a:pt x="881525" y="1297"/>
                  </a:lnTo>
                  <a:lnTo>
                    <a:pt x="832739" y="5145"/>
                  </a:lnTo>
                  <a:lnTo>
                    <a:pt x="784682" y="11480"/>
                  </a:lnTo>
                  <a:lnTo>
                    <a:pt x="737421" y="20235"/>
                  </a:lnTo>
                  <a:lnTo>
                    <a:pt x="691020" y="31346"/>
                  </a:lnTo>
                  <a:lnTo>
                    <a:pt x="645544" y="44747"/>
                  </a:lnTo>
                  <a:lnTo>
                    <a:pt x="601059" y="60374"/>
                  </a:lnTo>
                  <a:lnTo>
                    <a:pt x="557630" y="78161"/>
                  </a:lnTo>
                  <a:lnTo>
                    <a:pt x="515321" y="98043"/>
                  </a:lnTo>
                  <a:lnTo>
                    <a:pt x="474199" y="119955"/>
                  </a:lnTo>
                  <a:lnTo>
                    <a:pt x="434328" y="143831"/>
                  </a:lnTo>
                  <a:lnTo>
                    <a:pt x="395773" y="169607"/>
                  </a:lnTo>
                  <a:lnTo>
                    <a:pt x="358600" y="197217"/>
                  </a:lnTo>
                  <a:lnTo>
                    <a:pt x="322874" y="226597"/>
                  </a:lnTo>
                  <a:lnTo>
                    <a:pt x="288660" y="257680"/>
                  </a:lnTo>
                  <a:lnTo>
                    <a:pt x="256023" y="290402"/>
                  </a:lnTo>
                  <a:lnTo>
                    <a:pt x="225028" y="324698"/>
                  </a:lnTo>
                  <a:lnTo>
                    <a:pt x="195740" y="360502"/>
                  </a:lnTo>
                  <a:lnTo>
                    <a:pt x="168225" y="397750"/>
                  </a:lnTo>
                  <a:lnTo>
                    <a:pt x="142547" y="436376"/>
                  </a:lnTo>
                  <a:lnTo>
                    <a:pt x="118773" y="476315"/>
                  </a:lnTo>
                  <a:lnTo>
                    <a:pt x="96966" y="517501"/>
                  </a:lnTo>
                  <a:lnTo>
                    <a:pt x="77193" y="559870"/>
                  </a:lnTo>
                  <a:lnTo>
                    <a:pt x="59518" y="603357"/>
                  </a:lnTo>
                  <a:lnTo>
                    <a:pt x="44007" y="647896"/>
                  </a:lnTo>
                  <a:lnTo>
                    <a:pt x="30724" y="693423"/>
                  </a:lnTo>
                  <a:lnTo>
                    <a:pt x="19735" y="739871"/>
                  </a:lnTo>
                  <a:lnTo>
                    <a:pt x="11106" y="787176"/>
                  </a:lnTo>
                  <a:lnTo>
                    <a:pt x="4764" y="836623"/>
                  </a:lnTo>
                  <a:lnTo>
                    <a:pt x="1141" y="886213"/>
                  </a:lnTo>
                  <a:lnTo>
                    <a:pt x="0" y="930976"/>
                  </a:lnTo>
                  <a:lnTo>
                    <a:pt x="352" y="955808"/>
                  </a:lnTo>
                  <a:lnTo>
                    <a:pt x="1748" y="988357"/>
                  </a:lnTo>
                  <a:lnTo>
                    <a:pt x="3769" y="1012220"/>
                  </a:lnTo>
                  <a:lnTo>
                    <a:pt x="4314" y="1020576"/>
                  </a:lnTo>
                  <a:lnTo>
                    <a:pt x="10481" y="1070312"/>
                  </a:lnTo>
                  <a:lnTo>
                    <a:pt x="20030" y="1123065"/>
                  </a:lnTo>
                  <a:lnTo>
                    <a:pt x="31056" y="1169315"/>
                  </a:lnTo>
                  <a:lnTo>
                    <a:pt x="47051" y="1222944"/>
                  </a:lnTo>
                  <a:lnTo>
                    <a:pt x="69282" y="1283237"/>
                  </a:lnTo>
                  <a:lnTo>
                    <a:pt x="97795" y="1345750"/>
                  </a:lnTo>
                  <a:lnTo>
                    <a:pt x="120670" y="1388689"/>
                  </a:lnTo>
                  <a:lnTo>
                    <a:pt x="145681" y="1430263"/>
                  </a:lnTo>
                  <a:lnTo>
                    <a:pt x="172755" y="1470397"/>
                  </a:lnTo>
                  <a:lnTo>
                    <a:pt x="201821" y="1509016"/>
                  </a:lnTo>
                  <a:lnTo>
                    <a:pt x="232806" y="1546047"/>
                  </a:lnTo>
                  <a:lnTo>
                    <a:pt x="265638" y="1581414"/>
                  </a:lnTo>
                  <a:lnTo>
                    <a:pt x="300245" y="1615044"/>
                  </a:lnTo>
                  <a:lnTo>
                    <a:pt x="341591" y="1651038"/>
                  </a:lnTo>
                  <a:lnTo>
                    <a:pt x="387967" y="1686618"/>
                  </a:lnTo>
                  <a:lnTo>
                    <a:pt x="438499" y="1720502"/>
                  </a:lnTo>
                  <a:lnTo>
                    <a:pt x="472274" y="1740625"/>
                  </a:lnTo>
                  <a:lnTo>
                    <a:pt x="507680" y="1759747"/>
                  </a:lnTo>
                  <a:lnTo>
                    <a:pt x="555683" y="1782608"/>
                  </a:lnTo>
                  <a:lnTo>
                    <a:pt x="604970" y="1802719"/>
                  </a:lnTo>
                  <a:lnTo>
                    <a:pt x="655424" y="1820007"/>
                  </a:lnTo>
                  <a:lnTo>
                    <a:pt x="706923" y="1834401"/>
                  </a:lnTo>
                  <a:lnTo>
                    <a:pt x="759348" y="1845828"/>
                  </a:lnTo>
                  <a:lnTo>
                    <a:pt x="817723" y="1854875"/>
                  </a:lnTo>
                  <a:lnTo>
                    <a:pt x="866814" y="1859603"/>
                  </a:lnTo>
                  <a:lnTo>
                    <a:pt x="909462" y="1861679"/>
                  </a:lnTo>
                  <a:lnTo>
                    <a:pt x="933762" y="1861953"/>
                  </a:lnTo>
                  <a:lnTo>
                    <a:pt x="966452" y="1861059"/>
                  </a:lnTo>
                  <a:lnTo>
                    <a:pt x="1025089" y="1857126"/>
                  </a:lnTo>
                  <a:lnTo>
                    <a:pt x="1078480" y="1850153"/>
                  </a:lnTo>
                  <a:lnTo>
                    <a:pt x="1128779" y="1840676"/>
                  </a:lnTo>
                  <a:lnTo>
                    <a:pt x="1178095" y="1828534"/>
                  </a:lnTo>
                  <a:lnTo>
                    <a:pt x="1226348" y="1813806"/>
                  </a:lnTo>
                  <a:lnTo>
                    <a:pt x="1273461" y="1796570"/>
                  </a:lnTo>
                  <a:lnTo>
                    <a:pt x="1319354" y="1776905"/>
                  </a:lnTo>
                  <a:lnTo>
                    <a:pt x="1363949" y="1754890"/>
                  </a:lnTo>
                  <a:lnTo>
                    <a:pt x="1407166" y="1730602"/>
                  </a:lnTo>
                  <a:lnTo>
                    <a:pt x="1448928" y="1704121"/>
                  </a:lnTo>
                  <a:lnTo>
                    <a:pt x="1489154" y="1675526"/>
                  </a:lnTo>
                  <a:lnTo>
                    <a:pt x="1527767" y="1644894"/>
                  </a:lnTo>
                  <a:lnTo>
                    <a:pt x="1564688" y="1612304"/>
                  </a:lnTo>
                  <a:lnTo>
                    <a:pt x="1599838" y="1577835"/>
                  </a:lnTo>
                  <a:lnTo>
                    <a:pt x="1633137" y="1541566"/>
                  </a:lnTo>
                  <a:lnTo>
                    <a:pt x="1664508" y="1503574"/>
                  </a:lnTo>
                  <a:lnTo>
                    <a:pt x="1693871" y="1463939"/>
                  </a:lnTo>
                  <a:lnTo>
                    <a:pt x="1721149" y="1422739"/>
                  </a:lnTo>
                  <a:lnTo>
                    <a:pt x="1746261" y="1380053"/>
                  </a:lnTo>
                  <a:lnTo>
                    <a:pt x="1770312" y="1333582"/>
                  </a:lnTo>
                  <a:lnTo>
                    <a:pt x="1789526" y="1290871"/>
                  </a:lnTo>
                  <a:lnTo>
                    <a:pt x="1808963" y="1240636"/>
                  </a:lnTo>
                  <a:lnTo>
                    <a:pt x="1825527" y="1189057"/>
                  </a:lnTo>
                  <a:lnTo>
                    <a:pt x="1839120" y="1136231"/>
                  </a:lnTo>
                  <a:lnTo>
                    <a:pt x="1849641" y="1082255"/>
                  </a:lnTo>
                  <a:lnTo>
                    <a:pt x="1857231" y="1024942"/>
                  </a:lnTo>
                  <a:lnTo>
                    <a:pt x="1860822" y="975540"/>
                  </a:lnTo>
                  <a:lnTo>
                    <a:pt x="1861953" y="930976"/>
                  </a:lnTo>
                  <a:lnTo>
                    <a:pt x="1861657" y="909546"/>
                  </a:lnTo>
                  <a:lnTo>
                    <a:pt x="1859129" y="859073"/>
                  </a:lnTo>
                  <a:lnTo>
                    <a:pt x="1853047" y="802663"/>
                  </a:lnTo>
                  <a:lnTo>
                    <a:pt x="1842069" y="739527"/>
                  </a:lnTo>
                  <a:lnTo>
                    <a:pt x="1832404" y="697926"/>
                  </a:lnTo>
                  <a:lnTo>
                    <a:pt x="1819839" y="653875"/>
                  </a:lnTo>
                  <a:lnTo>
                    <a:pt x="1804532" y="608967"/>
                  </a:lnTo>
                  <a:lnTo>
                    <a:pt x="1787029" y="565113"/>
                  </a:lnTo>
                  <a:lnTo>
                    <a:pt x="1767398" y="522382"/>
                  </a:lnTo>
                  <a:lnTo>
                    <a:pt x="1745705" y="480838"/>
                  </a:lnTo>
                  <a:lnTo>
                    <a:pt x="1722016" y="440547"/>
                  </a:lnTo>
                  <a:lnTo>
                    <a:pt x="1696397" y="401577"/>
                  </a:lnTo>
                  <a:lnTo>
                    <a:pt x="1668914" y="363993"/>
                  </a:lnTo>
                  <a:lnTo>
                    <a:pt x="1639633" y="327862"/>
                  </a:lnTo>
                  <a:lnTo>
                    <a:pt x="1608622" y="293249"/>
                  </a:lnTo>
                  <a:lnTo>
                    <a:pt x="1575945" y="260221"/>
                  </a:lnTo>
                  <a:lnTo>
                    <a:pt x="1541669" y="228844"/>
                  </a:lnTo>
                  <a:lnTo>
                    <a:pt x="1505860" y="199184"/>
                  </a:lnTo>
                  <a:lnTo>
                    <a:pt x="1468585" y="171308"/>
                  </a:lnTo>
                  <a:lnTo>
                    <a:pt x="1429909" y="145281"/>
                  </a:lnTo>
                  <a:lnTo>
                    <a:pt x="1389899" y="121170"/>
                  </a:lnTo>
                  <a:lnTo>
                    <a:pt x="1348621" y="99042"/>
                  </a:lnTo>
                  <a:lnTo>
                    <a:pt x="1306141" y="78961"/>
                  </a:lnTo>
                  <a:lnTo>
                    <a:pt x="1262526" y="60995"/>
                  </a:lnTo>
                  <a:lnTo>
                    <a:pt x="1217841" y="45210"/>
                  </a:lnTo>
                  <a:lnTo>
                    <a:pt x="1172152" y="31671"/>
                  </a:lnTo>
                  <a:lnTo>
                    <a:pt x="1125527" y="20446"/>
                  </a:lnTo>
                  <a:lnTo>
                    <a:pt x="1078030" y="11600"/>
                  </a:lnTo>
                  <a:lnTo>
                    <a:pt x="1029729" y="5199"/>
                  </a:lnTo>
                  <a:lnTo>
                    <a:pt x="980689" y="1311"/>
                  </a:lnTo>
                  <a:lnTo>
                    <a:pt x="930976" y="0"/>
                  </a:lnTo>
                  <a:close/>
                </a:path>
              </a:pathLst>
            </a:custGeom>
            <a:solidFill>
              <a:srgbClr val="1E1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069463" y="7851397"/>
              <a:ext cx="1827530" cy="1460500"/>
            </a:xfrm>
            <a:custGeom>
              <a:avLst/>
              <a:gdLst/>
              <a:ahLst/>
              <a:cxnLst/>
              <a:rect l="l" t="t" r="r" b="b"/>
              <a:pathLst>
                <a:path w="1827530" h="1460500">
                  <a:moveTo>
                    <a:pt x="937489" y="0"/>
                  </a:moveTo>
                  <a:lnTo>
                    <a:pt x="304943" y="0"/>
                  </a:lnTo>
                  <a:lnTo>
                    <a:pt x="276571" y="40416"/>
                  </a:lnTo>
                  <a:lnTo>
                    <a:pt x="246706" y="79365"/>
                  </a:lnTo>
                  <a:lnTo>
                    <a:pt x="215396" y="116818"/>
                  </a:lnTo>
                  <a:lnTo>
                    <a:pt x="182693" y="152746"/>
                  </a:lnTo>
                  <a:lnTo>
                    <a:pt x="148644" y="187120"/>
                  </a:lnTo>
                  <a:lnTo>
                    <a:pt x="113301" y="219911"/>
                  </a:lnTo>
                  <a:lnTo>
                    <a:pt x="76713" y="251089"/>
                  </a:lnTo>
                  <a:lnTo>
                    <a:pt x="38929" y="280626"/>
                  </a:lnTo>
                  <a:lnTo>
                    <a:pt x="0" y="308493"/>
                  </a:lnTo>
                  <a:lnTo>
                    <a:pt x="22114" y="312597"/>
                  </a:lnTo>
                  <a:lnTo>
                    <a:pt x="70068" y="322320"/>
                  </a:lnTo>
                  <a:lnTo>
                    <a:pt x="117519" y="333787"/>
                  </a:lnTo>
                  <a:lnTo>
                    <a:pt x="164426" y="346985"/>
                  </a:lnTo>
                  <a:lnTo>
                    <a:pt x="210749" y="361896"/>
                  </a:lnTo>
                  <a:lnTo>
                    <a:pt x="256450" y="378505"/>
                  </a:lnTo>
                  <a:lnTo>
                    <a:pt x="301486" y="396797"/>
                  </a:lnTo>
                  <a:lnTo>
                    <a:pt x="345820" y="416756"/>
                  </a:lnTo>
                  <a:lnTo>
                    <a:pt x="389410" y="438367"/>
                  </a:lnTo>
                  <a:lnTo>
                    <a:pt x="432218" y="461613"/>
                  </a:lnTo>
                  <a:lnTo>
                    <a:pt x="474203" y="486480"/>
                  </a:lnTo>
                  <a:lnTo>
                    <a:pt x="515324" y="512951"/>
                  </a:lnTo>
                  <a:lnTo>
                    <a:pt x="555544" y="541011"/>
                  </a:lnTo>
                  <a:lnTo>
                    <a:pt x="594820" y="570644"/>
                  </a:lnTo>
                  <a:lnTo>
                    <a:pt x="633114" y="601835"/>
                  </a:lnTo>
                  <a:lnTo>
                    <a:pt x="670386" y="634568"/>
                  </a:lnTo>
                  <a:lnTo>
                    <a:pt x="706596" y="668827"/>
                  </a:lnTo>
                  <a:lnTo>
                    <a:pt x="741091" y="703964"/>
                  </a:lnTo>
                  <a:lnTo>
                    <a:pt x="774114" y="740165"/>
                  </a:lnTo>
                  <a:lnTo>
                    <a:pt x="805650" y="777394"/>
                  </a:lnTo>
                  <a:lnTo>
                    <a:pt x="835684" y="815610"/>
                  </a:lnTo>
                  <a:lnTo>
                    <a:pt x="864202" y="854775"/>
                  </a:lnTo>
                  <a:lnTo>
                    <a:pt x="891188" y="894851"/>
                  </a:lnTo>
                  <a:lnTo>
                    <a:pt x="916629" y="935798"/>
                  </a:lnTo>
                  <a:lnTo>
                    <a:pt x="940508" y="977577"/>
                  </a:lnTo>
                  <a:lnTo>
                    <a:pt x="962813" y="1020151"/>
                  </a:lnTo>
                  <a:lnTo>
                    <a:pt x="983527" y="1063480"/>
                  </a:lnTo>
                  <a:lnTo>
                    <a:pt x="1002636" y="1107525"/>
                  </a:lnTo>
                  <a:lnTo>
                    <a:pt x="1022262" y="1157975"/>
                  </a:lnTo>
                  <a:lnTo>
                    <a:pt x="1036376" y="1198602"/>
                  </a:lnTo>
                  <a:lnTo>
                    <a:pt x="1050627" y="1244538"/>
                  </a:lnTo>
                  <a:lnTo>
                    <a:pt x="1064271" y="1295552"/>
                  </a:lnTo>
                  <a:lnTo>
                    <a:pt x="1073585" y="1336090"/>
                  </a:lnTo>
                  <a:lnTo>
                    <a:pt x="1081643" y="1377088"/>
                  </a:lnTo>
                  <a:lnTo>
                    <a:pt x="1088424" y="1418526"/>
                  </a:lnTo>
                  <a:lnTo>
                    <a:pt x="1093903" y="1460384"/>
                  </a:lnTo>
                  <a:lnTo>
                    <a:pt x="1145659" y="1450011"/>
                  </a:lnTo>
                  <a:lnTo>
                    <a:pt x="1197041" y="1438653"/>
                  </a:lnTo>
                  <a:lnTo>
                    <a:pt x="1248040" y="1426313"/>
                  </a:lnTo>
                  <a:lnTo>
                    <a:pt x="1298649" y="1412995"/>
                  </a:lnTo>
                  <a:lnTo>
                    <a:pt x="1348861" y="1398700"/>
                  </a:lnTo>
                  <a:lnTo>
                    <a:pt x="1398665" y="1383433"/>
                  </a:lnTo>
                  <a:lnTo>
                    <a:pt x="1448055" y="1367195"/>
                  </a:lnTo>
                  <a:lnTo>
                    <a:pt x="1497022" y="1349990"/>
                  </a:lnTo>
                  <a:lnTo>
                    <a:pt x="1545559" y="1331820"/>
                  </a:lnTo>
                  <a:lnTo>
                    <a:pt x="1593656" y="1312689"/>
                  </a:lnTo>
                  <a:lnTo>
                    <a:pt x="1641307" y="1292599"/>
                  </a:lnTo>
                  <a:lnTo>
                    <a:pt x="1688502" y="1271553"/>
                  </a:lnTo>
                  <a:lnTo>
                    <a:pt x="1735233" y="1249553"/>
                  </a:lnTo>
                  <a:lnTo>
                    <a:pt x="1781493" y="1226603"/>
                  </a:lnTo>
                  <a:lnTo>
                    <a:pt x="1827274" y="1202706"/>
                  </a:lnTo>
                  <a:lnTo>
                    <a:pt x="1827274" y="889794"/>
                  </a:lnTo>
                  <a:lnTo>
                    <a:pt x="1825955" y="841047"/>
                  </a:lnTo>
                  <a:lnTo>
                    <a:pt x="1822043" y="792978"/>
                  </a:lnTo>
                  <a:lnTo>
                    <a:pt x="1815607" y="745656"/>
                  </a:lnTo>
                  <a:lnTo>
                    <a:pt x="1806715" y="699149"/>
                  </a:lnTo>
                  <a:lnTo>
                    <a:pt x="1795436" y="653525"/>
                  </a:lnTo>
                  <a:lnTo>
                    <a:pt x="1781837" y="608852"/>
                  </a:lnTo>
                  <a:lnTo>
                    <a:pt x="1765988" y="565200"/>
                  </a:lnTo>
                  <a:lnTo>
                    <a:pt x="1747956" y="522636"/>
                  </a:lnTo>
                  <a:lnTo>
                    <a:pt x="1727810" y="481229"/>
                  </a:lnTo>
                  <a:lnTo>
                    <a:pt x="1705619" y="441047"/>
                  </a:lnTo>
                  <a:lnTo>
                    <a:pt x="1681450" y="402159"/>
                  </a:lnTo>
                  <a:lnTo>
                    <a:pt x="1655372" y="364633"/>
                  </a:lnTo>
                  <a:lnTo>
                    <a:pt x="1627454" y="328537"/>
                  </a:lnTo>
                  <a:lnTo>
                    <a:pt x="1597764" y="293939"/>
                  </a:lnTo>
                  <a:lnTo>
                    <a:pt x="1566369" y="260909"/>
                  </a:lnTo>
                  <a:lnTo>
                    <a:pt x="1533340" y="229514"/>
                  </a:lnTo>
                  <a:lnTo>
                    <a:pt x="1498743" y="199823"/>
                  </a:lnTo>
                  <a:lnTo>
                    <a:pt x="1462647" y="171905"/>
                  </a:lnTo>
                  <a:lnTo>
                    <a:pt x="1425122" y="145826"/>
                  </a:lnTo>
                  <a:lnTo>
                    <a:pt x="1386234" y="121657"/>
                  </a:lnTo>
                  <a:lnTo>
                    <a:pt x="1346052" y="99465"/>
                  </a:lnTo>
                  <a:lnTo>
                    <a:pt x="1304646" y="79319"/>
                  </a:lnTo>
                  <a:lnTo>
                    <a:pt x="1262082" y="61287"/>
                  </a:lnTo>
                  <a:lnTo>
                    <a:pt x="1218430" y="45437"/>
                  </a:lnTo>
                  <a:lnTo>
                    <a:pt x="1173758" y="31838"/>
                  </a:lnTo>
                  <a:lnTo>
                    <a:pt x="1128135" y="20559"/>
                  </a:lnTo>
                  <a:lnTo>
                    <a:pt x="1081627" y="11667"/>
                  </a:lnTo>
                  <a:lnTo>
                    <a:pt x="1034305" y="5230"/>
                  </a:lnTo>
                  <a:lnTo>
                    <a:pt x="986236" y="1319"/>
                  </a:lnTo>
                  <a:lnTo>
                    <a:pt x="937489" y="0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888128" y="8359011"/>
              <a:ext cx="3067050" cy="1879600"/>
            </a:xfrm>
            <a:custGeom>
              <a:avLst/>
              <a:gdLst/>
              <a:ahLst/>
              <a:cxnLst/>
              <a:rect l="l" t="t" r="r" b="b"/>
              <a:pathLst>
                <a:path w="3067050" h="1879600">
                  <a:moveTo>
                    <a:pt x="1962673" y="0"/>
                  </a:moveTo>
                  <a:lnTo>
                    <a:pt x="1090146" y="91"/>
                  </a:lnTo>
                  <a:lnTo>
                    <a:pt x="1048125" y="1424"/>
                  </a:lnTo>
                  <a:lnTo>
                    <a:pt x="1000364" y="4896"/>
                  </a:lnTo>
                  <a:lnTo>
                    <a:pt x="953164" y="10401"/>
                  </a:lnTo>
                  <a:lnTo>
                    <a:pt x="906569" y="17893"/>
                  </a:lnTo>
                  <a:lnTo>
                    <a:pt x="860623" y="27330"/>
                  </a:lnTo>
                  <a:lnTo>
                    <a:pt x="815371" y="38667"/>
                  </a:lnTo>
                  <a:lnTo>
                    <a:pt x="770858" y="51860"/>
                  </a:lnTo>
                  <a:lnTo>
                    <a:pt x="727129" y="66864"/>
                  </a:lnTo>
                  <a:lnTo>
                    <a:pt x="684227" y="83636"/>
                  </a:lnTo>
                  <a:lnTo>
                    <a:pt x="642198" y="102132"/>
                  </a:lnTo>
                  <a:lnTo>
                    <a:pt x="601087" y="122306"/>
                  </a:lnTo>
                  <a:lnTo>
                    <a:pt x="560937" y="144116"/>
                  </a:lnTo>
                  <a:lnTo>
                    <a:pt x="521794" y="167517"/>
                  </a:lnTo>
                  <a:lnTo>
                    <a:pt x="483701" y="192464"/>
                  </a:lnTo>
                  <a:lnTo>
                    <a:pt x="446705" y="218914"/>
                  </a:lnTo>
                  <a:lnTo>
                    <a:pt x="410849" y="246823"/>
                  </a:lnTo>
                  <a:lnTo>
                    <a:pt x="376178" y="276146"/>
                  </a:lnTo>
                  <a:lnTo>
                    <a:pt x="342737" y="306840"/>
                  </a:lnTo>
                  <a:lnTo>
                    <a:pt x="310570" y="338860"/>
                  </a:lnTo>
                  <a:lnTo>
                    <a:pt x="279722" y="372161"/>
                  </a:lnTo>
                  <a:lnTo>
                    <a:pt x="250237" y="406701"/>
                  </a:lnTo>
                  <a:lnTo>
                    <a:pt x="222161" y="442434"/>
                  </a:lnTo>
                  <a:lnTo>
                    <a:pt x="195537" y="479317"/>
                  </a:lnTo>
                  <a:lnTo>
                    <a:pt x="170411" y="517306"/>
                  </a:lnTo>
                  <a:lnTo>
                    <a:pt x="146827" y="556356"/>
                  </a:lnTo>
                  <a:lnTo>
                    <a:pt x="124830" y="596423"/>
                  </a:lnTo>
                  <a:lnTo>
                    <a:pt x="104464" y="637463"/>
                  </a:lnTo>
                  <a:lnTo>
                    <a:pt x="85774" y="679432"/>
                  </a:lnTo>
                  <a:lnTo>
                    <a:pt x="68804" y="722286"/>
                  </a:lnTo>
                  <a:lnTo>
                    <a:pt x="53600" y="765980"/>
                  </a:lnTo>
                  <a:lnTo>
                    <a:pt x="40206" y="810471"/>
                  </a:lnTo>
                  <a:lnTo>
                    <a:pt x="28666" y="855715"/>
                  </a:lnTo>
                  <a:lnTo>
                    <a:pt x="19025" y="901666"/>
                  </a:lnTo>
                  <a:lnTo>
                    <a:pt x="11328" y="948282"/>
                  </a:lnTo>
                  <a:lnTo>
                    <a:pt x="5619" y="995518"/>
                  </a:lnTo>
                  <a:lnTo>
                    <a:pt x="1943" y="1043330"/>
                  </a:lnTo>
                  <a:lnTo>
                    <a:pt x="345" y="1091673"/>
                  </a:lnTo>
                  <a:lnTo>
                    <a:pt x="0" y="1100249"/>
                  </a:lnTo>
                  <a:lnTo>
                    <a:pt x="0" y="1498278"/>
                  </a:lnTo>
                  <a:lnTo>
                    <a:pt x="43447" y="1521319"/>
                  </a:lnTo>
                  <a:lnTo>
                    <a:pt x="87279" y="1543667"/>
                  </a:lnTo>
                  <a:lnTo>
                    <a:pt x="131487" y="1565319"/>
                  </a:lnTo>
                  <a:lnTo>
                    <a:pt x="176061" y="1586272"/>
                  </a:lnTo>
                  <a:lnTo>
                    <a:pt x="220991" y="1606525"/>
                  </a:lnTo>
                  <a:lnTo>
                    <a:pt x="266268" y="1626074"/>
                  </a:lnTo>
                  <a:lnTo>
                    <a:pt x="311882" y="1644917"/>
                  </a:lnTo>
                  <a:lnTo>
                    <a:pt x="357823" y="1663052"/>
                  </a:lnTo>
                  <a:lnTo>
                    <a:pt x="404082" y="1680476"/>
                  </a:lnTo>
                  <a:lnTo>
                    <a:pt x="450648" y="1697187"/>
                  </a:lnTo>
                  <a:lnTo>
                    <a:pt x="497513" y="1713182"/>
                  </a:lnTo>
                  <a:lnTo>
                    <a:pt x="544666" y="1728459"/>
                  </a:lnTo>
                  <a:lnTo>
                    <a:pt x="592099" y="1743015"/>
                  </a:lnTo>
                  <a:lnTo>
                    <a:pt x="639801" y="1756848"/>
                  </a:lnTo>
                  <a:lnTo>
                    <a:pt x="687762" y="1769954"/>
                  </a:lnTo>
                  <a:lnTo>
                    <a:pt x="735973" y="1782333"/>
                  </a:lnTo>
                  <a:lnTo>
                    <a:pt x="784425" y="1793980"/>
                  </a:lnTo>
                  <a:lnTo>
                    <a:pt x="833107" y="1804894"/>
                  </a:lnTo>
                  <a:lnTo>
                    <a:pt x="882010" y="1815073"/>
                  </a:lnTo>
                  <a:lnTo>
                    <a:pt x="931125" y="1824513"/>
                  </a:lnTo>
                  <a:lnTo>
                    <a:pt x="980441" y="1833212"/>
                  </a:lnTo>
                  <a:lnTo>
                    <a:pt x="1029949" y="1841168"/>
                  </a:lnTo>
                  <a:lnTo>
                    <a:pt x="1079639" y="1848378"/>
                  </a:lnTo>
                  <a:lnTo>
                    <a:pt x="1129502" y="1854840"/>
                  </a:lnTo>
                  <a:lnTo>
                    <a:pt x="1179528" y="1860550"/>
                  </a:lnTo>
                  <a:lnTo>
                    <a:pt x="1229707" y="1865508"/>
                  </a:lnTo>
                  <a:lnTo>
                    <a:pt x="1280030" y="1869710"/>
                  </a:lnTo>
                  <a:lnTo>
                    <a:pt x="1330487" y="1873153"/>
                  </a:lnTo>
                  <a:lnTo>
                    <a:pt x="1381068" y="1875836"/>
                  </a:lnTo>
                  <a:lnTo>
                    <a:pt x="1431764" y="1877755"/>
                  </a:lnTo>
                  <a:lnTo>
                    <a:pt x="1482565" y="1878908"/>
                  </a:lnTo>
                  <a:lnTo>
                    <a:pt x="1533461" y="1879293"/>
                  </a:lnTo>
                  <a:lnTo>
                    <a:pt x="1584359" y="1878908"/>
                  </a:lnTo>
                  <a:lnTo>
                    <a:pt x="1635161" y="1877755"/>
                  </a:lnTo>
                  <a:lnTo>
                    <a:pt x="1685858" y="1875836"/>
                  </a:lnTo>
                  <a:lnTo>
                    <a:pt x="1736441" y="1873153"/>
                  </a:lnTo>
                  <a:lnTo>
                    <a:pt x="1786899" y="1869710"/>
                  </a:lnTo>
                  <a:lnTo>
                    <a:pt x="1837223" y="1865508"/>
                  </a:lnTo>
                  <a:lnTo>
                    <a:pt x="1887403" y="1860550"/>
                  </a:lnTo>
                  <a:lnTo>
                    <a:pt x="1937429" y="1854840"/>
                  </a:lnTo>
                  <a:lnTo>
                    <a:pt x="1987293" y="1848378"/>
                  </a:lnTo>
                  <a:lnTo>
                    <a:pt x="2036983" y="1841168"/>
                  </a:lnTo>
                  <a:lnTo>
                    <a:pt x="2086492" y="1833212"/>
                  </a:lnTo>
                  <a:lnTo>
                    <a:pt x="2135808" y="1824513"/>
                  </a:lnTo>
                  <a:lnTo>
                    <a:pt x="2184922" y="1815073"/>
                  </a:lnTo>
                  <a:lnTo>
                    <a:pt x="2233825" y="1804894"/>
                  </a:lnTo>
                  <a:lnTo>
                    <a:pt x="2282506" y="1793980"/>
                  </a:lnTo>
                  <a:lnTo>
                    <a:pt x="2330957" y="1782333"/>
                  </a:lnTo>
                  <a:lnTo>
                    <a:pt x="2379168" y="1769954"/>
                  </a:lnTo>
                  <a:lnTo>
                    <a:pt x="2427128" y="1756848"/>
                  </a:lnTo>
                  <a:lnTo>
                    <a:pt x="2474829" y="1743015"/>
                  </a:lnTo>
                  <a:lnTo>
                    <a:pt x="2522260" y="1728459"/>
                  </a:lnTo>
                  <a:lnTo>
                    <a:pt x="2569412" y="1713182"/>
                  </a:lnTo>
                  <a:lnTo>
                    <a:pt x="2616275" y="1697187"/>
                  </a:lnTo>
                  <a:lnTo>
                    <a:pt x="2662840" y="1680476"/>
                  </a:lnTo>
                  <a:lnTo>
                    <a:pt x="2709097" y="1663052"/>
                  </a:lnTo>
                  <a:lnTo>
                    <a:pt x="2755036" y="1644917"/>
                  </a:lnTo>
                  <a:lnTo>
                    <a:pt x="2800648" y="1626074"/>
                  </a:lnTo>
                  <a:lnTo>
                    <a:pt x="2845922" y="1606525"/>
                  </a:lnTo>
                  <a:lnTo>
                    <a:pt x="2890850" y="1586272"/>
                  </a:lnTo>
                  <a:lnTo>
                    <a:pt x="2935422" y="1565319"/>
                  </a:lnTo>
                  <a:lnTo>
                    <a:pt x="2979627" y="1543667"/>
                  </a:lnTo>
                  <a:lnTo>
                    <a:pt x="3023457" y="1521319"/>
                  </a:lnTo>
                  <a:lnTo>
                    <a:pt x="3066901" y="1498278"/>
                  </a:lnTo>
                  <a:lnTo>
                    <a:pt x="3066901" y="1096919"/>
                  </a:lnTo>
                  <a:lnTo>
                    <a:pt x="3066493" y="1089694"/>
                  </a:lnTo>
                  <a:lnTo>
                    <a:pt x="3066304" y="1081830"/>
                  </a:lnTo>
                  <a:lnTo>
                    <a:pt x="3064300" y="1033924"/>
                  </a:lnTo>
                  <a:lnTo>
                    <a:pt x="3060242" y="986544"/>
                  </a:lnTo>
                  <a:lnTo>
                    <a:pt x="3054174" y="939735"/>
                  </a:lnTo>
                  <a:lnTo>
                    <a:pt x="3046140" y="893540"/>
                  </a:lnTo>
                  <a:lnTo>
                    <a:pt x="3036185" y="848003"/>
                  </a:lnTo>
                  <a:lnTo>
                    <a:pt x="3024355" y="803168"/>
                  </a:lnTo>
                  <a:lnTo>
                    <a:pt x="3010693" y="759079"/>
                  </a:lnTo>
                  <a:lnTo>
                    <a:pt x="2995244" y="715779"/>
                  </a:lnTo>
                  <a:lnTo>
                    <a:pt x="2978052" y="673312"/>
                  </a:lnTo>
                  <a:lnTo>
                    <a:pt x="2959163" y="631722"/>
                  </a:lnTo>
                  <a:lnTo>
                    <a:pt x="2938621" y="591052"/>
                  </a:lnTo>
                  <a:lnTo>
                    <a:pt x="2916471" y="551347"/>
                  </a:lnTo>
                  <a:lnTo>
                    <a:pt x="2892756" y="512650"/>
                  </a:lnTo>
                  <a:lnTo>
                    <a:pt x="2867523" y="475004"/>
                  </a:lnTo>
                  <a:lnTo>
                    <a:pt x="2840815" y="438454"/>
                  </a:lnTo>
                  <a:lnTo>
                    <a:pt x="2812677" y="403043"/>
                  </a:lnTo>
                  <a:lnTo>
                    <a:pt x="2783153" y="368815"/>
                  </a:lnTo>
                  <a:lnTo>
                    <a:pt x="2752289" y="335814"/>
                  </a:lnTo>
                  <a:lnTo>
                    <a:pt x="2720128" y="304083"/>
                  </a:lnTo>
                  <a:lnTo>
                    <a:pt x="2686716" y="273666"/>
                  </a:lnTo>
                  <a:lnTo>
                    <a:pt x="2652098" y="244608"/>
                  </a:lnTo>
                  <a:lnTo>
                    <a:pt x="2616316" y="216950"/>
                  </a:lnTo>
                  <a:lnTo>
                    <a:pt x="2579418" y="190738"/>
                  </a:lnTo>
                  <a:lnTo>
                    <a:pt x="2541446" y="166016"/>
                  </a:lnTo>
                  <a:lnTo>
                    <a:pt x="2502446" y="142826"/>
                  </a:lnTo>
                  <a:lnTo>
                    <a:pt x="2462461" y="121213"/>
                  </a:lnTo>
                  <a:lnTo>
                    <a:pt x="2421538" y="101220"/>
                  </a:lnTo>
                  <a:lnTo>
                    <a:pt x="2379720" y="82891"/>
                  </a:lnTo>
                  <a:lnTo>
                    <a:pt x="2337052" y="66269"/>
                  </a:lnTo>
                  <a:lnTo>
                    <a:pt x="2293579" y="51400"/>
                  </a:lnTo>
                  <a:lnTo>
                    <a:pt x="2249345" y="38325"/>
                  </a:lnTo>
                  <a:lnTo>
                    <a:pt x="2204395" y="27090"/>
                  </a:lnTo>
                  <a:lnTo>
                    <a:pt x="2158773" y="17737"/>
                  </a:lnTo>
                  <a:lnTo>
                    <a:pt x="2112525" y="10311"/>
                  </a:lnTo>
                  <a:lnTo>
                    <a:pt x="2065694" y="4855"/>
                  </a:lnTo>
                  <a:lnTo>
                    <a:pt x="2018325" y="1413"/>
                  </a:lnTo>
                  <a:lnTo>
                    <a:pt x="1990578" y="361"/>
                  </a:lnTo>
                  <a:lnTo>
                    <a:pt x="1962673" y="0"/>
                  </a:lnTo>
                  <a:close/>
                </a:path>
              </a:pathLst>
            </a:custGeom>
            <a:solidFill>
              <a:srgbClr val="1E1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DD7D38597B1D4A972F1F812257EBCE" ma:contentTypeVersion="16" ma:contentTypeDescription="Create a new document." ma:contentTypeScope="" ma:versionID="16a63465ff1007dc8f7c8aa8292b96bf">
  <xsd:schema xmlns:xsd="http://www.w3.org/2001/XMLSchema" xmlns:xs="http://www.w3.org/2001/XMLSchema" xmlns:p="http://schemas.microsoft.com/office/2006/metadata/properties" xmlns:ns2="a06dd9a1-6d16-4fe1-9738-a24bf34e1049" xmlns:ns3="2e9a035f-5127-467d-ac39-8df22382e0b0" xmlns:ns4="37a63fee-611c-4e4f-8b85-1b4ac85e55c9" targetNamespace="http://schemas.microsoft.com/office/2006/metadata/properties" ma:root="true" ma:fieldsID="029bc51fe62e4c9c685f4364177fcade" ns2:_="" ns3:_="" ns4:_="">
    <xsd:import namespace="a06dd9a1-6d16-4fe1-9738-a24bf34e1049"/>
    <xsd:import namespace="2e9a035f-5127-467d-ac39-8df22382e0b0"/>
    <xsd:import namespace="37a63fee-611c-4e4f-8b85-1b4ac85e55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6dd9a1-6d16-4fe1-9738-a24bf34e10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387b3ac-0bd0-459c-8ad0-4f83945ca7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9a035f-5127-467d-ac39-8df22382e0b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63fee-611c-4e4f-8b85-1b4ac85e55c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6b39f774-2113-4390-8073-5b66643b09c9}" ma:internalName="TaxCatchAll" ma:showField="CatchAllData" ma:web="37a63fee-611c-4e4f-8b85-1b4ac85e55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a63fee-611c-4e4f-8b85-1b4ac85e55c9" xsi:nil="true"/>
    <lcf76f155ced4ddcb4097134ff3c332f xmlns="a06dd9a1-6d16-4fe1-9738-a24bf34e104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9CD0B46-34BE-407F-BBBD-D5EB473BEADC}"/>
</file>

<file path=customXml/itemProps2.xml><?xml version="1.0" encoding="utf-8"?>
<ds:datastoreItem xmlns:ds="http://schemas.openxmlformats.org/officeDocument/2006/customXml" ds:itemID="{DA098574-15D8-4EBF-A039-914562196B4A}"/>
</file>

<file path=customXml/itemProps3.xml><?xml version="1.0" encoding="utf-8"?>
<ds:datastoreItem xmlns:ds="http://schemas.openxmlformats.org/officeDocument/2006/customXml" ds:itemID="{C94562E4-0427-4F45-B1A3-8DD8CB0159A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253</Words>
  <Application>Microsoft Macintosh PowerPoint</Application>
  <PresentationFormat>Custom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Open Sans</vt:lpstr>
      <vt:lpstr>OpenSans-Light</vt:lpstr>
      <vt:lpstr>Office Theme</vt:lpstr>
      <vt:lpstr>PowerPoint Presentation</vt:lpstr>
      <vt:lpstr>PowerPoint Presentation</vt:lpstr>
      <vt:lpstr>Unfortunately, technology can be used unethically</vt:lpstr>
      <vt:lpstr>Unfortunately, social media can be used unethically</vt:lpstr>
      <vt:lpstr>Class Discussion!</vt:lpstr>
      <vt:lpstr>Class Activity!</vt:lpstr>
      <vt:lpstr>Class Activity!</vt:lpstr>
      <vt:lpstr>Class Activity!</vt:lpstr>
      <vt:lpstr>Class Activity!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my Life (TimL) Project for Primary Schools</dc:title>
  <cp:lastModifiedBy>Ruza Leko</cp:lastModifiedBy>
  <cp:revision>7</cp:revision>
  <dcterms:created xsi:type="dcterms:W3CDTF">2022-11-28T16:04:17Z</dcterms:created>
  <dcterms:modified xsi:type="dcterms:W3CDTF">2022-12-05T18:49:17Z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2022-11-28T00:00:00Z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2022-11-28T00:00:00Z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0x010100E3DD7D38597B1D4A972F1F812257EBCE</vt:lpwstr>
  </property>
</Properties>
</file>